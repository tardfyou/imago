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a87e72ee6447b8" /><Relationship Type="http://schemas.openxmlformats.org/officeDocument/2006/relationships/extended-properties" Target="/docProps/app.xml" Id="Rc24a2ab8b97a40e5" /><Relationship Type="http://schemas.openxmlformats.org/officeDocument/2006/relationships/officeDocument" Target="/ppt/presentation.xml" Id="R805df04528e842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97f428e3bc493a"/>
  </p:sldMasterIdLst>
  <p:notesMasterIdLst>
    <p:notesMasterId xmlns:r="http://schemas.openxmlformats.org/officeDocument/2006/relationships" r:id="R9fdc342dea884675"/>
  </p:notesMasterIdLst>
  <p:sldIdLst>
    <p:sldId xmlns:r="http://schemas.openxmlformats.org/officeDocument/2006/relationships" id="256" r:id="Rb844a86e77484386"/>
  </p:sldIdLst>
  <p:sldSz cx="14458950" cy="58578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c52b89ff664dd4" /><Relationship Type="http://schemas.openxmlformats.org/officeDocument/2006/relationships/slideMaster" Target="/ppt/slideMasters/slideMaster1.xml" Id="Rdf97f428e3bc493a" /><Relationship Type="http://schemas.openxmlformats.org/officeDocument/2006/relationships/notesMaster" Target="/ppt/notesMasters/notesMaster1.xml" Id="R9fdc342dea884675" /><Relationship Type="http://schemas.openxmlformats.org/officeDocument/2006/relationships/presProps" Target="/ppt/presProps.xml" Id="R61399da59715416c" /><Relationship Type="http://schemas.openxmlformats.org/officeDocument/2006/relationships/tableStyles" Target="/ppt/tableStyles.xml" Id="Rd32dec72f4394898" /><Relationship Type="http://schemas.openxmlformats.org/officeDocument/2006/relationships/slide" Target="/ppt/slides/slide1.xml" Id="Rb844a86e774843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cb1052fa184c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cbe2d37e2f4d46" /><Relationship Type="http://schemas.openxmlformats.org/officeDocument/2006/relationships/notesMaster" Target="/ppt/notesMasters/notesMaster1.xml" Id="R1bd6b96e051a4461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素材ID：SEC-057</ns1:t>
            </ns1:r>
          </ns1:p>
          <ns1:p>
            <ns1:r>
              <ns1:t>论文：Responsible Disclosure is a Two-Way Street: Empirically Measuring the Responsible Disclosure Contract in the Firmware Ecosystem</ns1:t>
            </ns1:r>
          </ns1:p>
          <ns1:p>
            <ns1:r>
              <ns1:t>会议：IEEE S&amp;P 2026</ns1:t>
            </ns1:r>
          </ns1:p>
          <ns1:p>
            <ns1:r>
              <ns1:t>奖项：Distinguished Paper Award</ns1:t>
            </ns1:r>
          </ns1:p>
          <ns1:p>
            <ns1:r>
              <ns1:t>图号：Figure 7，PDF第10页</ns1:t>
            </ns1:r>
          </ns1:p>
          <ns1:p>
            <ns1:r>
              <ns1:t>类型：实验图表</ns1:t>
            </ns1:r>
          </ns1:p>
          <ns1:p>
            <ns1:r>
              <ns1:t>借鉴点：完整保留真实流量和计数，颜色引导来源到未披露、可验证与未修复状态，三列纵分界强调不同信息阶段。</ns1:t>
            </ns1:r>
          </ns1:p>
          <ns1:p>
            <ns1:r>
              <ns1:t>论文URL：https://sefcom.asu.edu/publications/responsible-disclosure-tay-ieee2026.pdf</ns1:t>
            </ns1:r>
          </ns1:p>
          <ns1:p>
            <ns1:r>
              <ns1:t>官方获奖URL：https://sp2026.ieee-security.org/awards_papers.html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9d0b1d6a524a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36368141254199" /><Relationship Type="http://schemas.openxmlformats.org/officeDocument/2006/relationships/slideLayout" Target="/ppt/slideLayouts/slideLayout1.xml" Id="Rb654ec02c67148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54ec02c67148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463a042ba4081" /><Relationship Type="http://schemas.openxmlformats.org/officeDocument/2006/relationships/notesSlide" Target="/ppt/notesSlides/notesSlide1.xml" Id="Rdf041471a8ad41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217215-7F49-4EC8-A3CC-4CE33CF6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1" y="34819"/>
            <a:ext cx="14377918" cy="5760790"/>
          </a:xfrm>
          <a:custGeom xmlns:a="http://schemas.openxmlformats.org/drawingml/2006/main">
            <a:pathLst>
              <a:path w="14377918" h="5760790">
                <a:moveTo>
                  <a:pt x="14377918" y="0"/>
                </a:moveTo>
                <a:lnTo>
                  <a:pt x="14377918" y="5760790"/>
                </a:lnTo>
                <a:lnTo>
                  <a:pt x="0" y="5760790"/>
                </a:lnTo>
                <a:lnTo>
                  <a:pt x="0" y="0"/>
                </a:lnTo>
                <a:lnTo>
                  <a:pt x="1437791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ABF72B-B34B-4054-9B35-C1976675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8" y="59131"/>
            <a:ext cx="14370744" cy="5736479"/>
          </a:xfrm>
          <a:custGeom xmlns:a="http://schemas.openxmlformats.org/drawingml/2006/main">
            <a:pathLst>
              <a:path w="14370744" h="5736479">
                <a:moveTo>
                  <a:pt x="14370744" y="0"/>
                </a:moveTo>
                <a:lnTo>
                  <a:pt x="14370744" y="5736479"/>
                </a:lnTo>
                <a:lnTo>
                  <a:pt x="0" y="5736479"/>
                </a:lnTo>
                <a:lnTo>
                  <a:pt x="0" y="0"/>
                </a:lnTo>
                <a:lnTo>
                  <a:pt x="1437074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516F5A-FCC7-44E3-89DD-C8214E56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191" y="2038234"/>
            <a:ext cx="1210853" cy="150451"/>
          </a:xfrm>
          <a:custGeom xmlns:a="http://schemas.openxmlformats.org/drawingml/2006/main">
            <a:pathLst>
              <a:path w="1210853" h="150451" fill="none">
                <a:moveTo>
                  <a:pt x="0" y="150451"/>
                </a:moveTo>
                <a:cubicBezTo>
                  <a:pt x="605426" y="150451"/>
                  <a:pt x="605426" y="0"/>
                  <a:pt x="121085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190059" cap="flat">
            <a:solidFill>
              <a:srgbClr val="E377C2">
                <a:alpha val="55000"/>
              </a:srgbClr>
            </a:solidFill>
            <a:miter/>
          </a:ln>
        </p:spPr>
      </p:sp>
      <p:sp>
        <p:nvSpPr>
          <p:cNvPr id="4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A540D4F-0736-4D50-B415-D4C7EB57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732" y="1299259"/>
            <a:ext cx="2308385" cy="1104641"/>
          </a:xfrm>
          <a:custGeom xmlns:a="http://schemas.openxmlformats.org/drawingml/2006/main">
            <a:pathLst>
              <a:path w="2308385" h="1104641">
                <a:moveTo>
                  <a:pt x="268807" y="1104060"/>
                </a:moveTo>
                <a:lnTo>
                  <a:pt x="140159" y="1104492"/>
                </a:lnTo>
                <a:lnTo>
                  <a:pt x="1152" y="1104641"/>
                </a:lnTo>
                <a:lnTo>
                  <a:pt x="0" y="29256"/>
                </a:lnTo>
                <a:lnTo>
                  <a:pt x="137777" y="29109"/>
                </a:lnTo>
                <a:lnTo>
                  <a:pt x="263877" y="28685"/>
                </a:lnTo>
                <a:lnTo>
                  <a:pt x="379877" y="28011"/>
                </a:lnTo>
                <a:lnTo>
                  <a:pt x="486796" y="27113"/>
                </a:lnTo>
                <a:lnTo>
                  <a:pt x="585662" y="26015"/>
                </a:lnTo>
                <a:lnTo>
                  <a:pt x="677515" y="24743"/>
                </a:lnTo>
                <a:lnTo>
                  <a:pt x="763408" y="23323"/>
                </a:lnTo>
                <a:lnTo>
                  <a:pt x="844405" y="21776"/>
                </a:lnTo>
                <a:lnTo>
                  <a:pt x="921578" y="20127"/>
                </a:lnTo>
                <a:lnTo>
                  <a:pt x="995999" y="18398"/>
                </a:lnTo>
                <a:lnTo>
                  <a:pt x="1068729" y="16611"/>
                </a:lnTo>
                <a:lnTo>
                  <a:pt x="1140812" y="14790"/>
                </a:lnTo>
                <a:lnTo>
                  <a:pt x="1213449" y="12955"/>
                </a:lnTo>
                <a:lnTo>
                  <a:pt x="1287071" y="11147"/>
                </a:lnTo>
                <a:lnTo>
                  <a:pt x="1363195" y="9377"/>
                </a:lnTo>
                <a:lnTo>
                  <a:pt x="1442574" y="7681"/>
                </a:lnTo>
                <a:lnTo>
                  <a:pt x="1526140" y="6085"/>
                </a:lnTo>
                <a:lnTo>
                  <a:pt x="1614825" y="4617"/>
                </a:lnTo>
                <a:lnTo>
                  <a:pt x="1709568" y="3305"/>
                </a:lnTo>
                <a:lnTo>
                  <a:pt x="1811317" y="2175"/>
                </a:lnTo>
                <a:lnTo>
                  <a:pt x="1921035" y="1252"/>
                </a:lnTo>
                <a:lnTo>
                  <a:pt x="2039697" y="562"/>
                </a:lnTo>
                <a:lnTo>
                  <a:pt x="2168288" y="130"/>
                </a:lnTo>
                <a:lnTo>
                  <a:pt x="2289940" y="0"/>
                </a:lnTo>
                <a:lnTo>
                  <a:pt x="2307233" y="0"/>
                </a:lnTo>
                <a:lnTo>
                  <a:pt x="2308385" y="1075366"/>
                </a:lnTo>
                <a:lnTo>
                  <a:pt x="2170671" y="1075514"/>
                </a:lnTo>
                <a:lnTo>
                  <a:pt x="2044629" y="1075937"/>
                </a:lnTo>
                <a:lnTo>
                  <a:pt x="1928682" y="1076611"/>
                </a:lnTo>
                <a:lnTo>
                  <a:pt x="1821810" y="1077510"/>
                </a:lnTo>
                <a:lnTo>
                  <a:pt x="1722985" y="1078607"/>
                </a:lnTo>
                <a:lnTo>
                  <a:pt x="1631168" y="1079879"/>
                </a:lnTo>
                <a:lnTo>
                  <a:pt x="1545305" y="1081300"/>
                </a:lnTo>
                <a:lnTo>
                  <a:pt x="1464332" y="1082846"/>
                </a:lnTo>
                <a:lnTo>
                  <a:pt x="1387178" y="1084496"/>
                </a:lnTo>
                <a:lnTo>
                  <a:pt x="1312771" y="1086225"/>
                </a:lnTo>
                <a:lnTo>
                  <a:pt x="1240048" y="1088012"/>
                </a:lnTo>
                <a:lnTo>
                  <a:pt x="1167967" y="1089832"/>
                </a:lnTo>
                <a:lnTo>
                  <a:pt x="1095325" y="1091667"/>
                </a:lnTo>
                <a:lnTo>
                  <a:pt x="1021694" y="1093476"/>
                </a:lnTo>
                <a:lnTo>
                  <a:pt x="945557" y="1095245"/>
                </a:lnTo>
                <a:lnTo>
                  <a:pt x="866158" y="1096942"/>
                </a:lnTo>
                <a:lnTo>
                  <a:pt x="782567" y="1098538"/>
                </a:lnTo>
                <a:lnTo>
                  <a:pt x="693852" y="1100006"/>
                </a:lnTo>
                <a:lnTo>
                  <a:pt x="599074" y="1101318"/>
                </a:lnTo>
                <a:lnTo>
                  <a:pt x="497285" y="1102448"/>
                </a:lnTo>
                <a:lnTo>
                  <a:pt x="387520" y="1103370"/>
                </a:lnTo>
                <a:lnTo>
                  <a:pt x="268807" y="1104060"/>
                </a:lnTo>
                <a:close/>
              </a:path>
            </a:pathLst>
          </a:custGeom>
          <a:solidFill xmlns:a="http://schemas.openxmlformats.org/drawingml/2006/main">
            <a:srgbClr val="1F77B4">
              <a:alpha val="5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9795A0-9313-40F0-8DE6-A1CD4B3A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808" y="1299277"/>
            <a:ext cx="816492" cy="1075311"/>
          </a:xfrm>
          <a:custGeom xmlns:a="http://schemas.openxmlformats.org/drawingml/2006/main">
            <a:pathLst>
              <a:path w="816492" h="1075311">
                <a:moveTo>
                  <a:pt x="0" y="0"/>
                </a:moveTo>
                <a:lnTo>
                  <a:pt x="816492" y="0"/>
                </a:lnTo>
                <a:lnTo>
                  <a:pt x="816492" y="1075311"/>
                </a:lnTo>
                <a:lnTo>
                  <a:pt x="0" y="10753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377C2">
              <a:alpha val="5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6070B4F-37A3-46FC-9775-E303943C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268" y="1297480"/>
            <a:ext cx="819828" cy="1078904"/>
          </a:xfrm>
          <a:custGeom xmlns:a="http://schemas.openxmlformats.org/drawingml/2006/main">
            <a:pathLst>
              <a:path w="819828" h="1078904">
                <a:moveTo>
                  <a:pt x="819828" y="1078904"/>
                </a:moveTo>
                <a:lnTo>
                  <a:pt x="0" y="1078904"/>
                </a:lnTo>
                <a:lnTo>
                  <a:pt x="0" y="0"/>
                </a:lnTo>
                <a:lnTo>
                  <a:pt x="819828" y="0"/>
                </a:lnTo>
                <a:lnTo>
                  <a:pt x="819828" y="1078904"/>
                </a:lnTo>
                <a:close/>
                <a:moveTo>
                  <a:pt x="816236" y="3593"/>
                </a:moveTo>
                <a:lnTo>
                  <a:pt x="3336" y="3593"/>
                </a:lnTo>
                <a:lnTo>
                  <a:pt x="3336" y="1075311"/>
                </a:lnTo>
                <a:lnTo>
                  <a:pt x="816236" y="1075311"/>
                </a:lnTo>
                <a:lnTo>
                  <a:pt x="816236" y="3593"/>
                </a:lnTo>
                <a:close/>
              </a:path>
            </a:pathLst>
          </a:custGeom>
          <a:solidFill xmlns:a="http://schemas.openxmlformats.org/drawingml/2006/main">
            <a:srgbClr val="E377C2">
              <a:alpha val="5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6F13FD7A-7A0F-4BED-A7E7-7057EEF8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0" y="1376794"/>
            <a:ext cx="2483080" cy="1085340"/>
          </a:xfrm>
          <a:custGeom xmlns:a="http://schemas.openxmlformats.org/drawingml/2006/main">
            <a:pathLst>
              <a:path w="2483080" h="1085340">
                <a:moveTo>
                  <a:pt x="291818" y="1084016"/>
                </a:moveTo>
                <a:lnTo>
                  <a:pt x="152324" y="1085002"/>
                </a:lnTo>
                <a:lnTo>
                  <a:pt x="2298" y="1085340"/>
                </a:lnTo>
                <a:lnTo>
                  <a:pt x="0" y="66021"/>
                </a:lnTo>
                <a:lnTo>
                  <a:pt x="147573" y="65688"/>
                </a:lnTo>
                <a:lnTo>
                  <a:pt x="281984" y="64738"/>
                </a:lnTo>
                <a:lnTo>
                  <a:pt x="405460" y="63228"/>
                </a:lnTo>
                <a:lnTo>
                  <a:pt x="519112" y="61217"/>
                </a:lnTo>
                <a:lnTo>
                  <a:pt x="624071" y="58765"/>
                </a:lnTo>
                <a:lnTo>
                  <a:pt x="721490" y="55926"/>
                </a:lnTo>
                <a:lnTo>
                  <a:pt x="812548" y="52756"/>
                </a:lnTo>
                <a:lnTo>
                  <a:pt x="898449" y="49304"/>
                </a:lnTo>
                <a:lnTo>
                  <a:pt x="980408" y="45617"/>
                </a:lnTo>
                <a:lnTo>
                  <a:pt x="1059641" y="41742"/>
                </a:lnTo>
                <a:lnTo>
                  <a:pt x="1137345" y="37725"/>
                </a:lnTo>
                <a:lnTo>
                  <a:pt x="1214680" y="33613"/>
                </a:lnTo>
                <a:lnTo>
                  <a:pt x="1292751" y="29463"/>
                </a:lnTo>
                <a:lnTo>
                  <a:pt x="1372606" y="25334"/>
                </a:lnTo>
                <a:lnTo>
                  <a:pt x="1455240" y="21292"/>
                </a:lnTo>
                <a:lnTo>
                  <a:pt x="1541609" y="17406"/>
                </a:lnTo>
                <a:lnTo>
                  <a:pt x="1632650" y="13746"/>
                </a:lnTo>
                <a:lnTo>
                  <a:pt x="1729301" y="10380"/>
                </a:lnTo>
                <a:lnTo>
                  <a:pt x="1832513" y="7372"/>
                </a:lnTo>
                <a:lnTo>
                  <a:pt x="1943260" y="4783"/>
                </a:lnTo>
                <a:lnTo>
                  <a:pt x="2062541" y="2672"/>
                </a:lnTo>
                <a:lnTo>
                  <a:pt x="2191379" y="1096"/>
                </a:lnTo>
                <a:lnTo>
                  <a:pt x="2330817" y="110"/>
                </a:lnTo>
                <a:lnTo>
                  <a:pt x="2379468" y="0"/>
                </a:lnTo>
                <a:lnTo>
                  <a:pt x="2480781" y="0"/>
                </a:lnTo>
                <a:lnTo>
                  <a:pt x="2483080" y="1019091"/>
                </a:lnTo>
                <a:lnTo>
                  <a:pt x="2335570" y="1019424"/>
                </a:lnTo>
                <a:lnTo>
                  <a:pt x="2201218" y="1020374"/>
                </a:lnTo>
                <a:lnTo>
                  <a:pt x="2077794" y="1021884"/>
                </a:lnTo>
                <a:lnTo>
                  <a:pt x="1964190" y="1023895"/>
                </a:lnTo>
                <a:lnTo>
                  <a:pt x="1859273" y="1026347"/>
                </a:lnTo>
                <a:lnTo>
                  <a:pt x="1761891" y="1029186"/>
                </a:lnTo>
                <a:lnTo>
                  <a:pt x="1670862" y="1032356"/>
                </a:lnTo>
                <a:lnTo>
                  <a:pt x="1584986" y="1035808"/>
                </a:lnTo>
                <a:lnTo>
                  <a:pt x="1503045" y="1039494"/>
                </a:lnTo>
                <a:lnTo>
                  <a:pt x="1423825" y="1043369"/>
                </a:lnTo>
                <a:lnTo>
                  <a:pt x="1346127" y="1047387"/>
                </a:lnTo>
                <a:lnTo>
                  <a:pt x="1268793" y="1051498"/>
                </a:lnTo>
                <a:lnTo>
                  <a:pt x="1190718" y="1055649"/>
                </a:lnTo>
                <a:lnTo>
                  <a:pt x="1110853" y="1059778"/>
                </a:lnTo>
                <a:lnTo>
                  <a:pt x="1028204" y="1063820"/>
                </a:lnTo>
                <a:lnTo>
                  <a:pt x="941815" y="1067706"/>
                </a:lnTo>
                <a:lnTo>
                  <a:pt x="850749" y="1071366"/>
                </a:lnTo>
                <a:lnTo>
                  <a:pt x="754068" y="1074732"/>
                </a:lnTo>
                <a:lnTo>
                  <a:pt x="650821" y="1077740"/>
                </a:lnTo>
                <a:lnTo>
                  <a:pt x="540034" y="1080329"/>
                </a:lnTo>
                <a:lnTo>
                  <a:pt x="420707" y="1082440"/>
                </a:lnTo>
                <a:lnTo>
                  <a:pt x="291818" y="1084016"/>
                </a:lnTo>
                <a:close/>
              </a:path>
            </a:pathLst>
          </a:custGeom>
          <a:solidFill xmlns:a="http://schemas.openxmlformats.org/drawingml/2006/main">
            <a:srgbClr val="7F7F7F">
              <a:alpha val="5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CEAA7-2B05-411A-9686-32CDB010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395" y="1838472"/>
            <a:ext cx="993646" cy="47753"/>
          </a:xfrm>
          <a:custGeom xmlns:a="http://schemas.openxmlformats.org/drawingml/2006/main">
            <a:pathLst>
              <a:path w="993646" h="47753" fill="none">
                <a:moveTo>
                  <a:pt x="0" y="47753"/>
                </a:moveTo>
                <a:cubicBezTo>
                  <a:pt x="496569" y="47753"/>
                  <a:pt x="496569" y="0"/>
                  <a:pt x="99364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19322" cap="flat">
            <a:solidFill>
              <a:srgbClr val="17BECF">
                <a:alpha val="55000"/>
              </a:srgbClr>
            </a:solidFill>
            <a:miter/>
          </a:ln>
        </p:spPr>
      </p:sp>
      <p:sp>
        <p:nvSpPr>
          <p:cNvPr id="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1DC87E2D-AF84-4577-9B5F-533E3F0C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38" y="1299277"/>
            <a:ext cx="1832666" cy="710259"/>
          </a:xfrm>
          <a:custGeom xmlns:a="http://schemas.openxmlformats.org/drawingml/2006/main">
            <a:pathLst>
              <a:path w="1832666" h="710259">
                <a:moveTo>
                  <a:pt x="208493" y="663433"/>
                </a:moveTo>
                <a:lnTo>
                  <a:pt x="109035" y="662746"/>
                </a:lnTo>
                <a:lnTo>
                  <a:pt x="0" y="662506"/>
                </a:lnTo>
                <a:lnTo>
                  <a:pt x="1459" y="0"/>
                </a:lnTo>
                <a:lnTo>
                  <a:pt x="24912" y="0"/>
                </a:lnTo>
                <a:lnTo>
                  <a:pt x="112052" y="192"/>
                </a:lnTo>
                <a:lnTo>
                  <a:pt x="214737" y="901"/>
                </a:lnTo>
                <a:lnTo>
                  <a:pt x="309578" y="2034"/>
                </a:lnTo>
                <a:lnTo>
                  <a:pt x="397350" y="3550"/>
                </a:lnTo>
                <a:lnTo>
                  <a:pt x="478812" y="5409"/>
                </a:lnTo>
                <a:lnTo>
                  <a:pt x="554710" y="7569"/>
                </a:lnTo>
                <a:lnTo>
                  <a:pt x="625774" y="9986"/>
                </a:lnTo>
                <a:lnTo>
                  <a:pt x="692719" y="12613"/>
                </a:lnTo>
                <a:lnTo>
                  <a:pt x="756251" y="15404"/>
                </a:lnTo>
                <a:lnTo>
                  <a:pt x="817077" y="18309"/>
                </a:lnTo>
                <a:lnTo>
                  <a:pt x="875915" y="21280"/>
                </a:lnTo>
                <a:lnTo>
                  <a:pt x="933508" y="24270"/>
                </a:lnTo>
                <a:lnTo>
                  <a:pt x="990631" y="27235"/>
                </a:lnTo>
                <a:lnTo>
                  <a:pt x="1048098" y="30137"/>
                </a:lnTo>
                <a:lnTo>
                  <a:pt x="1106756" y="32938"/>
                </a:lnTo>
                <a:lnTo>
                  <a:pt x="1167476" y="35605"/>
                </a:lnTo>
                <a:lnTo>
                  <a:pt x="1231143" y="38104"/>
                </a:lnTo>
                <a:lnTo>
                  <a:pt x="1298638" y="40399"/>
                </a:lnTo>
                <a:lnTo>
                  <a:pt x="1370836" y="42454"/>
                </a:lnTo>
                <a:lnTo>
                  <a:pt x="1448598" y="44229"/>
                </a:lnTo>
                <a:lnTo>
                  <a:pt x="1532767" y="45683"/>
                </a:lnTo>
                <a:lnTo>
                  <a:pt x="1624173" y="46775"/>
                </a:lnTo>
                <a:lnTo>
                  <a:pt x="1723630" y="47461"/>
                </a:lnTo>
                <a:lnTo>
                  <a:pt x="1832666" y="47701"/>
                </a:lnTo>
                <a:lnTo>
                  <a:pt x="1831207" y="710259"/>
                </a:lnTo>
                <a:lnTo>
                  <a:pt x="1720614" y="710016"/>
                </a:lnTo>
                <a:lnTo>
                  <a:pt x="1617929" y="709307"/>
                </a:lnTo>
                <a:lnTo>
                  <a:pt x="1523087" y="708174"/>
                </a:lnTo>
                <a:lnTo>
                  <a:pt x="1435316" y="706658"/>
                </a:lnTo>
                <a:lnTo>
                  <a:pt x="1353854" y="704798"/>
                </a:lnTo>
                <a:lnTo>
                  <a:pt x="1277956" y="702638"/>
                </a:lnTo>
                <a:lnTo>
                  <a:pt x="1206892" y="700222"/>
                </a:lnTo>
                <a:lnTo>
                  <a:pt x="1139946" y="697594"/>
                </a:lnTo>
                <a:lnTo>
                  <a:pt x="1076414" y="694804"/>
                </a:lnTo>
                <a:lnTo>
                  <a:pt x="1015588" y="691899"/>
                </a:lnTo>
                <a:lnTo>
                  <a:pt x="956750" y="688928"/>
                </a:lnTo>
                <a:lnTo>
                  <a:pt x="899158" y="685938"/>
                </a:lnTo>
                <a:lnTo>
                  <a:pt x="842035" y="682973"/>
                </a:lnTo>
                <a:lnTo>
                  <a:pt x="784568" y="680071"/>
                </a:lnTo>
                <a:lnTo>
                  <a:pt x="725910" y="677269"/>
                </a:lnTo>
                <a:lnTo>
                  <a:pt x="665189" y="674602"/>
                </a:lnTo>
                <a:lnTo>
                  <a:pt x="601523" y="672104"/>
                </a:lnTo>
                <a:lnTo>
                  <a:pt x="534028" y="669808"/>
                </a:lnTo>
                <a:lnTo>
                  <a:pt x="461829" y="667754"/>
                </a:lnTo>
                <a:lnTo>
                  <a:pt x="384068" y="665979"/>
                </a:lnTo>
                <a:lnTo>
                  <a:pt x="299899" y="664525"/>
                </a:lnTo>
                <a:lnTo>
                  <a:pt x="208493" y="663433"/>
                </a:lnTo>
                <a:close/>
              </a:path>
            </a:pathLst>
          </a:custGeom>
          <a:solidFill xmlns:a="http://schemas.openxmlformats.org/drawingml/2006/main">
            <a:srgbClr val="7F7F7F">
              <a:alpha val="5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009C48-9C2B-46C5-9563-C7D8DBEE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41" y="1658221"/>
            <a:ext cx="1430143" cy="20036"/>
          </a:xfrm>
          <a:custGeom xmlns:a="http://schemas.openxmlformats.org/drawingml/2006/main">
            <a:pathLst>
              <a:path w="1430143" h="20036" fill="none">
                <a:moveTo>
                  <a:pt x="0" y="20036"/>
                </a:moveTo>
                <a:cubicBezTo>
                  <a:pt x="715316" y="20036"/>
                  <a:pt x="715316" y="0"/>
                  <a:pt x="143014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662560" cap="flat">
            <a:solidFill>
              <a:srgbClr val="7F7F7F">
                <a:alpha val="55000"/>
              </a:srgbClr>
            </a:solidFill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8D984-5840-4D36-9F94-C76279EF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191" y="2951772"/>
            <a:ext cx="1210853" cy="531496"/>
          </a:xfrm>
          <a:custGeom xmlns:a="http://schemas.openxmlformats.org/drawingml/2006/main">
            <a:pathLst>
              <a:path w="1210853" h="531496" fill="none">
                <a:moveTo>
                  <a:pt x="0" y="0"/>
                </a:moveTo>
                <a:cubicBezTo>
                  <a:pt x="605426" y="0"/>
                  <a:pt x="605426" y="531496"/>
                  <a:pt x="1210853" y="531496"/>
                </a:cubicBezTo>
              </a:path>
            </a:pathLst>
          </a:custGeom>
          <a:noFill xmlns:a="http://schemas.openxmlformats.org/drawingml/2006/main"/>
          <a:ln xmlns:a="http://schemas.openxmlformats.org/drawingml/2006/main" w="336376" cap="flat">
            <a:solidFill>
              <a:srgbClr val="E377C2">
                <a:alpha val="55000"/>
              </a:srgbClr>
            </a:solidFill>
            <a:miter/>
          </a:ln>
        </p:spPr>
      </p:sp>
      <p:sp>
        <p:nvSpPr>
          <p:cNvPr id="12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6C20B2B5-5FFF-449B-92E1-DA798DA7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422" y="1961695"/>
            <a:ext cx="1833497" cy="452448"/>
          </a:xfrm>
          <a:custGeom xmlns:a="http://schemas.openxmlformats.org/drawingml/2006/main">
            <a:pathLst>
              <a:path w="1833497" h="452448">
                <a:moveTo>
                  <a:pt x="207132" y="268614"/>
                </a:moveTo>
                <a:lnTo>
                  <a:pt x="108592" y="265944"/>
                </a:lnTo>
                <a:lnTo>
                  <a:pt x="0" y="265005"/>
                </a:lnTo>
                <a:lnTo>
                  <a:pt x="2290" y="0"/>
                </a:lnTo>
                <a:lnTo>
                  <a:pt x="3300" y="0"/>
                </a:lnTo>
                <a:lnTo>
                  <a:pt x="113327" y="951"/>
                </a:lnTo>
                <a:lnTo>
                  <a:pt x="216929" y="3759"/>
                </a:lnTo>
                <a:lnTo>
                  <a:pt x="312741" y="8251"/>
                </a:lnTo>
                <a:lnTo>
                  <a:pt x="401521" y="14272"/>
                </a:lnTo>
                <a:lnTo>
                  <a:pt x="484005" y="21661"/>
                </a:lnTo>
                <a:lnTo>
                  <a:pt x="560908" y="30251"/>
                </a:lnTo>
                <a:lnTo>
                  <a:pt x="632921" y="39863"/>
                </a:lnTo>
                <a:lnTo>
                  <a:pt x="700718" y="50308"/>
                </a:lnTo>
                <a:lnTo>
                  <a:pt x="764964" y="61385"/>
                </a:lnTo>
                <a:lnTo>
                  <a:pt x="826328" y="72890"/>
                </a:lnTo>
                <a:lnTo>
                  <a:pt x="885501" y="84617"/>
                </a:lnTo>
                <a:lnTo>
                  <a:pt x="943208" y="96376"/>
                </a:lnTo>
                <a:lnTo>
                  <a:pt x="1000217" y="107993"/>
                </a:lnTo>
                <a:lnTo>
                  <a:pt x="1057349" y="119316"/>
                </a:lnTo>
                <a:lnTo>
                  <a:pt x="1115468" y="130212"/>
                </a:lnTo>
                <a:lnTo>
                  <a:pt x="1175475" y="140559"/>
                </a:lnTo>
                <a:lnTo>
                  <a:pt x="1238289" y="150236"/>
                </a:lnTo>
                <a:lnTo>
                  <a:pt x="1304835" y="159118"/>
                </a:lnTo>
                <a:lnTo>
                  <a:pt x="1376029" y="167071"/>
                </a:lnTo>
                <a:lnTo>
                  <a:pt x="1452769" y="173945"/>
                </a:lnTo>
                <a:lnTo>
                  <a:pt x="1535930" y="179585"/>
                </a:lnTo>
                <a:lnTo>
                  <a:pt x="1626365" y="183825"/>
                </a:lnTo>
                <a:lnTo>
                  <a:pt x="1724906" y="186496"/>
                </a:lnTo>
                <a:lnTo>
                  <a:pt x="1833497" y="187434"/>
                </a:lnTo>
                <a:lnTo>
                  <a:pt x="1831207" y="452448"/>
                </a:lnTo>
                <a:lnTo>
                  <a:pt x="1720170" y="451488"/>
                </a:lnTo>
                <a:lnTo>
                  <a:pt x="1616568" y="448681"/>
                </a:lnTo>
                <a:lnTo>
                  <a:pt x="1520756" y="444189"/>
                </a:lnTo>
                <a:lnTo>
                  <a:pt x="1431976" y="438168"/>
                </a:lnTo>
                <a:lnTo>
                  <a:pt x="1349492" y="430778"/>
                </a:lnTo>
                <a:lnTo>
                  <a:pt x="1272590" y="422188"/>
                </a:lnTo>
                <a:lnTo>
                  <a:pt x="1200577" y="412576"/>
                </a:lnTo>
                <a:lnTo>
                  <a:pt x="1132780" y="402131"/>
                </a:lnTo>
                <a:lnTo>
                  <a:pt x="1068533" y="391054"/>
                </a:lnTo>
                <a:lnTo>
                  <a:pt x="1007169" y="379550"/>
                </a:lnTo>
                <a:lnTo>
                  <a:pt x="947996" y="367822"/>
                </a:lnTo>
                <a:lnTo>
                  <a:pt x="890290" y="356063"/>
                </a:lnTo>
                <a:lnTo>
                  <a:pt x="833280" y="344446"/>
                </a:lnTo>
                <a:lnTo>
                  <a:pt x="776149" y="333123"/>
                </a:lnTo>
                <a:lnTo>
                  <a:pt x="718029" y="322227"/>
                </a:lnTo>
                <a:lnTo>
                  <a:pt x="658022" y="311881"/>
                </a:lnTo>
                <a:lnTo>
                  <a:pt x="595208" y="302204"/>
                </a:lnTo>
                <a:lnTo>
                  <a:pt x="528662" y="293321"/>
                </a:lnTo>
                <a:lnTo>
                  <a:pt x="457468" y="285369"/>
                </a:lnTo>
                <a:lnTo>
                  <a:pt x="380728" y="278494"/>
                </a:lnTo>
                <a:lnTo>
                  <a:pt x="297567" y="272854"/>
                </a:lnTo>
                <a:lnTo>
                  <a:pt x="207132" y="268614"/>
                </a:lnTo>
                <a:close/>
              </a:path>
            </a:pathLst>
          </a:custGeom>
          <a:solidFill xmlns:a="http://schemas.openxmlformats.org/drawingml/2006/main">
            <a:srgbClr val="7F7F7F">
              <a:alpha val="5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F41C7D-0778-482D-8A44-20372ADC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605" y="2464967"/>
            <a:ext cx="966436" cy="523779"/>
          </a:xfrm>
          <a:custGeom xmlns:a="http://schemas.openxmlformats.org/drawingml/2006/main">
            <a:pathLst>
              <a:path w="966436" h="523779" fill="none">
                <a:moveTo>
                  <a:pt x="0" y="523779"/>
                </a:moveTo>
                <a:cubicBezTo>
                  <a:pt x="483218" y="523779"/>
                  <a:pt x="483218" y="0"/>
                  <a:pt x="966436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4444" cap="flat">
            <a:solidFill>
              <a:srgbClr val="2CA02C">
                <a:alpha val="55000"/>
              </a:srgbClr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076EC-98C1-4B7A-B760-1FDDEAD4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605" y="3760565"/>
            <a:ext cx="952577" cy="33894"/>
          </a:xfrm>
          <a:custGeom xmlns:a="http://schemas.openxmlformats.org/drawingml/2006/main">
            <a:pathLst>
              <a:path w="952577" h="33894" fill="none">
                <a:moveTo>
                  <a:pt x="0" y="0"/>
                </a:moveTo>
                <a:cubicBezTo>
                  <a:pt x="476533" y="0"/>
                  <a:pt x="476533" y="33894"/>
                  <a:pt x="952577" y="338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6799" cap="flat">
            <a:solidFill>
              <a:srgbClr val="D62728">
                <a:alpha val="55000"/>
              </a:srgbClr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C53216-70F7-48A7-8CFF-E0681AC6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41" y="2262633"/>
            <a:ext cx="1020874" cy="44166"/>
          </a:xfrm>
          <a:custGeom xmlns:a="http://schemas.openxmlformats.org/drawingml/2006/main">
            <a:pathLst>
              <a:path w="1020874" h="44166" fill="none">
                <a:moveTo>
                  <a:pt x="0" y="0"/>
                </a:moveTo>
                <a:cubicBezTo>
                  <a:pt x="510428" y="0"/>
                  <a:pt x="510428" y="44166"/>
                  <a:pt x="1020874" y="44166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6799" cap="flat">
            <a:solidFill>
              <a:srgbClr val="17BECF">
                <a:alpha val="55000"/>
              </a:srgbClr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5B362E-7959-42E0-BC32-55D95048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4181" y="2185605"/>
            <a:ext cx="323003" cy="234671"/>
          </a:xfrm>
          <a:custGeom xmlns:a="http://schemas.openxmlformats.org/drawingml/2006/main">
            <a:pathLst>
              <a:path w="323003" h="234671">
                <a:moveTo>
                  <a:pt x="0" y="7699"/>
                </a:moveTo>
                <a:lnTo>
                  <a:pt x="323003" y="0"/>
                </a:lnTo>
                <a:lnTo>
                  <a:pt x="323003" y="226972"/>
                </a:lnTo>
                <a:lnTo>
                  <a:pt x="0" y="234671"/>
                </a:lnTo>
                <a:lnTo>
                  <a:pt x="0" y="7699"/>
                </a:lnTo>
                <a:close/>
              </a:path>
            </a:pathLst>
          </a:custGeom>
          <a:solidFill xmlns:a="http://schemas.openxmlformats.org/drawingml/2006/main">
            <a:srgbClr val="17BECF">
              <a:alpha val="5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E1959DF3-B1B3-4671-919A-37E8445E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385" y="2184047"/>
            <a:ext cx="326595" cy="238068"/>
          </a:xfrm>
          <a:custGeom xmlns:a="http://schemas.openxmlformats.org/drawingml/2006/main">
            <a:pathLst>
              <a:path w="326595" h="238068">
                <a:moveTo>
                  <a:pt x="0" y="238068"/>
                </a:moveTo>
                <a:lnTo>
                  <a:pt x="0" y="7503"/>
                </a:lnTo>
                <a:lnTo>
                  <a:pt x="314780" y="0"/>
                </a:lnTo>
                <a:lnTo>
                  <a:pt x="326595" y="0"/>
                </a:lnTo>
                <a:lnTo>
                  <a:pt x="326595" y="230283"/>
                </a:lnTo>
                <a:lnTo>
                  <a:pt x="0" y="238068"/>
                </a:lnTo>
                <a:close/>
                <a:moveTo>
                  <a:pt x="323003" y="3398"/>
                </a:moveTo>
                <a:lnTo>
                  <a:pt x="3593" y="11011"/>
                </a:lnTo>
                <a:lnTo>
                  <a:pt x="3593" y="234389"/>
                </a:lnTo>
                <a:lnTo>
                  <a:pt x="323003" y="226776"/>
                </a:lnTo>
                <a:lnTo>
                  <a:pt x="323003" y="3398"/>
                </a:lnTo>
                <a:close/>
              </a:path>
            </a:pathLst>
          </a:custGeom>
          <a:solidFill xmlns:a="http://schemas.openxmlformats.org/drawingml/2006/main">
            <a:srgbClr val="17BECF">
              <a:alpha val="5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8D2BB02D-0D45-4B1D-AEDA-C9A5315A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791" y="3062169"/>
            <a:ext cx="1242696" cy="431184"/>
          </a:xfrm>
          <a:custGeom xmlns:a="http://schemas.openxmlformats.org/drawingml/2006/main">
            <a:pathLst>
              <a:path w="1242696" h="431184">
                <a:moveTo>
                  <a:pt x="150859" y="425991"/>
                </a:moveTo>
                <a:lnTo>
                  <a:pt x="79053" y="429873"/>
                </a:lnTo>
                <a:lnTo>
                  <a:pt x="3076" y="431184"/>
                </a:lnTo>
                <a:lnTo>
                  <a:pt x="0" y="252829"/>
                </a:lnTo>
                <a:lnTo>
                  <a:pt x="72698" y="251575"/>
                </a:lnTo>
                <a:lnTo>
                  <a:pt x="137731" y="248059"/>
                </a:lnTo>
                <a:lnTo>
                  <a:pt x="197197" y="242496"/>
                </a:lnTo>
                <a:lnTo>
                  <a:pt x="251698" y="235121"/>
                </a:lnTo>
                <a:lnTo>
                  <a:pt x="301869" y="226154"/>
                </a:lnTo>
                <a:lnTo>
                  <a:pt x="348364" y="215792"/>
                </a:lnTo>
                <a:lnTo>
                  <a:pt x="391860" y="204208"/>
                </a:lnTo>
                <a:lnTo>
                  <a:pt x="433039" y="191550"/>
                </a:lnTo>
                <a:lnTo>
                  <a:pt x="472577" y="177949"/>
                </a:lnTo>
                <a:lnTo>
                  <a:pt x="511129" y="163529"/>
                </a:lnTo>
                <a:lnTo>
                  <a:pt x="549325" y="148425"/>
                </a:lnTo>
                <a:lnTo>
                  <a:pt x="587756" y="132800"/>
                </a:lnTo>
                <a:lnTo>
                  <a:pt x="626980" y="116852"/>
                </a:lnTo>
                <a:lnTo>
                  <a:pt x="667517" y="100823"/>
                </a:lnTo>
                <a:lnTo>
                  <a:pt x="709848" y="84989"/>
                </a:lnTo>
                <a:lnTo>
                  <a:pt x="754423" y="69655"/>
                </a:lnTo>
                <a:lnTo>
                  <a:pt x="801660" y="55135"/>
                </a:lnTo>
                <a:lnTo>
                  <a:pt x="851960" y="41740"/>
                </a:lnTo>
                <a:lnTo>
                  <a:pt x="905717" y="29759"/>
                </a:lnTo>
                <a:lnTo>
                  <a:pt x="963332" y="19461"/>
                </a:lnTo>
                <a:lnTo>
                  <a:pt x="1025224" y="11086"/>
                </a:lnTo>
                <a:lnTo>
                  <a:pt x="1091838" y="4855"/>
                </a:lnTo>
                <a:lnTo>
                  <a:pt x="1163643" y="972"/>
                </a:lnTo>
                <a:lnTo>
                  <a:pt x="1220020" y="0"/>
                </a:lnTo>
                <a:lnTo>
                  <a:pt x="1239626" y="0"/>
                </a:lnTo>
                <a:lnTo>
                  <a:pt x="1242696" y="178017"/>
                </a:lnTo>
                <a:lnTo>
                  <a:pt x="1169998" y="179270"/>
                </a:lnTo>
                <a:lnTo>
                  <a:pt x="1104965" y="182787"/>
                </a:lnTo>
                <a:lnTo>
                  <a:pt x="1045500" y="188349"/>
                </a:lnTo>
                <a:lnTo>
                  <a:pt x="990998" y="195724"/>
                </a:lnTo>
                <a:lnTo>
                  <a:pt x="940828" y="204692"/>
                </a:lnTo>
                <a:lnTo>
                  <a:pt x="894332" y="215054"/>
                </a:lnTo>
                <a:lnTo>
                  <a:pt x="850836" y="226638"/>
                </a:lnTo>
                <a:lnTo>
                  <a:pt x="809657" y="239295"/>
                </a:lnTo>
                <a:lnTo>
                  <a:pt x="770119" y="252897"/>
                </a:lnTo>
                <a:lnTo>
                  <a:pt x="731567" y="267317"/>
                </a:lnTo>
                <a:lnTo>
                  <a:pt x="693372" y="282420"/>
                </a:lnTo>
                <a:lnTo>
                  <a:pt x="654940" y="298046"/>
                </a:lnTo>
                <a:lnTo>
                  <a:pt x="615716" y="313993"/>
                </a:lnTo>
                <a:lnTo>
                  <a:pt x="575180" y="330023"/>
                </a:lnTo>
                <a:lnTo>
                  <a:pt x="532848" y="345856"/>
                </a:lnTo>
                <a:lnTo>
                  <a:pt x="488274" y="361190"/>
                </a:lnTo>
                <a:lnTo>
                  <a:pt x="441037" y="375710"/>
                </a:lnTo>
                <a:lnTo>
                  <a:pt x="390736" y="389106"/>
                </a:lnTo>
                <a:lnTo>
                  <a:pt x="336979" y="401086"/>
                </a:lnTo>
                <a:lnTo>
                  <a:pt x="279364" y="411385"/>
                </a:lnTo>
                <a:lnTo>
                  <a:pt x="217472" y="419760"/>
                </a:lnTo>
                <a:lnTo>
                  <a:pt x="150859" y="425991"/>
                </a:lnTo>
                <a:close/>
              </a:path>
            </a:pathLst>
          </a:custGeom>
          <a:solidFill xmlns:a="http://schemas.openxmlformats.org/drawingml/2006/main">
            <a:srgbClr val="BCBD22">
              <a:alpha val="5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ADCECA-7212-4AF8-BFE4-FF9170AA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217" y="3016989"/>
            <a:ext cx="1182121" cy="134020"/>
          </a:xfrm>
          <a:custGeom xmlns:a="http://schemas.openxmlformats.org/drawingml/2006/main">
            <a:pathLst>
              <a:path w="1182121" h="134020" fill="none">
                <a:moveTo>
                  <a:pt x="0" y="134020"/>
                </a:moveTo>
                <a:cubicBezTo>
                  <a:pt x="591061" y="134020"/>
                  <a:pt x="591061" y="0"/>
                  <a:pt x="118212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8381" cap="flat">
            <a:solidFill>
              <a:srgbClr val="BCBD22">
                <a:alpha val="55000"/>
              </a:srgbClr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EF9C96-EF9A-45C1-9C77-92581AD6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308" y="2493210"/>
            <a:ext cx="2303120" cy="354325"/>
          </a:xfrm>
          <a:custGeom xmlns:a="http://schemas.openxmlformats.org/drawingml/2006/main">
            <a:pathLst>
              <a:path w="2303120" h="354325" fill="none">
                <a:moveTo>
                  <a:pt x="0" y="0"/>
                </a:moveTo>
                <a:cubicBezTo>
                  <a:pt x="1151814" y="0"/>
                  <a:pt x="1151814" y="354325"/>
                  <a:pt x="2303120" y="3543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8381" cap="flat">
            <a:solidFill>
              <a:srgbClr val="1F77B4">
                <a:alpha val="55000"/>
              </a:srgbClr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B1B441-8A54-4F73-8503-12F0579B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2695" y="2847534"/>
            <a:ext cx="808793" cy="617745"/>
          </a:xfrm>
          <a:custGeom xmlns:a="http://schemas.openxmlformats.org/drawingml/2006/main">
            <a:pathLst>
              <a:path w="808793" h="617745" fill="none">
                <a:moveTo>
                  <a:pt x="0" y="0"/>
                </a:moveTo>
                <a:cubicBezTo>
                  <a:pt x="404650" y="0"/>
                  <a:pt x="404650" y="617745"/>
                  <a:pt x="808793" y="61774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8381" cap="flat">
            <a:solidFill>
              <a:srgbClr val="2CA02C">
                <a:alpha val="55000"/>
              </a:srgbClr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ADC76E-A411-4545-A573-B947C77E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567" y="2300640"/>
            <a:ext cx="1831207" cy="621350"/>
          </a:xfrm>
          <a:custGeom xmlns:a="http://schemas.openxmlformats.org/drawingml/2006/main">
            <a:pathLst>
              <a:path w="1831207" h="621350" fill="none">
                <a:moveTo>
                  <a:pt x="0" y="0"/>
                </a:moveTo>
                <a:cubicBezTo>
                  <a:pt x="915603" y="0"/>
                  <a:pt x="915603" y="621350"/>
                  <a:pt x="1831207" y="6213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7802" cap="flat">
            <a:solidFill>
              <a:srgbClr val="7F7F7F">
                <a:alpha val="55000"/>
              </a:srgbClr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291F4D-8753-452A-A5DC-ABDEDADE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41" y="2921990"/>
            <a:ext cx="1430143" cy="15398"/>
          </a:xfrm>
          <a:custGeom xmlns:a="http://schemas.openxmlformats.org/drawingml/2006/main">
            <a:pathLst>
              <a:path w="1430143" h="15398" fill="none">
                <a:moveTo>
                  <a:pt x="0" y="0"/>
                </a:moveTo>
                <a:cubicBezTo>
                  <a:pt x="715316" y="0"/>
                  <a:pt x="715316" y="15398"/>
                  <a:pt x="1430143" y="1539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7802" cap="flat">
            <a:solidFill>
              <a:srgbClr val="17BECF">
                <a:alpha val="55000"/>
              </a:srgbClr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AF9026-AFAB-4142-93D4-DBA1BF55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450" y="3542307"/>
            <a:ext cx="180233" cy="207461"/>
          </a:xfrm>
          <a:custGeom xmlns:a="http://schemas.openxmlformats.org/drawingml/2006/main">
            <a:pathLst>
              <a:path w="180233" h="207461" fill="none">
                <a:moveTo>
                  <a:pt x="0" y="207461"/>
                </a:moveTo>
                <a:cubicBezTo>
                  <a:pt x="90379" y="207461"/>
                  <a:pt x="90379" y="0"/>
                  <a:pt x="18023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7608" cap="flat">
            <a:solidFill>
              <a:srgbClr val="9467BD">
                <a:alpha val="55000"/>
              </a:srgbClr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926FA9-B08C-44B3-967A-FF955301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450" y="3886379"/>
            <a:ext cx="170994" cy="190505"/>
          </a:xfrm>
          <a:custGeom xmlns:a="http://schemas.openxmlformats.org/drawingml/2006/main">
            <a:pathLst>
              <a:path w="170994" h="190505" fill="none">
                <a:moveTo>
                  <a:pt x="0" y="0"/>
                </a:moveTo>
                <a:cubicBezTo>
                  <a:pt x="85760" y="0"/>
                  <a:pt x="85760" y="190505"/>
                  <a:pt x="170994" y="19050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5060" cap="flat">
            <a:solidFill>
              <a:srgbClr val="9467BD">
                <a:alpha val="55000"/>
              </a:srgbClr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CF981D-F709-4EFA-B433-1CCDE7E0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329" y="2575871"/>
            <a:ext cx="1210871" cy="1187248"/>
          </a:xfrm>
          <a:custGeom xmlns:a="http://schemas.openxmlformats.org/drawingml/2006/main">
            <a:pathLst>
              <a:path w="1210871" h="1187248" fill="none">
                <a:moveTo>
                  <a:pt x="0" y="0"/>
                </a:moveTo>
                <a:cubicBezTo>
                  <a:pt x="605426" y="0"/>
                  <a:pt x="605426" y="1187248"/>
                  <a:pt x="1210871" y="11872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14674" cap="flat">
            <a:solidFill>
              <a:srgbClr val="7F7F7F">
                <a:alpha val="55000"/>
              </a:srgbClr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7C2A31-602D-452D-8DEE-732F2FA2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467" y="3704588"/>
            <a:ext cx="1210871" cy="58532"/>
          </a:xfrm>
          <a:custGeom xmlns:a="http://schemas.openxmlformats.org/drawingml/2006/main">
            <a:pathLst>
              <a:path w="1210871" h="58532" fill="none">
                <a:moveTo>
                  <a:pt x="0" y="58532"/>
                </a:moveTo>
                <a:cubicBezTo>
                  <a:pt x="605426" y="58532"/>
                  <a:pt x="605426" y="0"/>
                  <a:pt x="121087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14674" cap="flat">
            <a:solidFill>
              <a:srgbClr val="FF7F0E">
                <a:alpha val="55000"/>
              </a:srgbClr>
            </a:solidFill>
            <a:miter/>
          </a:ln>
        </p:spPr>
      </p:sp>
      <p:sp>
        <p:nvSpPr>
          <p:cNvPr id="2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75F3E06-E87B-4495-B49A-D8B31E02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630" y="3493522"/>
            <a:ext cx="1216269" cy="803179"/>
          </a:xfrm>
          <a:custGeom xmlns:a="http://schemas.openxmlformats.org/drawingml/2006/main">
            <a:pathLst>
              <a:path w="1216269" h="803179">
                <a:moveTo>
                  <a:pt x="130832" y="124567"/>
                </a:moveTo>
                <a:lnTo>
                  <a:pt x="69759" y="115338"/>
                </a:lnTo>
                <a:lnTo>
                  <a:pt x="0" y="111975"/>
                </a:lnTo>
                <a:lnTo>
                  <a:pt x="5397" y="0"/>
                </a:lnTo>
                <a:lnTo>
                  <a:pt x="5818" y="0"/>
                </a:lnTo>
                <a:lnTo>
                  <a:pt x="80864" y="3617"/>
                </a:lnTo>
                <a:lnTo>
                  <a:pt x="153455" y="14588"/>
                </a:lnTo>
                <a:lnTo>
                  <a:pt x="220775" y="32190"/>
                </a:lnTo>
                <a:lnTo>
                  <a:pt x="283069" y="55750"/>
                </a:lnTo>
                <a:lnTo>
                  <a:pt x="340617" y="84502"/>
                </a:lnTo>
                <a:lnTo>
                  <a:pt x="393784" y="117620"/>
                </a:lnTo>
                <a:lnTo>
                  <a:pt x="443029" y="154277"/>
                </a:lnTo>
                <a:lnTo>
                  <a:pt x="488889" y="193678"/>
                </a:lnTo>
                <a:lnTo>
                  <a:pt x="531947" y="235080"/>
                </a:lnTo>
                <a:lnTo>
                  <a:pt x="572799" y="277789"/>
                </a:lnTo>
                <a:lnTo>
                  <a:pt x="612033" y="321153"/>
                </a:lnTo>
                <a:lnTo>
                  <a:pt x="650215" y="364544"/>
                </a:lnTo>
                <a:lnTo>
                  <a:pt x="687887" y="407353"/>
                </a:lnTo>
                <a:lnTo>
                  <a:pt x="725559" y="448990"/>
                </a:lnTo>
                <a:lnTo>
                  <a:pt x="763715" y="488881"/>
                </a:lnTo>
                <a:lnTo>
                  <a:pt x="802819" y="526480"/>
                </a:lnTo>
                <a:lnTo>
                  <a:pt x="843324" y="561280"/>
                </a:lnTo>
                <a:lnTo>
                  <a:pt x="885700" y="592823"/>
                </a:lnTo>
                <a:lnTo>
                  <a:pt x="930461" y="620705"/>
                </a:lnTo>
                <a:lnTo>
                  <a:pt x="978198" y="644553"/>
                </a:lnTo>
                <a:lnTo>
                  <a:pt x="1029598" y="663993"/>
                </a:lnTo>
                <a:lnTo>
                  <a:pt x="1085433" y="678592"/>
                </a:lnTo>
                <a:lnTo>
                  <a:pt x="1146508" y="687822"/>
                </a:lnTo>
                <a:lnTo>
                  <a:pt x="1216269" y="691184"/>
                </a:lnTo>
                <a:lnTo>
                  <a:pt x="1210871" y="803179"/>
                </a:lnTo>
                <a:lnTo>
                  <a:pt x="1135403" y="799542"/>
                </a:lnTo>
                <a:lnTo>
                  <a:pt x="1062811" y="788572"/>
                </a:lnTo>
                <a:lnTo>
                  <a:pt x="995489" y="770970"/>
                </a:lnTo>
                <a:lnTo>
                  <a:pt x="933194" y="747409"/>
                </a:lnTo>
                <a:lnTo>
                  <a:pt x="875644" y="718658"/>
                </a:lnTo>
                <a:lnTo>
                  <a:pt x="822475" y="685539"/>
                </a:lnTo>
                <a:lnTo>
                  <a:pt x="773229" y="648882"/>
                </a:lnTo>
                <a:lnTo>
                  <a:pt x="727368" y="609481"/>
                </a:lnTo>
                <a:lnTo>
                  <a:pt x="684310" y="568080"/>
                </a:lnTo>
                <a:lnTo>
                  <a:pt x="643457" y="525370"/>
                </a:lnTo>
                <a:lnTo>
                  <a:pt x="604223" y="482006"/>
                </a:lnTo>
                <a:lnTo>
                  <a:pt x="566040" y="438616"/>
                </a:lnTo>
                <a:lnTo>
                  <a:pt x="528369" y="395806"/>
                </a:lnTo>
                <a:lnTo>
                  <a:pt x="490697" y="354169"/>
                </a:lnTo>
                <a:lnTo>
                  <a:pt x="452541" y="314278"/>
                </a:lnTo>
                <a:lnTo>
                  <a:pt x="413438" y="276679"/>
                </a:lnTo>
                <a:lnTo>
                  <a:pt x="372934" y="241879"/>
                </a:lnTo>
                <a:lnTo>
                  <a:pt x="330558" y="210336"/>
                </a:lnTo>
                <a:lnTo>
                  <a:pt x="285799" y="182454"/>
                </a:lnTo>
                <a:lnTo>
                  <a:pt x="238064" y="158606"/>
                </a:lnTo>
                <a:lnTo>
                  <a:pt x="186665" y="139166"/>
                </a:lnTo>
                <a:lnTo>
                  <a:pt x="130832" y="124567"/>
                </a:lnTo>
                <a:close/>
              </a:path>
            </a:pathLst>
          </a:custGeom>
          <a:solidFill xmlns:a="http://schemas.openxmlformats.org/drawingml/2006/main">
            <a:srgbClr val="BCBD22">
              <a:alpha val="5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5BF55E-8F16-42FA-A5F8-E62CDC40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467" y="3818065"/>
            <a:ext cx="1210871" cy="422639"/>
          </a:xfrm>
          <a:custGeom xmlns:a="http://schemas.openxmlformats.org/drawingml/2006/main">
            <a:pathLst>
              <a:path w="1210871" h="422639" fill="none">
                <a:moveTo>
                  <a:pt x="0" y="422639"/>
                </a:moveTo>
                <a:cubicBezTo>
                  <a:pt x="605426" y="422639"/>
                  <a:pt x="605426" y="0"/>
                  <a:pt x="121087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12125" cap="flat">
            <a:solidFill>
              <a:srgbClr val="BCBD22">
                <a:alpha val="55000"/>
              </a:srgbClr>
            </a:solidFill>
            <a:miter/>
          </a:ln>
        </p:spPr>
      </p:sp>
      <p:sp>
        <p:nvSpPr>
          <p:cNvPr id="30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3ADB8055-CA93-45F8-96A6-802A2494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021" y="2462377"/>
            <a:ext cx="1211487" cy="213426"/>
          </a:xfrm>
          <a:custGeom xmlns:a="http://schemas.openxmlformats.org/drawingml/2006/main">
            <a:pathLst>
              <a:path w="1211487" h="213426">
                <a:moveTo>
                  <a:pt x="138435" y="58858"/>
                </a:moveTo>
                <a:lnTo>
                  <a:pt x="72284" y="56577"/>
                </a:lnTo>
                <a:lnTo>
                  <a:pt x="0" y="55783"/>
                </a:lnTo>
                <a:lnTo>
                  <a:pt x="613" y="0"/>
                </a:lnTo>
                <a:lnTo>
                  <a:pt x="25757" y="0"/>
                </a:lnTo>
                <a:lnTo>
                  <a:pt x="73558" y="525"/>
                </a:lnTo>
                <a:lnTo>
                  <a:pt x="141070" y="2852"/>
                </a:lnTo>
                <a:lnTo>
                  <a:pt x="203368" y="6567"/>
                </a:lnTo>
                <a:lnTo>
                  <a:pt x="260967" y="11536"/>
                </a:lnTo>
                <a:lnTo>
                  <a:pt x="314376" y="17622"/>
                </a:lnTo>
                <a:lnTo>
                  <a:pt x="364098" y="24686"/>
                </a:lnTo>
                <a:lnTo>
                  <a:pt x="410632" y="32586"/>
                </a:lnTo>
                <a:lnTo>
                  <a:pt x="454471" y="41176"/>
                </a:lnTo>
                <a:lnTo>
                  <a:pt x="496107" y="50306"/>
                </a:lnTo>
                <a:lnTo>
                  <a:pt x="536034" y="59827"/>
                </a:lnTo>
                <a:lnTo>
                  <a:pt x="574752" y="69587"/>
                </a:lnTo>
                <a:lnTo>
                  <a:pt x="612770" y="79440"/>
                </a:lnTo>
                <a:lnTo>
                  <a:pt x="650606" y="89246"/>
                </a:lnTo>
                <a:lnTo>
                  <a:pt x="688794" y="98872"/>
                </a:lnTo>
                <a:lnTo>
                  <a:pt x="727875" y="108191"/>
                </a:lnTo>
                <a:lnTo>
                  <a:pt x="768400" y="117078"/>
                </a:lnTo>
                <a:lnTo>
                  <a:pt x="810927" y="125411"/>
                </a:lnTo>
                <a:lnTo>
                  <a:pt x="856015" y="133065"/>
                </a:lnTo>
                <a:lnTo>
                  <a:pt x="904220" y="139913"/>
                </a:lnTo>
                <a:lnTo>
                  <a:pt x="956096" y="145824"/>
                </a:lnTo>
                <a:lnTo>
                  <a:pt x="1012192" y="150663"/>
                </a:lnTo>
                <a:lnTo>
                  <a:pt x="1073048" y="154292"/>
                </a:lnTo>
                <a:lnTo>
                  <a:pt x="1139201" y="156572"/>
                </a:lnTo>
                <a:lnTo>
                  <a:pt x="1211487" y="157366"/>
                </a:lnTo>
                <a:lnTo>
                  <a:pt x="1210871" y="213426"/>
                </a:lnTo>
                <a:lnTo>
                  <a:pt x="1137927" y="212624"/>
                </a:lnTo>
                <a:lnTo>
                  <a:pt x="1070413" y="210297"/>
                </a:lnTo>
                <a:lnTo>
                  <a:pt x="1008114" y="206582"/>
                </a:lnTo>
                <a:lnTo>
                  <a:pt x="950513" y="201613"/>
                </a:lnTo>
                <a:lnTo>
                  <a:pt x="897103" y="195528"/>
                </a:lnTo>
                <a:lnTo>
                  <a:pt x="847379" y="188464"/>
                </a:lnTo>
                <a:lnTo>
                  <a:pt x="800844" y="180564"/>
                </a:lnTo>
                <a:lnTo>
                  <a:pt x="757004" y="171974"/>
                </a:lnTo>
                <a:lnTo>
                  <a:pt x="715368" y="162843"/>
                </a:lnTo>
                <a:lnTo>
                  <a:pt x="675440" y="153323"/>
                </a:lnTo>
                <a:lnTo>
                  <a:pt x="636722" y="143563"/>
                </a:lnTo>
                <a:lnTo>
                  <a:pt x="598704" y="133709"/>
                </a:lnTo>
                <a:lnTo>
                  <a:pt x="560867" y="123903"/>
                </a:lnTo>
                <a:lnTo>
                  <a:pt x="522680" y="114277"/>
                </a:lnTo>
                <a:lnTo>
                  <a:pt x="483600" y="104958"/>
                </a:lnTo>
                <a:lnTo>
                  <a:pt x="443075" y="96071"/>
                </a:lnTo>
                <a:lnTo>
                  <a:pt x="400549" y="87739"/>
                </a:lnTo>
                <a:lnTo>
                  <a:pt x="355462" y="80084"/>
                </a:lnTo>
                <a:lnTo>
                  <a:pt x="307258" y="73236"/>
                </a:lnTo>
                <a:lnTo>
                  <a:pt x="255383" y="67325"/>
                </a:lnTo>
                <a:lnTo>
                  <a:pt x="199290" y="62486"/>
                </a:lnTo>
                <a:lnTo>
                  <a:pt x="138435" y="58858"/>
                </a:lnTo>
                <a:close/>
              </a:path>
            </a:pathLst>
          </a:custGeom>
          <a:solidFill xmlns:a="http://schemas.openxmlformats.org/drawingml/2006/main">
            <a:srgbClr val="7F7F7F">
              <a:alpha val="5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5CFBD3-8CE7-4D15-8674-8746E0BC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467" y="2647773"/>
            <a:ext cx="1210871" cy="251627"/>
          </a:xfrm>
          <a:custGeom xmlns:a="http://schemas.openxmlformats.org/drawingml/2006/main">
            <a:pathLst>
              <a:path w="1210871" h="251627" fill="none">
                <a:moveTo>
                  <a:pt x="0" y="0"/>
                </a:moveTo>
                <a:cubicBezTo>
                  <a:pt x="605426" y="0"/>
                  <a:pt x="605426" y="251627"/>
                  <a:pt x="1210871" y="251627"/>
                </a:cubicBezTo>
              </a:path>
            </a:pathLst>
          </a:custGeom>
          <a:noFill xmlns:a="http://schemas.openxmlformats.org/drawingml/2006/main"/>
          <a:ln xmlns:a="http://schemas.openxmlformats.org/drawingml/2006/main" w="56063" cap="flat">
            <a:solidFill>
              <a:srgbClr val="FF7F0E">
                <a:alpha val="55000"/>
              </a:srgbClr>
            </a:solidFill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58D82A-CFA8-4855-8489-4482301C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329" y="3628593"/>
            <a:ext cx="1210871" cy="1096344"/>
          </a:xfrm>
          <a:custGeom xmlns:a="http://schemas.openxmlformats.org/drawingml/2006/main">
            <a:pathLst>
              <a:path w="1210871" h="1096344" fill="none">
                <a:moveTo>
                  <a:pt x="0" y="0"/>
                </a:moveTo>
                <a:cubicBezTo>
                  <a:pt x="605426" y="0"/>
                  <a:pt x="605426" y="1096344"/>
                  <a:pt x="1210871" y="1096344"/>
                </a:cubicBezTo>
              </a:path>
            </a:pathLst>
          </a:custGeom>
          <a:noFill xmlns:a="http://schemas.openxmlformats.org/drawingml/2006/main"/>
          <a:ln xmlns:a="http://schemas.openxmlformats.org/drawingml/2006/main" w="45869" cap="flat">
            <a:solidFill>
              <a:srgbClr val="BCBD22">
                <a:alpha val="55000"/>
              </a:srgbClr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BFCDD-4C43-4D54-ACBC-4821C9DC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467" y="4349561"/>
            <a:ext cx="1210871" cy="375375"/>
          </a:xfrm>
          <a:custGeom xmlns:a="http://schemas.openxmlformats.org/drawingml/2006/main">
            <a:pathLst>
              <a:path w="1210871" h="375375" fill="none">
                <a:moveTo>
                  <a:pt x="0" y="375375"/>
                </a:moveTo>
                <a:cubicBezTo>
                  <a:pt x="605426" y="375375"/>
                  <a:pt x="605426" y="0"/>
                  <a:pt x="121087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5869" cap="flat">
            <a:solidFill>
              <a:srgbClr val="BCBD22">
                <a:alpha val="55000"/>
              </a:srgbClr>
            </a:solidFill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74994-FEE3-466A-B77C-0CF7F32F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605" y="3931052"/>
            <a:ext cx="952577" cy="418509"/>
          </a:xfrm>
          <a:custGeom xmlns:a="http://schemas.openxmlformats.org/drawingml/2006/main">
            <a:pathLst>
              <a:path w="952577" h="418509" fill="none">
                <a:moveTo>
                  <a:pt x="0" y="418509"/>
                </a:moveTo>
                <a:cubicBezTo>
                  <a:pt x="476533" y="418509"/>
                  <a:pt x="476533" y="0"/>
                  <a:pt x="95257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5869" cap="flat">
            <a:solidFill>
              <a:srgbClr val="8C564B">
                <a:alpha val="55000"/>
              </a:srgbClr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B8FBB6-AB31-4EED-B6FD-6A097C22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041" y="2395113"/>
            <a:ext cx="1430143" cy="449342"/>
          </a:xfrm>
          <a:custGeom xmlns:a="http://schemas.openxmlformats.org/drawingml/2006/main">
            <a:pathLst>
              <a:path w="1430143" h="449342" fill="none">
                <a:moveTo>
                  <a:pt x="0" y="0"/>
                </a:moveTo>
                <a:cubicBezTo>
                  <a:pt x="715316" y="0"/>
                  <a:pt x="715316" y="449342"/>
                  <a:pt x="1430143" y="449342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224" cap="flat">
            <a:solidFill>
              <a:srgbClr val="17BECF">
                <a:alpha val="55000"/>
              </a:srgbClr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257F6-8B69-4F30-840C-A1894575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906" y="1593530"/>
            <a:ext cx="86285" cy="1526157"/>
          </a:xfrm>
          <a:custGeom xmlns:a="http://schemas.openxmlformats.org/drawingml/2006/main">
            <a:pathLst>
              <a:path w="86285" h="1526157">
                <a:moveTo>
                  <a:pt x="43133" y="1526157"/>
                </a:moveTo>
                <a:lnTo>
                  <a:pt x="0" y="1526157"/>
                </a:lnTo>
                <a:lnTo>
                  <a:pt x="0" y="0"/>
                </a:lnTo>
                <a:lnTo>
                  <a:pt x="86285" y="0"/>
                </a:lnTo>
                <a:lnTo>
                  <a:pt x="86285" y="1526157"/>
                </a:lnTo>
                <a:lnTo>
                  <a:pt x="43133" y="1526157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938D8D-1A15-4CEF-BAFA-167518C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044" y="1443061"/>
            <a:ext cx="86285" cy="1189821"/>
          </a:xfrm>
          <a:custGeom xmlns:a="http://schemas.openxmlformats.org/drawingml/2006/main">
            <a:pathLst>
              <a:path w="86285" h="1189821">
                <a:moveTo>
                  <a:pt x="43152" y="1189821"/>
                </a:moveTo>
                <a:lnTo>
                  <a:pt x="0" y="1189821"/>
                </a:lnTo>
                <a:lnTo>
                  <a:pt x="0" y="0"/>
                </a:lnTo>
                <a:lnTo>
                  <a:pt x="86285" y="0"/>
                </a:lnTo>
                <a:lnTo>
                  <a:pt x="86285" y="1189821"/>
                </a:lnTo>
                <a:lnTo>
                  <a:pt x="43152" y="1189821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D642B-2844-4E51-8570-AD6D4CC9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044" y="3315336"/>
            <a:ext cx="86285" cy="336354"/>
          </a:xfrm>
          <a:custGeom xmlns:a="http://schemas.openxmlformats.org/drawingml/2006/main">
            <a:pathLst>
              <a:path w="86285" h="336354">
                <a:moveTo>
                  <a:pt x="43152" y="336354"/>
                </a:moveTo>
                <a:lnTo>
                  <a:pt x="0" y="336354"/>
                </a:lnTo>
                <a:lnTo>
                  <a:pt x="0" y="0"/>
                </a:lnTo>
                <a:lnTo>
                  <a:pt x="86285" y="0"/>
                </a:lnTo>
                <a:lnTo>
                  <a:pt x="86285" y="336354"/>
                </a:lnTo>
                <a:lnTo>
                  <a:pt x="43152" y="336354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5C22B4-F8EE-48B0-AD4F-0CB21908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110" y="1376812"/>
            <a:ext cx="86285" cy="1019334"/>
          </a:xfrm>
          <a:custGeom xmlns:a="http://schemas.openxmlformats.org/drawingml/2006/main">
            <a:pathLst>
              <a:path w="86285" h="1019334">
                <a:moveTo>
                  <a:pt x="43152" y="1019334"/>
                </a:moveTo>
                <a:lnTo>
                  <a:pt x="0" y="1019334"/>
                </a:lnTo>
                <a:lnTo>
                  <a:pt x="0" y="0"/>
                </a:lnTo>
                <a:lnTo>
                  <a:pt x="86285" y="0"/>
                </a:lnTo>
                <a:lnTo>
                  <a:pt x="86285" y="1019334"/>
                </a:lnTo>
                <a:lnTo>
                  <a:pt x="43152" y="1019334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82F6B9-9165-41F3-AA2E-A629E28A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041" y="1328552"/>
            <a:ext cx="86267" cy="1254004"/>
          </a:xfrm>
          <a:custGeom xmlns:a="http://schemas.openxmlformats.org/drawingml/2006/main">
            <a:pathLst>
              <a:path w="86267" h="1254004">
                <a:moveTo>
                  <a:pt x="43133" y="1254004"/>
                </a:moveTo>
                <a:lnTo>
                  <a:pt x="0" y="1254004"/>
                </a:lnTo>
                <a:lnTo>
                  <a:pt x="0" y="0"/>
                </a:lnTo>
                <a:lnTo>
                  <a:pt x="86267" y="0"/>
                </a:lnTo>
                <a:lnTo>
                  <a:pt x="86267" y="1254004"/>
                </a:lnTo>
                <a:lnTo>
                  <a:pt x="43133" y="1254004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BAC0B-BDAF-499D-A589-9E145656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200" y="2619530"/>
            <a:ext cx="86267" cy="55977"/>
          </a:xfrm>
          <a:custGeom xmlns:a="http://schemas.openxmlformats.org/drawingml/2006/main">
            <a:pathLst>
              <a:path w="86267" h="55977">
                <a:moveTo>
                  <a:pt x="43133" y="55977"/>
                </a:moveTo>
                <a:lnTo>
                  <a:pt x="0" y="55977"/>
                </a:lnTo>
                <a:lnTo>
                  <a:pt x="0" y="0"/>
                </a:lnTo>
                <a:lnTo>
                  <a:pt x="86267" y="0"/>
                </a:lnTo>
                <a:lnTo>
                  <a:pt x="86267" y="55977"/>
                </a:lnTo>
                <a:lnTo>
                  <a:pt x="43133" y="55977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68C565-C203-43A5-8E82-FA006B72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338" y="2871665"/>
            <a:ext cx="86267" cy="234163"/>
          </a:xfrm>
          <a:custGeom xmlns:a="http://schemas.openxmlformats.org/drawingml/2006/main">
            <a:pathLst>
              <a:path w="86267" h="234163">
                <a:moveTo>
                  <a:pt x="43133" y="234163"/>
                </a:moveTo>
                <a:lnTo>
                  <a:pt x="0" y="234163"/>
                </a:lnTo>
                <a:lnTo>
                  <a:pt x="0" y="0"/>
                </a:lnTo>
                <a:lnTo>
                  <a:pt x="86267" y="0"/>
                </a:lnTo>
                <a:lnTo>
                  <a:pt x="86267" y="234163"/>
                </a:lnTo>
                <a:lnTo>
                  <a:pt x="43133" y="234163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900E50-21AB-4FBB-AB74-708C4889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200" y="3706128"/>
            <a:ext cx="86267" cy="114509"/>
          </a:xfrm>
          <a:custGeom xmlns:a="http://schemas.openxmlformats.org/drawingml/2006/main">
            <a:pathLst>
              <a:path w="86267" h="114509">
                <a:moveTo>
                  <a:pt x="43133" y="114509"/>
                </a:moveTo>
                <a:lnTo>
                  <a:pt x="0" y="114509"/>
                </a:lnTo>
                <a:lnTo>
                  <a:pt x="0" y="0"/>
                </a:lnTo>
                <a:lnTo>
                  <a:pt x="86267" y="0"/>
                </a:lnTo>
                <a:lnTo>
                  <a:pt x="86267" y="114509"/>
                </a:lnTo>
                <a:lnTo>
                  <a:pt x="43133" y="114509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7A227-265E-4853-A195-11A98248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338" y="3647071"/>
            <a:ext cx="86267" cy="226972"/>
          </a:xfrm>
          <a:custGeom xmlns:a="http://schemas.openxmlformats.org/drawingml/2006/main">
            <a:pathLst>
              <a:path w="86267" h="226972">
                <a:moveTo>
                  <a:pt x="43133" y="226972"/>
                </a:moveTo>
                <a:lnTo>
                  <a:pt x="0" y="226972"/>
                </a:lnTo>
                <a:lnTo>
                  <a:pt x="0" y="0"/>
                </a:lnTo>
                <a:lnTo>
                  <a:pt x="86267" y="0"/>
                </a:lnTo>
                <a:lnTo>
                  <a:pt x="86267" y="226972"/>
                </a:lnTo>
                <a:lnTo>
                  <a:pt x="43133" y="226972"/>
                </a:lnTo>
                <a:close/>
              </a:path>
            </a:pathLst>
          </a:custGeom>
          <a:solidFill xmlns:a="http://schemas.openxmlformats.org/drawingml/2006/main">
            <a:srgbClr val="D627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777783-C8A7-4E23-BE7B-69539DB0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950" y="3062187"/>
            <a:ext cx="86267" cy="178186"/>
          </a:xfrm>
          <a:custGeom xmlns:a="http://schemas.openxmlformats.org/drawingml/2006/main">
            <a:pathLst>
              <a:path w="86267" h="178186">
                <a:moveTo>
                  <a:pt x="43133" y="178186"/>
                </a:moveTo>
                <a:lnTo>
                  <a:pt x="0" y="178186"/>
                </a:lnTo>
                <a:lnTo>
                  <a:pt x="0" y="0"/>
                </a:lnTo>
                <a:lnTo>
                  <a:pt x="86267" y="0"/>
                </a:lnTo>
                <a:lnTo>
                  <a:pt x="86267" y="178186"/>
                </a:lnTo>
                <a:lnTo>
                  <a:pt x="43133" y="178186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ADFEE8-29E0-41CD-9B74-29EF5254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200" y="4184219"/>
            <a:ext cx="86267" cy="112444"/>
          </a:xfrm>
          <a:custGeom xmlns:a="http://schemas.openxmlformats.org/drawingml/2006/main">
            <a:pathLst>
              <a:path w="86267" h="112444">
                <a:moveTo>
                  <a:pt x="43133" y="112444"/>
                </a:moveTo>
                <a:lnTo>
                  <a:pt x="0" y="112444"/>
                </a:lnTo>
                <a:lnTo>
                  <a:pt x="0" y="0"/>
                </a:lnTo>
                <a:lnTo>
                  <a:pt x="86267" y="0"/>
                </a:lnTo>
                <a:lnTo>
                  <a:pt x="86267" y="112444"/>
                </a:lnTo>
                <a:lnTo>
                  <a:pt x="43133" y="112444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46CEB-CA9B-446E-B2DB-EB999531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183" y="3680965"/>
            <a:ext cx="86267" cy="272677"/>
          </a:xfrm>
          <a:custGeom xmlns:a="http://schemas.openxmlformats.org/drawingml/2006/main">
            <a:pathLst>
              <a:path w="86267" h="272677">
                <a:moveTo>
                  <a:pt x="43133" y="272677"/>
                </a:moveTo>
                <a:lnTo>
                  <a:pt x="0" y="272677"/>
                </a:lnTo>
                <a:lnTo>
                  <a:pt x="0" y="0"/>
                </a:lnTo>
                <a:lnTo>
                  <a:pt x="86267" y="0"/>
                </a:lnTo>
                <a:lnTo>
                  <a:pt x="86267" y="272677"/>
                </a:lnTo>
                <a:lnTo>
                  <a:pt x="43133" y="272677"/>
                </a:lnTo>
                <a:close/>
              </a:path>
            </a:pathLst>
          </a:custGeom>
          <a:solidFill xmlns:a="http://schemas.openxmlformats.org/drawingml/2006/main">
            <a:srgbClr val="9467B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2F3427-53FD-4612-BDEE-40A7DBF6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200" y="4701839"/>
            <a:ext cx="86267" cy="45706"/>
          </a:xfrm>
          <a:custGeom xmlns:a="http://schemas.openxmlformats.org/drawingml/2006/main">
            <a:pathLst>
              <a:path w="86267" h="45706">
                <a:moveTo>
                  <a:pt x="43133" y="45706"/>
                </a:moveTo>
                <a:lnTo>
                  <a:pt x="0" y="45706"/>
                </a:lnTo>
                <a:lnTo>
                  <a:pt x="0" y="0"/>
                </a:lnTo>
                <a:lnTo>
                  <a:pt x="86267" y="0"/>
                </a:lnTo>
                <a:lnTo>
                  <a:pt x="86267" y="45706"/>
                </a:lnTo>
                <a:lnTo>
                  <a:pt x="43133" y="45706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D4A042-99E9-49D5-BEA1-9A4CE4E2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338" y="4326445"/>
            <a:ext cx="86267" cy="45706"/>
          </a:xfrm>
          <a:custGeom xmlns:a="http://schemas.openxmlformats.org/drawingml/2006/main">
            <a:pathLst>
              <a:path w="86267" h="45706">
                <a:moveTo>
                  <a:pt x="43133" y="45706"/>
                </a:moveTo>
                <a:lnTo>
                  <a:pt x="0" y="45706"/>
                </a:lnTo>
                <a:lnTo>
                  <a:pt x="0" y="0"/>
                </a:lnTo>
                <a:lnTo>
                  <a:pt x="86267" y="0"/>
                </a:lnTo>
                <a:lnTo>
                  <a:pt x="86267" y="45706"/>
                </a:lnTo>
                <a:lnTo>
                  <a:pt x="43133" y="45706"/>
                </a:lnTo>
                <a:close/>
              </a:path>
            </a:pathLst>
          </a:custGeom>
          <a:solidFill xmlns:a="http://schemas.openxmlformats.org/drawingml/2006/main">
            <a:srgbClr val="8C56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A22370-CEC6-4ED6-8458-2030D003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0541" y="1299277"/>
            <a:ext cx="86267" cy="1075311"/>
          </a:xfrm>
          <a:custGeom xmlns:a="http://schemas.openxmlformats.org/drawingml/2006/main">
            <a:pathLst>
              <a:path w="86267" h="1075311">
                <a:moveTo>
                  <a:pt x="43133" y="1075311"/>
                </a:moveTo>
                <a:lnTo>
                  <a:pt x="0" y="1075311"/>
                </a:lnTo>
                <a:lnTo>
                  <a:pt x="0" y="0"/>
                </a:lnTo>
                <a:lnTo>
                  <a:pt x="86267" y="0"/>
                </a:lnTo>
                <a:lnTo>
                  <a:pt x="86267" y="1075311"/>
                </a:lnTo>
                <a:lnTo>
                  <a:pt x="43133" y="1075311"/>
                </a:lnTo>
                <a:close/>
              </a:path>
            </a:pathLst>
          </a:custGeom>
          <a:solidFill xmlns:a="http://schemas.openxmlformats.org/drawingml/2006/main">
            <a:srgbClr val="E377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0958F-21F9-46EF-826B-4DC2CD7E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300" y="1299277"/>
            <a:ext cx="86267" cy="1075311"/>
          </a:xfrm>
          <a:custGeom xmlns:a="http://schemas.openxmlformats.org/drawingml/2006/main">
            <a:pathLst>
              <a:path w="86267" h="1075311">
                <a:moveTo>
                  <a:pt x="43133" y="1075311"/>
                </a:moveTo>
                <a:lnTo>
                  <a:pt x="0" y="1075311"/>
                </a:lnTo>
                <a:lnTo>
                  <a:pt x="0" y="0"/>
                </a:lnTo>
                <a:lnTo>
                  <a:pt x="86267" y="0"/>
                </a:lnTo>
                <a:lnTo>
                  <a:pt x="86267" y="1075311"/>
                </a:lnTo>
                <a:lnTo>
                  <a:pt x="43133" y="1075311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6A175F-0BBA-4AA8-AC45-55F9191C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0774" y="1347030"/>
            <a:ext cx="86267" cy="662437"/>
          </a:xfrm>
          <a:custGeom xmlns:a="http://schemas.openxmlformats.org/drawingml/2006/main">
            <a:pathLst>
              <a:path w="86267" h="662437">
                <a:moveTo>
                  <a:pt x="43133" y="662437"/>
                </a:moveTo>
                <a:lnTo>
                  <a:pt x="0" y="662437"/>
                </a:lnTo>
                <a:lnTo>
                  <a:pt x="0" y="0"/>
                </a:lnTo>
                <a:lnTo>
                  <a:pt x="86267" y="0"/>
                </a:lnTo>
                <a:lnTo>
                  <a:pt x="86267" y="662437"/>
                </a:lnTo>
                <a:lnTo>
                  <a:pt x="43133" y="662437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0E7F21-C828-471E-A2EE-9BB9C8AD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184" y="1326487"/>
            <a:ext cx="86267" cy="662962"/>
          </a:xfrm>
          <a:custGeom xmlns:a="http://schemas.openxmlformats.org/drawingml/2006/main">
            <a:pathLst>
              <a:path w="86267" h="662962">
                <a:moveTo>
                  <a:pt x="43133" y="662962"/>
                </a:moveTo>
                <a:lnTo>
                  <a:pt x="0" y="662962"/>
                </a:lnTo>
                <a:lnTo>
                  <a:pt x="0" y="0"/>
                </a:lnTo>
                <a:lnTo>
                  <a:pt x="86267" y="0"/>
                </a:lnTo>
                <a:lnTo>
                  <a:pt x="86267" y="662962"/>
                </a:lnTo>
                <a:lnTo>
                  <a:pt x="43133" y="662962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25413F-B784-4F52-9C1A-21DD7BCA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0774" y="2149156"/>
            <a:ext cx="86267" cy="264960"/>
          </a:xfrm>
          <a:custGeom xmlns:a="http://schemas.openxmlformats.org/drawingml/2006/main">
            <a:pathLst>
              <a:path w="86267" h="264960">
                <a:moveTo>
                  <a:pt x="43133" y="264960"/>
                </a:moveTo>
                <a:lnTo>
                  <a:pt x="0" y="264960"/>
                </a:lnTo>
                <a:lnTo>
                  <a:pt x="0" y="0"/>
                </a:lnTo>
                <a:lnTo>
                  <a:pt x="86267" y="0"/>
                </a:lnTo>
                <a:lnTo>
                  <a:pt x="86267" y="264960"/>
                </a:lnTo>
                <a:lnTo>
                  <a:pt x="43133" y="264960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8ACD74-B82E-4D9B-9A9B-0FF2228A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0774" y="2848042"/>
            <a:ext cx="86267" cy="147897"/>
          </a:xfrm>
          <a:custGeom xmlns:a="http://schemas.openxmlformats.org/drawingml/2006/main">
            <a:pathLst>
              <a:path w="86267" h="147897">
                <a:moveTo>
                  <a:pt x="43133" y="147897"/>
                </a:moveTo>
                <a:lnTo>
                  <a:pt x="0" y="147897"/>
                </a:lnTo>
                <a:lnTo>
                  <a:pt x="0" y="0"/>
                </a:lnTo>
                <a:lnTo>
                  <a:pt x="86267" y="0"/>
                </a:lnTo>
                <a:lnTo>
                  <a:pt x="86267" y="147897"/>
                </a:lnTo>
                <a:lnTo>
                  <a:pt x="43133" y="147897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905D2-0642-44A4-A4B3-EBEDCB37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7914" y="2193304"/>
            <a:ext cx="86267" cy="226972"/>
          </a:xfrm>
          <a:custGeom xmlns:a="http://schemas.openxmlformats.org/drawingml/2006/main">
            <a:pathLst>
              <a:path w="86267" h="226972">
                <a:moveTo>
                  <a:pt x="43133" y="226972"/>
                </a:moveTo>
                <a:lnTo>
                  <a:pt x="0" y="226972"/>
                </a:lnTo>
                <a:lnTo>
                  <a:pt x="0" y="0"/>
                </a:lnTo>
                <a:lnTo>
                  <a:pt x="86267" y="0"/>
                </a:lnTo>
                <a:lnTo>
                  <a:pt x="86267" y="226972"/>
                </a:lnTo>
                <a:lnTo>
                  <a:pt x="43133" y="226972"/>
                </a:lnTo>
                <a:close/>
              </a:path>
            </a:pathLst>
          </a:custGeom>
          <a:solidFill xmlns:a="http://schemas.openxmlformats.org/drawingml/2006/main">
            <a:srgbClr val="17BE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0A6E11-F66C-45E1-9C48-7C3B1277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184" y="2185605"/>
            <a:ext cx="86267" cy="226972"/>
          </a:xfrm>
          <a:custGeom xmlns:a="http://schemas.openxmlformats.org/drawingml/2006/main">
            <a:pathLst>
              <a:path w="86267" h="226972">
                <a:moveTo>
                  <a:pt x="43133" y="226972"/>
                </a:moveTo>
                <a:lnTo>
                  <a:pt x="0" y="226972"/>
                </a:lnTo>
                <a:lnTo>
                  <a:pt x="0" y="0"/>
                </a:lnTo>
                <a:lnTo>
                  <a:pt x="86267" y="0"/>
                </a:lnTo>
                <a:lnTo>
                  <a:pt x="86267" y="226972"/>
                </a:lnTo>
                <a:lnTo>
                  <a:pt x="43133" y="226972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BBBF5C-ED96-4286-8B86-D278B83E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184" y="2825451"/>
            <a:ext cx="86267" cy="185885"/>
          </a:xfrm>
          <a:custGeom xmlns:a="http://schemas.openxmlformats.org/drawingml/2006/main">
            <a:pathLst>
              <a:path w="86267" h="185885">
                <a:moveTo>
                  <a:pt x="43133" y="185885"/>
                </a:moveTo>
                <a:lnTo>
                  <a:pt x="0" y="185885"/>
                </a:lnTo>
                <a:lnTo>
                  <a:pt x="0" y="0"/>
                </a:lnTo>
                <a:lnTo>
                  <a:pt x="86267" y="0"/>
                </a:lnTo>
                <a:lnTo>
                  <a:pt x="86267" y="185885"/>
                </a:lnTo>
                <a:lnTo>
                  <a:pt x="43133" y="185885"/>
                </a:lnTo>
                <a:close/>
              </a:path>
            </a:pathLst>
          </a:custGeom>
          <a:solidFill xmlns:a="http://schemas.openxmlformats.org/drawingml/2006/main">
            <a:srgbClr val="BCBD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1A8FFE-C258-4BD0-AD90-746E1C7D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6429" y="2758170"/>
            <a:ext cx="86267" cy="178711"/>
          </a:xfrm>
          <a:custGeom xmlns:a="http://schemas.openxmlformats.org/drawingml/2006/main">
            <a:pathLst>
              <a:path w="86267" h="178711">
                <a:moveTo>
                  <a:pt x="43133" y="178711"/>
                </a:moveTo>
                <a:lnTo>
                  <a:pt x="0" y="178711"/>
                </a:lnTo>
                <a:lnTo>
                  <a:pt x="0" y="0"/>
                </a:lnTo>
                <a:lnTo>
                  <a:pt x="86267" y="0"/>
                </a:lnTo>
                <a:lnTo>
                  <a:pt x="86267" y="178711"/>
                </a:lnTo>
                <a:lnTo>
                  <a:pt x="43133" y="178711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E60923-B717-4DBA-91BA-D70A19AC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489" y="3375933"/>
            <a:ext cx="86267" cy="178711"/>
          </a:xfrm>
          <a:custGeom xmlns:a="http://schemas.openxmlformats.org/drawingml/2006/main">
            <a:pathLst>
              <a:path w="86267" h="178711">
                <a:moveTo>
                  <a:pt x="43133" y="178711"/>
                </a:moveTo>
                <a:lnTo>
                  <a:pt x="0" y="178711"/>
                </a:lnTo>
                <a:lnTo>
                  <a:pt x="0" y="0"/>
                </a:lnTo>
                <a:lnTo>
                  <a:pt x="86267" y="0"/>
                </a:lnTo>
                <a:lnTo>
                  <a:pt x="86267" y="178711"/>
                </a:lnTo>
                <a:lnTo>
                  <a:pt x="43133" y="178711"/>
                </a:lnTo>
                <a:close/>
              </a:path>
            </a:pathLst>
          </a:custGeom>
          <a:solidFill xmlns:a="http://schemas.openxmlformats.org/drawingml/2006/main">
            <a:srgbClr val="1F77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C75D69-100B-4C1A-9126-564BED38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683" y="3473504"/>
            <a:ext cx="86285" cy="137625"/>
          </a:xfrm>
          <a:custGeom xmlns:a="http://schemas.openxmlformats.org/drawingml/2006/main">
            <a:pathLst>
              <a:path w="86285" h="137625">
                <a:moveTo>
                  <a:pt x="43152" y="137625"/>
                </a:moveTo>
                <a:lnTo>
                  <a:pt x="0" y="137625"/>
                </a:lnTo>
                <a:lnTo>
                  <a:pt x="0" y="0"/>
                </a:lnTo>
                <a:lnTo>
                  <a:pt x="86285" y="0"/>
                </a:lnTo>
                <a:lnTo>
                  <a:pt x="86285" y="137625"/>
                </a:lnTo>
                <a:lnTo>
                  <a:pt x="43152" y="137625"/>
                </a:lnTo>
                <a:close/>
              </a:path>
            </a:pathLst>
          </a:custGeom>
          <a:solidFill xmlns:a="http://schemas.openxmlformats.org/drawingml/2006/main">
            <a:srgbClr val="FF7F0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F0AE01-B678-44CE-A1B3-1EB8108B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444" y="4009095"/>
            <a:ext cx="86267" cy="135052"/>
          </a:xfrm>
          <a:custGeom xmlns:a="http://schemas.openxmlformats.org/drawingml/2006/main">
            <a:pathLst>
              <a:path w="86267" h="135052">
                <a:moveTo>
                  <a:pt x="43133" y="135052"/>
                </a:moveTo>
                <a:lnTo>
                  <a:pt x="0" y="135052"/>
                </a:lnTo>
                <a:lnTo>
                  <a:pt x="0" y="0"/>
                </a:lnTo>
                <a:lnTo>
                  <a:pt x="86267" y="0"/>
                </a:lnTo>
                <a:lnTo>
                  <a:pt x="86267" y="135052"/>
                </a:lnTo>
                <a:lnTo>
                  <a:pt x="43133" y="135052"/>
                </a:lnTo>
                <a:close/>
              </a:path>
            </a:pathLst>
          </a:custGeom>
          <a:solidFill xmlns:a="http://schemas.openxmlformats.org/drawingml/2006/main">
            <a:srgbClr val="2CA02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BE0919-A923-45B5-A340-F962765C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8" y="2148631"/>
            <a:ext cx="1167738" cy="417494"/>
          </a:xfrm>
          <a:custGeom xmlns:a="http://schemas.openxmlformats.org/drawingml/2006/main">
            <a:pathLst>
              <a:path w="1167738" h="417494">
                <a:moveTo>
                  <a:pt x="583869" y="417494"/>
                </a:moveTo>
                <a:lnTo>
                  <a:pt x="37499" y="417494"/>
                </a:lnTo>
                <a:cubicBezTo>
                  <a:pt x="16956" y="417494"/>
                  <a:pt x="0" y="400538"/>
                  <a:pt x="0" y="379488"/>
                </a:cubicBezTo>
                <a:lnTo>
                  <a:pt x="0" y="38007"/>
                </a:lnTo>
                <a:cubicBezTo>
                  <a:pt x="0" y="16956"/>
                  <a:pt x="16956" y="0"/>
                  <a:pt x="37499" y="0"/>
                </a:cubicBezTo>
                <a:lnTo>
                  <a:pt x="1129749" y="0"/>
                </a:lnTo>
                <a:cubicBezTo>
                  <a:pt x="1150799" y="0"/>
                  <a:pt x="1167738" y="16956"/>
                  <a:pt x="1167738" y="38007"/>
                </a:cubicBezTo>
                <a:lnTo>
                  <a:pt x="1167738" y="379488"/>
                </a:lnTo>
                <a:cubicBezTo>
                  <a:pt x="1167738" y="400538"/>
                  <a:pt x="1150799" y="417494"/>
                  <a:pt x="1129749" y="417494"/>
                </a:cubicBezTo>
                <a:lnTo>
                  <a:pt x="583869" y="417494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599">
            <a:extLst xmlns:a="http://schemas.openxmlformats.org/drawingml/2006/main">
              <a:ext uri="{FF2B5EF4-FFF2-40B4-BE49-F238E27FC236}">
                <a16:creationId xmlns:a16="http://schemas.microsoft.com/office/drawing/2014/main" id="{78BEC0D5-1491-43BF-B180-BBEB6B11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10" y="2232221"/>
            <a:ext cx="323916" cy="126316"/>
          </a:xfrm>
          <a:custGeom xmlns:a="http://schemas.openxmlformats.org/drawingml/2006/main">
            <a:pathLst>
              <a:path w="323916" h="126316">
                <a:moveTo>
                  <a:pt x="80435" y="2119"/>
                </a:moveTo>
                <a:lnTo>
                  <a:pt x="80435" y="23470"/>
                </a:lnTo>
                <a:lnTo>
                  <a:pt x="15321" y="23470"/>
                </a:lnTo>
                <a:lnTo>
                  <a:pt x="15321" y="50351"/>
                </a:lnTo>
                <a:cubicBezTo>
                  <a:pt x="18907" y="47558"/>
                  <a:pt x="22900" y="45449"/>
                  <a:pt x="27301" y="44025"/>
                </a:cubicBezTo>
                <a:cubicBezTo>
                  <a:pt x="31701" y="42600"/>
                  <a:pt x="36346" y="41888"/>
                  <a:pt x="41236" y="41888"/>
                </a:cubicBezTo>
                <a:cubicBezTo>
                  <a:pt x="56231" y="41888"/>
                  <a:pt x="68075" y="45682"/>
                  <a:pt x="76767" y="53269"/>
                </a:cubicBezTo>
                <a:cubicBezTo>
                  <a:pt x="85460" y="60855"/>
                  <a:pt x="89806" y="71173"/>
                  <a:pt x="89806" y="84224"/>
                </a:cubicBezTo>
                <a:cubicBezTo>
                  <a:pt x="89806" y="97494"/>
                  <a:pt x="85460" y="107827"/>
                  <a:pt x="76767" y="115222"/>
                </a:cubicBezTo>
                <a:cubicBezTo>
                  <a:pt x="68075" y="122618"/>
                  <a:pt x="55905" y="126316"/>
                  <a:pt x="40258" y="126316"/>
                </a:cubicBezTo>
                <a:cubicBezTo>
                  <a:pt x="33630" y="126316"/>
                  <a:pt x="27042" y="125773"/>
                  <a:pt x="20496" y="124686"/>
                </a:cubicBezTo>
                <a:cubicBezTo>
                  <a:pt x="13949" y="123599"/>
                  <a:pt x="7117" y="121915"/>
                  <a:pt x="0" y="119633"/>
                </a:cubicBezTo>
                <a:lnTo>
                  <a:pt x="0" y="92903"/>
                </a:lnTo>
                <a:lnTo>
                  <a:pt x="9779" y="92903"/>
                </a:lnTo>
                <a:cubicBezTo>
                  <a:pt x="10105" y="100917"/>
                  <a:pt x="12183" y="106886"/>
                  <a:pt x="16014" y="110812"/>
                </a:cubicBezTo>
                <a:cubicBezTo>
                  <a:pt x="19844" y="114737"/>
                  <a:pt x="25508" y="116700"/>
                  <a:pt x="33005" y="116700"/>
                </a:cubicBezTo>
                <a:cubicBezTo>
                  <a:pt x="40992" y="116700"/>
                  <a:pt x="46913" y="114027"/>
                  <a:pt x="50771" y="108683"/>
                </a:cubicBezTo>
                <a:cubicBezTo>
                  <a:pt x="54628" y="103338"/>
                  <a:pt x="56557" y="95185"/>
                  <a:pt x="56557" y="84224"/>
                </a:cubicBezTo>
                <a:cubicBezTo>
                  <a:pt x="56557" y="73426"/>
                  <a:pt x="54669" y="65355"/>
                  <a:pt x="50893" y="60010"/>
                </a:cubicBezTo>
                <a:cubicBezTo>
                  <a:pt x="47117" y="54666"/>
                  <a:pt x="41399" y="51993"/>
                  <a:pt x="33739" y="51993"/>
                </a:cubicBezTo>
                <a:cubicBezTo>
                  <a:pt x="29610" y="51993"/>
                  <a:pt x="25929" y="52846"/>
                  <a:pt x="22696" y="54550"/>
                </a:cubicBezTo>
                <a:cubicBezTo>
                  <a:pt x="19464" y="56255"/>
                  <a:pt x="16462" y="58893"/>
                  <a:pt x="13691" y="62465"/>
                </a:cubicBezTo>
                <a:lnTo>
                  <a:pt x="5542" y="62465"/>
                </a:lnTo>
                <a:lnTo>
                  <a:pt x="5542" y="2119"/>
                </a:lnTo>
                <a:lnTo>
                  <a:pt x="80435" y="2119"/>
                </a:lnTo>
                <a:close/>
                <a:moveTo>
                  <a:pt x="159187" y="9616"/>
                </a:moveTo>
                <a:cubicBezTo>
                  <a:pt x="153591" y="9616"/>
                  <a:pt x="149612" y="11987"/>
                  <a:pt x="147248" y="16729"/>
                </a:cubicBezTo>
                <a:cubicBezTo>
                  <a:pt x="144885" y="21471"/>
                  <a:pt x="143703" y="29694"/>
                  <a:pt x="143703" y="41399"/>
                </a:cubicBezTo>
                <a:cubicBezTo>
                  <a:pt x="143703" y="53104"/>
                  <a:pt x="144885" y="61327"/>
                  <a:pt x="147248" y="66069"/>
                </a:cubicBezTo>
                <a:cubicBezTo>
                  <a:pt x="149612" y="70811"/>
                  <a:pt x="153591" y="73182"/>
                  <a:pt x="159187" y="73182"/>
                </a:cubicBezTo>
                <a:cubicBezTo>
                  <a:pt x="164783" y="73182"/>
                  <a:pt x="168776" y="70811"/>
                  <a:pt x="171167" y="66069"/>
                </a:cubicBezTo>
                <a:cubicBezTo>
                  <a:pt x="173557" y="61327"/>
                  <a:pt x="174753" y="53104"/>
                  <a:pt x="174753" y="41399"/>
                </a:cubicBezTo>
                <a:cubicBezTo>
                  <a:pt x="174753" y="29694"/>
                  <a:pt x="173557" y="21471"/>
                  <a:pt x="171167" y="16729"/>
                </a:cubicBezTo>
                <a:cubicBezTo>
                  <a:pt x="168776" y="11987"/>
                  <a:pt x="164783" y="9616"/>
                  <a:pt x="159187" y="9616"/>
                </a:cubicBezTo>
                <a:moveTo>
                  <a:pt x="177360" y="74249"/>
                </a:moveTo>
                <a:cubicBezTo>
                  <a:pt x="173775" y="77152"/>
                  <a:pt x="169795" y="79330"/>
                  <a:pt x="165422" y="80784"/>
                </a:cubicBezTo>
                <a:cubicBezTo>
                  <a:pt x="161048" y="82235"/>
                  <a:pt x="156308" y="82961"/>
                  <a:pt x="151201" y="82961"/>
                </a:cubicBezTo>
                <a:cubicBezTo>
                  <a:pt x="138814" y="82961"/>
                  <a:pt x="129075" y="79334"/>
                  <a:pt x="121985" y="72082"/>
                </a:cubicBezTo>
                <a:cubicBezTo>
                  <a:pt x="114895" y="64829"/>
                  <a:pt x="111350" y="54818"/>
                  <a:pt x="111350" y="42051"/>
                </a:cubicBezTo>
                <a:cubicBezTo>
                  <a:pt x="111350" y="28577"/>
                  <a:pt x="115316" y="18200"/>
                  <a:pt x="123248" y="10920"/>
                </a:cubicBezTo>
                <a:cubicBezTo>
                  <a:pt x="131180" y="3640"/>
                  <a:pt x="142508" y="0"/>
                  <a:pt x="157231" y="0"/>
                </a:cubicBezTo>
                <a:cubicBezTo>
                  <a:pt x="173856" y="0"/>
                  <a:pt x="186461" y="5029"/>
                  <a:pt x="195045" y="15087"/>
                </a:cubicBezTo>
                <a:cubicBezTo>
                  <a:pt x="203629" y="25144"/>
                  <a:pt x="207921" y="39877"/>
                  <a:pt x="207921" y="59284"/>
                </a:cubicBezTo>
                <a:cubicBezTo>
                  <a:pt x="207921" y="81410"/>
                  <a:pt x="203167" y="98114"/>
                  <a:pt x="193659" y="109396"/>
                </a:cubicBezTo>
                <a:cubicBezTo>
                  <a:pt x="184152" y="120676"/>
                  <a:pt x="170053" y="126316"/>
                  <a:pt x="151364" y="126316"/>
                </a:cubicBezTo>
                <a:cubicBezTo>
                  <a:pt x="146474" y="126316"/>
                  <a:pt x="141231" y="125908"/>
                  <a:pt x="135635" y="125093"/>
                </a:cubicBezTo>
                <a:cubicBezTo>
                  <a:pt x="130040" y="124278"/>
                  <a:pt x="124036" y="123056"/>
                  <a:pt x="117625" y="121426"/>
                </a:cubicBezTo>
                <a:lnTo>
                  <a:pt x="117625" y="99749"/>
                </a:lnTo>
                <a:lnTo>
                  <a:pt x="127486" y="99749"/>
                </a:lnTo>
                <a:cubicBezTo>
                  <a:pt x="128844" y="105318"/>
                  <a:pt x="131411" y="109535"/>
                  <a:pt x="135187" y="112401"/>
                </a:cubicBezTo>
                <a:cubicBezTo>
                  <a:pt x="138963" y="115267"/>
                  <a:pt x="143866" y="116700"/>
                  <a:pt x="149897" y="116700"/>
                </a:cubicBezTo>
                <a:cubicBezTo>
                  <a:pt x="159459" y="116700"/>
                  <a:pt x="166413" y="113366"/>
                  <a:pt x="170759" y="106699"/>
                </a:cubicBezTo>
                <a:cubicBezTo>
                  <a:pt x="175106" y="100031"/>
                  <a:pt x="177306" y="89215"/>
                  <a:pt x="177360" y="74249"/>
                </a:cubicBezTo>
                <a:close/>
                <a:moveTo>
                  <a:pt x="275183" y="9616"/>
                </a:moveTo>
                <a:cubicBezTo>
                  <a:pt x="269587" y="9616"/>
                  <a:pt x="265607" y="11987"/>
                  <a:pt x="263244" y="16729"/>
                </a:cubicBezTo>
                <a:cubicBezTo>
                  <a:pt x="260880" y="21471"/>
                  <a:pt x="259699" y="29694"/>
                  <a:pt x="259699" y="41399"/>
                </a:cubicBezTo>
                <a:cubicBezTo>
                  <a:pt x="259699" y="53104"/>
                  <a:pt x="260880" y="61327"/>
                  <a:pt x="263244" y="66069"/>
                </a:cubicBezTo>
                <a:cubicBezTo>
                  <a:pt x="265607" y="70811"/>
                  <a:pt x="269587" y="73182"/>
                  <a:pt x="275183" y="73182"/>
                </a:cubicBezTo>
                <a:cubicBezTo>
                  <a:pt x="280779" y="73182"/>
                  <a:pt x="284772" y="70811"/>
                  <a:pt x="287162" y="66069"/>
                </a:cubicBezTo>
                <a:cubicBezTo>
                  <a:pt x="289553" y="61327"/>
                  <a:pt x="290748" y="53104"/>
                  <a:pt x="290748" y="41399"/>
                </a:cubicBezTo>
                <a:cubicBezTo>
                  <a:pt x="290748" y="29694"/>
                  <a:pt x="289553" y="21471"/>
                  <a:pt x="287162" y="16729"/>
                </a:cubicBezTo>
                <a:cubicBezTo>
                  <a:pt x="284772" y="11987"/>
                  <a:pt x="280779" y="9616"/>
                  <a:pt x="275183" y="9616"/>
                </a:cubicBezTo>
                <a:moveTo>
                  <a:pt x="293356" y="74249"/>
                </a:moveTo>
                <a:cubicBezTo>
                  <a:pt x="289770" y="77152"/>
                  <a:pt x="285790" y="79330"/>
                  <a:pt x="281417" y="80784"/>
                </a:cubicBezTo>
                <a:cubicBezTo>
                  <a:pt x="277043" y="82235"/>
                  <a:pt x="272303" y="82961"/>
                  <a:pt x="267196" y="82961"/>
                </a:cubicBezTo>
                <a:cubicBezTo>
                  <a:pt x="254809" y="82961"/>
                  <a:pt x="245071" y="79334"/>
                  <a:pt x="237981" y="72082"/>
                </a:cubicBezTo>
                <a:cubicBezTo>
                  <a:pt x="230891" y="64829"/>
                  <a:pt x="227346" y="54818"/>
                  <a:pt x="227346" y="42051"/>
                </a:cubicBezTo>
                <a:cubicBezTo>
                  <a:pt x="227346" y="28577"/>
                  <a:pt x="231312" y="18200"/>
                  <a:pt x="239244" y="10920"/>
                </a:cubicBezTo>
                <a:cubicBezTo>
                  <a:pt x="247176" y="3640"/>
                  <a:pt x="258504" y="0"/>
                  <a:pt x="273227" y="0"/>
                </a:cubicBezTo>
                <a:cubicBezTo>
                  <a:pt x="289852" y="0"/>
                  <a:pt x="302456" y="5029"/>
                  <a:pt x="311040" y="15087"/>
                </a:cubicBezTo>
                <a:cubicBezTo>
                  <a:pt x="319624" y="25144"/>
                  <a:pt x="323916" y="39877"/>
                  <a:pt x="323916" y="59284"/>
                </a:cubicBezTo>
                <a:cubicBezTo>
                  <a:pt x="323916" y="81410"/>
                  <a:pt x="319162" y="98114"/>
                  <a:pt x="309655" y="109396"/>
                </a:cubicBezTo>
                <a:cubicBezTo>
                  <a:pt x="300147" y="120676"/>
                  <a:pt x="286049" y="126316"/>
                  <a:pt x="267359" y="126316"/>
                </a:cubicBezTo>
                <a:cubicBezTo>
                  <a:pt x="262470" y="126316"/>
                  <a:pt x="257227" y="125908"/>
                  <a:pt x="251631" y="125093"/>
                </a:cubicBezTo>
                <a:cubicBezTo>
                  <a:pt x="246035" y="124278"/>
                  <a:pt x="240032" y="123056"/>
                  <a:pt x="233621" y="121426"/>
                </a:cubicBezTo>
                <a:lnTo>
                  <a:pt x="233621" y="99749"/>
                </a:lnTo>
                <a:lnTo>
                  <a:pt x="243481" y="99749"/>
                </a:lnTo>
                <a:cubicBezTo>
                  <a:pt x="244840" y="105318"/>
                  <a:pt x="247407" y="109535"/>
                  <a:pt x="251183" y="112401"/>
                </a:cubicBezTo>
                <a:cubicBezTo>
                  <a:pt x="254959" y="115267"/>
                  <a:pt x="259862" y="116700"/>
                  <a:pt x="265892" y="116700"/>
                </a:cubicBezTo>
                <a:cubicBezTo>
                  <a:pt x="275454" y="116700"/>
                  <a:pt x="282408" y="113366"/>
                  <a:pt x="286755" y="106699"/>
                </a:cubicBezTo>
                <a:cubicBezTo>
                  <a:pt x="291101" y="100031"/>
                  <a:pt x="293302" y="89215"/>
                  <a:pt x="293356" y="742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Device-Exploits">
            <a:extLst xmlns:a="http://schemas.openxmlformats.org/drawingml/2006/main">
              <a:ext uri="{FF2B5EF4-FFF2-40B4-BE49-F238E27FC236}">
                <a16:creationId xmlns:a16="http://schemas.microsoft.com/office/drawing/2014/main" id="{8AC6C1CF-FA40-4DFD-956B-42C4CBC2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2" y="2424725"/>
            <a:ext cx="1050950" cy="131700"/>
          </a:xfrm>
          <a:custGeom xmlns:a="http://schemas.openxmlformats.org/drawingml/2006/main">
            <a:pathLst>
              <a:path w="1050950" h="131700">
                <a:moveTo>
                  <a:pt x="26114" y="96349"/>
                </a:moveTo>
                <a:lnTo>
                  <a:pt x="38473" y="96349"/>
                </a:lnTo>
                <a:cubicBezTo>
                  <a:pt x="51364" y="96349"/>
                  <a:pt x="61254" y="92673"/>
                  <a:pt x="68142" y="85319"/>
                </a:cubicBezTo>
                <a:cubicBezTo>
                  <a:pt x="75031" y="77965"/>
                  <a:pt x="78475" y="67422"/>
                  <a:pt x="78475" y="53690"/>
                </a:cubicBezTo>
                <a:cubicBezTo>
                  <a:pt x="78475" y="39957"/>
                  <a:pt x="75042" y="29459"/>
                  <a:pt x="68175" y="22194"/>
                </a:cubicBezTo>
                <a:cubicBezTo>
                  <a:pt x="61309" y="14929"/>
                  <a:pt x="51408" y="11296"/>
                  <a:pt x="38473" y="11296"/>
                </a:cubicBezTo>
                <a:lnTo>
                  <a:pt x="26114" y="11296"/>
                </a:lnTo>
                <a:lnTo>
                  <a:pt x="26114" y="96349"/>
                </a:lnTo>
                <a:moveTo>
                  <a:pt x="0" y="103393"/>
                </a:moveTo>
                <a:lnTo>
                  <a:pt x="0" y="96349"/>
                </a:lnTo>
                <a:lnTo>
                  <a:pt x="12625" y="96349"/>
                </a:lnTo>
                <a:lnTo>
                  <a:pt x="12625" y="11296"/>
                </a:lnTo>
                <a:lnTo>
                  <a:pt x="0" y="11296"/>
                </a:lnTo>
                <a:lnTo>
                  <a:pt x="0" y="4120"/>
                </a:lnTo>
                <a:lnTo>
                  <a:pt x="39470" y="4120"/>
                </a:lnTo>
                <a:cubicBezTo>
                  <a:pt x="56569" y="4120"/>
                  <a:pt x="69892" y="8486"/>
                  <a:pt x="79438" y="17218"/>
                </a:cubicBezTo>
                <a:cubicBezTo>
                  <a:pt x="88985" y="25951"/>
                  <a:pt x="93758" y="38097"/>
                  <a:pt x="93758" y="53657"/>
                </a:cubicBezTo>
                <a:cubicBezTo>
                  <a:pt x="93758" y="69261"/>
                  <a:pt x="88974" y="81451"/>
                  <a:pt x="79405" y="90228"/>
                </a:cubicBezTo>
                <a:cubicBezTo>
                  <a:pt x="69837" y="99004"/>
                  <a:pt x="56525" y="103393"/>
                  <a:pt x="39470" y="103393"/>
                </a:cubicBezTo>
                <a:lnTo>
                  <a:pt x="0" y="103393"/>
                </a:lnTo>
                <a:close/>
                <a:moveTo>
                  <a:pt x="175117" y="69371"/>
                </a:moveTo>
                <a:lnTo>
                  <a:pt x="122423" y="69371"/>
                </a:lnTo>
                <a:lnTo>
                  <a:pt x="122423" y="69903"/>
                </a:lnTo>
                <a:cubicBezTo>
                  <a:pt x="122423" y="79427"/>
                  <a:pt x="124218" y="86615"/>
                  <a:pt x="127806" y="91465"/>
                </a:cubicBezTo>
                <a:cubicBezTo>
                  <a:pt x="131394" y="96316"/>
                  <a:pt x="136688" y="98741"/>
                  <a:pt x="143687" y="98741"/>
                </a:cubicBezTo>
                <a:cubicBezTo>
                  <a:pt x="149047" y="98741"/>
                  <a:pt x="153443" y="97335"/>
                  <a:pt x="156877" y="94522"/>
                </a:cubicBezTo>
                <a:cubicBezTo>
                  <a:pt x="160310" y="91709"/>
                  <a:pt x="162713" y="87534"/>
                  <a:pt x="164086" y="81997"/>
                </a:cubicBezTo>
                <a:lnTo>
                  <a:pt x="173920" y="81997"/>
                </a:lnTo>
                <a:cubicBezTo>
                  <a:pt x="171971" y="89771"/>
                  <a:pt x="168372" y="95613"/>
                  <a:pt x="163123" y="99522"/>
                </a:cubicBezTo>
                <a:cubicBezTo>
                  <a:pt x="157873" y="103432"/>
                  <a:pt x="150974" y="105386"/>
                  <a:pt x="142424" y="105386"/>
                </a:cubicBezTo>
                <a:cubicBezTo>
                  <a:pt x="132103" y="105386"/>
                  <a:pt x="123808" y="101984"/>
                  <a:pt x="117540" y="95178"/>
                </a:cubicBezTo>
                <a:cubicBezTo>
                  <a:pt x="111271" y="88371"/>
                  <a:pt x="108137" y="79337"/>
                  <a:pt x="108137" y="68076"/>
                </a:cubicBezTo>
                <a:cubicBezTo>
                  <a:pt x="108137" y="56903"/>
                  <a:pt x="111216" y="47903"/>
                  <a:pt x="117373" y="41075"/>
                </a:cubicBezTo>
                <a:cubicBezTo>
                  <a:pt x="123531" y="34246"/>
                  <a:pt x="131615" y="30832"/>
                  <a:pt x="141627" y="30832"/>
                </a:cubicBezTo>
                <a:cubicBezTo>
                  <a:pt x="152303" y="30832"/>
                  <a:pt x="160498" y="34121"/>
                  <a:pt x="166213" y="40699"/>
                </a:cubicBezTo>
                <a:cubicBezTo>
                  <a:pt x="171927" y="47278"/>
                  <a:pt x="174895" y="56835"/>
                  <a:pt x="175117" y="69371"/>
                </a:cubicBezTo>
                <a:moveTo>
                  <a:pt x="160697" y="62328"/>
                </a:moveTo>
                <a:cubicBezTo>
                  <a:pt x="160432" y="54111"/>
                  <a:pt x="158693" y="47914"/>
                  <a:pt x="155481" y="43739"/>
                </a:cubicBezTo>
                <a:cubicBezTo>
                  <a:pt x="152270" y="39564"/>
                  <a:pt x="147651" y="37477"/>
                  <a:pt x="141627" y="37477"/>
                </a:cubicBezTo>
                <a:cubicBezTo>
                  <a:pt x="136001" y="37477"/>
                  <a:pt x="131571" y="39575"/>
                  <a:pt x="128337" y="43772"/>
                </a:cubicBezTo>
                <a:cubicBezTo>
                  <a:pt x="125103" y="47970"/>
                  <a:pt x="123132" y="54155"/>
                  <a:pt x="122423" y="62328"/>
                </a:cubicBezTo>
                <a:lnTo>
                  <a:pt x="160697" y="62328"/>
                </a:lnTo>
                <a:close/>
                <a:moveTo>
                  <a:pt x="214864" y="103393"/>
                </a:moveTo>
                <a:lnTo>
                  <a:pt x="188883" y="39869"/>
                </a:lnTo>
                <a:lnTo>
                  <a:pt x="180843" y="39869"/>
                </a:lnTo>
                <a:lnTo>
                  <a:pt x="180843" y="32692"/>
                </a:lnTo>
                <a:lnTo>
                  <a:pt x="213336" y="32692"/>
                </a:lnTo>
                <a:lnTo>
                  <a:pt x="213336" y="39869"/>
                </a:lnTo>
                <a:lnTo>
                  <a:pt x="202040" y="39869"/>
                </a:lnTo>
                <a:lnTo>
                  <a:pt x="221907" y="88442"/>
                </a:lnTo>
                <a:lnTo>
                  <a:pt x="241775" y="39869"/>
                </a:lnTo>
                <a:lnTo>
                  <a:pt x="231210" y="39869"/>
                </a:lnTo>
                <a:lnTo>
                  <a:pt x="231210" y="32692"/>
                </a:lnTo>
                <a:lnTo>
                  <a:pt x="257723" y="32692"/>
                </a:lnTo>
                <a:lnTo>
                  <a:pt x="257723" y="39869"/>
                </a:lnTo>
                <a:lnTo>
                  <a:pt x="249816" y="39869"/>
                </a:lnTo>
                <a:lnTo>
                  <a:pt x="223834" y="103393"/>
                </a:lnTo>
                <a:lnTo>
                  <a:pt x="214864" y="103393"/>
                </a:lnTo>
                <a:close/>
                <a:moveTo>
                  <a:pt x="270672" y="10665"/>
                </a:moveTo>
                <a:cubicBezTo>
                  <a:pt x="270672" y="8619"/>
                  <a:pt x="271414" y="6839"/>
                  <a:pt x="272898" y="5326"/>
                </a:cubicBezTo>
                <a:cubicBezTo>
                  <a:pt x="274382" y="3813"/>
                  <a:pt x="276165" y="3057"/>
                  <a:pt x="278247" y="3057"/>
                </a:cubicBezTo>
                <a:cubicBezTo>
                  <a:pt x="280285" y="3057"/>
                  <a:pt x="282046" y="3813"/>
                  <a:pt x="283530" y="5326"/>
                </a:cubicBezTo>
                <a:cubicBezTo>
                  <a:pt x="285014" y="6839"/>
                  <a:pt x="285756" y="8619"/>
                  <a:pt x="285756" y="10665"/>
                </a:cubicBezTo>
                <a:cubicBezTo>
                  <a:pt x="285756" y="12757"/>
                  <a:pt x="285025" y="14537"/>
                  <a:pt x="283563" y="16006"/>
                </a:cubicBezTo>
                <a:cubicBezTo>
                  <a:pt x="282101" y="17473"/>
                  <a:pt x="280329" y="18207"/>
                  <a:pt x="278247" y="18207"/>
                </a:cubicBezTo>
                <a:cubicBezTo>
                  <a:pt x="276165" y="18207"/>
                  <a:pt x="274382" y="17473"/>
                  <a:pt x="272898" y="16006"/>
                </a:cubicBezTo>
                <a:cubicBezTo>
                  <a:pt x="271414" y="14537"/>
                  <a:pt x="270672" y="12757"/>
                  <a:pt x="270672" y="10665"/>
                </a:cubicBezTo>
                <a:moveTo>
                  <a:pt x="286287" y="96349"/>
                </a:moveTo>
                <a:lnTo>
                  <a:pt x="297849" y="96349"/>
                </a:lnTo>
                <a:lnTo>
                  <a:pt x="297849" y="103393"/>
                </a:lnTo>
                <a:lnTo>
                  <a:pt x="262366" y="103393"/>
                </a:lnTo>
                <a:lnTo>
                  <a:pt x="262366" y="96349"/>
                </a:lnTo>
                <a:lnTo>
                  <a:pt x="274061" y="96349"/>
                </a:lnTo>
                <a:lnTo>
                  <a:pt x="274061" y="39869"/>
                </a:lnTo>
                <a:lnTo>
                  <a:pt x="262366" y="39869"/>
                </a:lnTo>
                <a:lnTo>
                  <a:pt x="262366" y="32692"/>
                </a:lnTo>
                <a:lnTo>
                  <a:pt x="286287" y="32692"/>
                </a:lnTo>
                <a:lnTo>
                  <a:pt x="286287" y="96349"/>
                </a:lnTo>
                <a:close/>
                <a:moveTo>
                  <a:pt x="370830" y="82129"/>
                </a:moveTo>
                <a:cubicBezTo>
                  <a:pt x="369102" y="89703"/>
                  <a:pt x="365780" y="95473"/>
                  <a:pt x="360863" y="99439"/>
                </a:cubicBezTo>
                <a:cubicBezTo>
                  <a:pt x="355945" y="103404"/>
                  <a:pt x="349589" y="105386"/>
                  <a:pt x="341792" y="105386"/>
                </a:cubicBezTo>
                <a:cubicBezTo>
                  <a:pt x="331515" y="105386"/>
                  <a:pt x="323253" y="101984"/>
                  <a:pt x="317007" y="95178"/>
                </a:cubicBezTo>
                <a:cubicBezTo>
                  <a:pt x="310761" y="88371"/>
                  <a:pt x="307638" y="79337"/>
                  <a:pt x="307638" y="68076"/>
                </a:cubicBezTo>
                <a:cubicBezTo>
                  <a:pt x="307638" y="56770"/>
                  <a:pt x="310761" y="47737"/>
                  <a:pt x="317007" y="40975"/>
                </a:cubicBezTo>
                <a:cubicBezTo>
                  <a:pt x="323253" y="34213"/>
                  <a:pt x="331515" y="30832"/>
                  <a:pt x="341792" y="30832"/>
                </a:cubicBezTo>
                <a:cubicBezTo>
                  <a:pt x="346266" y="30832"/>
                  <a:pt x="350718" y="31358"/>
                  <a:pt x="355148" y="32410"/>
                </a:cubicBezTo>
                <a:cubicBezTo>
                  <a:pt x="359578" y="33462"/>
                  <a:pt x="364030" y="35062"/>
                  <a:pt x="368504" y="37211"/>
                </a:cubicBezTo>
                <a:lnTo>
                  <a:pt x="368504" y="55285"/>
                </a:lnTo>
                <a:lnTo>
                  <a:pt x="361394" y="55285"/>
                </a:lnTo>
                <a:cubicBezTo>
                  <a:pt x="360464" y="49083"/>
                  <a:pt x="358437" y="44564"/>
                  <a:pt x="355314" y="41729"/>
                </a:cubicBezTo>
                <a:cubicBezTo>
                  <a:pt x="352191" y="38894"/>
                  <a:pt x="347728" y="37477"/>
                  <a:pt x="341925" y="37477"/>
                </a:cubicBezTo>
                <a:cubicBezTo>
                  <a:pt x="335324" y="37477"/>
                  <a:pt x="330341" y="40032"/>
                  <a:pt x="326974" y="45143"/>
                </a:cubicBezTo>
                <a:cubicBezTo>
                  <a:pt x="323608" y="50254"/>
                  <a:pt x="321924" y="57898"/>
                  <a:pt x="321924" y="68076"/>
                </a:cubicBezTo>
                <a:cubicBezTo>
                  <a:pt x="321924" y="78253"/>
                  <a:pt x="323596" y="85909"/>
                  <a:pt x="326941" y="91042"/>
                </a:cubicBezTo>
                <a:cubicBezTo>
                  <a:pt x="330286" y="96175"/>
                  <a:pt x="335280" y="98741"/>
                  <a:pt x="341925" y="98741"/>
                </a:cubicBezTo>
                <a:cubicBezTo>
                  <a:pt x="347196" y="98741"/>
                  <a:pt x="351405" y="97363"/>
                  <a:pt x="354550" y="94605"/>
                </a:cubicBezTo>
                <a:cubicBezTo>
                  <a:pt x="357695" y="91847"/>
                  <a:pt x="359844" y="87689"/>
                  <a:pt x="360995" y="82129"/>
                </a:cubicBezTo>
                <a:lnTo>
                  <a:pt x="370830" y="82129"/>
                </a:lnTo>
                <a:close/>
                <a:moveTo>
                  <a:pt x="450825" y="69371"/>
                </a:moveTo>
                <a:lnTo>
                  <a:pt x="398132" y="69371"/>
                </a:lnTo>
                <a:lnTo>
                  <a:pt x="398132" y="69903"/>
                </a:lnTo>
                <a:cubicBezTo>
                  <a:pt x="398132" y="79427"/>
                  <a:pt x="399926" y="86615"/>
                  <a:pt x="403514" y="91465"/>
                </a:cubicBezTo>
                <a:cubicBezTo>
                  <a:pt x="407102" y="96316"/>
                  <a:pt x="412396" y="98741"/>
                  <a:pt x="419395" y="98741"/>
                </a:cubicBezTo>
                <a:cubicBezTo>
                  <a:pt x="424755" y="98741"/>
                  <a:pt x="429152" y="97335"/>
                  <a:pt x="432585" y="94522"/>
                </a:cubicBezTo>
                <a:cubicBezTo>
                  <a:pt x="436018" y="91709"/>
                  <a:pt x="438421" y="87534"/>
                  <a:pt x="439795" y="81997"/>
                </a:cubicBezTo>
                <a:lnTo>
                  <a:pt x="449629" y="81997"/>
                </a:lnTo>
                <a:cubicBezTo>
                  <a:pt x="447680" y="89771"/>
                  <a:pt x="444080" y="95613"/>
                  <a:pt x="438831" y="99522"/>
                </a:cubicBezTo>
                <a:cubicBezTo>
                  <a:pt x="433582" y="103432"/>
                  <a:pt x="426682" y="105386"/>
                  <a:pt x="418133" y="105386"/>
                </a:cubicBezTo>
                <a:cubicBezTo>
                  <a:pt x="407811" y="105386"/>
                  <a:pt x="399516" y="101984"/>
                  <a:pt x="393248" y="95178"/>
                </a:cubicBezTo>
                <a:cubicBezTo>
                  <a:pt x="386980" y="88371"/>
                  <a:pt x="383846" y="79337"/>
                  <a:pt x="383846" y="68076"/>
                </a:cubicBezTo>
                <a:cubicBezTo>
                  <a:pt x="383846" y="56903"/>
                  <a:pt x="386924" y="47903"/>
                  <a:pt x="393082" y="41075"/>
                </a:cubicBezTo>
                <a:cubicBezTo>
                  <a:pt x="399239" y="34246"/>
                  <a:pt x="407324" y="30832"/>
                  <a:pt x="417335" y="30832"/>
                </a:cubicBezTo>
                <a:cubicBezTo>
                  <a:pt x="428011" y="30832"/>
                  <a:pt x="436206" y="34121"/>
                  <a:pt x="441921" y="40699"/>
                </a:cubicBezTo>
                <a:cubicBezTo>
                  <a:pt x="447635" y="47278"/>
                  <a:pt x="450603" y="56835"/>
                  <a:pt x="450825" y="69371"/>
                </a:cubicBezTo>
                <a:moveTo>
                  <a:pt x="436406" y="62328"/>
                </a:moveTo>
                <a:cubicBezTo>
                  <a:pt x="436140" y="54111"/>
                  <a:pt x="434401" y="47914"/>
                  <a:pt x="431190" y="43739"/>
                </a:cubicBezTo>
                <a:cubicBezTo>
                  <a:pt x="427978" y="39564"/>
                  <a:pt x="423360" y="37477"/>
                  <a:pt x="417335" y="37477"/>
                </a:cubicBezTo>
                <a:cubicBezTo>
                  <a:pt x="411709" y="37477"/>
                  <a:pt x="407279" y="39575"/>
                  <a:pt x="404046" y="43772"/>
                </a:cubicBezTo>
                <a:cubicBezTo>
                  <a:pt x="400812" y="47970"/>
                  <a:pt x="398841" y="54155"/>
                  <a:pt x="398132" y="62328"/>
                </a:cubicBezTo>
                <a:lnTo>
                  <a:pt x="436406" y="62328"/>
                </a:lnTo>
                <a:close/>
                <a:moveTo>
                  <a:pt x="462930" y="61664"/>
                </a:moveTo>
                <a:lnTo>
                  <a:pt x="496951" y="61664"/>
                </a:lnTo>
                <a:lnTo>
                  <a:pt x="496951" y="72029"/>
                </a:lnTo>
                <a:lnTo>
                  <a:pt x="462930" y="72029"/>
                </a:lnTo>
                <a:lnTo>
                  <a:pt x="462930" y="61664"/>
                </a:lnTo>
                <a:close/>
                <a:moveTo>
                  <a:pt x="509775" y="103393"/>
                </a:moveTo>
                <a:lnTo>
                  <a:pt x="509775" y="96349"/>
                </a:lnTo>
                <a:lnTo>
                  <a:pt x="522400" y="96349"/>
                </a:lnTo>
                <a:lnTo>
                  <a:pt x="522400" y="11296"/>
                </a:lnTo>
                <a:lnTo>
                  <a:pt x="509775" y="11296"/>
                </a:lnTo>
                <a:lnTo>
                  <a:pt x="509775" y="4120"/>
                </a:lnTo>
                <a:lnTo>
                  <a:pt x="589645" y="4120"/>
                </a:lnTo>
                <a:lnTo>
                  <a:pt x="589645" y="26313"/>
                </a:lnTo>
                <a:lnTo>
                  <a:pt x="581472" y="26313"/>
                </a:lnTo>
                <a:lnTo>
                  <a:pt x="581472" y="12359"/>
                </a:lnTo>
                <a:lnTo>
                  <a:pt x="535889" y="12359"/>
                </a:lnTo>
                <a:lnTo>
                  <a:pt x="535889" y="45583"/>
                </a:lnTo>
                <a:lnTo>
                  <a:pt x="568382" y="45583"/>
                </a:lnTo>
                <a:lnTo>
                  <a:pt x="568382" y="33091"/>
                </a:lnTo>
                <a:lnTo>
                  <a:pt x="576555" y="33091"/>
                </a:lnTo>
                <a:lnTo>
                  <a:pt x="576555" y="66182"/>
                </a:lnTo>
                <a:lnTo>
                  <a:pt x="568382" y="66182"/>
                </a:lnTo>
                <a:lnTo>
                  <a:pt x="568382" y="53690"/>
                </a:lnTo>
                <a:lnTo>
                  <a:pt x="535889" y="53690"/>
                </a:lnTo>
                <a:lnTo>
                  <a:pt x="535889" y="95153"/>
                </a:lnTo>
                <a:lnTo>
                  <a:pt x="582535" y="95153"/>
                </a:lnTo>
                <a:lnTo>
                  <a:pt x="582535" y="81199"/>
                </a:lnTo>
                <a:lnTo>
                  <a:pt x="590708" y="81199"/>
                </a:lnTo>
                <a:lnTo>
                  <a:pt x="590708" y="103393"/>
                </a:lnTo>
                <a:lnTo>
                  <a:pt x="509775" y="103393"/>
                </a:lnTo>
                <a:close/>
                <a:moveTo>
                  <a:pt x="641483" y="60268"/>
                </a:moveTo>
                <a:lnTo>
                  <a:pt x="656301" y="39869"/>
                </a:lnTo>
                <a:lnTo>
                  <a:pt x="646799" y="39869"/>
                </a:lnTo>
                <a:lnTo>
                  <a:pt x="646799" y="32692"/>
                </a:lnTo>
                <a:lnTo>
                  <a:pt x="673976" y="32692"/>
                </a:lnTo>
                <a:lnTo>
                  <a:pt x="673976" y="39869"/>
                </a:lnTo>
                <a:lnTo>
                  <a:pt x="664607" y="39869"/>
                </a:lnTo>
                <a:lnTo>
                  <a:pt x="645670" y="65983"/>
                </a:lnTo>
                <a:lnTo>
                  <a:pt x="667730" y="96349"/>
                </a:lnTo>
                <a:lnTo>
                  <a:pt x="676966" y="96349"/>
                </a:lnTo>
                <a:lnTo>
                  <a:pt x="676966" y="103393"/>
                </a:lnTo>
                <a:lnTo>
                  <a:pt x="644341" y="103393"/>
                </a:lnTo>
                <a:lnTo>
                  <a:pt x="644341" y="96349"/>
                </a:lnTo>
                <a:lnTo>
                  <a:pt x="653311" y="96349"/>
                </a:lnTo>
                <a:lnTo>
                  <a:pt x="637962" y="75219"/>
                </a:lnTo>
                <a:lnTo>
                  <a:pt x="622546" y="96349"/>
                </a:lnTo>
                <a:lnTo>
                  <a:pt x="631715" y="96349"/>
                </a:lnTo>
                <a:lnTo>
                  <a:pt x="631715" y="103393"/>
                </a:lnTo>
                <a:lnTo>
                  <a:pt x="604871" y="103393"/>
                </a:lnTo>
                <a:lnTo>
                  <a:pt x="604871" y="96349"/>
                </a:lnTo>
                <a:lnTo>
                  <a:pt x="614240" y="96349"/>
                </a:lnTo>
                <a:lnTo>
                  <a:pt x="633709" y="69504"/>
                </a:lnTo>
                <a:lnTo>
                  <a:pt x="612246" y="39869"/>
                </a:lnTo>
                <a:lnTo>
                  <a:pt x="603542" y="39869"/>
                </a:lnTo>
                <a:lnTo>
                  <a:pt x="603542" y="32692"/>
                </a:lnTo>
                <a:lnTo>
                  <a:pt x="635104" y="32692"/>
                </a:lnTo>
                <a:lnTo>
                  <a:pt x="635104" y="39869"/>
                </a:lnTo>
                <a:lnTo>
                  <a:pt x="626665" y="39869"/>
                </a:lnTo>
                <a:lnTo>
                  <a:pt x="641483" y="60268"/>
                </a:lnTo>
                <a:close/>
                <a:moveTo>
                  <a:pt x="705996" y="64587"/>
                </a:moveTo>
                <a:lnTo>
                  <a:pt x="705996" y="71564"/>
                </a:lnTo>
                <a:cubicBezTo>
                  <a:pt x="705996" y="80070"/>
                  <a:pt x="707624" y="86548"/>
                  <a:pt x="710880" y="91000"/>
                </a:cubicBezTo>
                <a:cubicBezTo>
                  <a:pt x="714136" y="95452"/>
                  <a:pt x="718865" y="97678"/>
                  <a:pt x="725067" y="97678"/>
                </a:cubicBezTo>
                <a:cubicBezTo>
                  <a:pt x="731313" y="97678"/>
                  <a:pt x="736042" y="95178"/>
                  <a:pt x="739253" y="90178"/>
                </a:cubicBezTo>
                <a:cubicBezTo>
                  <a:pt x="742465" y="85178"/>
                  <a:pt x="744071" y="77810"/>
                  <a:pt x="744071" y="68076"/>
                </a:cubicBezTo>
                <a:cubicBezTo>
                  <a:pt x="744071" y="58297"/>
                  <a:pt x="742465" y="50929"/>
                  <a:pt x="739253" y="45974"/>
                </a:cubicBezTo>
                <a:cubicBezTo>
                  <a:pt x="736042" y="41018"/>
                  <a:pt x="731313" y="38540"/>
                  <a:pt x="725067" y="38540"/>
                </a:cubicBezTo>
                <a:cubicBezTo>
                  <a:pt x="718865" y="38540"/>
                  <a:pt x="714136" y="40771"/>
                  <a:pt x="710880" y="45234"/>
                </a:cubicBezTo>
                <a:cubicBezTo>
                  <a:pt x="707624" y="49697"/>
                  <a:pt x="705996" y="56148"/>
                  <a:pt x="705996" y="64587"/>
                </a:cubicBezTo>
                <a:moveTo>
                  <a:pt x="693770" y="39869"/>
                </a:moveTo>
                <a:lnTo>
                  <a:pt x="682008" y="39869"/>
                </a:lnTo>
                <a:lnTo>
                  <a:pt x="682008" y="32692"/>
                </a:lnTo>
                <a:lnTo>
                  <a:pt x="705996" y="32692"/>
                </a:lnTo>
                <a:lnTo>
                  <a:pt x="705996" y="43789"/>
                </a:lnTo>
                <a:cubicBezTo>
                  <a:pt x="708388" y="39359"/>
                  <a:pt x="711434" y="36092"/>
                  <a:pt x="715133" y="33988"/>
                </a:cubicBezTo>
                <a:cubicBezTo>
                  <a:pt x="718832" y="31884"/>
                  <a:pt x="723405" y="30832"/>
                  <a:pt x="728854" y="30832"/>
                </a:cubicBezTo>
                <a:cubicBezTo>
                  <a:pt x="737537" y="30832"/>
                  <a:pt x="744624" y="34268"/>
                  <a:pt x="750117" y="41142"/>
                </a:cubicBezTo>
                <a:cubicBezTo>
                  <a:pt x="755610" y="48013"/>
                  <a:pt x="758357" y="56991"/>
                  <a:pt x="758357" y="68076"/>
                </a:cubicBezTo>
                <a:cubicBezTo>
                  <a:pt x="758357" y="79160"/>
                  <a:pt x="755610" y="88150"/>
                  <a:pt x="750117" y="95045"/>
                </a:cubicBezTo>
                <a:cubicBezTo>
                  <a:pt x="744624" y="101939"/>
                  <a:pt x="737537" y="105386"/>
                  <a:pt x="728854" y="105386"/>
                </a:cubicBezTo>
                <a:cubicBezTo>
                  <a:pt x="723405" y="105386"/>
                  <a:pt x="718832" y="104329"/>
                  <a:pt x="715133" y="102213"/>
                </a:cubicBezTo>
                <a:cubicBezTo>
                  <a:pt x="711434" y="100098"/>
                  <a:pt x="708388" y="96814"/>
                  <a:pt x="705996" y="92362"/>
                </a:cubicBezTo>
                <a:lnTo>
                  <a:pt x="705996" y="124523"/>
                </a:lnTo>
                <a:lnTo>
                  <a:pt x="717558" y="124523"/>
                </a:lnTo>
                <a:lnTo>
                  <a:pt x="717558" y="131700"/>
                </a:lnTo>
                <a:lnTo>
                  <a:pt x="682008" y="131700"/>
                </a:lnTo>
                <a:lnTo>
                  <a:pt x="682008" y="124523"/>
                </a:lnTo>
                <a:lnTo>
                  <a:pt x="693770" y="124523"/>
                </a:lnTo>
                <a:lnTo>
                  <a:pt x="693770" y="39869"/>
                </a:lnTo>
                <a:close/>
                <a:moveTo>
                  <a:pt x="793091" y="96349"/>
                </a:moveTo>
                <a:lnTo>
                  <a:pt x="804653" y="96349"/>
                </a:lnTo>
                <a:lnTo>
                  <a:pt x="804653" y="103393"/>
                </a:lnTo>
                <a:lnTo>
                  <a:pt x="769103" y="103393"/>
                </a:lnTo>
                <a:lnTo>
                  <a:pt x="769103" y="96349"/>
                </a:lnTo>
                <a:lnTo>
                  <a:pt x="780864" y="96349"/>
                </a:lnTo>
                <a:lnTo>
                  <a:pt x="780864" y="7043"/>
                </a:lnTo>
                <a:lnTo>
                  <a:pt x="769103" y="7043"/>
                </a:lnTo>
                <a:lnTo>
                  <a:pt x="769103" y="0"/>
                </a:lnTo>
                <a:lnTo>
                  <a:pt x="793091" y="0"/>
                </a:lnTo>
                <a:lnTo>
                  <a:pt x="793091" y="96349"/>
                </a:lnTo>
                <a:close/>
                <a:moveTo>
                  <a:pt x="849526" y="98741"/>
                </a:moveTo>
                <a:cubicBezTo>
                  <a:pt x="856082" y="98741"/>
                  <a:pt x="861032" y="96153"/>
                  <a:pt x="864377" y="90975"/>
                </a:cubicBezTo>
                <a:cubicBezTo>
                  <a:pt x="867721" y="85798"/>
                  <a:pt x="869393" y="78165"/>
                  <a:pt x="869393" y="68076"/>
                </a:cubicBezTo>
                <a:cubicBezTo>
                  <a:pt x="869393" y="57987"/>
                  <a:pt x="867721" y="50365"/>
                  <a:pt x="864377" y="45209"/>
                </a:cubicBezTo>
                <a:cubicBezTo>
                  <a:pt x="861032" y="40054"/>
                  <a:pt x="856082" y="37477"/>
                  <a:pt x="849526" y="37477"/>
                </a:cubicBezTo>
                <a:cubicBezTo>
                  <a:pt x="842969" y="37477"/>
                  <a:pt x="838019" y="40054"/>
                  <a:pt x="834674" y="45209"/>
                </a:cubicBezTo>
                <a:cubicBezTo>
                  <a:pt x="831330" y="50365"/>
                  <a:pt x="829658" y="57987"/>
                  <a:pt x="829658" y="68076"/>
                </a:cubicBezTo>
                <a:cubicBezTo>
                  <a:pt x="829658" y="78165"/>
                  <a:pt x="831341" y="85798"/>
                  <a:pt x="834708" y="90975"/>
                </a:cubicBezTo>
                <a:cubicBezTo>
                  <a:pt x="838074" y="96153"/>
                  <a:pt x="843014" y="98741"/>
                  <a:pt x="849526" y="98741"/>
                </a:cubicBezTo>
                <a:moveTo>
                  <a:pt x="849526" y="105386"/>
                </a:moveTo>
                <a:cubicBezTo>
                  <a:pt x="839248" y="105386"/>
                  <a:pt x="830987" y="101984"/>
                  <a:pt x="824741" y="95178"/>
                </a:cubicBezTo>
                <a:cubicBezTo>
                  <a:pt x="818494" y="88371"/>
                  <a:pt x="815371" y="79337"/>
                  <a:pt x="815371" y="68076"/>
                </a:cubicBezTo>
                <a:cubicBezTo>
                  <a:pt x="815371" y="56814"/>
                  <a:pt x="818483" y="47792"/>
                  <a:pt x="824707" y="41009"/>
                </a:cubicBezTo>
                <a:cubicBezTo>
                  <a:pt x="830931" y="34224"/>
                  <a:pt x="839204" y="30832"/>
                  <a:pt x="849526" y="30832"/>
                </a:cubicBezTo>
                <a:cubicBezTo>
                  <a:pt x="859847" y="30832"/>
                  <a:pt x="868120" y="34224"/>
                  <a:pt x="874344" y="41009"/>
                </a:cubicBezTo>
                <a:cubicBezTo>
                  <a:pt x="880568" y="47792"/>
                  <a:pt x="883680" y="56814"/>
                  <a:pt x="883680" y="68076"/>
                </a:cubicBezTo>
                <a:cubicBezTo>
                  <a:pt x="883680" y="79337"/>
                  <a:pt x="880568" y="88371"/>
                  <a:pt x="874344" y="95178"/>
                </a:cubicBezTo>
                <a:cubicBezTo>
                  <a:pt x="868120" y="101984"/>
                  <a:pt x="859847" y="105386"/>
                  <a:pt x="849526" y="105386"/>
                </a:cubicBezTo>
                <a:close/>
                <a:moveTo>
                  <a:pt x="903468" y="10665"/>
                </a:moveTo>
                <a:cubicBezTo>
                  <a:pt x="903468" y="8619"/>
                  <a:pt x="904210" y="6839"/>
                  <a:pt x="905694" y="5326"/>
                </a:cubicBezTo>
                <a:cubicBezTo>
                  <a:pt x="907178" y="3813"/>
                  <a:pt x="908961" y="3057"/>
                  <a:pt x="911043" y="3057"/>
                </a:cubicBezTo>
                <a:cubicBezTo>
                  <a:pt x="913081" y="3057"/>
                  <a:pt x="914842" y="3813"/>
                  <a:pt x="916326" y="5326"/>
                </a:cubicBezTo>
                <a:cubicBezTo>
                  <a:pt x="917810" y="6839"/>
                  <a:pt x="918552" y="8619"/>
                  <a:pt x="918552" y="10665"/>
                </a:cubicBezTo>
                <a:cubicBezTo>
                  <a:pt x="918552" y="12757"/>
                  <a:pt x="917821" y="14537"/>
                  <a:pt x="916359" y="16006"/>
                </a:cubicBezTo>
                <a:cubicBezTo>
                  <a:pt x="914897" y="17473"/>
                  <a:pt x="913125" y="18207"/>
                  <a:pt x="911043" y="18207"/>
                </a:cubicBezTo>
                <a:cubicBezTo>
                  <a:pt x="908961" y="18207"/>
                  <a:pt x="907178" y="17473"/>
                  <a:pt x="905694" y="16006"/>
                </a:cubicBezTo>
                <a:cubicBezTo>
                  <a:pt x="904210" y="14537"/>
                  <a:pt x="903468" y="12757"/>
                  <a:pt x="903468" y="10665"/>
                </a:cubicBezTo>
                <a:moveTo>
                  <a:pt x="919083" y="96349"/>
                </a:moveTo>
                <a:lnTo>
                  <a:pt x="930645" y="96349"/>
                </a:lnTo>
                <a:lnTo>
                  <a:pt x="930645" y="103393"/>
                </a:lnTo>
                <a:lnTo>
                  <a:pt x="895162" y="103393"/>
                </a:lnTo>
                <a:lnTo>
                  <a:pt x="895162" y="96349"/>
                </a:lnTo>
                <a:lnTo>
                  <a:pt x="906857" y="96349"/>
                </a:lnTo>
                <a:lnTo>
                  <a:pt x="906857" y="39869"/>
                </a:lnTo>
                <a:lnTo>
                  <a:pt x="895162" y="39869"/>
                </a:lnTo>
                <a:lnTo>
                  <a:pt x="895162" y="32692"/>
                </a:lnTo>
                <a:lnTo>
                  <a:pt x="919083" y="32692"/>
                </a:lnTo>
                <a:lnTo>
                  <a:pt x="919083" y="96349"/>
                </a:lnTo>
                <a:close/>
                <a:moveTo>
                  <a:pt x="948341" y="39869"/>
                </a:moveTo>
                <a:lnTo>
                  <a:pt x="937576" y="39869"/>
                </a:lnTo>
                <a:lnTo>
                  <a:pt x="937576" y="32692"/>
                </a:lnTo>
                <a:lnTo>
                  <a:pt x="948341" y="32692"/>
                </a:lnTo>
                <a:lnTo>
                  <a:pt x="948341" y="10765"/>
                </a:lnTo>
                <a:lnTo>
                  <a:pt x="960634" y="10765"/>
                </a:lnTo>
                <a:lnTo>
                  <a:pt x="960634" y="32692"/>
                </a:lnTo>
                <a:lnTo>
                  <a:pt x="983625" y="32692"/>
                </a:lnTo>
                <a:lnTo>
                  <a:pt x="983625" y="39869"/>
                </a:lnTo>
                <a:lnTo>
                  <a:pt x="960634" y="39869"/>
                </a:lnTo>
                <a:lnTo>
                  <a:pt x="960634" y="84721"/>
                </a:lnTo>
                <a:cubicBezTo>
                  <a:pt x="960634" y="90701"/>
                  <a:pt x="961210" y="94533"/>
                  <a:pt x="962361" y="96216"/>
                </a:cubicBezTo>
                <a:cubicBezTo>
                  <a:pt x="963513" y="97900"/>
                  <a:pt x="965639" y="98741"/>
                  <a:pt x="968740" y="98741"/>
                </a:cubicBezTo>
                <a:cubicBezTo>
                  <a:pt x="971930" y="98741"/>
                  <a:pt x="974255" y="97800"/>
                  <a:pt x="975717" y="95917"/>
                </a:cubicBezTo>
                <a:cubicBezTo>
                  <a:pt x="977179" y="94035"/>
                  <a:pt x="977954" y="90989"/>
                  <a:pt x="978043" y="86781"/>
                </a:cubicBezTo>
                <a:lnTo>
                  <a:pt x="987279" y="86781"/>
                </a:lnTo>
                <a:cubicBezTo>
                  <a:pt x="986925" y="93228"/>
                  <a:pt x="985175" y="97941"/>
                  <a:pt x="982030" y="100920"/>
                </a:cubicBezTo>
                <a:cubicBezTo>
                  <a:pt x="978885" y="103897"/>
                  <a:pt x="974100" y="105386"/>
                  <a:pt x="967677" y="105386"/>
                </a:cubicBezTo>
                <a:cubicBezTo>
                  <a:pt x="960634" y="105386"/>
                  <a:pt x="955650" y="103820"/>
                  <a:pt x="952726" y="100687"/>
                </a:cubicBezTo>
                <a:cubicBezTo>
                  <a:pt x="949803" y="97553"/>
                  <a:pt x="948341" y="92231"/>
                  <a:pt x="948341" y="84721"/>
                </a:cubicBezTo>
                <a:lnTo>
                  <a:pt x="948341" y="39869"/>
                </a:lnTo>
                <a:close/>
                <a:moveTo>
                  <a:pt x="995732" y="99539"/>
                </a:moveTo>
                <a:lnTo>
                  <a:pt x="995732" y="83060"/>
                </a:lnTo>
                <a:lnTo>
                  <a:pt x="1002775" y="83060"/>
                </a:lnTo>
                <a:cubicBezTo>
                  <a:pt x="1002952" y="88309"/>
                  <a:pt x="1004602" y="92235"/>
                  <a:pt x="1007725" y="94838"/>
                </a:cubicBezTo>
                <a:cubicBezTo>
                  <a:pt x="1010848" y="97440"/>
                  <a:pt x="1015467" y="98741"/>
                  <a:pt x="1021580" y="98741"/>
                </a:cubicBezTo>
                <a:cubicBezTo>
                  <a:pt x="1027073" y="98741"/>
                  <a:pt x="1031259" y="97714"/>
                  <a:pt x="1034138" y="95658"/>
                </a:cubicBezTo>
                <a:cubicBezTo>
                  <a:pt x="1037018" y="93601"/>
                  <a:pt x="1038457" y="90604"/>
                  <a:pt x="1038457" y="86669"/>
                </a:cubicBezTo>
                <a:cubicBezTo>
                  <a:pt x="1038457" y="83573"/>
                  <a:pt x="1037405" y="81075"/>
                  <a:pt x="1035301" y="79175"/>
                </a:cubicBezTo>
                <a:cubicBezTo>
                  <a:pt x="1033197" y="77273"/>
                  <a:pt x="1028756" y="75238"/>
                  <a:pt x="1021978" y="73072"/>
                </a:cubicBezTo>
                <a:lnTo>
                  <a:pt x="1013141" y="70075"/>
                </a:lnTo>
                <a:cubicBezTo>
                  <a:pt x="1007072" y="68125"/>
                  <a:pt x="1002675" y="65686"/>
                  <a:pt x="999951" y="62760"/>
                </a:cubicBezTo>
                <a:cubicBezTo>
                  <a:pt x="997227" y="59832"/>
                  <a:pt x="995864" y="56107"/>
                  <a:pt x="995864" y="51584"/>
                </a:cubicBezTo>
                <a:cubicBezTo>
                  <a:pt x="995864" y="45110"/>
                  <a:pt x="998234" y="40033"/>
                  <a:pt x="1002974" y="36353"/>
                </a:cubicBezTo>
                <a:cubicBezTo>
                  <a:pt x="1007714" y="32672"/>
                  <a:pt x="1014270" y="30832"/>
                  <a:pt x="1022643" y="30832"/>
                </a:cubicBezTo>
                <a:cubicBezTo>
                  <a:pt x="1026364" y="30832"/>
                  <a:pt x="1030284" y="31319"/>
                  <a:pt x="1034404" y="32294"/>
                </a:cubicBezTo>
                <a:cubicBezTo>
                  <a:pt x="1038524" y="33268"/>
                  <a:pt x="1042777" y="34686"/>
                  <a:pt x="1047162" y="36546"/>
                </a:cubicBezTo>
                <a:lnTo>
                  <a:pt x="1047162" y="51962"/>
                </a:lnTo>
                <a:lnTo>
                  <a:pt x="1040119" y="51962"/>
                </a:lnTo>
                <a:cubicBezTo>
                  <a:pt x="1039941" y="47420"/>
                  <a:pt x="1038347" y="43871"/>
                  <a:pt x="1035334" y="41314"/>
                </a:cubicBezTo>
                <a:cubicBezTo>
                  <a:pt x="1032322" y="38756"/>
                  <a:pt x="1028225" y="37477"/>
                  <a:pt x="1023042" y="37477"/>
                </a:cubicBezTo>
                <a:cubicBezTo>
                  <a:pt x="1017903" y="37477"/>
                  <a:pt x="1014016" y="38383"/>
                  <a:pt x="1011380" y="40197"/>
                </a:cubicBezTo>
                <a:cubicBezTo>
                  <a:pt x="1008744" y="42009"/>
                  <a:pt x="1007426" y="44727"/>
                  <a:pt x="1007426" y="48351"/>
                </a:cubicBezTo>
                <a:cubicBezTo>
                  <a:pt x="1007426" y="51314"/>
                  <a:pt x="1008423" y="53691"/>
                  <a:pt x="1010416" y="55482"/>
                </a:cubicBezTo>
                <a:cubicBezTo>
                  <a:pt x="1012410" y="57272"/>
                  <a:pt x="1016397" y="59095"/>
                  <a:pt x="1022377" y="60951"/>
                </a:cubicBezTo>
                <a:lnTo>
                  <a:pt x="1032078" y="63948"/>
                </a:lnTo>
                <a:cubicBezTo>
                  <a:pt x="1038768" y="66032"/>
                  <a:pt x="1043585" y="68638"/>
                  <a:pt x="1046531" y="71764"/>
                </a:cubicBezTo>
                <a:cubicBezTo>
                  <a:pt x="1049477" y="74889"/>
                  <a:pt x="1050950" y="78914"/>
                  <a:pt x="1050950" y="83836"/>
                </a:cubicBezTo>
                <a:cubicBezTo>
                  <a:pt x="1050950" y="90531"/>
                  <a:pt x="1048391" y="95796"/>
                  <a:pt x="1043275" y="99632"/>
                </a:cubicBezTo>
                <a:cubicBezTo>
                  <a:pt x="1038158" y="103468"/>
                  <a:pt x="1031104" y="105386"/>
                  <a:pt x="1022111" y="105386"/>
                </a:cubicBezTo>
                <a:cubicBezTo>
                  <a:pt x="1017549" y="105386"/>
                  <a:pt x="1013097" y="104899"/>
                  <a:pt x="1008755" y="103924"/>
                </a:cubicBezTo>
                <a:cubicBezTo>
                  <a:pt x="1004414" y="102950"/>
                  <a:pt x="1000073" y="101488"/>
                  <a:pt x="995732" y="995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88E83D-AB3E-4C23-9CD3-CFA042B6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374" y="1830248"/>
            <a:ext cx="1344891" cy="416987"/>
          </a:xfrm>
          <a:custGeom xmlns:a="http://schemas.openxmlformats.org/drawingml/2006/main">
            <a:pathLst>
              <a:path w="1344891" h="416987">
                <a:moveTo>
                  <a:pt x="672708" y="416987"/>
                </a:moveTo>
                <a:lnTo>
                  <a:pt x="37989" y="416987"/>
                </a:lnTo>
                <a:cubicBezTo>
                  <a:pt x="16938" y="416987"/>
                  <a:pt x="0" y="400556"/>
                  <a:pt x="0" y="379488"/>
                </a:cubicBezTo>
                <a:lnTo>
                  <a:pt x="0" y="37499"/>
                </a:lnTo>
                <a:cubicBezTo>
                  <a:pt x="0" y="16956"/>
                  <a:pt x="16938" y="0"/>
                  <a:pt x="37989" y="0"/>
                </a:cubicBezTo>
                <a:lnTo>
                  <a:pt x="1306902" y="0"/>
                </a:lnTo>
                <a:cubicBezTo>
                  <a:pt x="1327953" y="0"/>
                  <a:pt x="1344891" y="16956"/>
                  <a:pt x="1344891" y="37499"/>
                </a:cubicBezTo>
                <a:lnTo>
                  <a:pt x="1344891" y="379488"/>
                </a:lnTo>
                <a:cubicBezTo>
                  <a:pt x="1344891" y="400556"/>
                  <a:pt x="1327953" y="416987"/>
                  <a:pt x="1306902" y="416987"/>
                </a:cubicBezTo>
                <a:lnTo>
                  <a:pt x="672708" y="41698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467">
            <a:extLst xmlns:a="http://schemas.openxmlformats.org/drawingml/2006/main">
              <a:ext uri="{FF2B5EF4-FFF2-40B4-BE49-F238E27FC236}">
                <a16:creationId xmlns:a16="http://schemas.microsoft.com/office/drawing/2014/main" id="{C28FABB7-7BD5-46FF-9916-4ADA58F5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96" y="1913330"/>
            <a:ext cx="327421" cy="126316"/>
          </a:xfrm>
          <a:custGeom xmlns:a="http://schemas.openxmlformats.org/drawingml/2006/main">
            <a:pathLst>
              <a:path w="327421" h="126316">
                <a:moveTo>
                  <a:pt x="99667" y="123871"/>
                </a:moveTo>
                <a:lnTo>
                  <a:pt x="32679" y="123871"/>
                </a:lnTo>
                <a:lnTo>
                  <a:pt x="32679" y="113929"/>
                </a:lnTo>
                <a:lnTo>
                  <a:pt x="50771" y="113929"/>
                </a:lnTo>
                <a:lnTo>
                  <a:pt x="50771" y="91762"/>
                </a:lnTo>
                <a:lnTo>
                  <a:pt x="0" y="91762"/>
                </a:lnTo>
                <a:lnTo>
                  <a:pt x="0" y="82398"/>
                </a:lnTo>
                <a:lnTo>
                  <a:pt x="50934" y="0"/>
                </a:lnTo>
                <a:lnTo>
                  <a:pt x="81576" y="0"/>
                </a:lnTo>
                <a:lnTo>
                  <a:pt x="81576" y="81168"/>
                </a:lnTo>
                <a:lnTo>
                  <a:pt x="102438" y="81168"/>
                </a:lnTo>
                <a:lnTo>
                  <a:pt x="102438" y="91762"/>
                </a:lnTo>
                <a:lnTo>
                  <a:pt x="81576" y="91762"/>
                </a:lnTo>
                <a:lnTo>
                  <a:pt x="81576" y="113929"/>
                </a:lnTo>
                <a:lnTo>
                  <a:pt x="99667" y="113929"/>
                </a:lnTo>
                <a:lnTo>
                  <a:pt x="99667" y="123871"/>
                </a:lnTo>
                <a:moveTo>
                  <a:pt x="50771" y="81168"/>
                </a:moveTo>
                <a:lnTo>
                  <a:pt x="50771" y="22202"/>
                </a:lnTo>
                <a:lnTo>
                  <a:pt x="14506" y="81168"/>
                </a:lnTo>
                <a:lnTo>
                  <a:pt x="50771" y="81168"/>
                </a:lnTo>
                <a:close/>
                <a:moveTo>
                  <a:pt x="150223" y="51902"/>
                </a:moveTo>
                <a:cubicBezTo>
                  <a:pt x="153755" y="49053"/>
                  <a:pt x="157707" y="46916"/>
                  <a:pt x="162081" y="45492"/>
                </a:cubicBezTo>
                <a:cubicBezTo>
                  <a:pt x="166454" y="44067"/>
                  <a:pt x="171221" y="43355"/>
                  <a:pt x="176383" y="43355"/>
                </a:cubicBezTo>
                <a:cubicBezTo>
                  <a:pt x="188824" y="43355"/>
                  <a:pt x="198590" y="46995"/>
                  <a:pt x="205680" y="54275"/>
                </a:cubicBezTo>
                <a:cubicBezTo>
                  <a:pt x="212770" y="61555"/>
                  <a:pt x="216315" y="71552"/>
                  <a:pt x="216315" y="84265"/>
                </a:cubicBezTo>
                <a:cubicBezTo>
                  <a:pt x="216315" y="97684"/>
                  <a:pt x="212322" y="108048"/>
                  <a:pt x="204335" y="115355"/>
                </a:cubicBezTo>
                <a:cubicBezTo>
                  <a:pt x="196349" y="122662"/>
                  <a:pt x="184994" y="126316"/>
                  <a:pt x="170271" y="126316"/>
                </a:cubicBezTo>
                <a:cubicBezTo>
                  <a:pt x="153646" y="126316"/>
                  <a:pt x="141055" y="121301"/>
                  <a:pt x="132498" y="111270"/>
                </a:cubicBezTo>
                <a:cubicBezTo>
                  <a:pt x="123941" y="101239"/>
                  <a:pt x="119663" y="86493"/>
                  <a:pt x="119663" y="67031"/>
                </a:cubicBezTo>
                <a:cubicBezTo>
                  <a:pt x="119663" y="44906"/>
                  <a:pt x="124417" y="28203"/>
                  <a:pt x="133924" y="16923"/>
                </a:cubicBezTo>
                <a:cubicBezTo>
                  <a:pt x="143432" y="5641"/>
                  <a:pt x="157530" y="0"/>
                  <a:pt x="176220" y="0"/>
                </a:cubicBezTo>
                <a:cubicBezTo>
                  <a:pt x="181109" y="0"/>
                  <a:pt x="186352" y="407"/>
                  <a:pt x="191948" y="1222"/>
                </a:cubicBezTo>
                <a:cubicBezTo>
                  <a:pt x="197544" y="2037"/>
                  <a:pt x="203547" y="3260"/>
                  <a:pt x="209958" y="4890"/>
                </a:cubicBezTo>
                <a:lnTo>
                  <a:pt x="209958" y="26567"/>
                </a:lnTo>
                <a:lnTo>
                  <a:pt x="200098" y="26567"/>
                </a:lnTo>
                <a:cubicBezTo>
                  <a:pt x="198739" y="20998"/>
                  <a:pt x="196172" y="16781"/>
                  <a:pt x="192396" y="13915"/>
                </a:cubicBezTo>
                <a:cubicBezTo>
                  <a:pt x="188620" y="11049"/>
                  <a:pt x="183744" y="9616"/>
                  <a:pt x="177768" y="9616"/>
                </a:cubicBezTo>
                <a:cubicBezTo>
                  <a:pt x="168098" y="9616"/>
                  <a:pt x="161103" y="12936"/>
                  <a:pt x="156783" y="19576"/>
                </a:cubicBezTo>
                <a:cubicBezTo>
                  <a:pt x="152464" y="26215"/>
                  <a:pt x="150277" y="36990"/>
                  <a:pt x="150223" y="51902"/>
                </a:cubicBezTo>
                <a:moveTo>
                  <a:pt x="168396" y="116700"/>
                </a:moveTo>
                <a:cubicBezTo>
                  <a:pt x="173992" y="116700"/>
                  <a:pt x="177985" y="114329"/>
                  <a:pt x="180376" y="109587"/>
                </a:cubicBezTo>
                <a:cubicBezTo>
                  <a:pt x="182766" y="104845"/>
                  <a:pt x="183962" y="96621"/>
                  <a:pt x="183962" y="84917"/>
                </a:cubicBezTo>
                <a:cubicBezTo>
                  <a:pt x="183962" y="73212"/>
                  <a:pt x="182766" y="64989"/>
                  <a:pt x="180376" y="60247"/>
                </a:cubicBezTo>
                <a:cubicBezTo>
                  <a:pt x="177985" y="55505"/>
                  <a:pt x="173992" y="53134"/>
                  <a:pt x="168396" y="53134"/>
                </a:cubicBezTo>
                <a:cubicBezTo>
                  <a:pt x="162800" y="53134"/>
                  <a:pt x="158821" y="55505"/>
                  <a:pt x="156457" y="60247"/>
                </a:cubicBezTo>
                <a:cubicBezTo>
                  <a:pt x="154094" y="64989"/>
                  <a:pt x="152912" y="73212"/>
                  <a:pt x="152912" y="84917"/>
                </a:cubicBezTo>
                <a:cubicBezTo>
                  <a:pt x="152912" y="96621"/>
                  <a:pt x="154094" y="104845"/>
                  <a:pt x="156457" y="109587"/>
                </a:cubicBezTo>
                <a:cubicBezTo>
                  <a:pt x="158821" y="114329"/>
                  <a:pt x="162800" y="116700"/>
                  <a:pt x="168396" y="116700"/>
                </a:cubicBezTo>
                <a:close/>
                <a:moveTo>
                  <a:pt x="327421" y="22831"/>
                </a:moveTo>
                <a:lnTo>
                  <a:pt x="277220" y="123871"/>
                </a:lnTo>
                <a:lnTo>
                  <a:pt x="260677" y="123871"/>
                </a:lnTo>
                <a:lnTo>
                  <a:pt x="309573" y="25263"/>
                </a:lnTo>
                <a:lnTo>
                  <a:pt x="249512" y="25263"/>
                </a:lnTo>
                <a:lnTo>
                  <a:pt x="249512" y="41725"/>
                </a:lnTo>
                <a:lnTo>
                  <a:pt x="238348" y="41725"/>
                </a:lnTo>
                <a:lnTo>
                  <a:pt x="238348" y="2119"/>
                </a:lnTo>
                <a:lnTo>
                  <a:pt x="327421" y="2119"/>
                </a:lnTo>
                <a:lnTo>
                  <a:pt x="327421" y="228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EmpiricalDataset">
            <a:extLst xmlns:a="http://schemas.openxmlformats.org/drawingml/2006/main">
              <a:ext uri="{FF2B5EF4-FFF2-40B4-BE49-F238E27FC236}">
                <a16:creationId xmlns:a16="http://schemas.microsoft.com/office/drawing/2014/main" id="{251931A9-943A-40F2-B8B5-554D548E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43" y="2106342"/>
            <a:ext cx="1233457" cy="131700"/>
          </a:xfrm>
          <a:custGeom xmlns:a="http://schemas.openxmlformats.org/drawingml/2006/main">
            <a:pathLst>
              <a:path w="1233457" h="131700">
                <a:moveTo>
                  <a:pt x="0" y="103393"/>
                </a:moveTo>
                <a:lnTo>
                  <a:pt x="0" y="96349"/>
                </a:lnTo>
                <a:lnTo>
                  <a:pt x="12625" y="96349"/>
                </a:lnTo>
                <a:lnTo>
                  <a:pt x="12625" y="11296"/>
                </a:lnTo>
                <a:lnTo>
                  <a:pt x="0" y="11296"/>
                </a:lnTo>
                <a:lnTo>
                  <a:pt x="0" y="4120"/>
                </a:lnTo>
                <a:lnTo>
                  <a:pt x="79870" y="4120"/>
                </a:lnTo>
                <a:lnTo>
                  <a:pt x="79870" y="26313"/>
                </a:lnTo>
                <a:lnTo>
                  <a:pt x="71697" y="26313"/>
                </a:lnTo>
                <a:lnTo>
                  <a:pt x="71697" y="12359"/>
                </a:lnTo>
                <a:lnTo>
                  <a:pt x="26114" y="12359"/>
                </a:lnTo>
                <a:lnTo>
                  <a:pt x="26114" y="45583"/>
                </a:lnTo>
                <a:lnTo>
                  <a:pt x="58607" y="45583"/>
                </a:lnTo>
                <a:lnTo>
                  <a:pt x="58607" y="33091"/>
                </a:lnTo>
                <a:lnTo>
                  <a:pt x="66780" y="33091"/>
                </a:lnTo>
                <a:lnTo>
                  <a:pt x="66780" y="66182"/>
                </a:lnTo>
                <a:lnTo>
                  <a:pt x="58607" y="66182"/>
                </a:lnTo>
                <a:lnTo>
                  <a:pt x="58607" y="53690"/>
                </a:lnTo>
                <a:lnTo>
                  <a:pt x="26114" y="53690"/>
                </a:lnTo>
                <a:lnTo>
                  <a:pt x="26114" y="95153"/>
                </a:lnTo>
                <a:lnTo>
                  <a:pt x="72760" y="95153"/>
                </a:lnTo>
                <a:lnTo>
                  <a:pt x="72760" y="81199"/>
                </a:lnTo>
                <a:lnTo>
                  <a:pt x="80933" y="81199"/>
                </a:lnTo>
                <a:lnTo>
                  <a:pt x="80933" y="103393"/>
                </a:lnTo>
                <a:lnTo>
                  <a:pt x="0" y="103393"/>
                </a:lnTo>
                <a:close/>
                <a:moveTo>
                  <a:pt x="162607" y="46513"/>
                </a:moveTo>
                <a:cubicBezTo>
                  <a:pt x="164955" y="41331"/>
                  <a:pt x="167956" y="37421"/>
                  <a:pt x="171610" y="34785"/>
                </a:cubicBezTo>
                <a:cubicBezTo>
                  <a:pt x="175265" y="32150"/>
                  <a:pt x="179529" y="30832"/>
                  <a:pt x="184402" y="30832"/>
                </a:cubicBezTo>
                <a:cubicBezTo>
                  <a:pt x="191800" y="30832"/>
                  <a:pt x="197315" y="33124"/>
                  <a:pt x="200947" y="37709"/>
                </a:cubicBezTo>
                <a:cubicBezTo>
                  <a:pt x="204580" y="42294"/>
                  <a:pt x="206396" y="49216"/>
                  <a:pt x="206396" y="58474"/>
                </a:cubicBezTo>
                <a:lnTo>
                  <a:pt x="206396" y="96349"/>
                </a:lnTo>
                <a:lnTo>
                  <a:pt x="217426" y="96349"/>
                </a:lnTo>
                <a:lnTo>
                  <a:pt x="217426" y="103393"/>
                </a:lnTo>
                <a:lnTo>
                  <a:pt x="183538" y="103393"/>
                </a:lnTo>
                <a:lnTo>
                  <a:pt x="183538" y="96349"/>
                </a:lnTo>
                <a:lnTo>
                  <a:pt x="194169" y="96349"/>
                </a:lnTo>
                <a:lnTo>
                  <a:pt x="194169" y="59869"/>
                </a:lnTo>
                <a:cubicBezTo>
                  <a:pt x="194169" y="52649"/>
                  <a:pt x="193106" y="47510"/>
                  <a:pt x="190980" y="44454"/>
                </a:cubicBezTo>
                <a:cubicBezTo>
                  <a:pt x="188854" y="41397"/>
                  <a:pt x="185332" y="39869"/>
                  <a:pt x="180415" y="39869"/>
                </a:cubicBezTo>
                <a:cubicBezTo>
                  <a:pt x="174966" y="39869"/>
                  <a:pt x="170813" y="41929"/>
                  <a:pt x="167956" y="46048"/>
                </a:cubicBezTo>
                <a:cubicBezTo>
                  <a:pt x="165099" y="50168"/>
                  <a:pt x="163670" y="56171"/>
                  <a:pt x="163670" y="64056"/>
                </a:cubicBezTo>
                <a:lnTo>
                  <a:pt x="163670" y="96349"/>
                </a:lnTo>
                <a:lnTo>
                  <a:pt x="174302" y="96349"/>
                </a:lnTo>
                <a:lnTo>
                  <a:pt x="174302" y="103393"/>
                </a:lnTo>
                <a:lnTo>
                  <a:pt x="140812" y="103393"/>
                </a:lnTo>
                <a:lnTo>
                  <a:pt x="140812" y="96349"/>
                </a:lnTo>
                <a:lnTo>
                  <a:pt x="151444" y="96349"/>
                </a:lnTo>
                <a:lnTo>
                  <a:pt x="151444" y="59404"/>
                </a:lnTo>
                <a:cubicBezTo>
                  <a:pt x="151444" y="52361"/>
                  <a:pt x="150380" y="47344"/>
                  <a:pt x="148254" y="44354"/>
                </a:cubicBezTo>
                <a:cubicBezTo>
                  <a:pt x="146128" y="41364"/>
                  <a:pt x="142606" y="39869"/>
                  <a:pt x="137689" y="39869"/>
                </a:cubicBezTo>
                <a:cubicBezTo>
                  <a:pt x="132240" y="39869"/>
                  <a:pt x="128087" y="41929"/>
                  <a:pt x="125230" y="46048"/>
                </a:cubicBezTo>
                <a:cubicBezTo>
                  <a:pt x="122373" y="50168"/>
                  <a:pt x="120944" y="56171"/>
                  <a:pt x="120944" y="64056"/>
                </a:cubicBezTo>
                <a:lnTo>
                  <a:pt x="120944" y="96349"/>
                </a:lnTo>
                <a:lnTo>
                  <a:pt x="131576" y="96349"/>
                </a:lnTo>
                <a:lnTo>
                  <a:pt x="131576" y="103393"/>
                </a:lnTo>
                <a:lnTo>
                  <a:pt x="97687" y="103393"/>
                </a:lnTo>
                <a:lnTo>
                  <a:pt x="97687" y="96349"/>
                </a:lnTo>
                <a:lnTo>
                  <a:pt x="108718" y="96349"/>
                </a:lnTo>
                <a:lnTo>
                  <a:pt x="108718" y="39736"/>
                </a:lnTo>
                <a:lnTo>
                  <a:pt x="97023" y="39736"/>
                </a:lnTo>
                <a:lnTo>
                  <a:pt x="97023" y="32692"/>
                </a:lnTo>
                <a:lnTo>
                  <a:pt x="120944" y="32692"/>
                </a:lnTo>
                <a:lnTo>
                  <a:pt x="120944" y="45317"/>
                </a:lnTo>
                <a:cubicBezTo>
                  <a:pt x="123203" y="40622"/>
                  <a:pt x="126083" y="37034"/>
                  <a:pt x="129582" y="34553"/>
                </a:cubicBezTo>
                <a:cubicBezTo>
                  <a:pt x="133082" y="32072"/>
                  <a:pt x="137047" y="30832"/>
                  <a:pt x="141476" y="30832"/>
                </a:cubicBezTo>
                <a:cubicBezTo>
                  <a:pt x="146969" y="30832"/>
                  <a:pt x="151554" y="32194"/>
                  <a:pt x="155231" y="34918"/>
                </a:cubicBezTo>
                <a:cubicBezTo>
                  <a:pt x="158908" y="37643"/>
                  <a:pt x="161366" y="41508"/>
                  <a:pt x="162607" y="46513"/>
                </a:cubicBezTo>
                <a:close/>
                <a:moveTo>
                  <a:pt x="248886" y="64587"/>
                </a:moveTo>
                <a:lnTo>
                  <a:pt x="248886" y="71564"/>
                </a:lnTo>
                <a:cubicBezTo>
                  <a:pt x="248886" y="80070"/>
                  <a:pt x="250514" y="86548"/>
                  <a:pt x="253770" y="91000"/>
                </a:cubicBezTo>
                <a:cubicBezTo>
                  <a:pt x="257026" y="95452"/>
                  <a:pt x="261755" y="97678"/>
                  <a:pt x="267957" y="97678"/>
                </a:cubicBezTo>
                <a:cubicBezTo>
                  <a:pt x="274203" y="97678"/>
                  <a:pt x="278932" y="95178"/>
                  <a:pt x="282143" y="90178"/>
                </a:cubicBezTo>
                <a:cubicBezTo>
                  <a:pt x="285355" y="85178"/>
                  <a:pt x="286961" y="77810"/>
                  <a:pt x="286961" y="68076"/>
                </a:cubicBezTo>
                <a:cubicBezTo>
                  <a:pt x="286961" y="58297"/>
                  <a:pt x="285355" y="50929"/>
                  <a:pt x="282143" y="45974"/>
                </a:cubicBezTo>
                <a:cubicBezTo>
                  <a:pt x="278932" y="41018"/>
                  <a:pt x="274203" y="38540"/>
                  <a:pt x="267957" y="38540"/>
                </a:cubicBezTo>
                <a:cubicBezTo>
                  <a:pt x="261755" y="38540"/>
                  <a:pt x="257026" y="40771"/>
                  <a:pt x="253770" y="45234"/>
                </a:cubicBezTo>
                <a:cubicBezTo>
                  <a:pt x="250514" y="49697"/>
                  <a:pt x="248886" y="56148"/>
                  <a:pt x="248886" y="64587"/>
                </a:cubicBezTo>
                <a:moveTo>
                  <a:pt x="236660" y="39869"/>
                </a:moveTo>
                <a:lnTo>
                  <a:pt x="224899" y="39869"/>
                </a:lnTo>
                <a:lnTo>
                  <a:pt x="224899" y="32692"/>
                </a:lnTo>
                <a:lnTo>
                  <a:pt x="248886" y="32692"/>
                </a:lnTo>
                <a:lnTo>
                  <a:pt x="248886" y="43789"/>
                </a:lnTo>
                <a:cubicBezTo>
                  <a:pt x="251278" y="39359"/>
                  <a:pt x="254324" y="36092"/>
                  <a:pt x="258023" y="33988"/>
                </a:cubicBezTo>
                <a:cubicBezTo>
                  <a:pt x="261722" y="31884"/>
                  <a:pt x="266296" y="30832"/>
                  <a:pt x="271744" y="30832"/>
                </a:cubicBezTo>
                <a:cubicBezTo>
                  <a:pt x="280427" y="30832"/>
                  <a:pt x="287515" y="34268"/>
                  <a:pt x="293008" y="41142"/>
                </a:cubicBezTo>
                <a:cubicBezTo>
                  <a:pt x="298501" y="48013"/>
                  <a:pt x="301247" y="56991"/>
                  <a:pt x="301247" y="68076"/>
                </a:cubicBezTo>
                <a:cubicBezTo>
                  <a:pt x="301247" y="79160"/>
                  <a:pt x="298501" y="88150"/>
                  <a:pt x="293008" y="95045"/>
                </a:cubicBezTo>
                <a:cubicBezTo>
                  <a:pt x="287515" y="101939"/>
                  <a:pt x="280427" y="105386"/>
                  <a:pt x="271744" y="105386"/>
                </a:cubicBezTo>
                <a:cubicBezTo>
                  <a:pt x="266296" y="105386"/>
                  <a:pt x="261722" y="104329"/>
                  <a:pt x="258023" y="102213"/>
                </a:cubicBezTo>
                <a:cubicBezTo>
                  <a:pt x="254324" y="100098"/>
                  <a:pt x="251278" y="96814"/>
                  <a:pt x="248886" y="92362"/>
                </a:cubicBezTo>
                <a:lnTo>
                  <a:pt x="248886" y="124523"/>
                </a:lnTo>
                <a:lnTo>
                  <a:pt x="260448" y="124523"/>
                </a:lnTo>
                <a:lnTo>
                  <a:pt x="260448" y="131700"/>
                </a:lnTo>
                <a:lnTo>
                  <a:pt x="224899" y="131700"/>
                </a:lnTo>
                <a:lnTo>
                  <a:pt x="224899" y="124523"/>
                </a:lnTo>
                <a:lnTo>
                  <a:pt x="236660" y="124523"/>
                </a:lnTo>
                <a:lnTo>
                  <a:pt x="236660" y="39869"/>
                </a:lnTo>
                <a:close/>
                <a:moveTo>
                  <a:pt x="321296" y="10665"/>
                </a:moveTo>
                <a:cubicBezTo>
                  <a:pt x="321296" y="8619"/>
                  <a:pt x="322038" y="6839"/>
                  <a:pt x="323522" y="5326"/>
                </a:cubicBezTo>
                <a:cubicBezTo>
                  <a:pt x="325006" y="3813"/>
                  <a:pt x="326789" y="3057"/>
                  <a:pt x="328871" y="3057"/>
                </a:cubicBezTo>
                <a:cubicBezTo>
                  <a:pt x="330909" y="3057"/>
                  <a:pt x="332669" y="3813"/>
                  <a:pt x="334153" y="5326"/>
                </a:cubicBezTo>
                <a:cubicBezTo>
                  <a:pt x="335637" y="6839"/>
                  <a:pt x="336379" y="8619"/>
                  <a:pt x="336379" y="10665"/>
                </a:cubicBezTo>
                <a:cubicBezTo>
                  <a:pt x="336379" y="12757"/>
                  <a:pt x="335648" y="14537"/>
                  <a:pt x="334187" y="16006"/>
                </a:cubicBezTo>
                <a:cubicBezTo>
                  <a:pt x="332725" y="17473"/>
                  <a:pt x="330953" y="18207"/>
                  <a:pt x="328871" y="18207"/>
                </a:cubicBezTo>
                <a:cubicBezTo>
                  <a:pt x="326789" y="18207"/>
                  <a:pt x="325006" y="17473"/>
                  <a:pt x="323522" y="16006"/>
                </a:cubicBezTo>
                <a:cubicBezTo>
                  <a:pt x="322038" y="14537"/>
                  <a:pt x="321296" y="12757"/>
                  <a:pt x="321296" y="10665"/>
                </a:cubicBezTo>
                <a:moveTo>
                  <a:pt x="336911" y="96349"/>
                </a:moveTo>
                <a:lnTo>
                  <a:pt x="348473" y="96349"/>
                </a:lnTo>
                <a:lnTo>
                  <a:pt x="348473" y="103393"/>
                </a:lnTo>
                <a:lnTo>
                  <a:pt x="312990" y="103393"/>
                </a:lnTo>
                <a:lnTo>
                  <a:pt x="312990" y="96349"/>
                </a:lnTo>
                <a:lnTo>
                  <a:pt x="324685" y="96349"/>
                </a:lnTo>
                <a:lnTo>
                  <a:pt x="324685" y="39869"/>
                </a:lnTo>
                <a:lnTo>
                  <a:pt x="312990" y="39869"/>
                </a:lnTo>
                <a:lnTo>
                  <a:pt x="312990" y="32692"/>
                </a:lnTo>
                <a:lnTo>
                  <a:pt x="336911" y="32692"/>
                </a:lnTo>
                <a:lnTo>
                  <a:pt x="336911" y="96349"/>
                </a:lnTo>
                <a:close/>
                <a:moveTo>
                  <a:pt x="416536" y="32692"/>
                </a:moveTo>
                <a:lnTo>
                  <a:pt x="416536" y="50367"/>
                </a:lnTo>
                <a:lnTo>
                  <a:pt x="409493" y="50367"/>
                </a:lnTo>
                <a:cubicBezTo>
                  <a:pt x="409271" y="46846"/>
                  <a:pt x="408297" y="44215"/>
                  <a:pt x="406569" y="42477"/>
                </a:cubicBezTo>
                <a:cubicBezTo>
                  <a:pt x="404841" y="40738"/>
                  <a:pt x="402316" y="39869"/>
                  <a:pt x="398994" y="39869"/>
                </a:cubicBezTo>
                <a:cubicBezTo>
                  <a:pt x="392969" y="39869"/>
                  <a:pt x="388351" y="41955"/>
                  <a:pt x="385140" y="46127"/>
                </a:cubicBezTo>
                <a:cubicBezTo>
                  <a:pt x="381928" y="50298"/>
                  <a:pt x="380322" y="56290"/>
                  <a:pt x="380322" y="64101"/>
                </a:cubicBezTo>
                <a:lnTo>
                  <a:pt x="380322" y="96349"/>
                </a:lnTo>
                <a:lnTo>
                  <a:pt x="394476" y="96349"/>
                </a:lnTo>
                <a:lnTo>
                  <a:pt x="394476" y="103393"/>
                </a:lnTo>
                <a:lnTo>
                  <a:pt x="357066" y="103393"/>
                </a:lnTo>
                <a:lnTo>
                  <a:pt x="357066" y="96349"/>
                </a:lnTo>
                <a:lnTo>
                  <a:pt x="368096" y="96349"/>
                </a:lnTo>
                <a:lnTo>
                  <a:pt x="368096" y="39736"/>
                </a:lnTo>
                <a:lnTo>
                  <a:pt x="356401" y="39736"/>
                </a:lnTo>
                <a:lnTo>
                  <a:pt x="356401" y="32692"/>
                </a:lnTo>
                <a:lnTo>
                  <a:pt x="380322" y="32692"/>
                </a:lnTo>
                <a:lnTo>
                  <a:pt x="380322" y="45353"/>
                </a:lnTo>
                <a:cubicBezTo>
                  <a:pt x="382714" y="40423"/>
                  <a:pt x="385793" y="36771"/>
                  <a:pt x="389558" y="34395"/>
                </a:cubicBezTo>
                <a:cubicBezTo>
                  <a:pt x="393324" y="32020"/>
                  <a:pt x="397909" y="30832"/>
                  <a:pt x="403313" y="30832"/>
                </a:cubicBezTo>
                <a:cubicBezTo>
                  <a:pt x="405307" y="30832"/>
                  <a:pt x="407400" y="30993"/>
                  <a:pt x="409592" y="31316"/>
                </a:cubicBezTo>
                <a:cubicBezTo>
                  <a:pt x="411785" y="31637"/>
                  <a:pt x="414100" y="32096"/>
                  <a:pt x="416536" y="32692"/>
                </a:cubicBezTo>
                <a:close/>
                <a:moveTo>
                  <a:pt x="429892" y="10665"/>
                </a:moveTo>
                <a:cubicBezTo>
                  <a:pt x="429892" y="8619"/>
                  <a:pt x="430634" y="6839"/>
                  <a:pt x="432118" y="5326"/>
                </a:cubicBezTo>
                <a:cubicBezTo>
                  <a:pt x="433602" y="3813"/>
                  <a:pt x="435385" y="3057"/>
                  <a:pt x="437467" y="3057"/>
                </a:cubicBezTo>
                <a:cubicBezTo>
                  <a:pt x="439505" y="3057"/>
                  <a:pt x="441266" y="3813"/>
                  <a:pt x="442750" y="5326"/>
                </a:cubicBezTo>
                <a:cubicBezTo>
                  <a:pt x="444234" y="6839"/>
                  <a:pt x="444976" y="8619"/>
                  <a:pt x="444976" y="10665"/>
                </a:cubicBezTo>
                <a:cubicBezTo>
                  <a:pt x="444976" y="12757"/>
                  <a:pt x="444245" y="14537"/>
                  <a:pt x="442783" y="16006"/>
                </a:cubicBezTo>
                <a:cubicBezTo>
                  <a:pt x="441321" y="17473"/>
                  <a:pt x="439549" y="18207"/>
                  <a:pt x="437467" y="18207"/>
                </a:cubicBezTo>
                <a:cubicBezTo>
                  <a:pt x="435385" y="18207"/>
                  <a:pt x="433602" y="17473"/>
                  <a:pt x="432118" y="16006"/>
                </a:cubicBezTo>
                <a:cubicBezTo>
                  <a:pt x="430634" y="14537"/>
                  <a:pt x="429892" y="12757"/>
                  <a:pt x="429892" y="10665"/>
                </a:cubicBezTo>
                <a:moveTo>
                  <a:pt x="445507" y="96349"/>
                </a:moveTo>
                <a:lnTo>
                  <a:pt x="457069" y="96349"/>
                </a:lnTo>
                <a:lnTo>
                  <a:pt x="457069" y="103393"/>
                </a:lnTo>
                <a:lnTo>
                  <a:pt x="421586" y="103393"/>
                </a:lnTo>
                <a:lnTo>
                  <a:pt x="421586" y="96349"/>
                </a:lnTo>
                <a:lnTo>
                  <a:pt x="433281" y="96349"/>
                </a:lnTo>
                <a:lnTo>
                  <a:pt x="433281" y="39869"/>
                </a:lnTo>
                <a:lnTo>
                  <a:pt x="421586" y="39869"/>
                </a:lnTo>
                <a:lnTo>
                  <a:pt x="421586" y="32692"/>
                </a:lnTo>
                <a:lnTo>
                  <a:pt x="445507" y="32692"/>
                </a:lnTo>
                <a:lnTo>
                  <a:pt x="445507" y="96349"/>
                </a:lnTo>
                <a:close/>
                <a:moveTo>
                  <a:pt x="530049" y="82129"/>
                </a:moveTo>
                <a:cubicBezTo>
                  <a:pt x="528322" y="89703"/>
                  <a:pt x="524999" y="95473"/>
                  <a:pt x="520082" y="99439"/>
                </a:cubicBezTo>
                <a:cubicBezTo>
                  <a:pt x="515165" y="103404"/>
                  <a:pt x="508808" y="105386"/>
                  <a:pt x="501012" y="105386"/>
                </a:cubicBezTo>
                <a:cubicBezTo>
                  <a:pt x="490734" y="105386"/>
                  <a:pt x="482473" y="101984"/>
                  <a:pt x="476227" y="95178"/>
                </a:cubicBezTo>
                <a:cubicBezTo>
                  <a:pt x="469981" y="88371"/>
                  <a:pt x="466858" y="79337"/>
                  <a:pt x="466858" y="68076"/>
                </a:cubicBezTo>
                <a:cubicBezTo>
                  <a:pt x="466858" y="56770"/>
                  <a:pt x="469981" y="47737"/>
                  <a:pt x="476227" y="40975"/>
                </a:cubicBezTo>
                <a:cubicBezTo>
                  <a:pt x="482473" y="34213"/>
                  <a:pt x="490734" y="30832"/>
                  <a:pt x="501012" y="30832"/>
                </a:cubicBezTo>
                <a:cubicBezTo>
                  <a:pt x="505486" y="30832"/>
                  <a:pt x="509938" y="31358"/>
                  <a:pt x="514368" y="32410"/>
                </a:cubicBezTo>
                <a:cubicBezTo>
                  <a:pt x="518798" y="33462"/>
                  <a:pt x="523250" y="35062"/>
                  <a:pt x="527724" y="37211"/>
                </a:cubicBezTo>
                <a:lnTo>
                  <a:pt x="527724" y="55285"/>
                </a:lnTo>
                <a:lnTo>
                  <a:pt x="520614" y="55285"/>
                </a:lnTo>
                <a:cubicBezTo>
                  <a:pt x="519684" y="49083"/>
                  <a:pt x="517657" y="44564"/>
                  <a:pt x="514534" y="41729"/>
                </a:cubicBezTo>
                <a:cubicBezTo>
                  <a:pt x="511411" y="38894"/>
                  <a:pt x="506948" y="37477"/>
                  <a:pt x="501145" y="37477"/>
                </a:cubicBezTo>
                <a:cubicBezTo>
                  <a:pt x="494544" y="37477"/>
                  <a:pt x="489561" y="40032"/>
                  <a:pt x="486194" y="45143"/>
                </a:cubicBezTo>
                <a:cubicBezTo>
                  <a:pt x="482827" y="50254"/>
                  <a:pt x="481144" y="57898"/>
                  <a:pt x="481144" y="68076"/>
                </a:cubicBezTo>
                <a:cubicBezTo>
                  <a:pt x="481144" y="78253"/>
                  <a:pt x="482816" y="85909"/>
                  <a:pt x="486161" y="91042"/>
                </a:cubicBezTo>
                <a:cubicBezTo>
                  <a:pt x="489505" y="96175"/>
                  <a:pt x="494500" y="98741"/>
                  <a:pt x="501145" y="98741"/>
                </a:cubicBezTo>
                <a:cubicBezTo>
                  <a:pt x="506416" y="98741"/>
                  <a:pt x="510625" y="97363"/>
                  <a:pt x="513770" y="94605"/>
                </a:cubicBezTo>
                <a:cubicBezTo>
                  <a:pt x="516915" y="91847"/>
                  <a:pt x="519063" y="87689"/>
                  <a:pt x="520215" y="82129"/>
                </a:cubicBezTo>
                <a:lnTo>
                  <a:pt x="530049" y="82129"/>
                </a:lnTo>
                <a:close/>
                <a:moveTo>
                  <a:pt x="590443" y="81232"/>
                </a:moveTo>
                <a:lnTo>
                  <a:pt x="590443" y="66315"/>
                </a:lnTo>
                <a:lnTo>
                  <a:pt x="574694" y="66315"/>
                </a:lnTo>
                <a:cubicBezTo>
                  <a:pt x="568625" y="66315"/>
                  <a:pt x="564107" y="67619"/>
                  <a:pt x="561139" y="70227"/>
                </a:cubicBezTo>
                <a:cubicBezTo>
                  <a:pt x="558171" y="72835"/>
                  <a:pt x="556687" y="76836"/>
                  <a:pt x="556687" y="82229"/>
                </a:cubicBezTo>
                <a:cubicBezTo>
                  <a:pt x="556687" y="87137"/>
                  <a:pt x="558193" y="91027"/>
                  <a:pt x="561205" y="93901"/>
                </a:cubicBezTo>
                <a:cubicBezTo>
                  <a:pt x="564218" y="96774"/>
                  <a:pt x="568293" y="98210"/>
                  <a:pt x="573432" y="98210"/>
                </a:cubicBezTo>
                <a:cubicBezTo>
                  <a:pt x="578526" y="98210"/>
                  <a:pt x="582635" y="96641"/>
                  <a:pt x="585758" y="93502"/>
                </a:cubicBezTo>
                <a:cubicBezTo>
                  <a:pt x="588881" y="90363"/>
                  <a:pt x="590443" y="86273"/>
                  <a:pt x="590443" y="81232"/>
                </a:cubicBezTo>
                <a:moveTo>
                  <a:pt x="602669" y="59274"/>
                </a:moveTo>
                <a:lnTo>
                  <a:pt x="602669" y="96349"/>
                </a:lnTo>
                <a:lnTo>
                  <a:pt x="613566" y="96349"/>
                </a:lnTo>
                <a:lnTo>
                  <a:pt x="613566" y="103393"/>
                </a:lnTo>
                <a:lnTo>
                  <a:pt x="590443" y="103393"/>
                </a:lnTo>
                <a:lnTo>
                  <a:pt x="590443" y="95753"/>
                </a:lnTo>
                <a:cubicBezTo>
                  <a:pt x="587740" y="99054"/>
                  <a:pt x="584617" y="101484"/>
                  <a:pt x="581073" y="103046"/>
                </a:cubicBezTo>
                <a:cubicBezTo>
                  <a:pt x="577529" y="104606"/>
                  <a:pt x="573388" y="105386"/>
                  <a:pt x="568648" y="105386"/>
                </a:cubicBezTo>
                <a:cubicBezTo>
                  <a:pt x="560807" y="105386"/>
                  <a:pt x="554583" y="103301"/>
                  <a:pt x="549976" y="99132"/>
                </a:cubicBezTo>
                <a:cubicBezTo>
                  <a:pt x="545369" y="94961"/>
                  <a:pt x="543065" y="89327"/>
                  <a:pt x="543065" y="82229"/>
                </a:cubicBezTo>
                <a:cubicBezTo>
                  <a:pt x="543065" y="74909"/>
                  <a:pt x="545701" y="69230"/>
                  <a:pt x="550973" y="65194"/>
                </a:cubicBezTo>
                <a:cubicBezTo>
                  <a:pt x="556244" y="61157"/>
                  <a:pt x="563686" y="59139"/>
                  <a:pt x="573299" y="59139"/>
                </a:cubicBezTo>
                <a:lnTo>
                  <a:pt x="590443" y="59139"/>
                </a:lnTo>
                <a:lnTo>
                  <a:pt x="590443" y="54325"/>
                </a:lnTo>
                <a:cubicBezTo>
                  <a:pt x="590443" y="48975"/>
                  <a:pt x="588815" y="44829"/>
                  <a:pt x="585559" y="41889"/>
                </a:cubicBezTo>
                <a:cubicBezTo>
                  <a:pt x="582303" y="38947"/>
                  <a:pt x="577729" y="37477"/>
                  <a:pt x="571837" y="37477"/>
                </a:cubicBezTo>
                <a:cubicBezTo>
                  <a:pt x="566964" y="37477"/>
                  <a:pt x="563088" y="38584"/>
                  <a:pt x="560209" y="40799"/>
                </a:cubicBezTo>
                <a:cubicBezTo>
                  <a:pt x="557329" y="43014"/>
                  <a:pt x="555535" y="46292"/>
                  <a:pt x="554827" y="50633"/>
                </a:cubicBezTo>
                <a:lnTo>
                  <a:pt x="548514" y="50633"/>
                </a:lnTo>
                <a:lnTo>
                  <a:pt x="548514" y="36280"/>
                </a:lnTo>
                <a:cubicBezTo>
                  <a:pt x="552767" y="34464"/>
                  <a:pt x="556897" y="33102"/>
                  <a:pt x="560906" y="32194"/>
                </a:cubicBezTo>
                <a:cubicBezTo>
                  <a:pt x="564915" y="31286"/>
                  <a:pt x="568825" y="30832"/>
                  <a:pt x="572635" y="30832"/>
                </a:cubicBezTo>
                <a:cubicBezTo>
                  <a:pt x="582424" y="30832"/>
                  <a:pt x="589878" y="33258"/>
                  <a:pt x="594994" y="38110"/>
                </a:cubicBezTo>
                <a:cubicBezTo>
                  <a:pt x="600111" y="42961"/>
                  <a:pt x="602669" y="50015"/>
                  <a:pt x="602669" y="59274"/>
                </a:cubicBezTo>
                <a:close/>
                <a:moveTo>
                  <a:pt x="645711" y="96349"/>
                </a:moveTo>
                <a:lnTo>
                  <a:pt x="657272" y="96349"/>
                </a:lnTo>
                <a:lnTo>
                  <a:pt x="657272" y="103393"/>
                </a:lnTo>
                <a:lnTo>
                  <a:pt x="621723" y="103393"/>
                </a:lnTo>
                <a:lnTo>
                  <a:pt x="621723" y="96349"/>
                </a:lnTo>
                <a:lnTo>
                  <a:pt x="633484" y="96349"/>
                </a:lnTo>
                <a:lnTo>
                  <a:pt x="633484" y="7043"/>
                </a:lnTo>
                <a:lnTo>
                  <a:pt x="621723" y="7043"/>
                </a:lnTo>
                <a:lnTo>
                  <a:pt x="621723" y="0"/>
                </a:lnTo>
                <a:lnTo>
                  <a:pt x="645711" y="0"/>
                </a:lnTo>
                <a:lnTo>
                  <a:pt x="645711" y="96349"/>
                </a:lnTo>
                <a:close/>
                <a:moveTo>
                  <a:pt x="738247" y="96349"/>
                </a:moveTo>
                <a:lnTo>
                  <a:pt x="750607" y="96349"/>
                </a:lnTo>
                <a:cubicBezTo>
                  <a:pt x="763498" y="96349"/>
                  <a:pt x="773387" y="92673"/>
                  <a:pt x="780276" y="85319"/>
                </a:cubicBezTo>
                <a:cubicBezTo>
                  <a:pt x="787164" y="77965"/>
                  <a:pt x="790608" y="67422"/>
                  <a:pt x="790608" y="53690"/>
                </a:cubicBezTo>
                <a:cubicBezTo>
                  <a:pt x="790608" y="39957"/>
                  <a:pt x="787175" y="29459"/>
                  <a:pt x="780309" y="22194"/>
                </a:cubicBezTo>
                <a:cubicBezTo>
                  <a:pt x="773443" y="14929"/>
                  <a:pt x="763542" y="11296"/>
                  <a:pt x="750607" y="11296"/>
                </a:cubicBezTo>
                <a:lnTo>
                  <a:pt x="738247" y="11296"/>
                </a:lnTo>
                <a:lnTo>
                  <a:pt x="738247" y="96349"/>
                </a:lnTo>
                <a:moveTo>
                  <a:pt x="712133" y="103393"/>
                </a:moveTo>
                <a:lnTo>
                  <a:pt x="712133" y="96349"/>
                </a:lnTo>
                <a:lnTo>
                  <a:pt x="724758" y="96349"/>
                </a:lnTo>
                <a:lnTo>
                  <a:pt x="724758" y="11296"/>
                </a:lnTo>
                <a:lnTo>
                  <a:pt x="712133" y="11296"/>
                </a:lnTo>
                <a:lnTo>
                  <a:pt x="712133" y="4120"/>
                </a:lnTo>
                <a:lnTo>
                  <a:pt x="751603" y="4120"/>
                </a:lnTo>
                <a:cubicBezTo>
                  <a:pt x="768703" y="4120"/>
                  <a:pt x="782025" y="8486"/>
                  <a:pt x="791572" y="17218"/>
                </a:cubicBezTo>
                <a:cubicBezTo>
                  <a:pt x="801118" y="25951"/>
                  <a:pt x="805891" y="38097"/>
                  <a:pt x="805891" y="53657"/>
                </a:cubicBezTo>
                <a:cubicBezTo>
                  <a:pt x="805891" y="69261"/>
                  <a:pt x="801107" y="81451"/>
                  <a:pt x="791539" y="90228"/>
                </a:cubicBezTo>
                <a:cubicBezTo>
                  <a:pt x="781970" y="99004"/>
                  <a:pt x="768658" y="103393"/>
                  <a:pt x="751603" y="103393"/>
                </a:cubicBezTo>
                <a:lnTo>
                  <a:pt x="712133" y="103393"/>
                </a:lnTo>
                <a:close/>
                <a:moveTo>
                  <a:pt x="867648" y="81232"/>
                </a:moveTo>
                <a:lnTo>
                  <a:pt x="867648" y="66315"/>
                </a:lnTo>
                <a:lnTo>
                  <a:pt x="851900" y="66315"/>
                </a:lnTo>
                <a:cubicBezTo>
                  <a:pt x="845831" y="66315"/>
                  <a:pt x="841312" y="67619"/>
                  <a:pt x="838344" y="70227"/>
                </a:cubicBezTo>
                <a:cubicBezTo>
                  <a:pt x="835376" y="72835"/>
                  <a:pt x="833892" y="76836"/>
                  <a:pt x="833892" y="82229"/>
                </a:cubicBezTo>
                <a:cubicBezTo>
                  <a:pt x="833892" y="87137"/>
                  <a:pt x="835399" y="91027"/>
                  <a:pt x="838411" y="93901"/>
                </a:cubicBezTo>
                <a:cubicBezTo>
                  <a:pt x="841423" y="96774"/>
                  <a:pt x="845499" y="98210"/>
                  <a:pt x="850637" y="98210"/>
                </a:cubicBezTo>
                <a:cubicBezTo>
                  <a:pt x="855732" y="98210"/>
                  <a:pt x="859840" y="96641"/>
                  <a:pt x="862963" y="93502"/>
                </a:cubicBezTo>
                <a:cubicBezTo>
                  <a:pt x="866086" y="90363"/>
                  <a:pt x="867648" y="86273"/>
                  <a:pt x="867648" y="81232"/>
                </a:cubicBezTo>
                <a:moveTo>
                  <a:pt x="879874" y="59274"/>
                </a:moveTo>
                <a:lnTo>
                  <a:pt x="879874" y="96349"/>
                </a:lnTo>
                <a:lnTo>
                  <a:pt x="890772" y="96349"/>
                </a:lnTo>
                <a:lnTo>
                  <a:pt x="890772" y="103393"/>
                </a:lnTo>
                <a:lnTo>
                  <a:pt x="867648" y="103393"/>
                </a:lnTo>
                <a:lnTo>
                  <a:pt x="867648" y="95753"/>
                </a:lnTo>
                <a:cubicBezTo>
                  <a:pt x="864946" y="99054"/>
                  <a:pt x="861823" y="101484"/>
                  <a:pt x="858279" y="103046"/>
                </a:cubicBezTo>
                <a:cubicBezTo>
                  <a:pt x="854735" y="104606"/>
                  <a:pt x="850593" y="105386"/>
                  <a:pt x="845853" y="105386"/>
                </a:cubicBezTo>
                <a:cubicBezTo>
                  <a:pt x="838012" y="105386"/>
                  <a:pt x="831788" y="103301"/>
                  <a:pt x="827181" y="99132"/>
                </a:cubicBezTo>
                <a:cubicBezTo>
                  <a:pt x="822574" y="94961"/>
                  <a:pt x="820271" y="89327"/>
                  <a:pt x="820271" y="82229"/>
                </a:cubicBezTo>
                <a:cubicBezTo>
                  <a:pt x="820271" y="74909"/>
                  <a:pt x="822906" y="69230"/>
                  <a:pt x="828178" y="65194"/>
                </a:cubicBezTo>
                <a:cubicBezTo>
                  <a:pt x="833449" y="61157"/>
                  <a:pt x="840892" y="59139"/>
                  <a:pt x="850504" y="59139"/>
                </a:cubicBezTo>
                <a:lnTo>
                  <a:pt x="867648" y="59139"/>
                </a:lnTo>
                <a:lnTo>
                  <a:pt x="867648" y="54325"/>
                </a:lnTo>
                <a:cubicBezTo>
                  <a:pt x="867648" y="48975"/>
                  <a:pt x="866020" y="44829"/>
                  <a:pt x="862764" y="41889"/>
                </a:cubicBezTo>
                <a:cubicBezTo>
                  <a:pt x="859508" y="38947"/>
                  <a:pt x="854934" y="37477"/>
                  <a:pt x="849042" y="37477"/>
                </a:cubicBezTo>
                <a:cubicBezTo>
                  <a:pt x="844170" y="37477"/>
                  <a:pt x="840294" y="38584"/>
                  <a:pt x="837414" y="40799"/>
                </a:cubicBezTo>
                <a:cubicBezTo>
                  <a:pt x="834535" y="43014"/>
                  <a:pt x="832741" y="46292"/>
                  <a:pt x="832032" y="50633"/>
                </a:cubicBezTo>
                <a:lnTo>
                  <a:pt x="825719" y="50633"/>
                </a:lnTo>
                <a:lnTo>
                  <a:pt x="825719" y="36280"/>
                </a:lnTo>
                <a:cubicBezTo>
                  <a:pt x="829972" y="34464"/>
                  <a:pt x="834103" y="33102"/>
                  <a:pt x="838112" y="32194"/>
                </a:cubicBezTo>
                <a:cubicBezTo>
                  <a:pt x="842121" y="31286"/>
                  <a:pt x="846030" y="30832"/>
                  <a:pt x="849840" y="30832"/>
                </a:cubicBezTo>
                <a:cubicBezTo>
                  <a:pt x="859630" y="30832"/>
                  <a:pt x="867083" y="33258"/>
                  <a:pt x="872200" y="38110"/>
                </a:cubicBezTo>
                <a:cubicBezTo>
                  <a:pt x="877316" y="42961"/>
                  <a:pt x="879874" y="50015"/>
                  <a:pt x="879874" y="59274"/>
                </a:cubicBezTo>
                <a:close/>
                <a:moveTo>
                  <a:pt x="909693" y="39869"/>
                </a:moveTo>
                <a:lnTo>
                  <a:pt x="898928" y="39869"/>
                </a:lnTo>
                <a:lnTo>
                  <a:pt x="898928" y="32692"/>
                </a:lnTo>
                <a:lnTo>
                  <a:pt x="909693" y="32692"/>
                </a:lnTo>
                <a:lnTo>
                  <a:pt x="909693" y="10765"/>
                </a:lnTo>
                <a:lnTo>
                  <a:pt x="921986" y="10765"/>
                </a:lnTo>
                <a:lnTo>
                  <a:pt x="921986" y="32692"/>
                </a:lnTo>
                <a:lnTo>
                  <a:pt x="944977" y="32692"/>
                </a:lnTo>
                <a:lnTo>
                  <a:pt x="944977" y="39869"/>
                </a:lnTo>
                <a:lnTo>
                  <a:pt x="921986" y="39869"/>
                </a:lnTo>
                <a:lnTo>
                  <a:pt x="921986" y="84721"/>
                </a:lnTo>
                <a:cubicBezTo>
                  <a:pt x="921986" y="90701"/>
                  <a:pt x="922562" y="94533"/>
                  <a:pt x="923713" y="96216"/>
                </a:cubicBezTo>
                <a:cubicBezTo>
                  <a:pt x="924865" y="97900"/>
                  <a:pt x="926991" y="98741"/>
                  <a:pt x="930092" y="98741"/>
                </a:cubicBezTo>
                <a:cubicBezTo>
                  <a:pt x="933282" y="98741"/>
                  <a:pt x="935608" y="97800"/>
                  <a:pt x="937069" y="95917"/>
                </a:cubicBezTo>
                <a:cubicBezTo>
                  <a:pt x="938531" y="94035"/>
                  <a:pt x="939306" y="90989"/>
                  <a:pt x="939395" y="86781"/>
                </a:cubicBezTo>
                <a:lnTo>
                  <a:pt x="948631" y="86781"/>
                </a:lnTo>
                <a:cubicBezTo>
                  <a:pt x="948277" y="93228"/>
                  <a:pt x="946527" y="97941"/>
                  <a:pt x="943382" y="100920"/>
                </a:cubicBezTo>
                <a:cubicBezTo>
                  <a:pt x="940237" y="103897"/>
                  <a:pt x="935453" y="105386"/>
                  <a:pt x="929029" y="105386"/>
                </a:cubicBezTo>
                <a:cubicBezTo>
                  <a:pt x="921986" y="105386"/>
                  <a:pt x="917002" y="103820"/>
                  <a:pt x="914078" y="100687"/>
                </a:cubicBezTo>
                <a:cubicBezTo>
                  <a:pt x="911155" y="97553"/>
                  <a:pt x="909693" y="92231"/>
                  <a:pt x="909693" y="84721"/>
                </a:cubicBezTo>
                <a:lnTo>
                  <a:pt x="909693" y="39869"/>
                </a:lnTo>
                <a:close/>
                <a:moveTo>
                  <a:pt x="1003597" y="81232"/>
                </a:moveTo>
                <a:lnTo>
                  <a:pt x="1003597" y="66315"/>
                </a:lnTo>
                <a:lnTo>
                  <a:pt x="987849" y="66315"/>
                </a:lnTo>
                <a:cubicBezTo>
                  <a:pt x="981780" y="66315"/>
                  <a:pt x="977261" y="67619"/>
                  <a:pt x="974293" y="70227"/>
                </a:cubicBezTo>
                <a:cubicBezTo>
                  <a:pt x="971325" y="72835"/>
                  <a:pt x="969841" y="76836"/>
                  <a:pt x="969841" y="82229"/>
                </a:cubicBezTo>
                <a:cubicBezTo>
                  <a:pt x="969841" y="87137"/>
                  <a:pt x="971348" y="91027"/>
                  <a:pt x="974360" y="93901"/>
                </a:cubicBezTo>
                <a:cubicBezTo>
                  <a:pt x="977372" y="96774"/>
                  <a:pt x="981448" y="98210"/>
                  <a:pt x="986586" y="98210"/>
                </a:cubicBezTo>
                <a:cubicBezTo>
                  <a:pt x="991681" y="98210"/>
                  <a:pt x="995789" y="96641"/>
                  <a:pt x="998912" y="93502"/>
                </a:cubicBezTo>
                <a:cubicBezTo>
                  <a:pt x="1002035" y="90363"/>
                  <a:pt x="1003597" y="86273"/>
                  <a:pt x="1003597" y="81232"/>
                </a:cubicBezTo>
                <a:moveTo>
                  <a:pt x="1015823" y="59274"/>
                </a:moveTo>
                <a:lnTo>
                  <a:pt x="1015823" y="96349"/>
                </a:lnTo>
                <a:lnTo>
                  <a:pt x="1026721" y="96349"/>
                </a:lnTo>
                <a:lnTo>
                  <a:pt x="1026721" y="103393"/>
                </a:lnTo>
                <a:lnTo>
                  <a:pt x="1003597" y="103393"/>
                </a:lnTo>
                <a:lnTo>
                  <a:pt x="1003597" y="95753"/>
                </a:lnTo>
                <a:cubicBezTo>
                  <a:pt x="1000895" y="99054"/>
                  <a:pt x="997772" y="101484"/>
                  <a:pt x="994228" y="103046"/>
                </a:cubicBezTo>
                <a:cubicBezTo>
                  <a:pt x="990684" y="104606"/>
                  <a:pt x="986542" y="105386"/>
                  <a:pt x="981802" y="105386"/>
                </a:cubicBezTo>
                <a:cubicBezTo>
                  <a:pt x="973961" y="105386"/>
                  <a:pt x="967737" y="103301"/>
                  <a:pt x="963130" y="99132"/>
                </a:cubicBezTo>
                <a:cubicBezTo>
                  <a:pt x="958523" y="94961"/>
                  <a:pt x="956220" y="89327"/>
                  <a:pt x="956220" y="82229"/>
                </a:cubicBezTo>
                <a:cubicBezTo>
                  <a:pt x="956220" y="74909"/>
                  <a:pt x="958855" y="69230"/>
                  <a:pt x="964127" y="65194"/>
                </a:cubicBezTo>
                <a:cubicBezTo>
                  <a:pt x="969398" y="61157"/>
                  <a:pt x="976841" y="59139"/>
                  <a:pt x="986453" y="59139"/>
                </a:cubicBezTo>
                <a:lnTo>
                  <a:pt x="1003597" y="59139"/>
                </a:lnTo>
                <a:lnTo>
                  <a:pt x="1003597" y="54325"/>
                </a:lnTo>
                <a:cubicBezTo>
                  <a:pt x="1003597" y="48975"/>
                  <a:pt x="1001969" y="44829"/>
                  <a:pt x="998713" y="41889"/>
                </a:cubicBezTo>
                <a:cubicBezTo>
                  <a:pt x="995457" y="38947"/>
                  <a:pt x="990883" y="37477"/>
                  <a:pt x="984992" y="37477"/>
                </a:cubicBezTo>
                <a:cubicBezTo>
                  <a:pt x="980119" y="37477"/>
                  <a:pt x="976243" y="38584"/>
                  <a:pt x="973363" y="40799"/>
                </a:cubicBezTo>
                <a:cubicBezTo>
                  <a:pt x="970484" y="43014"/>
                  <a:pt x="968690" y="46292"/>
                  <a:pt x="967981" y="50633"/>
                </a:cubicBezTo>
                <a:lnTo>
                  <a:pt x="961668" y="50633"/>
                </a:lnTo>
                <a:lnTo>
                  <a:pt x="961668" y="36280"/>
                </a:lnTo>
                <a:cubicBezTo>
                  <a:pt x="965921" y="34464"/>
                  <a:pt x="970052" y="33102"/>
                  <a:pt x="974061" y="32194"/>
                </a:cubicBezTo>
                <a:cubicBezTo>
                  <a:pt x="978070" y="31286"/>
                  <a:pt x="981979" y="30832"/>
                  <a:pt x="985789" y="30832"/>
                </a:cubicBezTo>
                <a:cubicBezTo>
                  <a:pt x="995579" y="30832"/>
                  <a:pt x="1003032" y="33258"/>
                  <a:pt x="1008149" y="38110"/>
                </a:cubicBezTo>
                <a:cubicBezTo>
                  <a:pt x="1013265" y="42961"/>
                  <a:pt x="1015823" y="50015"/>
                  <a:pt x="1015823" y="59274"/>
                </a:cubicBezTo>
                <a:close/>
                <a:moveTo>
                  <a:pt x="1038598" y="99539"/>
                </a:moveTo>
                <a:lnTo>
                  <a:pt x="1038598" y="83060"/>
                </a:lnTo>
                <a:lnTo>
                  <a:pt x="1045642" y="83060"/>
                </a:lnTo>
                <a:cubicBezTo>
                  <a:pt x="1045819" y="88309"/>
                  <a:pt x="1047469" y="92235"/>
                  <a:pt x="1050592" y="94838"/>
                </a:cubicBezTo>
                <a:cubicBezTo>
                  <a:pt x="1053715" y="97440"/>
                  <a:pt x="1058333" y="98741"/>
                  <a:pt x="1064447" y="98741"/>
                </a:cubicBezTo>
                <a:cubicBezTo>
                  <a:pt x="1069940" y="98741"/>
                  <a:pt x="1074126" y="97714"/>
                  <a:pt x="1077005" y="95658"/>
                </a:cubicBezTo>
                <a:cubicBezTo>
                  <a:pt x="1079885" y="93601"/>
                  <a:pt x="1081324" y="90604"/>
                  <a:pt x="1081324" y="86669"/>
                </a:cubicBezTo>
                <a:cubicBezTo>
                  <a:pt x="1081324" y="83573"/>
                  <a:pt x="1080272" y="81075"/>
                  <a:pt x="1078168" y="79175"/>
                </a:cubicBezTo>
                <a:cubicBezTo>
                  <a:pt x="1076064" y="77273"/>
                  <a:pt x="1071623" y="75238"/>
                  <a:pt x="1064845" y="73072"/>
                </a:cubicBezTo>
                <a:lnTo>
                  <a:pt x="1056008" y="70075"/>
                </a:lnTo>
                <a:cubicBezTo>
                  <a:pt x="1049939" y="68125"/>
                  <a:pt x="1045542" y="65686"/>
                  <a:pt x="1042818" y="62760"/>
                </a:cubicBezTo>
                <a:cubicBezTo>
                  <a:pt x="1040094" y="59832"/>
                  <a:pt x="1038731" y="56107"/>
                  <a:pt x="1038731" y="51584"/>
                </a:cubicBezTo>
                <a:cubicBezTo>
                  <a:pt x="1038731" y="45110"/>
                  <a:pt x="1041101" y="40033"/>
                  <a:pt x="1045841" y="36353"/>
                </a:cubicBezTo>
                <a:cubicBezTo>
                  <a:pt x="1050581" y="32672"/>
                  <a:pt x="1057137" y="30832"/>
                  <a:pt x="1065510" y="30832"/>
                </a:cubicBezTo>
                <a:cubicBezTo>
                  <a:pt x="1069231" y="30832"/>
                  <a:pt x="1073151" y="31319"/>
                  <a:pt x="1077271" y="32294"/>
                </a:cubicBezTo>
                <a:cubicBezTo>
                  <a:pt x="1081391" y="33268"/>
                  <a:pt x="1085644" y="34686"/>
                  <a:pt x="1090029" y="36546"/>
                </a:cubicBezTo>
                <a:lnTo>
                  <a:pt x="1090029" y="51962"/>
                </a:lnTo>
                <a:lnTo>
                  <a:pt x="1082986" y="51962"/>
                </a:lnTo>
                <a:cubicBezTo>
                  <a:pt x="1082808" y="47420"/>
                  <a:pt x="1081214" y="43871"/>
                  <a:pt x="1078201" y="41314"/>
                </a:cubicBezTo>
                <a:cubicBezTo>
                  <a:pt x="1075189" y="38756"/>
                  <a:pt x="1071091" y="37477"/>
                  <a:pt x="1065909" y="37477"/>
                </a:cubicBezTo>
                <a:cubicBezTo>
                  <a:pt x="1060770" y="37477"/>
                  <a:pt x="1056883" y="38383"/>
                  <a:pt x="1054247" y="40197"/>
                </a:cubicBezTo>
                <a:cubicBezTo>
                  <a:pt x="1051611" y="42009"/>
                  <a:pt x="1050293" y="44727"/>
                  <a:pt x="1050293" y="48351"/>
                </a:cubicBezTo>
                <a:cubicBezTo>
                  <a:pt x="1050293" y="51314"/>
                  <a:pt x="1051290" y="53691"/>
                  <a:pt x="1053283" y="55482"/>
                </a:cubicBezTo>
                <a:cubicBezTo>
                  <a:pt x="1055277" y="57272"/>
                  <a:pt x="1059264" y="59095"/>
                  <a:pt x="1065244" y="60951"/>
                </a:cubicBezTo>
                <a:lnTo>
                  <a:pt x="1074945" y="63948"/>
                </a:lnTo>
                <a:cubicBezTo>
                  <a:pt x="1081635" y="66032"/>
                  <a:pt x="1086452" y="68638"/>
                  <a:pt x="1089398" y="71764"/>
                </a:cubicBezTo>
                <a:cubicBezTo>
                  <a:pt x="1092344" y="74889"/>
                  <a:pt x="1093817" y="78914"/>
                  <a:pt x="1093817" y="83836"/>
                </a:cubicBezTo>
                <a:cubicBezTo>
                  <a:pt x="1093817" y="90531"/>
                  <a:pt x="1091258" y="95796"/>
                  <a:pt x="1086142" y="99632"/>
                </a:cubicBezTo>
                <a:cubicBezTo>
                  <a:pt x="1081025" y="103468"/>
                  <a:pt x="1073971" y="105386"/>
                  <a:pt x="1064978" y="105386"/>
                </a:cubicBezTo>
                <a:cubicBezTo>
                  <a:pt x="1060416" y="105386"/>
                  <a:pt x="1055964" y="104899"/>
                  <a:pt x="1051622" y="103924"/>
                </a:cubicBezTo>
                <a:cubicBezTo>
                  <a:pt x="1047281" y="102950"/>
                  <a:pt x="1042940" y="101488"/>
                  <a:pt x="1038598" y="99539"/>
                </a:cubicBezTo>
                <a:close/>
                <a:moveTo>
                  <a:pt x="1173709" y="69371"/>
                </a:moveTo>
                <a:lnTo>
                  <a:pt x="1121016" y="69371"/>
                </a:lnTo>
                <a:lnTo>
                  <a:pt x="1121016" y="69903"/>
                </a:lnTo>
                <a:cubicBezTo>
                  <a:pt x="1121016" y="79427"/>
                  <a:pt x="1122810" y="86615"/>
                  <a:pt x="1126398" y="91465"/>
                </a:cubicBezTo>
                <a:cubicBezTo>
                  <a:pt x="1129986" y="96316"/>
                  <a:pt x="1135280" y="98741"/>
                  <a:pt x="1142279" y="98741"/>
                </a:cubicBezTo>
                <a:cubicBezTo>
                  <a:pt x="1147639" y="98741"/>
                  <a:pt x="1152036" y="97335"/>
                  <a:pt x="1155469" y="94522"/>
                </a:cubicBezTo>
                <a:cubicBezTo>
                  <a:pt x="1158902" y="91709"/>
                  <a:pt x="1161305" y="87534"/>
                  <a:pt x="1162679" y="81997"/>
                </a:cubicBezTo>
                <a:lnTo>
                  <a:pt x="1172513" y="81997"/>
                </a:lnTo>
                <a:cubicBezTo>
                  <a:pt x="1170564" y="89771"/>
                  <a:pt x="1166965" y="95613"/>
                  <a:pt x="1161715" y="99522"/>
                </a:cubicBezTo>
                <a:cubicBezTo>
                  <a:pt x="1156466" y="103432"/>
                  <a:pt x="1149566" y="105386"/>
                  <a:pt x="1141017" y="105386"/>
                </a:cubicBezTo>
                <a:cubicBezTo>
                  <a:pt x="1130695" y="105386"/>
                  <a:pt x="1122400" y="101984"/>
                  <a:pt x="1116132" y="95178"/>
                </a:cubicBezTo>
                <a:cubicBezTo>
                  <a:pt x="1109864" y="88371"/>
                  <a:pt x="1106730" y="79337"/>
                  <a:pt x="1106730" y="68076"/>
                </a:cubicBezTo>
                <a:cubicBezTo>
                  <a:pt x="1106730" y="56903"/>
                  <a:pt x="1109808" y="47903"/>
                  <a:pt x="1115966" y="41075"/>
                </a:cubicBezTo>
                <a:cubicBezTo>
                  <a:pt x="1122123" y="34246"/>
                  <a:pt x="1130208" y="30832"/>
                  <a:pt x="1140219" y="30832"/>
                </a:cubicBezTo>
                <a:cubicBezTo>
                  <a:pt x="1150895" y="30832"/>
                  <a:pt x="1159090" y="34121"/>
                  <a:pt x="1164805" y="40699"/>
                </a:cubicBezTo>
                <a:cubicBezTo>
                  <a:pt x="1170519" y="47278"/>
                  <a:pt x="1173487" y="56835"/>
                  <a:pt x="1173709" y="69371"/>
                </a:cubicBezTo>
                <a:moveTo>
                  <a:pt x="1159290" y="62328"/>
                </a:moveTo>
                <a:cubicBezTo>
                  <a:pt x="1159024" y="54111"/>
                  <a:pt x="1157285" y="47914"/>
                  <a:pt x="1154074" y="43739"/>
                </a:cubicBezTo>
                <a:cubicBezTo>
                  <a:pt x="1150862" y="39564"/>
                  <a:pt x="1146244" y="37477"/>
                  <a:pt x="1140219" y="37477"/>
                </a:cubicBezTo>
                <a:cubicBezTo>
                  <a:pt x="1134593" y="37477"/>
                  <a:pt x="1130163" y="39575"/>
                  <a:pt x="1126930" y="43772"/>
                </a:cubicBezTo>
                <a:cubicBezTo>
                  <a:pt x="1123696" y="47970"/>
                  <a:pt x="1121725" y="54155"/>
                  <a:pt x="1121016" y="62328"/>
                </a:cubicBezTo>
                <a:lnTo>
                  <a:pt x="1159290" y="62328"/>
                </a:lnTo>
                <a:close/>
                <a:moveTo>
                  <a:pt x="1194519" y="39869"/>
                </a:moveTo>
                <a:lnTo>
                  <a:pt x="1183754" y="39869"/>
                </a:lnTo>
                <a:lnTo>
                  <a:pt x="1183754" y="32692"/>
                </a:lnTo>
                <a:lnTo>
                  <a:pt x="1194519" y="32692"/>
                </a:lnTo>
                <a:lnTo>
                  <a:pt x="1194519" y="10765"/>
                </a:lnTo>
                <a:lnTo>
                  <a:pt x="1206812" y="10765"/>
                </a:lnTo>
                <a:lnTo>
                  <a:pt x="1206812" y="32692"/>
                </a:lnTo>
                <a:lnTo>
                  <a:pt x="1229803" y="32692"/>
                </a:lnTo>
                <a:lnTo>
                  <a:pt x="1229803" y="39869"/>
                </a:lnTo>
                <a:lnTo>
                  <a:pt x="1206812" y="39869"/>
                </a:lnTo>
                <a:lnTo>
                  <a:pt x="1206812" y="84721"/>
                </a:lnTo>
                <a:cubicBezTo>
                  <a:pt x="1206812" y="90701"/>
                  <a:pt x="1207388" y="94533"/>
                  <a:pt x="1208539" y="96216"/>
                </a:cubicBezTo>
                <a:cubicBezTo>
                  <a:pt x="1209691" y="97900"/>
                  <a:pt x="1211817" y="98741"/>
                  <a:pt x="1214918" y="98741"/>
                </a:cubicBezTo>
                <a:cubicBezTo>
                  <a:pt x="1218108" y="98741"/>
                  <a:pt x="1220433" y="97800"/>
                  <a:pt x="1221895" y="95917"/>
                </a:cubicBezTo>
                <a:cubicBezTo>
                  <a:pt x="1223357" y="94035"/>
                  <a:pt x="1224132" y="90989"/>
                  <a:pt x="1224221" y="86781"/>
                </a:cubicBezTo>
                <a:lnTo>
                  <a:pt x="1233457" y="86781"/>
                </a:lnTo>
                <a:cubicBezTo>
                  <a:pt x="1233103" y="93228"/>
                  <a:pt x="1231353" y="97941"/>
                  <a:pt x="1228208" y="100920"/>
                </a:cubicBezTo>
                <a:cubicBezTo>
                  <a:pt x="1225063" y="103897"/>
                  <a:pt x="1220278" y="105386"/>
                  <a:pt x="1213855" y="105386"/>
                </a:cubicBezTo>
                <a:cubicBezTo>
                  <a:pt x="1206812" y="105386"/>
                  <a:pt x="1201828" y="103820"/>
                  <a:pt x="1198904" y="100687"/>
                </a:cubicBezTo>
                <a:cubicBezTo>
                  <a:pt x="1195981" y="97553"/>
                  <a:pt x="1194519" y="92231"/>
                  <a:pt x="1194519" y="84721"/>
                </a:cubicBezTo>
                <a:lnTo>
                  <a:pt x="1194519" y="398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E0CCBD-62A6-45DE-B3E4-46B7399F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35" y="3194160"/>
            <a:ext cx="1650430" cy="580264"/>
          </a:xfrm>
          <a:custGeom xmlns:a="http://schemas.openxmlformats.org/drawingml/2006/main">
            <a:pathLst>
              <a:path w="1650430" h="580264">
                <a:moveTo>
                  <a:pt x="825206" y="580264"/>
                </a:moveTo>
                <a:lnTo>
                  <a:pt x="37481" y="580264"/>
                </a:lnTo>
                <a:cubicBezTo>
                  <a:pt x="16938" y="580264"/>
                  <a:pt x="0" y="563326"/>
                  <a:pt x="0" y="542257"/>
                </a:cubicBezTo>
                <a:lnTo>
                  <a:pt x="0" y="37481"/>
                </a:lnTo>
                <a:cubicBezTo>
                  <a:pt x="0" y="16938"/>
                  <a:pt x="16938" y="0"/>
                  <a:pt x="37481" y="0"/>
                </a:cubicBezTo>
                <a:lnTo>
                  <a:pt x="1612442" y="0"/>
                </a:lnTo>
                <a:cubicBezTo>
                  <a:pt x="1633492" y="0"/>
                  <a:pt x="1650430" y="16938"/>
                  <a:pt x="1650430" y="37481"/>
                </a:cubicBezTo>
                <a:lnTo>
                  <a:pt x="1650430" y="542257"/>
                </a:lnTo>
                <a:cubicBezTo>
                  <a:pt x="1650430" y="563326"/>
                  <a:pt x="1633492" y="580264"/>
                  <a:pt x="1612442" y="580264"/>
                </a:cubicBezTo>
                <a:lnTo>
                  <a:pt x="825206" y="580264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132">
            <a:extLst xmlns:a="http://schemas.openxmlformats.org/drawingml/2006/main">
              <a:ext uri="{FF2B5EF4-FFF2-40B4-BE49-F238E27FC236}">
                <a16:creationId xmlns:a16="http://schemas.microsoft.com/office/drawing/2014/main" id="{1F3F4946-CC7B-426D-B527-00421E80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124" y="3359397"/>
            <a:ext cx="312752" cy="126316"/>
          </a:xfrm>
          <a:custGeom xmlns:a="http://schemas.openxmlformats.org/drawingml/2006/main">
            <a:pathLst>
              <a:path w="312752" h="126316">
                <a:moveTo>
                  <a:pt x="2526" y="123871"/>
                </a:moveTo>
                <a:lnTo>
                  <a:pt x="2526" y="113929"/>
                </a:lnTo>
                <a:lnTo>
                  <a:pt x="25345" y="113929"/>
                </a:lnTo>
                <a:lnTo>
                  <a:pt x="25345" y="15555"/>
                </a:lnTo>
                <a:lnTo>
                  <a:pt x="0" y="30537"/>
                </a:lnTo>
                <a:lnTo>
                  <a:pt x="0" y="18405"/>
                </a:lnTo>
                <a:lnTo>
                  <a:pt x="30560" y="0"/>
                </a:lnTo>
                <a:lnTo>
                  <a:pt x="56231" y="0"/>
                </a:lnTo>
                <a:lnTo>
                  <a:pt x="56231" y="113929"/>
                </a:lnTo>
                <a:lnTo>
                  <a:pt x="79131" y="113929"/>
                </a:lnTo>
                <a:lnTo>
                  <a:pt x="79131" y="123871"/>
                </a:lnTo>
                <a:lnTo>
                  <a:pt x="2526" y="123871"/>
                </a:lnTo>
                <a:close/>
                <a:moveTo>
                  <a:pt x="109965" y="5705"/>
                </a:moveTo>
                <a:cubicBezTo>
                  <a:pt x="117137" y="3803"/>
                  <a:pt x="124091" y="2377"/>
                  <a:pt x="130828" y="1426"/>
                </a:cubicBezTo>
                <a:cubicBezTo>
                  <a:pt x="137564" y="475"/>
                  <a:pt x="144138" y="0"/>
                  <a:pt x="150549" y="0"/>
                </a:cubicBezTo>
                <a:cubicBezTo>
                  <a:pt x="165218" y="0"/>
                  <a:pt x="176478" y="2621"/>
                  <a:pt x="184328" y="7864"/>
                </a:cubicBezTo>
                <a:cubicBezTo>
                  <a:pt x="192179" y="13107"/>
                  <a:pt x="196104" y="20618"/>
                  <a:pt x="196104" y="30397"/>
                </a:cubicBezTo>
                <a:cubicBezTo>
                  <a:pt x="196104" y="37732"/>
                  <a:pt x="193850" y="43681"/>
                  <a:pt x="189340" y="48244"/>
                </a:cubicBezTo>
                <a:cubicBezTo>
                  <a:pt x="184831" y="52808"/>
                  <a:pt x="178230" y="55878"/>
                  <a:pt x="169537" y="57453"/>
                </a:cubicBezTo>
                <a:cubicBezTo>
                  <a:pt x="180131" y="59139"/>
                  <a:pt x="188036" y="62756"/>
                  <a:pt x="193252" y="68305"/>
                </a:cubicBezTo>
                <a:cubicBezTo>
                  <a:pt x="198468" y="73853"/>
                  <a:pt x="201075" y="81441"/>
                  <a:pt x="201075" y="91070"/>
                </a:cubicBezTo>
                <a:cubicBezTo>
                  <a:pt x="201075" y="102438"/>
                  <a:pt x="196580" y="111155"/>
                  <a:pt x="187588" y="117219"/>
                </a:cubicBezTo>
                <a:cubicBezTo>
                  <a:pt x="178597" y="123284"/>
                  <a:pt x="165571" y="126316"/>
                  <a:pt x="148512" y="126316"/>
                </a:cubicBezTo>
                <a:cubicBezTo>
                  <a:pt x="142101" y="126316"/>
                  <a:pt x="135486" y="125773"/>
                  <a:pt x="128668" y="124686"/>
                </a:cubicBezTo>
                <a:cubicBezTo>
                  <a:pt x="121850" y="123599"/>
                  <a:pt x="114719" y="121969"/>
                  <a:pt x="107276" y="119796"/>
                </a:cubicBezTo>
                <a:lnTo>
                  <a:pt x="107276" y="92903"/>
                </a:lnTo>
                <a:lnTo>
                  <a:pt x="117137" y="92903"/>
                </a:lnTo>
                <a:cubicBezTo>
                  <a:pt x="117734" y="100645"/>
                  <a:pt x="120152" y="106547"/>
                  <a:pt x="124390" y="110608"/>
                </a:cubicBezTo>
                <a:cubicBezTo>
                  <a:pt x="128627" y="114669"/>
                  <a:pt x="134495" y="116700"/>
                  <a:pt x="141992" y="116700"/>
                </a:cubicBezTo>
                <a:cubicBezTo>
                  <a:pt x="150250" y="116700"/>
                  <a:pt x="156634" y="114404"/>
                  <a:pt x="161143" y="109813"/>
                </a:cubicBezTo>
                <a:cubicBezTo>
                  <a:pt x="165653" y="105222"/>
                  <a:pt x="167907" y="98717"/>
                  <a:pt x="167907" y="90295"/>
                </a:cubicBezTo>
                <a:cubicBezTo>
                  <a:pt x="167907" y="81494"/>
                  <a:pt x="165558" y="74703"/>
                  <a:pt x="160858" y="69922"/>
                </a:cubicBezTo>
                <a:cubicBezTo>
                  <a:pt x="156159" y="65141"/>
                  <a:pt x="149490" y="62750"/>
                  <a:pt x="140851" y="62750"/>
                </a:cubicBezTo>
                <a:lnTo>
                  <a:pt x="135473" y="62750"/>
                </a:lnTo>
                <a:lnTo>
                  <a:pt x="135473" y="52971"/>
                </a:lnTo>
                <a:lnTo>
                  <a:pt x="139710" y="52971"/>
                </a:lnTo>
                <a:cubicBezTo>
                  <a:pt x="147697" y="52971"/>
                  <a:pt x="153700" y="51127"/>
                  <a:pt x="157721" y="47440"/>
                </a:cubicBezTo>
                <a:cubicBezTo>
                  <a:pt x="161741" y="43752"/>
                  <a:pt x="163751" y="38248"/>
                  <a:pt x="163751" y="30927"/>
                </a:cubicBezTo>
                <a:cubicBezTo>
                  <a:pt x="163751" y="24041"/>
                  <a:pt x="161863" y="18767"/>
                  <a:pt x="158087" y="15107"/>
                </a:cubicBezTo>
                <a:cubicBezTo>
                  <a:pt x="154311" y="11447"/>
                  <a:pt x="148892" y="9616"/>
                  <a:pt x="141829" y="9616"/>
                </a:cubicBezTo>
                <a:cubicBezTo>
                  <a:pt x="135418" y="9616"/>
                  <a:pt x="130339" y="11368"/>
                  <a:pt x="126590" y="14873"/>
                </a:cubicBezTo>
                <a:cubicBezTo>
                  <a:pt x="122841" y="18377"/>
                  <a:pt x="120586" y="23470"/>
                  <a:pt x="119826" y="30153"/>
                </a:cubicBezTo>
                <a:lnTo>
                  <a:pt x="109965" y="30153"/>
                </a:lnTo>
                <a:lnTo>
                  <a:pt x="109965" y="5705"/>
                </a:lnTo>
                <a:close/>
                <a:moveTo>
                  <a:pt x="233621" y="32435"/>
                </a:moveTo>
                <a:lnTo>
                  <a:pt x="223842" y="32435"/>
                </a:lnTo>
                <a:lnTo>
                  <a:pt x="223842" y="6031"/>
                </a:lnTo>
                <a:cubicBezTo>
                  <a:pt x="230470" y="4020"/>
                  <a:pt x="237030" y="2513"/>
                  <a:pt x="243522" y="1508"/>
                </a:cubicBezTo>
                <a:cubicBezTo>
                  <a:pt x="250015" y="503"/>
                  <a:pt x="256575" y="0"/>
                  <a:pt x="263203" y="0"/>
                </a:cubicBezTo>
                <a:cubicBezTo>
                  <a:pt x="278687" y="0"/>
                  <a:pt x="290762" y="3166"/>
                  <a:pt x="299427" y="9497"/>
                </a:cubicBezTo>
                <a:cubicBezTo>
                  <a:pt x="308093" y="15828"/>
                  <a:pt x="312426" y="24645"/>
                  <a:pt x="312426" y="35949"/>
                </a:cubicBezTo>
                <a:cubicBezTo>
                  <a:pt x="312426" y="43992"/>
                  <a:pt x="310035" y="51206"/>
                  <a:pt x="305254" y="57593"/>
                </a:cubicBezTo>
                <a:cubicBezTo>
                  <a:pt x="300473" y="63979"/>
                  <a:pt x="291346" y="71546"/>
                  <a:pt x="277872" y="80295"/>
                </a:cubicBezTo>
                <a:lnTo>
                  <a:pt x="243971" y="102520"/>
                </a:lnTo>
                <a:lnTo>
                  <a:pt x="301587" y="102520"/>
                </a:lnTo>
                <a:lnTo>
                  <a:pt x="301587" y="88177"/>
                </a:lnTo>
                <a:lnTo>
                  <a:pt x="312752" y="88177"/>
                </a:lnTo>
                <a:lnTo>
                  <a:pt x="312752" y="123871"/>
                </a:lnTo>
                <a:lnTo>
                  <a:pt x="222782" y="123871"/>
                </a:lnTo>
                <a:lnTo>
                  <a:pt x="222782" y="103986"/>
                </a:lnTo>
                <a:lnTo>
                  <a:pt x="240792" y="91518"/>
                </a:lnTo>
                <a:cubicBezTo>
                  <a:pt x="256168" y="80934"/>
                  <a:pt x="266409" y="71924"/>
                  <a:pt x="271516" y="64490"/>
                </a:cubicBezTo>
                <a:cubicBezTo>
                  <a:pt x="276623" y="57053"/>
                  <a:pt x="279176" y="48369"/>
                  <a:pt x="279176" y="38437"/>
                </a:cubicBezTo>
                <a:cubicBezTo>
                  <a:pt x="279176" y="29047"/>
                  <a:pt x="277234" y="21896"/>
                  <a:pt x="273349" y="16984"/>
                </a:cubicBezTo>
                <a:cubicBezTo>
                  <a:pt x="269465" y="12072"/>
                  <a:pt x="263801" y="9616"/>
                  <a:pt x="256358" y="9616"/>
                </a:cubicBezTo>
                <a:cubicBezTo>
                  <a:pt x="249947" y="9616"/>
                  <a:pt x="244813" y="11565"/>
                  <a:pt x="240955" y="15463"/>
                </a:cubicBezTo>
                <a:cubicBezTo>
                  <a:pt x="237098" y="19362"/>
                  <a:pt x="234653" y="25019"/>
                  <a:pt x="233621" y="324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ExternalSourcesOnly">
            <a:extLst xmlns:a="http://schemas.openxmlformats.org/drawingml/2006/main">
              <a:ext uri="{FF2B5EF4-FFF2-40B4-BE49-F238E27FC236}">
                <a16:creationId xmlns:a16="http://schemas.microsoft.com/office/drawing/2014/main" id="{2C7C98D4-1548-4DAE-91EE-DC21670F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851" y="3551902"/>
            <a:ext cx="1535834" cy="133693"/>
          </a:xfrm>
          <a:custGeom xmlns:a="http://schemas.openxmlformats.org/drawingml/2006/main">
            <a:pathLst>
              <a:path w="1535834" h="133693">
                <a:moveTo>
                  <a:pt x="0" y="103393"/>
                </a:moveTo>
                <a:lnTo>
                  <a:pt x="0" y="96349"/>
                </a:lnTo>
                <a:lnTo>
                  <a:pt x="12625" y="96349"/>
                </a:lnTo>
                <a:lnTo>
                  <a:pt x="12625" y="11296"/>
                </a:lnTo>
                <a:lnTo>
                  <a:pt x="0" y="11296"/>
                </a:lnTo>
                <a:lnTo>
                  <a:pt x="0" y="4120"/>
                </a:lnTo>
                <a:lnTo>
                  <a:pt x="79870" y="4120"/>
                </a:lnTo>
                <a:lnTo>
                  <a:pt x="79870" y="26313"/>
                </a:lnTo>
                <a:lnTo>
                  <a:pt x="71697" y="26313"/>
                </a:lnTo>
                <a:lnTo>
                  <a:pt x="71697" y="12359"/>
                </a:lnTo>
                <a:lnTo>
                  <a:pt x="26114" y="12359"/>
                </a:lnTo>
                <a:lnTo>
                  <a:pt x="26114" y="45583"/>
                </a:lnTo>
                <a:lnTo>
                  <a:pt x="58607" y="45583"/>
                </a:lnTo>
                <a:lnTo>
                  <a:pt x="58607" y="33091"/>
                </a:lnTo>
                <a:lnTo>
                  <a:pt x="66780" y="33091"/>
                </a:lnTo>
                <a:lnTo>
                  <a:pt x="66780" y="66182"/>
                </a:lnTo>
                <a:lnTo>
                  <a:pt x="58607" y="66182"/>
                </a:lnTo>
                <a:lnTo>
                  <a:pt x="58607" y="53690"/>
                </a:lnTo>
                <a:lnTo>
                  <a:pt x="26114" y="53690"/>
                </a:lnTo>
                <a:lnTo>
                  <a:pt x="26114" y="95153"/>
                </a:lnTo>
                <a:lnTo>
                  <a:pt x="72760" y="95153"/>
                </a:lnTo>
                <a:lnTo>
                  <a:pt x="72760" y="81199"/>
                </a:lnTo>
                <a:lnTo>
                  <a:pt x="80933" y="81199"/>
                </a:lnTo>
                <a:lnTo>
                  <a:pt x="80933" y="103393"/>
                </a:lnTo>
                <a:lnTo>
                  <a:pt x="0" y="103393"/>
                </a:lnTo>
                <a:close/>
                <a:moveTo>
                  <a:pt x="131709" y="60268"/>
                </a:moveTo>
                <a:lnTo>
                  <a:pt x="146526" y="39869"/>
                </a:lnTo>
                <a:lnTo>
                  <a:pt x="137024" y="39869"/>
                </a:lnTo>
                <a:lnTo>
                  <a:pt x="137024" y="32692"/>
                </a:lnTo>
                <a:lnTo>
                  <a:pt x="164202" y="32692"/>
                </a:lnTo>
                <a:lnTo>
                  <a:pt x="164202" y="39869"/>
                </a:lnTo>
                <a:lnTo>
                  <a:pt x="154832" y="39869"/>
                </a:lnTo>
                <a:lnTo>
                  <a:pt x="135895" y="65983"/>
                </a:lnTo>
                <a:lnTo>
                  <a:pt x="157956" y="96349"/>
                </a:lnTo>
                <a:lnTo>
                  <a:pt x="167192" y="96349"/>
                </a:lnTo>
                <a:lnTo>
                  <a:pt x="167192" y="103393"/>
                </a:lnTo>
                <a:lnTo>
                  <a:pt x="134566" y="103393"/>
                </a:lnTo>
                <a:lnTo>
                  <a:pt x="134566" y="96349"/>
                </a:lnTo>
                <a:lnTo>
                  <a:pt x="143536" y="96349"/>
                </a:lnTo>
                <a:lnTo>
                  <a:pt x="128187" y="75219"/>
                </a:lnTo>
                <a:lnTo>
                  <a:pt x="112771" y="96349"/>
                </a:lnTo>
                <a:lnTo>
                  <a:pt x="121941" y="96349"/>
                </a:lnTo>
                <a:lnTo>
                  <a:pt x="121941" y="103393"/>
                </a:lnTo>
                <a:lnTo>
                  <a:pt x="95096" y="103393"/>
                </a:lnTo>
                <a:lnTo>
                  <a:pt x="95096" y="96349"/>
                </a:lnTo>
                <a:lnTo>
                  <a:pt x="104465" y="96349"/>
                </a:lnTo>
                <a:lnTo>
                  <a:pt x="123934" y="69504"/>
                </a:lnTo>
                <a:lnTo>
                  <a:pt x="102472" y="39869"/>
                </a:lnTo>
                <a:lnTo>
                  <a:pt x="93767" y="39869"/>
                </a:lnTo>
                <a:lnTo>
                  <a:pt x="93767" y="32692"/>
                </a:lnTo>
                <a:lnTo>
                  <a:pt x="125330" y="32692"/>
                </a:lnTo>
                <a:lnTo>
                  <a:pt x="125330" y="39869"/>
                </a:lnTo>
                <a:lnTo>
                  <a:pt x="116891" y="39869"/>
                </a:lnTo>
                <a:lnTo>
                  <a:pt x="131709" y="60268"/>
                </a:lnTo>
                <a:close/>
                <a:moveTo>
                  <a:pt x="182998" y="39869"/>
                </a:moveTo>
                <a:lnTo>
                  <a:pt x="172234" y="39869"/>
                </a:lnTo>
                <a:lnTo>
                  <a:pt x="172234" y="32692"/>
                </a:lnTo>
                <a:lnTo>
                  <a:pt x="182998" y="32692"/>
                </a:lnTo>
                <a:lnTo>
                  <a:pt x="182998" y="10765"/>
                </a:lnTo>
                <a:lnTo>
                  <a:pt x="195291" y="10765"/>
                </a:lnTo>
                <a:lnTo>
                  <a:pt x="195291" y="32692"/>
                </a:lnTo>
                <a:lnTo>
                  <a:pt x="218282" y="32692"/>
                </a:lnTo>
                <a:lnTo>
                  <a:pt x="218282" y="39869"/>
                </a:lnTo>
                <a:lnTo>
                  <a:pt x="195291" y="39869"/>
                </a:lnTo>
                <a:lnTo>
                  <a:pt x="195291" y="84721"/>
                </a:lnTo>
                <a:cubicBezTo>
                  <a:pt x="195291" y="90701"/>
                  <a:pt x="195867" y="94533"/>
                  <a:pt x="197019" y="96216"/>
                </a:cubicBezTo>
                <a:cubicBezTo>
                  <a:pt x="198170" y="97900"/>
                  <a:pt x="200297" y="98741"/>
                  <a:pt x="203398" y="98741"/>
                </a:cubicBezTo>
                <a:cubicBezTo>
                  <a:pt x="206587" y="98741"/>
                  <a:pt x="208913" y="97800"/>
                  <a:pt x="210375" y="95917"/>
                </a:cubicBezTo>
                <a:cubicBezTo>
                  <a:pt x="211837" y="94035"/>
                  <a:pt x="212612" y="90989"/>
                  <a:pt x="212700" y="86781"/>
                </a:cubicBezTo>
                <a:lnTo>
                  <a:pt x="221937" y="86781"/>
                </a:lnTo>
                <a:cubicBezTo>
                  <a:pt x="221582" y="93228"/>
                  <a:pt x="219832" y="97941"/>
                  <a:pt x="216687" y="100920"/>
                </a:cubicBezTo>
                <a:cubicBezTo>
                  <a:pt x="213542" y="103897"/>
                  <a:pt x="208758" y="105386"/>
                  <a:pt x="202335" y="105386"/>
                </a:cubicBezTo>
                <a:cubicBezTo>
                  <a:pt x="195291" y="105386"/>
                  <a:pt x="190307" y="103820"/>
                  <a:pt x="187384" y="100687"/>
                </a:cubicBezTo>
                <a:cubicBezTo>
                  <a:pt x="184460" y="97553"/>
                  <a:pt x="182998" y="92231"/>
                  <a:pt x="182998" y="84721"/>
                </a:cubicBezTo>
                <a:lnTo>
                  <a:pt x="182998" y="39869"/>
                </a:lnTo>
                <a:close/>
                <a:moveTo>
                  <a:pt x="296504" y="69371"/>
                </a:moveTo>
                <a:lnTo>
                  <a:pt x="243811" y="69371"/>
                </a:lnTo>
                <a:lnTo>
                  <a:pt x="243811" y="69903"/>
                </a:lnTo>
                <a:cubicBezTo>
                  <a:pt x="243811" y="79427"/>
                  <a:pt x="245605" y="86615"/>
                  <a:pt x="249194" y="91465"/>
                </a:cubicBezTo>
                <a:cubicBezTo>
                  <a:pt x="252782" y="96316"/>
                  <a:pt x="258076" y="98741"/>
                  <a:pt x="265075" y="98741"/>
                </a:cubicBezTo>
                <a:cubicBezTo>
                  <a:pt x="270435" y="98741"/>
                  <a:pt x="274831" y="97335"/>
                  <a:pt x="278265" y="94522"/>
                </a:cubicBezTo>
                <a:cubicBezTo>
                  <a:pt x="281698" y="91709"/>
                  <a:pt x="284101" y="87534"/>
                  <a:pt x="285474" y="81997"/>
                </a:cubicBezTo>
                <a:lnTo>
                  <a:pt x="295308" y="81997"/>
                </a:lnTo>
                <a:cubicBezTo>
                  <a:pt x="293359" y="89771"/>
                  <a:pt x="289760" y="95613"/>
                  <a:pt x="284511" y="99522"/>
                </a:cubicBezTo>
                <a:cubicBezTo>
                  <a:pt x="279261" y="103432"/>
                  <a:pt x="272362" y="105386"/>
                  <a:pt x="263812" y="105386"/>
                </a:cubicBezTo>
                <a:cubicBezTo>
                  <a:pt x="253491" y="105386"/>
                  <a:pt x="245196" y="101984"/>
                  <a:pt x="238927" y="95178"/>
                </a:cubicBezTo>
                <a:cubicBezTo>
                  <a:pt x="232659" y="88371"/>
                  <a:pt x="229525" y="79337"/>
                  <a:pt x="229525" y="68076"/>
                </a:cubicBezTo>
                <a:cubicBezTo>
                  <a:pt x="229525" y="56903"/>
                  <a:pt x="232604" y="47903"/>
                  <a:pt x="238761" y="41075"/>
                </a:cubicBezTo>
                <a:cubicBezTo>
                  <a:pt x="244919" y="34246"/>
                  <a:pt x="253003" y="30832"/>
                  <a:pt x="263015" y="30832"/>
                </a:cubicBezTo>
                <a:cubicBezTo>
                  <a:pt x="273691" y="30832"/>
                  <a:pt x="281886" y="34121"/>
                  <a:pt x="287600" y="40699"/>
                </a:cubicBezTo>
                <a:cubicBezTo>
                  <a:pt x="293315" y="47278"/>
                  <a:pt x="296283" y="56835"/>
                  <a:pt x="296504" y="69371"/>
                </a:cubicBezTo>
                <a:moveTo>
                  <a:pt x="282085" y="62328"/>
                </a:moveTo>
                <a:cubicBezTo>
                  <a:pt x="281820" y="54111"/>
                  <a:pt x="280081" y="47914"/>
                  <a:pt x="276869" y="43739"/>
                </a:cubicBezTo>
                <a:cubicBezTo>
                  <a:pt x="273658" y="39564"/>
                  <a:pt x="269039" y="37477"/>
                  <a:pt x="263015" y="37477"/>
                </a:cubicBezTo>
                <a:cubicBezTo>
                  <a:pt x="257389" y="37477"/>
                  <a:pt x="252959" y="39575"/>
                  <a:pt x="249725" y="43772"/>
                </a:cubicBezTo>
                <a:cubicBezTo>
                  <a:pt x="246491" y="47970"/>
                  <a:pt x="244520" y="54155"/>
                  <a:pt x="243811" y="62328"/>
                </a:cubicBezTo>
                <a:lnTo>
                  <a:pt x="282085" y="62328"/>
                </a:lnTo>
                <a:close/>
                <a:moveTo>
                  <a:pt x="367682" y="32692"/>
                </a:moveTo>
                <a:lnTo>
                  <a:pt x="367682" y="50367"/>
                </a:lnTo>
                <a:lnTo>
                  <a:pt x="360638" y="50367"/>
                </a:lnTo>
                <a:cubicBezTo>
                  <a:pt x="360417" y="46846"/>
                  <a:pt x="359442" y="44215"/>
                  <a:pt x="357715" y="42477"/>
                </a:cubicBezTo>
                <a:cubicBezTo>
                  <a:pt x="355987" y="40738"/>
                  <a:pt x="353462" y="39869"/>
                  <a:pt x="350140" y="39869"/>
                </a:cubicBezTo>
                <a:cubicBezTo>
                  <a:pt x="344115" y="39869"/>
                  <a:pt x="339497" y="41955"/>
                  <a:pt x="336285" y="46127"/>
                </a:cubicBezTo>
                <a:cubicBezTo>
                  <a:pt x="333073" y="50298"/>
                  <a:pt x="331468" y="56290"/>
                  <a:pt x="331468" y="64101"/>
                </a:cubicBezTo>
                <a:lnTo>
                  <a:pt x="331468" y="96349"/>
                </a:lnTo>
                <a:lnTo>
                  <a:pt x="345621" y="96349"/>
                </a:lnTo>
                <a:lnTo>
                  <a:pt x="345621" y="103393"/>
                </a:lnTo>
                <a:lnTo>
                  <a:pt x="308211" y="103393"/>
                </a:lnTo>
                <a:lnTo>
                  <a:pt x="308211" y="96349"/>
                </a:lnTo>
                <a:lnTo>
                  <a:pt x="319241" y="96349"/>
                </a:lnTo>
                <a:lnTo>
                  <a:pt x="319241" y="39736"/>
                </a:lnTo>
                <a:lnTo>
                  <a:pt x="307546" y="39736"/>
                </a:lnTo>
                <a:lnTo>
                  <a:pt x="307546" y="32692"/>
                </a:lnTo>
                <a:lnTo>
                  <a:pt x="331468" y="32692"/>
                </a:lnTo>
                <a:lnTo>
                  <a:pt x="331468" y="45353"/>
                </a:lnTo>
                <a:cubicBezTo>
                  <a:pt x="333860" y="40423"/>
                  <a:pt x="336939" y="36771"/>
                  <a:pt x="340704" y="34395"/>
                </a:cubicBezTo>
                <a:cubicBezTo>
                  <a:pt x="344469" y="32020"/>
                  <a:pt x="349054" y="30832"/>
                  <a:pt x="354459" y="30832"/>
                </a:cubicBezTo>
                <a:cubicBezTo>
                  <a:pt x="356452" y="30832"/>
                  <a:pt x="358545" y="30993"/>
                  <a:pt x="360738" y="31316"/>
                </a:cubicBezTo>
                <a:cubicBezTo>
                  <a:pt x="362931" y="31637"/>
                  <a:pt x="365245" y="32096"/>
                  <a:pt x="367682" y="32692"/>
                </a:cubicBezTo>
                <a:close/>
                <a:moveTo>
                  <a:pt x="373396" y="103393"/>
                </a:moveTo>
                <a:lnTo>
                  <a:pt x="373396" y="96349"/>
                </a:lnTo>
                <a:lnTo>
                  <a:pt x="384426" y="96349"/>
                </a:lnTo>
                <a:lnTo>
                  <a:pt x="384426" y="39869"/>
                </a:lnTo>
                <a:lnTo>
                  <a:pt x="372731" y="39869"/>
                </a:lnTo>
                <a:lnTo>
                  <a:pt x="372731" y="32692"/>
                </a:lnTo>
                <a:lnTo>
                  <a:pt x="396652" y="32692"/>
                </a:lnTo>
                <a:lnTo>
                  <a:pt x="396652" y="45317"/>
                </a:lnTo>
                <a:cubicBezTo>
                  <a:pt x="398912" y="40533"/>
                  <a:pt x="401846" y="36923"/>
                  <a:pt x="405457" y="34486"/>
                </a:cubicBezTo>
                <a:cubicBezTo>
                  <a:pt x="409067" y="32050"/>
                  <a:pt x="413264" y="30832"/>
                  <a:pt x="418049" y="30832"/>
                </a:cubicBezTo>
                <a:cubicBezTo>
                  <a:pt x="425845" y="30832"/>
                  <a:pt x="431582" y="33069"/>
                  <a:pt x="435259" y="37543"/>
                </a:cubicBezTo>
                <a:cubicBezTo>
                  <a:pt x="438935" y="42017"/>
                  <a:pt x="440774" y="48994"/>
                  <a:pt x="440774" y="58474"/>
                </a:cubicBezTo>
                <a:lnTo>
                  <a:pt x="440774" y="96349"/>
                </a:lnTo>
                <a:lnTo>
                  <a:pt x="451671" y="96349"/>
                </a:lnTo>
                <a:lnTo>
                  <a:pt x="451671" y="103393"/>
                </a:lnTo>
                <a:lnTo>
                  <a:pt x="417916" y="103393"/>
                </a:lnTo>
                <a:lnTo>
                  <a:pt x="417916" y="96349"/>
                </a:lnTo>
                <a:lnTo>
                  <a:pt x="428481" y="96349"/>
                </a:lnTo>
                <a:lnTo>
                  <a:pt x="428481" y="62328"/>
                </a:lnTo>
                <a:cubicBezTo>
                  <a:pt x="428481" y="53690"/>
                  <a:pt x="427418" y="47765"/>
                  <a:pt x="425291" y="44553"/>
                </a:cubicBezTo>
                <a:cubicBezTo>
                  <a:pt x="423165" y="41342"/>
                  <a:pt x="419422" y="39736"/>
                  <a:pt x="414062" y="39736"/>
                </a:cubicBezTo>
                <a:cubicBezTo>
                  <a:pt x="408392" y="39736"/>
                  <a:pt x="404072" y="41807"/>
                  <a:pt x="401104" y="45949"/>
                </a:cubicBezTo>
                <a:cubicBezTo>
                  <a:pt x="398136" y="50091"/>
                  <a:pt x="396652" y="56126"/>
                  <a:pt x="396652" y="64056"/>
                </a:cubicBezTo>
                <a:lnTo>
                  <a:pt x="396652" y="96349"/>
                </a:lnTo>
                <a:lnTo>
                  <a:pt x="407284" y="96349"/>
                </a:lnTo>
                <a:lnTo>
                  <a:pt x="407284" y="103393"/>
                </a:lnTo>
                <a:lnTo>
                  <a:pt x="373396" y="103393"/>
                </a:lnTo>
                <a:close/>
                <a:moveTo>
                  <a:pt x="509064" y="81232"/>
                </a:moveTo>
                <a:lnTo>
                  <a:pt x="509064" y="66315"/>
                </a:lnTo>
                <a:lnTo>
                  <a:pt x="493315" y="66315"/>
                </a:lnTo>
                <a:cubicBezTo>
                  <a:pt x="487247" y="66315"/>
                  <a:pt x="482728" y="67619"/>
                  <a:pt x="479760" y="70227"/>
                </a:cubicBezTo>
                <a:cubicBezTo>
                  <a:pt x="476792" y="72835"/>
                  <a:pt x="475308" y="76836"/>
                  <a:pt x="475308" y="82229"/>
                </a:cubicBezTo>
                <a:cubicBezTo>
                  <a:pt x="475308" y="87137"/>
                  <a:pt x="476814" y="91027"/>
                  <a:pt x="479827" y="93901"/>
                </a:cubicBezTo>
                <a:cubicBezTo>
                  <a:pt x="482839" y="96774"/>
                  <a:pt x="486914" y="98210"/>
                  <a:pt x="492053" y="98210"/>
                </a:cubicBezTo>
                <a:cubicBezTo>
                  <a:pt x="497147" y="98210"/>
                  <a:pt x="501256" y="96641"/>
                  <a:pt x="504379" y="93502"/>
                </a:cubicBezTo>
                <a:cubicBezTo>
                  <a:pt x="507502" y="90363"/>
                  <a:pt x="509064" y="86273"/>
                  <a:pt x="509064" y="81232"/>
                </a:cubicBezTo>
                <a:moveTo>
                  <a:pt x="521290" y="59274"/>
                </a:moveTo>
                <a:lnTo>
                  <a:pt x="521290" y="96349"/>
                </a:lnTo>
                <a:lnTo>
                  <a:pt x="532187" y="96349"/>
                </a:lnTo>
                <a:lnTo>
                  <a:pt x="532187" y="103393"/>
                </a:lnTo>
                <a:lnTo>
                  <a:pt x="509064" y="103393"/>
                </a:lnTo>
                <a:lnTo>
                  <a:pt x="509064" y="95753"/>
                </a:lnTo>
                <a:cubicBezTo>
                  <a:pt x="506361" y="99054"/>
                  <a:pt x="503238" y="101484"/>
                  <a:pt x="499694" y="103046"/>
                </a:cubicBezTo>
                <a:cubicBezTo>
                  <a:pt x="496151" y="104606"/>
                  <a:pt x="492009" y="105386"/>
                  <a:pt x="487269" y="105386"/>
                </a:cubicBezTo>
                <a:cubicBezTo>
                  <a:pt x="479428" y="105386"/>
                  <a:pt x="473204" y="103301"/>
                  <a:pt x="468597" y="99132"/>
                </a:cubicBezTo>
                <a:cubicBezTo>
                  <a:pt x="463990" y="94961"/>
                  <a:pt x="461686" y="89327"/>
                  <a:pt x="461686" y="82229"/>
                </a:cubicBezTo>
                <a:cubicBezTo>
                  <a:pt x="461686" y="74909"/>
                  <a:pt x="464322" y="69230"/>
                  <a:pt x="469594" y="65194"/>
                </a:cubicBezTo>
                <a:cubicBezTo>
                  <a:pt x="474865" y="61157"/>
                  <a:pt x="482307" y="59139"/>
                  <a:pt x="491920" y="59139"/>
                </a:cubicBezTo>
                <a:lnTo>
                  <a:pt x="509064" y="59139"/>
                </a:lnTo>
                <a:lnTo>
                  <a:pt x="509064" y="54325"/>
                </a:lnTo>
                <a:cubicBezTo>
                  <a:pt x="509064" y="48975"/>
                  <a:pt x="507436" y="44829"/>
                  <a:pt x="504180" y="41889"/>
                </a:cubicBezTo>
                <a:cubicBezTo>
                  <a:pt x="500924" y="38947"/>
                  <a:pt x="496350" y="37477"/>
                  <a:pt x="490458" y="37477"/>
                </a:cubicBezTo>
                <a:cubicBezTo>
                  <a:pt x="485585" y="37477"/>
                  <a:pt x="481709" y="38584"/>
                  <a:pt x="478830" y="40799"/>
                </a:cubicBezTo>
                <a:cubicBezTo>
                  <a:pt x="475950" y="43014"/>
                  <a:pt x="474156" y="46292"/>
                  <a:pt x="473448" y="50633"/>
                </a:cubicBezTo>
                <a:lnTo>
                  <a:pt x="467135" y="50633"/>
                </a:lnTo>
                <a:lnTo>
                  <a:pt x="467135" y="36280"/>
                </a:lnTo>
                <a:cubicBezTo>
                  <a:pt x="471388" y="34464"/>
                  <a:pt x="475519" y="33102"/>
                  <a:pt x="479528" y="32194"/>
                </a:cubicBezTo>
                <a:cubicBezTo>
                  <a:pt x="483537" y="31286"/>
                  <a:pt x="487446" y="30832"/>
                  <a:pt x="491256" y="30832"/>
                </a:cubicBezTo>
                <a:cubicBezTo>
                  <a:pt x="501046" y="30832"/>
                  <a:pt x="508499" y="33258"/>
                  <a:pt x="513615" y="38110"/>
                </a:cubicBezTo>
                <a:cubicBezTo>
                  <a:pt x="518732" y="42961"/>
                  <a:pt x="521290" y="50015"/>
                  <a:pt x="521290" y="59274"/>
                </a:cubicBezTo>
                <a:close/>
                <a:moveTo>
                  <a:pt x="564332" y="96349"/>
                </a:moveTo>
                <a:lnTo>
                  <a:pt x="575894" y="96349"/>
                </a:lnTo>
                <a:lnTo>
                  <a:pt x="575894" y="103393"/>
                </a:lnTo>
                <a:lnTo>
                  <a:pt x="540344" y="103393"/>
                </a:lnTo>
                <a:lnTo>
                  <a:pt x="540344" y="96349"/>
                </a:lnTo>
                <a:lnTo>
                  <a:pt x="552105" y="96349"/>
                </a:lnTo>
                <a:lnTo>
                  <a:pt x="552105" y="7043"/>
                </a:lnTo>
                <a:lnTo>
                  <a:pt x="540344" y="7043"/>
                </a:lnTo>
                <a:lnTo>
                  <a:pt x="540344" y="0"/>
                </a:lnTo>
                <a:lnTo>
                  <a:pt x="564332" y="0"/>
                </a:lnTo>
                <a:lnTo>
                  <a:pt x="564332" y="96349"/>
                </a:lnTo>
                <a:close/>
                <a:moveTo>
                  <a:pt x="635871" y="98609"/>
                </a:moveTo>
                <a:lnTo>
                  <a:pt x="635871" y="76016"/>
                </a:lnTo>
                <a:lnTo>
                  <a:pt x="643512" y="76083"/>
                </a:lnTo>
                <a:cubicBezTo>
                  <a:pt x="643734" y="83613"/>
                  <a:pt x="645916" y="89184"/>
                  <a:pt x="650057" y="92794"/>
                </a:cubicBezTo>
                <a:cubicBezTo>
                  <a:pt x="654199" y="96405"/>
                  <a:pt x="660501" y="98210"/>
                  <a:pt x="668962" y="98210"/>
                </a:cubicBezTo>
                <a:cubicBezTo>
                  <a:pt x="676847" y="98210"/>
                  <a:pt x="682861" y="96648"/>
                  <a:pt x="687002" y="93525"/>
                </a:cubicBezTo>
                <a:cubicBezTo>
                  <a:pt x="691144" y="90402"/>
                  <a:pt x="693215" y="85851"/>
                  <a:pt x="693215" y="79870"/>
                </a:cubicBezTo>
                <a:cubicBezTo>
                  <a:pt x="693215" y="75086"/>
                  <a:pt x="691964" y="71409"/>
                  <a:pt x="689461" y="68840"/>
                </a:cubicBezTo>
                <a:cubicBezTo>
                  <a:pt x="686958" y="66271"/>
                  <a:pt x="681676" y="63768"/>
                  <a:pt x="673613" y="61331"/>
                </a:cubicBezTo>
                <a:lnTo>
                  <a:pt x="660523" y="57411"/>
                </a:lnTo>
                <a:cubicBezTo>
                  <a:pt x="651043" y="54531"/>
                  <a:pt x="644365" y="50943"/>
                  <a:pt x="640489" y="46646"/>
                </a:cubicBezTo>
                <a:cubicBezTo>
                  <a:pt x="636613" y="42349"/>
                  <a:pt x="634675" y="36458"/>
                  <a:pt x="634675" y="28971"/>
                </a:cubicBezTo>
                <a:cubicBezTo>
                  <a:pt x="634675" y="20555"/>
                  <a:pt x="637665" y="14020"/>
                  <a:pt x="643645" y="9369"/>
                </a:cubicBezTo>
                <a:cubicBezTo>
                  <a:pt x="649626" y="4718"/>
                  <a:pt x="658020" y="2392"/>
                  <a:pt x="668829" y="2392"/>
                </a:cubicBezTo>
                <a:cubicBezTo>
                  <a:pt x="673436" y="2392"/>
                  <a:pt x="678486" y="2890"/>
                  <a:pt x="683979" y="3887"/>
                </a:cubicBezTo>
                <a:cubicBezTo>
                  <a:pt x="689472" y="4884"/>
                  <a:pt x="695319" y="6335"/>
                  <a:pt x="701521" y="8240"/>
                </a:cubicBezTo>
                <a:lnTo>
                  <a:pt x="701521" y="29370"/>
                </a:lnTo>
                <a:lnTo>
                  <a:pt x="694013" y="29370"/>
                </a:lnTo>
                <a:cubicBezTo>
                  <a:pt x="693260" y="22394"/>
                  <a:pt x="690923" y="17350"/>
                  <a:pt x="687002" y="14239"/>
                </a:cubicBezTo>
                <a:cubicBezTo>
                  <a:pt x="683082" y="11125"/>
                  <a:pt x="677113" y="9568"/>
                  <a:pt x="669095" y="9568"/>
                </a:cubicBezTo>
                <a:cubicBezTo>
                  <a:pt x="662096" y="9568"/>
                  <a:pt x="656769" y="10994"/>
                  <a:pt x="653114" y="13846"/>
                </a:cubicBezTo>
                <a:cubicBezTo>
                  <a:pt x="649459" y="16698"/>
                  <a:pt x="647632" y="20843"/>
                  <a:pt x="647632" y="26282"/>
                </a:cubicBezTo>
                <a:cubicBezTo>
                  <a:pt x="647632" y="31014"/>
                  <a:pt x="649005" y="34729"/>
                  <a:pt x="651752" y="37427"/>
                </a:cubicBezTo>
                <a:cubicBezTo>
                  <a:pt x="654498" y="40123"/>
                  <a:pt x="660324" y="42798"/>
                  <a:pt x="669228" y="45450"/>
                </a:cubicBezTo>
                <a:lnTo>
                  <a:pt x="681520" y="49105"/>
                </a:lnTo>
                <a:cubicBezTo>
                  <a:pt x="690513" y="51810"/>
                  <a:pt x="696925" y="55258"/>
                  <a:pt x="700757" y="59450"/>
                </a:cubicBezTo>
                <a:cubicBezTo>
                  <a:pt x="704589" y="63640"/>
                  <a:pt x="706505" y="69261"/>
                  <a:pt x="706505" y="76313"/>
                </a:cubicBezTo>
                <a:cubicBezTo>
                  <a:pt x="706505" y="85938"/>
                  <a:pt x="703426" y="93190"/>
                  <a:pt x="697269" y="98069"/>
                </a:cubicBezTo>
                <a:cubicBezTo>
                  <a:pt x="691111" y="102947"/>
                  <a:pt x="681941" y="105386"/>
                  <a:pt x="669759" y="105386"/>
                </a:cubicBezTo>
                <a:cubicBezTo>
                  <a:pt x="664311" y="105386"/>
                  <a:pt x="658762" y="104827"/>
                  <a:pt x="653114" y="103708"/>
                </a:cubicBezTo>
                <a:cubicBezTo>
                  <a:pt x="647466" y="102590"/>
                  <a:pt x="641718" y="100890"/>
                  <a:pt x="635871" y="98609"/>
                </a:cubicBezTo>
                <a:close/>
                <a:moveTo>
                  <a:pt x="756715" y="98741"/>
                </a:moveTo>
                <a:cubicBezTo>
                  <a:pt x="763272" y="98741"/>
                  <a:pt x="768222" y="96153"/>
                  <a:pt x="771566" y="90975"/>
                </a:cubicBezTo>
                <a:cubicBezTo>
                  <a:pt x="774911" y="85798"/>
                  <a:pt x="776583" y="78165"/>
                  <a:pt x="776583" y="68076"/>
                </a:cubicBezTo>
                <a:cubicBezTo>
                  <a:pt x="776583" y="57987"/>
                  <a:pt x="774911" y="50365"/>
                  <a:pt x="771566" y="45209"/>
                </a:cubicBezTo>
                <a:cubicBezTo>
                  <a:pt x="768222" y="40054"/>
                  <a:pt x="763272" y="37477"/>
                  <a:pt x="756715" y="37477"/>
                </a:cubicBezTo>
                <a:cubicBezTo>
                  <a:pt x="750159" y="37477"/>
                  <a:pt x="745209" y="40054"/>
                  <a:pt x="741864" y="45209"/>
                </a:cubicBezTo>
                <a:cubicBezTo>
                  <a:pt x="738520" y="50365"/>
                  <a:pt x="736848" y="57987"/>
                  <a:pt x="736848" y="68076"/>
                </a:cubicBezTo>
                <a:cubicBezTo>
                  <a:pt x="736848" y="78165"/>
                  <a:pt x="738531" y="85798"/>
                  <a:pt x="741898" y="90975"/>
                </a:cubicBezTo>
                <a:cubicBezTo>
                  <a:pt x="745264" y="96153"/>
                  <a:pt x="750204" y="98741"/>
                  <a:pt x="756715" y="98741"/>
                </a:cubicBezTo>
                <a:moveTo>
                  <a:pt x="756715" y="105386"/>
                </a:moveTo>
                <a:cubicBezTo>
                  <a:pt x="746438" y="105386"/>
                  <a:pt x="738176" y="101984"/>
                  <a:pt x="731930" y="95178"/>
                </a:cubicBezTo>
                <a:cubicBezTo>
                  <a:pt x="725684" y="88371"/>
                  <a:pt x="722561" y="79337"/>
                  <a:pt x="722561" y="68076"/>
                </a:cubicBezTo>
                <a:cubicBezTo>
                  <a:pt x="722561" y="56814"/>
                  <a:pt x="725673" y="47792"/>
                  <a:pt x="731897" y="41009"/>
                </a:cubicBezTo>
                <a:cubicBezTo>
                  <a:pt x="738121" y="34224"/>
                  <a:pt x="746394" y="30832"/>
                  <a:pt x="756715" y="30832"/>
                </a:cubicBezTo>
                <a:cubicBezTo>
                  <a:pt x="767037" y="30832"/>
                  <a:pt x="775310" y="34224"/>
                  <a:pt x="781534" y="41009"/>
                </a:cubicBezTo>
                <a:cubicBezTo>
                  <a:pt x="787758" y="47792"/>
                  <a:pt x="790870" y="56814"/>
                  <a:pt x="790870" y="68076"/>
                </a:cubicBezTo>
                <a:cubicBezTo>
                  <a:pt x="790870" y="79337"/>
                  <a:pt x="787758" y="88371"/>
                  <a:pt x="781534" y="95178"/>
                </a:cubicBezTo>
                <a:cubicBezTo>
                  <a:pt x="775310" y="101984"/>
                  <a:pt x="767037" y="105386"/>
                  <a:pt x="756715" y="105386"/>
                </a:cubicBezTo>
                <a:close/>
                <a:moveTo>
                  <a:pt x="845609" y="32692"/>
                </a:moveTo>
                <a:lnTo>
                  <a:pt x="868467" y="32692"/>
                </a:lnTo>
                <a:lnTo>
                  <a:pt x="868467" y="96349"/>
                </a:lnTo>
                <a:lnTo>
                  <a:pt x="880029" y="96349"/>
                </a:lnTo>
                <a:lnTo>
                  <a:pt x="880029" y="103393"/>
                </a:lnTo>
                <a:lnTo>
                  <a:pt x="856241" y="103393"/>
                </a:lnTo>
                <a:lnTo>
                  <a:pt x="856241" y="90901"/>
                </a:lnTo>
                <a:cubicBezTo>
                  <a:pt x="853982" y="95618"/>
                  <a:pt x="851058" y="99212"/>
                  <a:pt x="847470" y="101682"/>
                </a:cubicBezTo>
                <a:cubicBezTo>
                  <a:pt x="843882" y="104151"/>
                  <a:pt x="839718" y="105386"/>
                  <a:pt x="834978" y="105386"/>
                </a:cubicBezTo>
                <a:cubicBezTo>
                  <a:pt x="827137" y="105386"/>
                  <a:pt x="821367" y="103155"/>
                  <a:pt x="817668" y="98694"/>
                </a:cubicBezTo>
                <a:cubicBezTo>
                  <a:pt x="813969" y="94231"/>
                  <a:pt x="812120" y="87225"/>
                  <a:pt x="812120" y="77677"/>
                </a:cubicBezTo>
                <a:lnTo>
                  <a:pt x="812120" y="39869"/>
                </a:lnTo>
                <a:lnTo>
                  <a:pt x="801089" y="39869"/>
                </a:lnTo>
                <a:lnTo>
                  <a:pt x="801089" y="32692"/>
                </a:lnTo>
                <a:lnTo>
                  <a:pt x="824413" y="32692"/>
                </a:lnTo>
                <a:lnTo>
                  <a:pt x="824413" y="73890"/>
                </a:lnTo>
                <a:cubicBezTo>
                  <a:pt x="824413" y="82484"/>
                  <a:pt x="825465" y="88376"/>
                  <a:pt x="827569" y="91565"/>
                </a:cubicBezTo>
                <a:cubicBezTo>
                  <a:pt x="829673" y="94755"/>
                  <a:pt x="833427" y="96349"/>
                  <a:pt x="838832" y="96349"/>
                </a:cubicBezTo>
                <a:cubicBezTo>
                  <a:pt x="844502" y="96349"/>
                  <a:pt x="848821" y="94267"/>
                  <a:pt x="851789" y="90103"/>
                </a:cubicBezTo>
                <a:cubicBezTo>
                  <a:pt x="854757" y="85939"/>
                  <a:pt x="856241" y="79892"/>
                  <a:pt x="856241" y="71963"/>
                </a:cubicBezTo>
                <a:lnTo>
                  <a:pt x="856241" y="39869"/>
                </a:lnTo>
                <a:lnTo>
                  <a:pt x="845609" y="39869"/>
                </a:lnTo>
                <a:lnTo>
                  <a:pt x="845609" y="32692"/>
                </a:lnTo>
                <a:close/>
                <a:moveTo>
                  <a:pt x="949582" y="32692"/>
                </a:moveTo>
                <a:lnTo>
                  <a:pt x="949582" y="50367"/>
                </a:lnTo>
                <a:lnTo>
                  <a:pt x="942538" y="50367"/>
                </a:lnTo>
                <a:cubicBezTo>
                  <a:pt x="942317" y="46846"/>
                  <a:pt x="941342" y="44215"/>
                  <a:pt x="939614" y="42477"/>
                </a:cubicBezTo>
                <a:cubicBezTo>
                  <a:pt x="937887" y="40738"/>
                  <a:pt x="935362" y="39869"/>
                  <a:pt x="932039" y="39869"/>
                </a:cubicBezTo>
                <a:cubicBezTo>
                  <a:pt x="926015" y="39869"/>
                  <a:pt x="921397" y="41955"/>
                  <a:pt x="918185" y="46127"/>
                </a:cubicBezTo>
                <a:cubicBezTo>
                  <a:pt x="914973" y="50298"/>
                  <a:pt x="913368" y="56290"/>
                  <a:pt x="913368" y="64101"/>
                </a:cubicBezTo>
                <a:lnTo>
                  <a:pt x="913368" y="96349"/>
                </a:lnTo>
                <a:lnTo>
                  <a:pt x="927521" y="96349"/>
                </a:lnTo>
                <a:lnTo>
                  <a:pt x="927521" y="103393"/>
                </a:lnTo>
                <a:lnTo>
                  <a:pt x="890111" y="103393"/>
                </a:lnTo>
                <a:lnTo>
                  <a:pt x="890111" y="96349"/>
                </a:lnTo>
                <a:lnTo>
                  <a:pt x="901141" y="96349"/>
                </a:lnTo>
                <a:lnTo>
                  <a:pt x="901141" y="39736"/>
                </a:lnTo>
                <a:lnTo>
                  <a:pt x="889446" y="39736"/>
                </a:lnTo>
                <a:lnTo>
                  <a:pt x="889446" y="32692"/>
                </a:lnTo>
                <a:lnTo>
                  <a:pt x="913368" y="32692"/>
                </a:lnTo>
                <a:lnTo>
                  <a:pt x="913368" y="45353"/>
                </a:lnTo>
                <a:cubicBezTo>
                  <a:pt x="915760" y="40423"/>
                  <a:pt x="918838" y="36771"/>
                  <a:pt x="922604" y="34395"/>
                </a:cubicBezTo>
                <a:cubicBezTo>
                  <a:pt x="926369" y="32020"/>
                  <a:pt x="930954" y="30832"/>
                  <a:pt x="936359" y="30832"/>
                </a:cubicBezTo>
                <a:cubicBezTo>
                  <a:pt x="938352" y="30832"/>
                  <a:pt x="940445" y="30993"/>
                  <a:pt x="942638" y="31316"/>
                </a:cubicBezTo>
                <a:cubicBezTo>
                  <a:pt x="944831" y="31637"/>
                  <a:pt x="947145" y="32096"/>
                  <a:pt x="949582" y="32692"/>
                </a:cubicBezTo>
                <a:close/>
                <a:moveTo>
                  <a:pt x="1019684" y="82129"/>
                </a:moveTo>
                <a:cubicBezTo>
                  <a:pt x="1017956" y="89703"/>
                  <a:pt x="1014634" y="95473"/>
                  <a:pt x="1009716" y="99439"/>
                </a:cubicBezTo>
                <a:cubicBezTo>
                  <a:pt x="1004799" y="103404"/>
                  <a:pt x="998442" y="105386"/>
                  <a:pt x="990646" y="105386"/>
                </a:cubicBezTo>
                <a:cubicBezTo>
                  <a:pt x="980369" y="105386"/>
                  <a:pt x="972107" y="101984"/>
                  <a:pt x="965861" y="95178"/>
                </a:cubicBezTo>
                <a:cubicBezTo>
                  <a:pt x="959615" y="88371"/>
                  <a:pt x="956492" y="79337"/>
                  <a:pt x="956492" y="68076"/>
                </a:cubicBezTo>
                <a:cubicBezTo>
                  <a:pt x="956492" y="56770"/>
                  <a:pt x="959615" y="47737"/>
                  <a:pt x="965861" y="40975"/>
                </a:cubicBezTo>
                <a:cubicBezTo>
                  <a:pt x="972107" y="34213"/>
                  <a:pt x="980369" y="30832"/>
                  <a:pt x="990646" y="30832"/>
                </a:cubicBezTo>
                <a:cubicBezTo>
                  <a:pt x="995120" y="30832"/>
                  <a:pt x="999572" y="31358"/>
                  <a:pt x="1004002" y="32410"/>
                </a:cubicBezTo>
                <a:cubicBezTo>
                  <a:pt x="1008432" y="33462"/>
                  <a:pt x="1012884" y="35062"/>
                  <a:pt x="1017358" y="37211"/>
                </a:cubicBezTo>
                <a:lnTo>
                  <a:pt x="1017358" y="55285"/>
                </a:lnTo>
                <a:lnTo>
                  <a:pt x="1010248" y="55285"/>
                </a:lnTo>
                <a:cubicBezTo>
                  <a:pt x="1009318" y="49083"/>
                  <a:pt x="1007291" y="44564"/>
                  <a:pt x="1004168" y="41729"/>
                </a:cubicBezTo>
                <a:cubicBezTo>
                  <a:pt x="1001045" y="38894"/>
                  <a:pt x="996582" y="37477"/>
                  <a:pt x="990779" y="37477"/>
                </a:cubicBezTo>
                <a:cubicBezTo>
                  <a:pt x="984178" y="37477"/>
                  <a:pt x="979195" y="40032"/>
                  <a:pt x="975828" y="45143"/>
                </a:cubicBezTo>
                <a:cubicBezTo>
                  <a:pt x="972461" y="50254"/>
                  <a:pt x="970778" y="57898"/>
                  <a:pt x="970778" y="68076"/>
                </a:cubicBezTo>
                <a:cubicBezTo>
                  <a:pt x="970778" y="78253"/>
                  <a:pt x="972450" y="85909"/>
                  <a:pt x="975795" y="91042"/>
                </a:cubicBezTo>
                <a:cubicBezTo>
                  <a:pt x="979139" y="96175"/>
                  <a:pt x="984134" y="98741"/>
                  <a:pt x="990779" y="98741"/>
                </a:cubicBezTo>
                <a:cubicBezTo>
                  <a:pt x="996050" y="98741"/>
                  <a:pt x="1000259" y="97363"/>
                  <a:pt x="1003404" y="94605"/>
                </a:cubicBezTo>
                <a:cubicBezTo>
                  <a:pt x="1006549" y="91847"/>
                  <a:pt x="1008698" y="87689"/>
                  <a:pt x="1009849" y="82129"/>
                </a:cubicBezTo>
                <a:lnTo>
                  <a:pt x="1019684" y="82129"/>
                </a:lnTo>
                <a:close/>
                <a:moveTo>
                  <a:pt x="1099679" y="69371"/>
                </a:moveTo>
                <a:lnTo>
                  <a:pt x="1046986" y="69371"/>
                </a:lnTo>
                <a:lnTo>
                  <a:pt x="1046986" y="69903"/>
                </a:lnTo>
                <a:cubicBezTo>
                  <a:pt x="1046986" y="79427"/>
                  <a:pt x="1048780" y="86615"/>
                  <a:pt x="1052368" y="91465"/>
                </a:cubicBezTo>
                <a:cubicBezTo>
                  <a:pt x="1055956" y="96316"/>
                  <a:pt x="1061250" y="98741"/>
                  <a:pt x="1068249" y="98741"/>
                </a:cubicBezTo>
                <a:cubicBezTo>
                  <a:pt x="1073609" y="98741"/>
                  <a:pt x="1078006" y="97335"/>
                  <a:pt x="1081439" y="94522"/>
                </a:cubicBezTo>
                <a:cubicBezTo>
                  <a:pt x="1084872" y="91709"/>
                  <a:pt x="1087275" y="87534"/>
                  <a:pt x="1088649" y="81997"/>
                </a:cubicBezTo>
                <a:lnTo>
                  <a:pt x="1098483" y="81997"/>
                </a:lnTo>
                <a:cubicBezTo>
                  <a:pt x="1096534" y="89771"/>
                  <a:pt x="1092934" y="95613"/>
                  <a:pt x="1087685" y="99522"/>
                </a:cubicBezTo>
                <a:cubicBezTo>
                  <a:pt x="1082436" y="103432"/>
                  <a:pt x="1075536" y="105386"/>
                  <a:pt x="1066987" y="105386"/>
                </a:cubicBezTo>
                <a:cubicBezTo>
                  <a:pt x="1056665" y="105386"/>
                  <a:pt x="1048370" y="101984"/>
                  <a:pt x="1042102" y="95178"/>
                </a:cubicBezTo>
                <a:cubicBezTo>
                  <a:pt x="1035834" y="88371"/>
                  <a:pt x="1032700" y="79337"/>
                  <a:pt x="1032700" y="68076"/>
                </a:cubicBezTo>
                <a:cubicBezTo>
                  <a:pt x="1032700" y="56903"/>
                  <a:pt x="1035778" y="47903"/>
                  <a:pt x="1041936" y="41075"/>
                </a:cubicBezTo>
                <a:cubicBezTo>
                  <a:pt x="1048093" y="34246"/>
                  <a:pt x="1056178" y="30832"/>
                  <a:pt x="1066189" y="30832"/>
                </a:cubicBezTo>
                <a:cubicBezTo>
                  <a:pt x="1076865" y="30832"/>
                  <a:pt x="1085060" y="34121"/>
                  <a:pt x="1090775" y="40699"/>
                </a:cubicBezTo>
                <a:cubicBezTo>
                  <a:pt x="1096489" y="47278"/>
                  <a:pt x="1099457" y="56835"/>
                  <a:pt x="1099679" y="69371"/>
                </a:cubicBezTo>
                <a:moveTo>
                  <a:pt x="1085260" y="62328"/>
                </a:moveTo>
                <a:cubicBezTo>
                  <a:pt x="1084994" y="54111"/>
                  <a:pt x="1083255" y="47914"/>
                  <a:pt x="1080044" y="43739"/>
                </a:cubicBezTo>
                <a:cubicBezTo>
                  <a:pt x="1076832" y="39564"/>
                  <a:pt x="1072214" y="37477"/>
                  <a:pt x="1066189" y="37477"/>
                </a:cubicBezTo>
                <a:cubicBezTo>
                  <a:pt x="1060563" y="37477"/>
                  <a:pt x="1056133" y="39575"/>
                  <a:pt x="1052900" y="43772"/>
                </a:cubicBezTo>
                <a:cubicBezTo>
                  <a:pt x="1049666" y="47970"/>
                  <a:pt x="1047695" y="54155"/>
                  <a:pt x="1046986" y="62328"/>
                </a:cubicBezTo>
                <a:lnTo>
                  <a:pt x="1085260" y="62328"/>
                </a:lnTo>
                <a:close/>
                <a:moveTo>
                  <a:pt x="1113445" y="99539"/>
                </a:moveTo>
                <a:lnTo>
                  <a:pt x="1113445" y="83060"/>
                </a:lnTo>
                <a:lnTo>
                  <a:pt x="1120489" y="83060"/>
                </a:lnTo>
                <a:cubicBezTo>
                  <a:pt x="1120666" y="88309"/>
                  <a:pt x="1122316" y="92235"/>
                  <a:pt x="1125439" y="94838"/>
                </a:cubicBezTo>
                <a:cubicBezTo>
                  <a:pt x="1128562" y="97440"/>
                  <a:pt x="1133180" y="98741"/>
                  <a:pt x="1139294" y="98741"/>
                </a:cubicBezTo>
                <a:cubicBezTo>
                  <a:pt x="1144787" y="98741"/>
                  <a:pt x="1148973" y="97714"/>
                  <a:pt x="1151852" y="95658"/>
                </a:cubicBezTo>
                <a:cubicBezTo>
                  <a:pt x="1154732" y="93601"/>
                  <a:pt x="1156171" y="90604"/>
                  <a:pt x="1156171" y="86669"/>
                </a:cubicBezTo>
                <a:cubicBezTo>
                  <a:pt x="1156171" y="83573"/>
                  <a:pt x="1155119" y="81075"/>
                  <a:pt x="1153015" y="79175"/>
                </a:cubicBezTo>
                <a:cubicBezTo>
                  <a:pt x="1150911" y="77273"/>
                  <a:pt x="1146470" y="75238"/>
                  <a:pt x="1139692" y="73072"/>
                </a:cubicBezTo>
                <a:lnTo>
                  <a:pt x="1130855" y="70075"/>
                </a:lnTo>
                <a:cubicBezTo>
                  <a:pt x="1124786" y="68125"/>
                  <a:pt x="1120389" y="65686"/>
                  <a:pt x="1117665" y="62760"/>
                </a:cubicBezTo>
                <a:cubicBezTo>
                  <a:pt x="1114940" y="59832"/>
                  <a:pt x="1113578" y="56107"/>
                  <a:pt x="1113578" y="51584"/>
                </a:cubicBezTo>
                <a:cubicBezTo>
                  <a:pt x="1113578" y="45110"/>
                  <a:pt x="1115948" y="40033"/>
                  <a:pt x="1120688" y="36353"/>
                </a:cubicBezTo>
                <a:cubicBezTo>
                  <a:pt x="1125428" y="32672"/>
                  <a:pt x="1131984" y="30832"/>
                  <a:pt x="1140357" y="30832"/>
                </a:cubicBezTo>
                <a:cubicBezTo>
                  <a:pt x="1144078" y="30832"/>
                  <a:pt x="1147998" y="31319"/>
                  <a:pt x="1152118" y="32294"/>
                </a:cubicBezTo>
                <a:cubicBezTo>
                  <a:pt x="1156238" y="33268"/>
                  <a:pt x="1160490" y="34686"/>
                  <a:pt x="1164876" y="36546"/>
                </a:cubicBezTo>
                <a:lnTo>
                  <a:pt x="1164876" y="51962"/>
                </a:lnTo>
                <a:lnTo>
                  <a:pt x="1157832" y="51962"/>
                </a:lnTo>
                <a:cubicBezTo>
                  <a:pt x="1157655" y="47420"/>
                  <a:pt x="1156061" y="43871"/>
                  <a:pt x="1153048" y="41314"/>
                </a:cubicBezTo>
                <a:cubicBezTo>
                  <a:pt x="1150036" y="38756"/>
                  <a:pt x="1145938" y="37477"/>
                  <a:pt x="1140755" y="37477"/>
                </a:cubicBezTo>
                <a:cubicBezTo>
                  <a:pt x="1135617" y="37477"/>
                  <a:pt x="1131730" y="38383"/>
                  <a:pt x="1129094" y="40197"/>
                </a:cubicBezTo>
                <a:cubicBezTo>
                  <a:pt x="1126458" y="42009"/>
                  <a:pt x="1125140" y="44727"/>
                  <a:pt x="1125140" y="48351"/>
                </a:cubicBezTo>
                <a:cubicBezTo>
                  <a:pt x="1125140" y="51314"/>
                  <a:pt x="1126137" y="53691"/>
                  <a:pt x="1128130" y="55482"/>
                </a:cubicBezTo>
                <a:cubicBezTo>
                  <a:pt x="1130124" y="57272"/>
                  <a:pt x="1134111" y="59095"/>
                  <a:pt x="1140091" y="60951"/>
                </a:cubicBezTo>
                <a:lnTo>
                  <a:pt x="1149792" y="63948"/>
                </a:lnTo>
                <a:cubicBezTo>
                  <a:pt x="1156481" y="66032"/>
                  <a:pt x="1161299" y="68638"/>
                  <a:pt x="1164245" y="71764"/>
                </a:cubicBezTo>
                <a:cubicBezTo>
                  <a:pt x="1167191" y="74889"/>
                  <a:pt x="1168663" y="78914"/>
                  <a:pt x="1168663" y="83836"/>
                </a:cubicBezTo>
                <a:cubicBezTo>
                  <a:pt x="1168663" y="90531"/>
                  <a:pt x="1166105" y="95796"/>
                  <a:pt x="1160989" y="99632"/>
                </a:cubicBezTo>
                <a:cubicBezTo>
                  <a:pt x="1155872" y="103468"/>
                  <a:pt x="1148818" y="105386"/>
                  <a:pt x="1139825" y="105386"/>
                </a:cubicBezTo>
                <a:cubicBezTo>
                  <a:pt x="1135262" y="105386"/>
                  <a:pt x="1130810" y="104899"/>
                  <a:pt x="1126469" y="103924"/>
                </a:cubicBezTo>
                <a:cubicBezTo>
                  <a:pt x="1122128" y="102950"/>
                  <a:pt x="1117787" y="101488"/>
                  <a:pt x="1113445" y="99539"/>
                </a:cubicBezTo>
                <a:close/>
                <a:moveTo>
                  <a:pt x="1274026" y="98210"/>
                </a:moveTo>
                <a:cubicBezTo>
                  <a:pt x="1284879" y="98210"/>
                  <a:pt x="1293074" y="94480"/>
                  <a:pt x="1298612" y="87022"/>
                </a:cubicBezTo>
                <a:cubicBezTo>
                  <a:pt x="1304149" y="79563"/>
                  <a:pt x="1306918" y="68530"/>
                  <a:pt x="1306918" y="53922"/>
                </a:cubicBezTo>
                <a:cubicBezTo>
                  <a:pt x="1306918" y="39271"/>
                  <a:pt x="1304149" y="28215"/>
                  <a:pt x="1298612" y="20757"/>
                </a:cubicBezTo>
                <a:cubicBezTo>
                  <a:pt x="1293074" y="13298"/>
                  <a:pt x="1284879" y="9568"/>
                  <a:pt x="1274026" y="9568"/>
                </a:cubicBezTo>
                <a:cubicBezTo>
                  <a:pt x="1263129" y="9568"/>
                  <a:pt x="1254911" y="13298"/>
                  <a:pt x="1249374" y="20757"/>
                </a:cubicBezTo>
                <a:cubicBezTo>
                  <a:pt x="1243837" y="28215"/>
                  <a:pt x="1241068" y="39271"/>
                  <a:pt x="1241068" y="53922"/>
                </a:cubicBezTo>
                <a:cubicBezTo>
                  <a:pt x="1241068" y="68530"/>
                  <a:pt x="1243837" y="79563"/>
                  <a:pt x="1249374" y="87022"/>
                </a:cubicBezTo>
                <a:cubicBezTo>
                  <a:pt x="1254911" y="94480"/>
                  <a:pt x="1263129" y="98210"/>
                  <a:pt x="1274026" y="98210"/>
                </a:cubicBezTo>
                <a:moveTo>
                  <a:pt x="1274026" y="105386"/>
                </a:moveTo>
                <a:cubicBezTo>
                  <a:pt x="1267293" y="105386"/>
                  <a:pt x="1261102" y="104278"/>
                  <a:pt x="1255454" y="102062"/>
                </a:cubicBezTo>
                <a:cubicBezTo>
                  <a:pt x="1249806" y="99845"/>
                  <a:pt x="1244833" y="96587"/>
                  <a:pt x="1240536" y="92288"/>
                </a:cubicBezTo>
                <a:cubicBezTo>
                  <a:pt x="1235575" y="87323"/>
                  <a:pt x="1231887" y="81694"/>
                  <a:pt x="1229473" y="75400"/>
                </a:cubicBezTo>
                <a:cubicBezTo>
                  <a:pt x="1227059" y="69105"/>
                  <a:pt x="1225851" y="61946"/>
                  <a:pt x="1225851" y="53922"/>
                </a:cubicBezTo>
                <a:cubicBezTo>
                  <a:pt x="1225851" y="45899"/>
                  <a:pt x="1227059" y="38729"/>
                  <a:pt x="1229473" y="32412"/>
                </a:cubicBezTo>
                <a:cubicBezTo>
                  <a:pt x="1231887" y="26095"/>
                  <a:pt x="1235575" y="20455"/>
                  <a:pt x="1240536" y="15491"/>
                </a:cubicBezTo>
                <a:cubicBezTo>
                  <a:pt x="1244878" y="11147"/>
                  <a:pt x="1249839" y="7878"/>
                  <a:pt x="1255421" y="5683"/>
                </a:cubicBezTo>
                <a:cubicBezTo>
                  <a:pt x="1261002" y="3489"/>
                  <a:pt x="1267204" y="2392"/>
                  <a:pt x="1274026" y="2392"/>
                </a:cubicBezTo>
                <a:cubicBezTo>
                  <a:pt x="1288423" y="2392"/>
                  <a:pt x="1300051" y="7113"/>
                  <a:pt x="1308911" y="16556"/>
                </a:cubicBezTo>
                <a:cubicBezTo>
                  <a:pt x="1317771" y="25997"/>
                  <a:pt x="1322201" y="38453"/>
                  <a:pt x="1322201" y="53922"/>
                </a:cubicBezTo>
                <a:cubicBezTo>
                  <a:pt x="1322201" y="61857"/>
                  <a:pt x="1320983" y="69005"/>
                  <a:pt x="1318546" y="75366"/>
                </a:cubicBezTo>
                <a:cubicBezTo>
                  <a:pt x="1316110" y="81727"/>
                  <a:pt x="1312411" y="87368"/>
                  <a:pt x="1307449" y="92288"/>
                </a:cubicBezTo>
                <a:cubicBezTo>
                  <a:pt x="1303108" y="96632"/>
                  <a:pt x="1298147" y="99901"/>
                  <a:pt x="1292565" y="102095"/>
                </a:cubicBezTo>
                <a:cubicBezTo>
                  <a:pt x="1286983" y="104289"/>
                  <a:pt x="1280804" y="105386"/>
                  <a:pt x="1274026" y="105386"/>
                </a:cubicBezTo>
                <a:close/>
                <a:moveTo>
                  <a:pt x="1334428" y="103393"/>
                </a:moveTo>
                <a:lnTo>
                  <a:pt x="1334428" y="96349"/>
                </a:lnTo>
                <a:lnTo>
                  <a:pt x="1345459" y="96349"/>
                </a:lnTo>
                <a:lnTo>
                  <a:pt x="1345459" y="39869"/>
                </a:lnTo>
                <a:lnTo>
                  <a:pt x="1333764" y="39869"/>
                </a:lnTo>
                <a:lnTo>
                  <a:pt x="1333764" y="32692"/>
                </a:lnTo>
                <a:lnTo>
                  <a:pt x="1357685" y="32692"/>
                </a:lnTo>
                <a:lnTo>
                  <a:pt x="1357685" y="45317"/>
                </a:lnTo>
                <a:cubicBezTo>
                  <a:pt x="1359944" y="40533"/>
                  <a:pt x="1362879" y="36923"/>
                  <a:pt x="1366490" y="34486"/>
                </a:cubicBezTo>
                <a:cubicBezTo>
                  <a:pt x="1370100" y="32050"/>
                  <a:pt x="1374297" y="30832"/>
                  <a:pt x="1379081" y="30832"/>
                </a:cubicBezTo>
                <a:cubicBezTo>
                  <a:pt x="1386878" y="30832"/>
                  <a:pt x="1392615" y="33069"/>
                  <a:pt x="1396291" y="37543"/>
                </a:cubicBezTo>
                <a:cubicBezTo>
                  <a:pt x="1399968" y="42017"/>
                  <a:pt x="1401807" y="48994"/>
                  <a:pt x="1401807" y="58474"/>
                </a:cubicBezTo>
                <a:lnTo>
                  <a:pt x="1401807" y="96349"/>
                </a:lnTo>
                <a:lnTo>
                  <a:pt x="1412704" y="96349"/>
                </a:lnTo>
                <a:lnTo>
                  <a:pt x="1412704" y="103393"/>
                </a:lnTo>
                <a:lnTo>
                  <a:pt x="1378949" y="103393"/>
                </a:lnTo>
                <a:lnTo>
                  <a:pt x="1378949" y="96349"/>
                </a:lnTo>
                <a:lnTo>
                  <a:pt x="1389514" y="96349"/>
                </a:lnTo>
                <a:lnTo>
                  <a:pt x="1389514" y="62328"/>
                </a:lnTo>
                <a:cubicBezTo>
                  <a:pt x="1389514" y="53690"/>
                  <a:pt x="1388451" y="47765"/>
                  <a:pt x="1386324" y="44553"/>
                </a:cubicBezTo>
                <a:cubicBezTo>
                  <a:pt x="1384198" y="41342"/>
                  <a:pt x="1380455" y="39736"/>
                  <a:pt x="1375095" y="39736"/>
                </a:cubicBezTo>
                <a:cubicBezTo>
                  <a:pt x="1369424" y="39736"/>
                  <a:pt x="1365105" y="41807"/>
                  <a:pt x="1362137" y="45949"/>
                </a:cubicBezTo>
                <a:cubicBezTo>
                  <a:pt x="1359169" y="50091"/>
                  <a:pt x="1357685" y="56126"/>
                  <a:pt x="1357685" y="64056"/>
                </a:cubicBezTo>
                <a:lnTo>
                  <a:pt x="1357685" y="96349"/>
                </a:lnTo>
                <a:lnTo>
                  <a:pt x="1368317" y="96349"/>
                </a:lnTo>
                <a:lnTo>
                  <a:pt x="1368317" y="103393"/>
                </a:lnTo>
                <a:lnTo>
                  <a:pt x="1334428" y="103393"/>
                </a:lnTo>
                <a:close/>
                <a:moveTo>
                  <a:pt x="1443850" y="96349"/>
                </a:moveTo>
                <a:lnTo>
                  <a:pt x="1455412" y="96349"/>
                </a:lnTo>
                <a:lnTo>
                  <a:pt x="1455412" y="103393"/>
                </a:lnTo>
                <a:lnTo>
                  <a:pt x="1419862" y="103393"/>
                </a:lnTo>
                <a:lnTo>
                  <a:pt x="1419862" y="96349"/>
                </a:lnTo>
                <a:lnTo>
                  <a:pt x="1431623" y="96349"/>
                </a:lnTo>
                <a:lnTo>
                  <a:pt x="1431623" y="7043"/>
                </a:lnTo>
                <a:lnTo>
                  <a:pt x="1419862" y="7043"/>
                </a:lnTo>
                <a:lnTo>
                  <a:pt x="1419862" y="0"/>
                </a:lnTo>
                <a:lnTo>
                  <a:pt x="1443850" y="0"/>
                </a:lnTo>
                <a:lnTo>
                  <a:pt x="1443850" y="96349"/>
                </a:lnTo>
                <a:close/>
                <a:moveTo>
                  <a:pt x="1488723" y="116286"/>
                </a:moveTo>
                <a:lnTo>
                  <a:pt x="1493374" y="104535"/>
                </a:lnTo>
                <a:lnTo>
                  <a:pt x="1466994" y="39869"/>
                </a:lnTo>
                <a:lnTo>
                  <a:pt x="1458954" y="39869"/>
                </a:lnTo>
                <a:lnTo>
                  <a:pt x="1458954" y="32692"/>
                </a:lnTo>
                <a:lnTo>
                  <a:pt x="1491447" y="32692"/>
                </a:lnTo>
                <a:lnTo>
                  <a:pt x="1491447" y="39869"/>
                </a:lnTo>
                <a:lnTo>
                  <a:pt x="1480151" y="39869"/>
                </a:lnTo>
                <a:lnTo>
                  <a:pt x="1500019" y="88442"/>
                </a:lnTo>
                <a:lnTo>
                  <a:pt x="1519887" y="39869"/>
                </a:lnTo>
                <a:lnTo>
                  <a:pt x="1509321" y="39869"/>
                </a:lnTo>
                <a:lnTo>
                  <a:pt x="1509321" y="32692"/>
                </a:lnTo>
                <a:lnTo>
                  <a:pt x="1535834" y="32692"/>
                </a:lnTo>
                <a:lnTo>
                  <a:pt x="1535834" y="39869"/>
                </a:lnTo>
                <a:lnTo>
                  <a:pt x="1527927" y="39869"/>
                </a:lnTo>
                <a:lnTo>
                  <a:pt x="1495567" y="119284"/>
                </a:lnTo>
                <a:cubicBezTo>
                  <a:pt x="1493352" y="124824"/>
                  <a:pt x="1490893" y="128610"/>
                  <a:pt x="1488191" y="130643"/>
                </a:cubicBezTo>
                <a:cubicBezTo>
                  <a:pt x="1485489" y="132676"/>
                  <a:pt x="1481679" y="133693"/>
                  <a:pt x="1476762" y="133693"/>
                </a:cubicBezTo>
                <a:cubicBezTo>
                  <a:pt x="1474680" y="133693"/>
                  <a:pt x="1472543" y="133510"/>
                  <a:pt x="1470350" y="133143"/>
                </a:cubicBezTo>
                <a:cubicBezTo>
                  <a:pt x="1468157" y="132777"/>
                  <a:pt x="1465953" y="132252"/>
                  <a:pt x="1463738" y="131567"/>
                </a:cubicBezTo>
                <a:lnTo>
                  <a:pt x="1463738" y="118011"/>
                </a:lnTo>
                <a:lnTo>
                  <a:pt x="1469984" y="118011"/>
                </a:lnTo>
                <a:cubicBezTo>
                  <a:pt x="1470250" y="121047"/>
                  <a:pt x="1471014" y="123223"/>
                  <a:pt x="1472277" y="124540"/>
                </a:cubicBezTo>
                <a:cubicBezTo>
                  <a:pt x="1473539" y="125858"/>
                  <a:pt x="1475499" y="126517"/>
                  <a:pt x="1478157" y="126517"/>
                </a:cubicBezTo>
                <a:cubicBezTo>
                  <a:pt x="1480594" y="126517"/>
                  <a:pt x="1482554" y="125837"/>
                  <a:pt x="1484038" y="124477"/>
                </a:cubicBezTo>
                <a:cubicBezTo>
                  <a:pt x="1485522" y="123118"/>
                  <a:pt x="1487084" y="120387"/>
                  <a:pt x="1488723" y="1162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Dataset">
            <a:extLst xmlns:a="http://schemas.openxmlformats.org/drawingml/2006/main">
              <a:ext uri="{FF2B5EF4-FFF2-40B4-BE49-F238E27FC236}">
                <a16:creationId xmlns:a16="http://schemas.microsoft.com/office/drawing/2014/main" id="{BE793EAE-4FC9-4F82-B8CD-4718C059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826" y="3718791"/>
            <a:ext cx="521324" cy="101266"/>
          </a:xfrm>
          <a:custGeom xmlns:a="http://schemas.openxmlformats.org/drawingml/2006/main">
            <a:pathLst>
              <a:path w="521324" h="101266">
                <a:moveTo>
                  <a:pt x="26114" y="92230"/>
                </a:moveTo>
                <a:lnTo>
                  <a:pt x="38473" y="92230"/>
                </a:lnTo>
                <a:cubicBezTo>
                  <a:pt x="51364" y="92230"/>
                  <a:pt x="61254" y="88553"/>
                  <a:pt x="68142" y="81199"/>
                </a:cubicBezTo>
                <a:cubicBezTo>
                  <a:pt x="75031" y="73846"/>
                  <a:pt x="78475" y="63303"/>
                  <a:pt x="78475" y="49570"/>
                </a:cubicBezTo>
                <a:cubicBezTo>
                  <a:pt x="78475" y="35838"/>
                  <a:pt x="75042" y="25339"/>
                  <a:pt x="68175" y="18074"/>
                </a:cubicBezTo>
                <a:cubicBezTo>
                  <a:pt x="61309" y="10809"/>
                  <a:pt x="51408" y="7176"/>
                  <a:pt x="38473" y="7176"/>
                </a:cubicBezTo>
                <a:lnTo>
                  <a:pt x="26114" y="7176"/>
                </a:lnTo>
                <a:lnTo>
                  <a:pt x="26114" y="92230"/>
                </a:lnTo>
                <a:moveTo>
                  <a:pt x="0" y="99273"/>
                </a:moveTo>
                <a:lnTo>
                  <a:pt x="0" y="92230"/>
                </a:lnTo>
                <a:lnTo>
                  <a:pt x="12625" y="92230"/>
                </a:lnTo>
                <a:lnTo>
                  <a:pt x="12625" y="7176"/>
                </a:lnTo>
                <a:lnTo>
                  <a:pt x="0" y="7176"/>
                </a:lnTo>
                <a:lnTo>
                  <a:pt x="0" y="0"/>
                </a:lnTo>
                <a:lnTo>
                  <a:pt x="39470" y="0"/>
                </a:lnTo>
                <a:cubicBezTo>
                  <a:pt x="56569" y="0"/>
                  <a:pt x="69892" y="4366"/>
                  <a:pt x="79438" y="13099"/>
                </a:cubicBezTo>
                <a:cubicBezTo>
                  <a:pt x="88985" y="21831"/>
                  <a:pt x="93758" y="33977"/>
                  <a:pt x="93758" y="49537"/>
                </a:cubicBezTo>
                <a:cubicBezTo>
                  <a:pt x="93758" y="65141"/>
                  <a:pt x="88974" y="77331"/>
                  <a:pt x="79405" y="86108"/>
                </a:cubicBezTo>
                <a:cubicBezTo>
                  <a:pt x="69837" y="94885"/>
                  <a:pt x="56525" y="99273"/>
                  <a:pt x="39470" y="99273"/>
                </a:cubicBezTo>
                <a:lnTo>
                  <a:pt x="0" y="99273"/>
                </a:lnTo>
                <a:close/>
                <a:moveTo>
                  <a:pt x="155515" y="77113"/>
                </a:moveTo>
                <a:lnTo>
                  <a:pt x="155515" y="62195"/>
                </a:lnTo>
                <a:lnTo>
                  <a:pt x="139766" y="62195"/>
                </a:lnTo>
                <a:cubicBezTo>
                  <a:pt x="133698" y="62195"/>
                  <a:pt x="129179" y="63499"/>
                  <a:pt x="126211" y="66107"/>
                </a:cubicBezTo>
                <a:cubicBezTo>
                  <a:pt x="123243" y="68715"/>
                  <a:pt x="121759" y="72716"/>
                  <a:pt x="121759" y="78109"/>
                </a:cubicBezTo>
                <a:cubicBezTo>
                  <a:pt x="121759" y="83017"/>
                  <a:pt x="123265" y="86907"/>
                  <a:pt x="126278" y="89781"/>
                </a:cubicBezTo>
                <a:cubicBezTo>
                  <a:pt x="129290" y="92654"/>
                  <a:pt x="133365" y="94090"/>
                  <a:pt x="138504" y="94090"/>
                </a:cubicBezTo>
                <a:cubicBezTo>
                  <a:pt x="143598" y="94090"/>
                  <a:pt x="147707" y="92521"/>
                  <a:pt x="150830" y="89383"/>
                </a:cubicBezTo>
                <a:cubicBezTo>
                  <a:pt x="153953" y="86243"/>
                  <a:pt x="155515" y="82153"/>
                  <a:pt x="155515" y="77113"/>
                </a:cubicBezTo>
                <a:moveTo>
                  <a:pt x="167741" y="55154"/>
                </a:moveTo>
                <a:lnTo>
                  <a:pt x="167741" y="92230"/>
                </a:lnTo>
                <a:lnTo>
                  <a:pt x="178638" y="92230"/>
                </a:lnTo>
                <a:lnTo>
                  <a:pt x="178638" y="99273"/>
                </a:lnTo>
                <a:lnTo>
                  <a:pt x="155515" y="99273"/>
                </a:lnTo>
                <a:lnTo>
                  <a:pt x="155515" y="91634"/>
                </a:lnTo>
                <a:cubicBezTo>
                  <a:pt x="152812" y="94934"/>
                  <a:pt x="149689" y="97365"/>
                  <a:pt x="146145" y="98926"/>
                </a:cubicBezTo>
                <a:cubicBezTo>
                  <a:pt x="142602" y="100486"/>
                  <a:pt x="138460" y="101266"/>
                  <a:pt x="133720" y="101266"/>
                </a:cubicBezTo>
                <a:cubicBezTo>
                  <a:pt x="125879" y="101266"/>
                  <a:pt x="119655" y="99182"/>
                  <a:pt x="115048" y="95012"/>
                </a:cubicBezTo>
                <a:cubicBezTo>
                  <a:pt x="110441" y="90841"/>
                  <a:pt x="108137" y="85207"/>
                  <a:pt x="108137" y="78109"/>
                </a:cubicBezTo>
                <a:cubicBezTo>
                  <a:pt x="108137" y="70789"/>
                  <a:pt x="110773" y="65111"/>
                  <a:pt x="116045" y="61074"/>
                </a:cubicBezTo>
                <a:cubicBezTo>
                  <a:pt x="121316" y="57037"/>
                  <a:pt x="128758" y="55019"/>
                  <a:pt x="138371" y="55019"/>
                </a:cubicBezTo>
                <a:lnTo>
                  <a:pt x="155515" y="55019"/>
                </a:lnTo>
                <a:lnTo>
                  <a:pt x="155515" y="50205"/>
                </a:lnTo>
                <a:cubicBezTo>
                  <a:pt x="155515" y="44855"/>
                  <a:pt x="153887" y="40710"/>
                  <a:pt x="150631" y="37769"/>
                </a:cubicBezTo>
                <a:cubicBezTo>
                  <a:pt x="147375" y="34828"/>
                  <a:pt x="142801" y="33357"/>
                  <a:pt x="136909" y="33357"/>
                </a:cubicBezTo>
                <a:cubicBezTo>
                  <a:pt x="132036" y="33357"/>
                  <a:pt x="128160" y="34464"/>
                  <a:pt x="125281" y="36679"/>
                </a:cubicBezTo>
                <a:cubicBezTo>
                  <a:pt x="122401" y="38894"/>
                  <a:pt x="120607" y="42172"/>
                  <a:pt x="119899" y="46513"/>
                </a:cubicBezTo>
                <a:lnTo>
                  <a:pt x="113586" y="46513"/>
                </a:lnTo>
                <a:lnTo>
                  <a:pt x="113586" y="32161"/>
                </a:lnTo>
                <a:cubicBezTo>
                  <a:pt x="117839" y="30344"/>
                  <a:pt x="121969" y="28982"/>
                  <a:pt x="125978" y="28074"/>
                </a:cubicBezTo>
                <a:cubicBezTo>
                  <a:pt x="129988" y="27166"/>
                  <a:pt x="133897" y="26712"/>
                  <a:pt x="137707" y="26712"/>
                </a:cubicBezTo>
                <a:cubicBezTo>
                  <a:pt x="147496" y="26712"/>
                  <a:pt x="154950" y="29138"/>
                  <a:pt x="160066" y="33990"/>
                </a:cubicBezTo>
                <a:cubicBezTo>
                  <a:pt x="165183" y="38841"/>
                  <a:pt x="167741" y="45895"/>
                  <a:pt x="167741" y="55154"/>
                </a:cubicBezTo>
                <a:close/>
                <a:moveTo>
                  <a:pt x="197560" y="35749"/>
                </a:moveTo>
                <a:lnTo>
                  <a:pt x="186795" y="35749"/>
                </a:lnTo>
                <a:lnTo>
                  <a:pt x="186795" y="28573"/>
                </a:lnTo>
                <a:lnTo>
                  <a:pt x="197560" y="28573"/>
                </a:lnTo>
                <a:lnTo>
                  <a:pt x="197560" y="6645"/>
                </a:lnTo>
                <a:lnTo>
                  <a:pt x="209852" y="6645"/>
                </a:lnTo>
                <a:lnTo>
                  <a:pt x="209852" y="28573"/>
                </a:lnTo>
                <a:lnTo>
                  <a:pt x="232843" y="28573"/>
                </a:lnTo>
                <a:lnTo>
                  <a:pt x="232843" y="35749"/>
                </a:lnTo>
                <a:lnTo>
                  <a:pt x="209852" y="35749"/>
                </a:lnTo>
                <a:lnTo>
                  <a:pt x="209852" y="80601"/>
                </a:lnTo>
                <a:cubicBezTo>
                  <a:pt x="209852" y="86581"/>
                  <a:pt x="210428" y="90413"/>
                  <a:pt x="211580" y="92097"/>
                </a:cubicBezTo>
                <a:cubicBezTo>
                  <a:pt x="212732" y="93780"/>
                  <a:pt x="214858" y="94622"/>
                  <a:pt x="217959" y="94622"/>
                </a:cubicBezTo>
                <a:cubicBezTo>
                  <a:pt x="221149" y="94622"/>
                  <a:pt x="223474" y="93680"/>
                  <a:pt x="224936" y="91798"/>
                </a:cubicBezTo>
                <a:cubicBezTo>
                  <a:pt x="226398" y="89915"/>
                  <a:pt x="227173" y="86869"/>
                  <a:pt x="227262" y="82661"/>
                </a:cubicBezTo>
                <a:lnTo>
                  <a:pt x="236498" y="82661"/>
                </a:lnTo>
                <a:cubicBezTo>
                  <a:pt x="236144" y="89108"/>
                  <a:pt x="234394" y="93821"/>
                  <a:pt x="231249" y="96800"/>
                </a:cubicBezTo>
                <a:cubicBezTo>
                  <a:pt x="228103" y="99778"/>
                  <a:pt x="223319" y="101266"/>
                  <a:pt x="216896" y="101266"/>
                </a:cubicBezTo>
                <a:cubicBezTo>
                  <a:pt x="209852" y="101266"/>
                  <a:pt x="204869" y="99700"/>
                  <a:pt x="201945" y="96567"/>
                </a:cubicBezTo>
                <a:cubicBezTo>
                  <a:pt x="199021" y="93433"/>
                  <a:pt x="197560" y="88111"/>
                  <a:pt x="197560" y="80601"/>
                </a:cubicBezTo>
                <a:lnTo>
                  <a:pt x="197560" y="35749"/>
                </a:lnTo>
                <a:close/>
                <a:moveTo>
                  <a:pt x="291463" y="77113"/>
                </a:moveTo>
                <a:lnTo>
                  <a:pt x="291463" y="62195"/>
                </a:lnTo>
                <a:lnTo>
                  <a:pt x="275715" y="62195"/>
                </a:lnTo>
                <a:cubicBezTo>
                  <a:pt x="269646" y="62195"/>
                  <a:pt x="265128" y="63499"/>
                  <a:pt x="262160" y="66107"/>
                </a:cubicBezTo>
                <a:cubicBezTo>
                  <a:pt x="259192" y="68715"/>
                  <a:pt x="257708" y="72716"/>
                  <a:pt x="257708" y="78109"/>
                </a:cubicBezTo>
                <a:cubicBezTo>
                  <a:pt x="257708" y="83017"/>
                  <a:pt x="259214" y="86907"/>
                  <a:pt x="262226" y="89781"/>
                </a:cubicBezTo>
                <a:cubicBezTo>
                  <a:pt x="265239" y="92654"/>
                  <a:pt x="269314" y="94090"/>
                  <a:pt x="274453" y="94090"/>
                </a:cubicBezTo>
                <a:cubicBezTo>
                  <a:pt x="279547" y="94090"/>
                  <a:pt x="283656" y="92521"/>
                  <a:pt x="286779" y="89383"/>
                </a:cubicBezTo>
                <a:cubicBezTo>
                  <a:pt x="289902" y="86243"/>
                  <a:pt x="291463" y="82153"/>
                  <a:pt x="291463" y="77113"/>
                </a:cubicBezTo>
                <a:moveTo>
                  <a:pt x="303690" y="55154"/>
                </a:moveTo>
                <a:lnTo>
                  <a:pt x="303690" y="92230"/>
                </a:lnTo>
                <a:lnTo>
                  <a:pt x="314587" y="92230"/>
                </a:lnTo>
                <a:lnTo>
                  <a:pt x="314587" y="99273"/>
                </a:lnTo>
                <a:lnTo>
                  <a:pt x="291463" y="99273"/>
                </a:lnTo>
                <a:lnTo>
                  <a:pt x="291463" y="91634"/>
                </a:lnTo>
                <a:cubicBezTo>
                  <a:pt x="288761" y="94934"/>
                  <a:pt x="285638" y="97365"/>
                  <a:pt x="282094" y="98926"/>
                </a:cubicBezTo>
                <a:cubicBezTo>
                  <a:pt x="278550" y="100486"/>
                  <a:pt x="274408" y="101266"/>
                  <a:pt x="269668" y="101266"/>
                </a:cubicBezTo>
                <a:cubicBezTo>
                  <a:pt x="261828" y="101266"/>
                  <a:pt x="255604" y="99182"/>
                  <a:pt x="250997" y="95012"/>
                </a:cubicBezTo>
                <a:cubicBezTo>
                  <a:pt x="246389" y="90841"/>
                  <a:pt x="244086" y="85207"/>
                  <a:pt x="244086" y="78109"/>
                </a:cubicBezTo>
                <a:cubicBezTo>
                  <a:pt x="244086" y="70789"/>
                  <a:pt x="246722" y="65111"/>
                  <a:pt x="251993" y="61074"/>
                </a:cubicBezTo>
                <a:cubicBezTo>
                  <a:pt x="257265" y="57037"/>
                  <a:pt x="264707" y="55019"/>
                  <a:pt x="274320" y="55019"/>
                </a:cubicBezTo>
                <a:lnTo>
                  <a:pt x="291463" y="55019"/>
                </a:lnTo>
                <a:lnTo>
                  <a:pt x="291463" y="50205"/>
                </a:lnTo>
                <a:cubicBezTo>
                  <a:pt x="291463" y="44855"/>
                  <a:pt x="289835" y="40710"/>
                  <a:pt x="286579" y="37769"/>
                </a:cubicBezTo>
                <a:cubicBezTo>
                  <a:pt x="283323" y="34828"/>
                  <a:pt x="278750" y="33357"/>
                  <a:pt x="272858" y="33357"/>
                </a:cubicBezTo>
                <a:cubicBezTo>
                  <a:pt x="267985" y="33357"/>
                  <a:pt x="264109" y="34464"/>
                  <a:pt x="261229" y="36679"/>
                </a:cubicBezTo>
                <a:cubicBezTo>
                  <a:pt x="258350" y="38894"/>
                  <a:pt x="256556" y="42172"/>
                  <a:pt x="255847" y="46513"/>
                </a:cubicBezTo>
                <a:lnTo>
                  <a:pt x="249535" y="46513"/>
                </a:lnTo>
                <a:lnTo>
                  <a:pt x="249535" y="32161"/>
                </a:lnTo>
                <a:cubicBezTo>
                  <a:pt x="253787" y="30344"/>
                  <a:pt x="257918" y="28982"/>
                  <a:pt x="261927" y="28074"/>
                </a:cubicBezTo>
                <a:cubicBezTo>
                  <a:pt x="265936" y="27166"/>
                  <a:pt x="269846" y="26712"/>
                  <a:pt x="273655" y="26712"/>
                </a:cubicBezTo>
                <a:cubicBezTo>
                  <a:pt x="283445" y="26712"/>
                  <a:pt x="290898" y="29138"/>
                  <a:pt x="296015" y="33990"/>
                </a:cubicBezTo>
                <a:cubicBezTo>
                  <a:pt x="301131" y="38841"/>
                  <a:pt x="303690" y="45895"/>
                  <a:pt x="303690" y="55154"/>
                </a:cubicBezTo>
                <a:close/>
                <a:moveTo>
                  <a:pt x="326465" y="95419"/>
                </a:moveTo>
                <a:lnTo>
                  <a:pt x="326465" y="78940"/>
                </a:lnTo>
                <a:lnTo>
                  <a:pt x="333508" y="78940"/>
                </a:lnTo>
                <a:cubicBezTo>
                  <a:pt x="333685" y="84189"/>
                  <a:pt x="335336" y="88115"/>
                  <a:pt x="338459" y="90718"/>
                </a:cubicBezTo>
                <a:cubicBezTo>
                  <a:pt x="341582" y="93320"/>
                  <a:pt x="346200" y="94622"/>
                  <a:pt x="352313" y="94622"/>
                </a:cubicBezTo>
                <a:cubicBezTo>
                  <a:pt x="357806" y="94622"/>
                  <a:pt x="361992" y="93594"/>
                  <a:pt x="364872" y="91538"/>
                </a:cubicBezTo>
                <a:cubicBezTo>
                  <a:pt x="367751" y="89481"/>
                  <a:pt x="369191" y="86485"/>
                  <a:pt x="369191" y="82549"/>
                </a:cubicBezTo>
                <a:cubicBezTo>
                  <a:pt x="369191" y="79454"/>
                  <a:pt x="368139" y="76956"/>
                  <a:pt x="366034" y="75055"/>
                </a:cubicBezTo>
                <a:cubicBezTo>
                  <a:pt x="363930" y="73153"/>
                  <a:pt x="359489" y="71119"/>
                  <a:pt x="352712" y="68952"/>
                </a:cubicBezTo>
                <a:lnTo>
                  <a:pt x="343874" y="65956"/>
                </a:lnTo>
                <a:cubicBezTo>
                  <a:pt x="337805" y="64005"/>
                  <a:pt x="333409" y="61567"/>
                  <a:pt x="330684" y="58640"/>
                </a:cubicBezTo>
                <a:cubicBezTo>
                  <a:pt x="327960" y="55712"/>
                  <a:pt x="326598" y="51987"/>
                  <a:pt x="326598" y="47464"/>
                </a:cubicBezTo>
                <a:cubicBezTo>
                  <a:pt x="326598" y="40990"/>
                  <a:pt x="328968" y="35913"/>
                  <a:pt x="333708" y="32233"/>
                </a:cubicBezTo>
                <a:cubicBezTo>
                  <a:pt x="338448" y="28552"/>
                  <a:pt x="345004" y="26712"/>
                  <a:pt x="353376" y="26712"/>
                </a:cubicBezTo>
                <a:cubicBezTo>
                  <a:pt x="357097" y="26712"/>
                  <a:pt x="361018" y="27199"/>
                  <a:pt x="365137" y="28174"/>
                </a:cubicBezTo>
                <a:cubicBezTo>
                  <a:pt x="369257" y="29148"/>
                  <a:pt x="373510" y="30566"/>
                  <a:pt x="377895" y="32427"/>
                </a:cubicBezTo>
                <a:lnTo>
                  <a:pt x="377895" y="47842"/>
                </a:lnTo>
                <a:lnTo>
                  <a:pt x="370852" y="47842"/>
                </a:lnTo>
                <a:cubicBezTo>
                  <a:pt x="370675" y="43300"/>
                  <a:pt x="369080" y="39751"/>
                  <a:pt x="366068" y="37194"/>
                </a:cubicBezTo>
                <a:cubicBezTo>
                  <a:pt x="363055" y="34636"/>
                  <a:pt x="358958" y="33357"/>
                  <a:pt x="353775" y="33357"/>
                </a:cubicBezTo>
                <a:cubicBezTo>
                  <a:pt x="348636" y="33357"/>
                  <a:pt x="344749" y="34264"/>
                  <a:pt x="342113" y="36077"/>
                </a:cubicBezTo>
                <a:cubicBezTo>
                  <a:pt x="339478" y="37889"/>
                  <a:pt x="338160" y="40607"/>
                  <a:pt x="338160" y="44231"/>
                </a:cubicBezTo>
                <a:cubicBezTo>
                  <a:pt x="338160" y="47194"/>
                  <a:pt x="339156" y="49571"/>
                  <a:pt x="341150" y="51362"/>
                </a:cubicBezTo>
                <a:cubicBezTo>
                  <a:pt x="343143" y="53152"/>
                  <a:pt x="347130" y="54975"/>
                  <a:pt x="353110" y="56832"/>
                </a:cubicBezTo>
                <a:lnTo>
                  <a:pt x="362812" y="59828"/>
                </a:lnTo>
                <a:cubicBezTo>
                  <a:pt x="369501" y="61913"/>
                  <a:pt x="374318" y="64518"/>
                  <a:pt x="377264" y="67644"/>
                </a:cubicBezTo>
                <a:cubicBezTo>
                  <a:pt x="380210" y="70770"/>
                  <a:pt x="381683" y="74794"/>
                  <a:pt x="381683" y="79717"/>
                </a:cubicBezTo>
                <a:cubicBezTo>
                  <a:pt x="381683" y="86411"/>
                  <a:pt x="379125" y="91677"/>
                  <a:pt x="374008" y="95512"/>
                </a:cubicBezTo>
                <a:cubicBezTo>
                  <a:pt x="368892" y="99348"/>
                  <a:pt x="361837" y="101266"/>
                  <a:pt x="352845" y="101266"/>
                </a:cubicBezTo>
                <a:cubicBezTo>
                  <a:pt x="348282" y="101266"/>
                  <a:pt x="343830" y="100779"/>
                  <a:pt x="339489" y="99805"/>
                </a:cubicBezTo>
                <a:cubicBezTo>
                  <a:pt x="335147" y="98830"/>
                  <a:pt x="330806" y="97368"/>
                  <a:pt x="326465" y="95419"/>
                </a:cubicBezTo>
                <a:close/>
                <a:moveTo>
                  <a:pt x="461576" y="65252"/>
                </a:moveTo>
                <a:lnTo>
                  <a:pt x="408882" y="65252"/>
                </a:lnTo>
                <a:lnTo>
                  <a:pt x="408882" y="65783"/>
                </a:lnTo>
                <a:cubicBezTo>
                  <a:pt x="408882" y="75308"/>
                  <a:pt x="410677" y="82495"/>
                  <a:pt x="414265" y="87346"/>
                </a:cubicBezTo>
                <a:cubicBezTo>
                  <a:pt x="417853" y="92196"/>
                  <a:pt x="423147" y="94622"/>
                  <a:pt x="430146" y="94622"/>
                </a:cubicBezTo>
                <a:cubicBezTo>
                  <a:pt x="435506" y="94622"/>
                  <a:pt x="439903" y="93215"/>
                  <a:pt x="443336" y="90402"/>
                </a:cubicBezTo>
                <a:cubicBezTo>
                  <a:pt x="446769" y="87589"/>
                  <a:pt x="449172" y="83414"/>
                  <a:pt x="450545" y="77877"/>
                </a:cubicBezTo>
                <a:lnTo>
                  <a:pt x="460380" y="77877"/>
                </a:lnTo>
                <a:cubicBezTo>
                  <a:pt x="458430" y="85651"/>
                  <a:pt x="454831" y="91493"/>
                  <a:pt x="449582" y="95402"/>
                </a:cubicBezTo>
                <a:cubicBezTo>
                  <a:pt x="444332" y="99312"/>
                  <a:pt x="437433" y="101266"/>
                  <a:pt x="428883" y="101266"/>
                </a:cubicBezTo>
                <a:cubicBezTo>
                  <a:pt x="418562" y="101266"/>
                  <a:pt x="410267" y="97864"/>
                  <a:pt x="403999" y="91058"/>
                </a:cubicBezTo>
                <a:cubicBezTo>
                  <a:pt x="397730" y="84252"/>
                  <a:pt x="394596" y="75218"/>
                  <a:pt x="394596" y="63956"/>
                </a:cubicBezTo>
                <a:cubicBezTo>
                  <a:pt x="394596" y="52783"/>
                  <a:pt x="397675" y="43783"/>
                  <a:pt x="403832" y="36955"/>
                </a:cubicBezTo>
                <a:cubicBezTo>
                  <a:pt x="409990" y="30126"/>
                  <a:pt x="418074" y="26712"/>
                  <a:pt x="428086" y="26712"/>
                </a:cubicBezTo>
                <a:cubicBezTo>
                  <a:pt x="438762" y="26712"/>
                  <a:pt x="446957" y="30001"/>
                  <a:pt x="452672" y="36580"/>
                </a:cubicBezTo>
                <a:cubicBezTo>
                  <a:pt x="458386" y="43158"/>
                  <a:pt x="461354" y="52715"/>
                  <a:pt x="461576" y="65252"/>
                </a:cubicBezTo>
                <a:moveTo>
                  <a:pt x="447156" y="58208"/>
                </a:moveTo>
                <a:cubicBezTo>
                  <a:pt x="446891" y="49991"/>
                  <a:pt x="445152" y="43795"/>
                  <a:pt x="441940" y="39620"/>
                </a:cubicBezTo>
                <a:cubicBezTo>
                  <a:pt x="438729" y="35444"/>
                  <a:pt x="434110" y="33357"/>
                  <a:pt x="428086" y="33357"/>
                </a:cubicBezTo>
                <a:cubicBezTo>
                  <a:pt x="422460" y="33357"/>
                  <a:pt x="418030" y="35455"/>
                  <a:pt x="414796" y="39653"/>
                </a:cubicBezTo>
                <a:cubicBezTo>
                  <a:pt x="411563" y="43850"/>
                  <a:pt x="409591" y="50035"/>
                  <a:pt x="408882" y="58208"/>
                </a:cubicBezTo>
                <a:lnTo>
                  <a:pt x="447156" y="58208"/>
                </a:lnTo>
                <a:close/>
                <a:moveTo>
                  <a:pt x="482386" y="35749"/>
                </a:moveTo>
                <a:lnTo>
                  <a:pt x="471621" y="35749"/>
                </a:lnTo>
                <a:lnTo>
                  <a:pt x="471621" y="28573"/>
                </a:lnTo>
                <a:lnTo>
                  <a:pt x="482386" y="28573"/>
                </a:lnTo>
                <a:lnTo>
                  <a:pt x="482386" y="6645"/>
                </a:lnTo>
                <a:lnTo>
                  <a:pt x="494679" y="6645"/>
                </a:lnTo>
                <a:lnTo>
                  <a:pt x="494679" y="28573"/>
                </a:lnTo>
                <a:lnTo>
                  <a:pt x="517669" y="28573"/>
                </a:lnTo>
                <a:lnTo>
                  <a:pt x="517669" y="35749"/>
                </a:lnTo>
                <a:lnTo>
                  <a:pt x="494679" y="35749"/>
                </a:lnTo>
                <a:lnTo>
                  <a:pt x="494679" y="80601"/>
                </a:lnTo>
                <a:cubicBezTo>
                  <a:pt x="494679" y="86581"/>
                  <a:pt x="495254" y="90413"/>
                  <a:pt x="496406" y="92097"/>
                </a:cubicBezTo>
                <a:cubicBezTo>
                  <a:pt x="497558" y="93780"/>
                  <a:pt x="499684" y="94622"/>
                  <a:pt x="502785" y="94622"/>
                </a:cubicBezTo>
                <a:cubicBezTo>
                  <a:pt x="505975" y="94622"/>
                  <a:pt x="508300" y="93680"/>
                  <a:pt x="509762" y="91798"/>
                </a:cubicBezTo>
                <a:cubicBezTo>
                  <a:pt x="511224" y="89915"/>
                  <a:pt x="511999" y="86869"/>
                  <a:pt x="512088" y="82661"/>
                </a:cubicBezTo>
                <a:lnTo>
                  <a:pt x="521324" y="82661"/>
                </a:lnTo>
                <a:cubicBezTo>
                  <a:pt x="520970" y="89108"/>
                  <a:pt x="519220" y="93821"/>
                  <a:pt x="516075" y="96800"/>
                </a:cubicBezTo>
                <a:cubicBezTo>
                  <a:pt x="512930" y="99778"/>
                  <a:pt x="508145" y="101266"/>
                  <a:pt x="501722" y="101266"/>
                </a:cubicBezTo>
                <a:cubicBezTo>
                  <a:pt x="494679" y="101266"/>
                  <a:pt x="489695" y="99700"/>
                  <a:pt x="486771" y="96567"/>
                </a:cubicBezTo>
                <a:cubicBezTo>
                  <a:pt x="483848" y="93433"/>
                  <a:pt x="482386" y="88111"/>
                  <a:pt x="482386" y="80601"/>
                </a:cubicBezTo>
                <a:lnTo>
                  <a:pt x="482386" y="357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2ED01-A332-4C3D-8547-5DB202EB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05" y="1678764"/>
            <a:ext cx="897614" cy="416969"/>
          </a:xfrm>
          <a:custGeom xmlns:a="http://schemas.openxmlformats.org/drawingml/2006/main">
            <a:pathLst>
              <a:path w="897614" h="416969">
                <a:moveTo>
                  <a:pt x="448816" y="416969"/>
                </a:moveTo>
                <a:lnTo>
                  <a:pt x="37989" y="416969"/>
                </a:lnTo>
                <a:cubicBezTo>
                  <a:pt x="16938" y="416969"/>
                  <a:pt x="0" y="400031"/>
                  <a:pt x="0" y="379488"/>
                </a:cubicBezTo>
                <a:lnTo>
                  <a:pt x="0" y="37481"/>
                </a:lnTo>
                <a:cubicBezTo>
                  <a:pt x="0" y="16956"/>
                  <a:pt x="16938" y="0"/>
                  <a:pt x="37989" y="0"/>
                </a:cubicBezTo>
                <a:lnTo>
                  <a:pt x="859626" y="0"/>
                </a:lnTo>
                <a:cubicBezTo>
                  <a:pt x="880676" y="0"/>
                  <a:pt x="897614" y="16956"/>
                  <a:pt x="897614" y="37481"/>
                </a:cubicBezTo>
                <a:lnTo>
                  <a:pt x="897614" y="379488"/>
                </a:lnTo>
                <a:cubicBezTo>
                  <a:pt x="897614" y="400031"/>
                  <a:pt x="880676" y="416969"/>
                  <a:pt x="859626" y="416969"/>
                </a:cubicBezTo>
                <a:lnTo>
                  <a:pt x="448816" y="416969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400">
            <a:extLst xmlns:a="http://schemas.openxmlformats.org/drawingml/2006/main">
              <a:ext uri="{FF2B5EF4-FFF2-40B4-BE49-F238E27FC236}">
                <a16:creationId xmlns:a16="http://schemas.microsoft.com/office/drawing/2014/main" id="{B13DA224-6281-42D1-9B18-44945E3C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662" y="1763387"/>
            <a:ext cx="333451" cy="126316"/>
          </a:xfrm>
          <a:custGeom xmlns:a="http://schemas.openxmlformats.org/drawingml/2006/main">
            <a:pathLst>
              <a:path w="333451" h="126316">
                <a:moveTo>
                  <a:pt x="99667" y="123871"/>
                </a:moveTo>
                <a:lnTo>
                  <a:pt x="32679" y="123871"/>
                </a:lnTo>
                <a:lnTo>
                  <a:pt x="32679" y="113929"/>
                </a:lnTo>
                <a:lnTo>
                  <a:pt x="50771" y="113929"/>
                </a:lnTo>
                <a:lnTo>
                  <a:pt x="50771" y="91762"/>
                </a:lnTo>
                <a:lnTo>
                  <a:pt x="0" y="91762"/>
                </a:lnTo>
                <a:lnTo>
                  <a:pt x="0" y="82398"/>
                </a:lnTo>
                <a:lnTo>
                  <a:pt x="50934" y="0"/>
                </a:lnTo>
                <a:lnTo>
                  <a:pt x="81576" y="0"/>
                </a:lnTo>
                <a:lnTo>
                  <a:pt x="81576" y="81168"/>
                </a:lnTo>
                <a:lnTo>
                  <a:pt x="102438" y="81168"/>
                </a:lnTo>
                <a:lnTo>
                  <a:pt x="102438" y="91762"/>
                </a:lnTo>
                <a:lnTo>
                  <a:pt x="81576" y="91762"/>
                </a:lnTo>
                <a:lnTo>
                  <a:pt x="81576" y="113929"/>
                </a:lnTo>
                <a:lnTo>
                  <a:pt x="99667" y="113929"/>
                </a:lnTo>
                <a:lnTo>
                  <a:pt x="99667" y="123871"/>
                </a:lnTo>
                <a:moveTo>
                  <a:pt x="50771" y="81168"/>
                </a:moveTo>
                <a:lnTo>
                  <a:pt x="50771" y="22202"/>
                </a:lnTo>
                <a:lnTo>
                  <a:pt x="14506" y="81168"/>
                </a:lnTo>
                <a:lnTo>
                  <a:pt x="50771" y="81168"/>
                </a:lnTo>
                <a:close/>
                <a:moveTo>
                  <a:pt x="167255" y="116700"/>
                </a:moveTo>
                <a:cubicBezTo>
                  <a:pt x="173775" y="116700"/>
                  <a:pt x="178244" y="113741"/>
                  <a:pt x="180661" y="107824"/>
                </a:cubicBezTo>
                <a:cubicBezTo>
                  <a:pt x="183079" y="101906"/>
                  <a:pt x="184288" y="87031"/>
                  <a:pt x="184288" y="63199"/>
                </a:cubicBezTo>
                <a:cubicBezTo>
                  <a:pt x="184288" y="39530"/>
                  <a:pt x="183079" y="24683"/>
                  <a:pt x="180661" y="18657"/>
                </a:cubicBezTo>
                <a:cubicBezTo>
                  <a:pt x="178244" y="12630"/>
                  <a:pt x="173775" y="9616"/>
                  <a:pt x="167255" y="9616"/>
                </a:cubicBezTo>
                <a:cubicBezTo>
                  <a:pt x="160736" y="9616"/>
                  <a:pt x="156267" y="12576"/>
                  <a:pt x="153850" y="18494"/>
                </a:cubicBezTo>
                <a:cubicBezTo>
                  <a:pt x="151432" y="24411"/>
                  <a:pt x="150223" y="39312"/>
                  <a:pt x="150223" y="63199"/>
                </a:cubicBezTo>
                <a:cubicBezTo>
                  <a:pt x="150223" y="87031"/>
                  <a:pt x="151432" y="101906"/>
                  <a:pt x="153850" y="107824"/>
                </a:cubicBezTo>
                <a:cubicBezTo>
                  <a:pt x="156267" y="113741"/>
                  <a:pt x="160736" y="116700"/>
                  <a:pt x="167255" y="116700"/>
                </a:cubicBezTo>
                <a:moveTo>
                  <a:pt x="167255" y="126316"/>
                </a:moveTo>
                <a:cubicBezTo>
                  <a:pt x="151011" y="126316"/>
                  <a:pt x="138570" y="120893"/>
                  <a:pt x="129931" y="110048"/>
                </a:cubicBezTo>
                <a:cubicBezTo>
                  <a:pt x="121293" y="99202"/>
                  <a:pt x="116974" y="83586"/>
                  <a:pt x="116974" y="63199"/>
                </a:cubicBezTo>
                <a:cubicBezTo>
                  <a:pt x="116974" y="42812"/>
                  <a:pt x="121293" y="27182"/>
                  <a:pt x="129931" y="16309"/>
                </a:cubicBezTo>
                <a:cubicBezTo>
                  <a:pt x="138570" y="5436"/>
                  <a:pt x="151011" y="0"/>
                  <a:pt x="167255" y="0"/>
                </a:cubicBezTo>
                <a:cubicBezTo>
                  <a:pt x="183446" y="0"/>
                  <a:pt x="195860" y="5436"/>
                  <a:pt x="204498" y="16309"/>
                </a:cubicBezTo>
                <a:cubicBezTo>
                  <a:pt x="213137" y="27182"/>
                  <a:pt x="217456" y="42812"/>
                  <a:pt x="217456" y="63199"/>
                </a:cubicBezTo>
                <a:cubicBezTo>
                  <a:pt x="217456" y="83586"/>
                  <a:pt x="213137" y="99202"/>
                  <a:pt x="204498" y="110048"/>
                </a:cubicBezTo>
                <a:cubicBezTo>
                  <a:pt x="195860" y="120893"/>
                  <a:pt x="183446" y="126316"/>
                  <a:pt x="167255" y="126316"/>
                </a:cubicBezTo>
                <a:close/>
                <a:moveTo>
                  <a:pt x="283251" y="116700"/>
                </a:moveTo>
                <a:cubicBezTo>
                  <a:pt x="289771" y="116700"/>
                  <a:pt x="294239" y="113741"/>
                  <a:pt x="296657" y="107824"/>
                </a:cubicBezTo>
                <a:cubicBezTo>
                  <a:pt x="299074" y="101906"/>
                  <a:pt x="300283" y="87031"/>
                  <a:pt x="300283" y="63199"/>
                </a:cubicBezTo>
                <a:cubicBezTo>
                  <a:pt x="300283" y="39530"/>
                  <a:pt x="299074" y="24683"/>
                  <a:pt x="296657" y="18657"/>
                </a:cubicBezTo>
                <a:cubicBezTo>
                  <a:pt x="294239" y="12630"/>
                  <a:pt x="289771" y="9616"/>
                  <a:pt x="283251" y="9616"/>
                </a:cubicBezTo>
                <a:cubicBezTo>
                  <a:pt x="276732" y="9616"/>
                  <a:pt x="272263" y="12576"/>
                  <a:pt x="269845" y="18494"/>
                </a:cubicBezTo>
                <a:cubicBezTo>
                  <a:pt x="267428" y="24411"/>
                  <a:pt x="266219" y="39312"/>
                  <a:pt x="266219" y="63199"/>
                </a:cubicBezTo>
                <a:cubicBezTo>
                  <a:pt x="266219" y="87031"/>
                  <a:pt x="267428" y="101906"/>
                  <a:pt x="269845" y="107824"/>
                </a:cubicBezTo>
                <a:cubicBezTo>
                  <a:pt x="272263" y="113741"/>
                  <a:pt x="276732" y="116700"/>
                  <a:pt x="283251" y="116700"/>
                </a:cubicBezTo>
                <a:moveTo>
                  <a:pt x="283251" y="126316"/>
                </a:moveTo>
                <a:cubicBezTo>
                  <a:pt x="267007" y="126316"/>
                  <a:pt x="254565" y="120893"/>
                  <a:pt x="245927" y="110048"/>
                </a:cubicBezTo>
                <a:cubicBezTo>
                  <a:pt x="237288" y="99202"/>
                  <a:pt x="232969" y="83586"/>
                  <a:pt x="232969" y="63199"/>
                </a:cubicBezTo>
                <a:cubicBezTo>
                  <a:pt x="232969" y="42812"/>
                  <a:pt x="237288" y="27182"/>
                  <a:pt x="245927" y="16309"/>
                </a:cubicBezTo>
                <a:cubicBezTo>
                  <a:pt x="254565" y="5436"/>
                  <a:pt x="267007" y="0"/>
                  <a:pt x="283251" y="0"/>
                </a:cubicBezTo>
                <a:cubicBezTo>
                  <a:pt x="299441" y="0"/>
                  <a:pt x="311855" y="5436"/>
                  <a:pt x="320494" y="16309"/>
                </a:cubicBezTo>
                <a:cubicBezTo>
                  <a:pt x="329132" y="27182"/>
                  <a:pt x="333451" y="42812"/>
                  <a:pt x="333451" y="63199"/>
                </a:cubicBezTo>
                <a:cubicBezTo>
                  <a:pt x="333451" y="83586"/>
                  <a:pt x="329132" y="99202"/>
                  <a:pt x="320494" y="110048"/>
                </a:cubicBezTo>
                <a:cubicBezTo>
                  <a:pt x="311855" y="120893"/>
                  <a:pt x="299441" y="126316"/>
                  <a:pt x="283251" y="1263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NoSources">
            <a:extLst xmlns:a="http://schemas.openxmlformats.org/drawingml/2006/main">
              <a:ext uri="{FF2B5EF4-FFF2-40B4-BE49-F238E27FC236}">
                <a16:creationId xmlns:a16="http://schemas.microsoft.com/office/drawing/2014/main" id="{7068BA0E-5229-4058-87BF-D5B7737D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575" y="1958284"/>
            <a:ext cx="783453" cy="102994"/>
          </a:xfrm>
          <a:custGeom xmlns:a="http://schemas.openxmlformats.org/drawingml/2006/main">
            <a:pathLst>
              <a:path w="783453" h="102994">
                <a:moveTo>
                  <a:pt x="0" y="101001"/>
                </a:moveTo>
                <a:lnTo>
                  <a:pt x="0" y="93957"/>
                </a:lnTo>
                <a:lnTo>
                  <a:pt x="13356" y="93957"/>
                </a:lnTo>
                <a:lnTo>
                  <a:pt x="13356" y="8904"/>
                </a:lnTo>
                <a:lnTo>
                  <a:pt x="0" y="8904"/>
                </a:lnTo>
                <a:lnTo>
                  <a:pt x="0" y="1728"/>
                </a:lnTo>
                <a:lnTo>
                  <a:pt x="25450" y="1728"/>
                </a:lnTo>
                <a:lnTo>
                  <a:pt x="84920" y="80070"/>
                </a:lnTo>
                <a:lnTo>
                  <a:pt x="84920" y="8904"/>
                </a:lnTo>
                <a:lnTo>
                  <a:pt x="71631" y="8904"/>
                </a:lnTo>
                <a:lnTo>
                  <a:pt x="71631" y="1728"/>
                </a:lnTo>
                <a:lnTo>
                  <a:pt x="106449" y="1728"/>
                </a:lnTo>
                <a:lnTo>
                  <a:pt x="106449" y="8904"/>
                </a:lnTo>
                <a:lnTo>
                  <a:pt x="93093" y="8904"/>
                </a:lnTo>
                <a:lnTo>
                  <a:pt x="93093" y="102994"/>
                </a:lnTo>
                <a:lnTo>
                  <a:pt x="85053" y="102994"/>
                </a:lnTo>
                <a:lnTo>
                  <a:pt x="21529" y="19336"/>
                </a:lnTo>
                <a:lnTo>
                  <a:pt x="21529" y="93957"/>
                </a:lnTo>
                <a:lnTo>
                  <a:pt x="34885" y="93957"/>
                </a:lnTo>
                <a:lnTo>
                  <a:pt x="34885" y="101001"/>
                </a:lnTo>
                <a:lnTo>
                  <a:pt x="0" y="101001"/>
                </a:lnTo>
                <a:close/>
                <a:moveTo>
                  <a:pt x="153906" y="96349"/>
                </a:moveTo>
                <a:cubicBezTo>
                  <a:pt x="160462" y="96349"/>
                  <a:pt x="165412" y="93761"/>
                  <a:pt x="168757" y="88583"/>
                </a:cubicBezTo>
                <a:cubicBezTo>
                  <a:pt x="172101" y="83406"/>
                  <a:pt x="173774" y="75773"/>
                  <a:pt x="173774" y="65684"/>
                </a:cubicBezTo>
                <a:cubicBezTo>
                  <a:pt x="173774" y="55595"/>
                  <a:pt x="172101" y="47973"/>
                  <a:pt x="168757" y="42817"/>
                </a:cubicBezTo>
                <a:cubicBezTo>
                  <a:pt x="165412" y="37662"/>
                  <a:pt x="160462" y="35084"/>
                  <a:pt x="153906" y="35084"/>
                </a:cubicBezTo>
                <a:cubicBezTo>
                  <a:pt x="147350" y="35084"/>
                  <a:pt x="142399" y="37662"/>
                  <a:pt x="139055" y="42817"/>
                </a:cubicBezTo>
                <a:cubicBezTo>
                  <a:pt x="135710" y="47973"/>
                  <a:pt x="134038" y="55595"/>
                  <a:pt x="134038" y="65684"/>
                </a:cubicBezTo>
                <a:cubicBezTo>
                  <a:pt x="134038" y="75773"/>
                  <a:pt x="135721" y="83406"/>
                  <a:pt x="139088" y="88583"/>
                </a:cubicBezTo>
                <a:cubicBezTo>
                  <a:pt x="142455" y="93761"/>
                  <a:pt x="147394" y="96349"/>
                  <a:pt x="153906" y="96349"/>
                </a:cubicBezTo>
                <a:moveTo>
                  <a:pt x="153906" y="102994"/>
                </a:moveTo>
                <a:cubicBezTo>
                  <a:pt x="143628" y="102994"/>
                  <a:pt x="135367" y="99591"/>
                  <a:pt x="129121" y="92786"/>
                </a:cubicBezTo>
                <a:cubicBezTo>
                  <a:pt x="122875" y="85979"/>
                  <a:pt x="119752" y="76945"/>
                  <a:pt x="119752" y="65684"/>
                </a:cubicBezTo>
                <a:cubicBezTo>
                  <a:pt x="119752" y="54422"/>
                  <a:pt x="122864" y="45400"/>
                  <a:pt x="129087" y="38617"/>
                </a:cubicBezTo>
                <a:cubicBezTo>
                  <a:pt x="135311" y="31832"/>
                  <a:pt x="143584" y="28440"/>
                  <a:pt x="153906" y="28440"/>
                </a:cubicBezTo>
                <a:cubicBezTo>
                  <a:pt x="164227" y="28440"/>
                  <a:pt x="172500" y="31832"/>
                  <a:pt x="178724" y="38617"/>
                </a:cubicBezTo>
                <a:cubicBezTo>
                  <a:pt x="184948" y="45400"/>
                  <a:pt x="188060" y="54422"/>
                  <a:pt x="188060" y="65684"/>
                </a:cubicBezTo>
                <a:cubicBezTo>
                  <a:pt x="188060" y="76945"/>
                  <a:pt x="184948" y="85979"/>
                  <a:pt x="178724" y="92786"/>
                </a:cubicBezTo>
                <a:cubicBezTo>
                  <a:pt x="172500" y="99591"/>
                  <a:pt x="164227" y="102994"/>
                  <a:pt x="153906" y="102994"/>
                </a:cubicBezTo>
                <a:close/>
                <a:moveTo>
                  <a:pt x="250661" y="96216"/>
                </a:moveTo>
                <a:lnTo>
                  <a:pt x="250661" y="73624"/>
                </a:lnTo>
                <a:lnTo>
                  <a:pt x="258303" y="73691"/>
                </a:lnTo>
                <a:cubicBezTo>
                  <a:pt x="258524" y="81221"/>
                  <a:pt x="260706" y="86792"/>
                  <a:pt x="264848" y="90402"/>
                </a:cubicBezTo>
                <a:cubicBezTo>
                  <a:pt x="268990" y="94013"/>
                  <a:pt x="275291" y="95818"/>
                  <a:pt x="283752" y="95818"/>
                </a:cubicBezTo>
                <a:cubicBezTo>
                  <a:pt x="291637" y="95818"/>
                  <a:pt x="297651" y="94256"/>
                  <a:pt x="301793" y="91133"/>
                </a:cubicBezTo>
                <a:cubicBezTo>
                  <a:pt x="305935" y="88010"/>
                  <a:pt x="308006" y="83458"/>
                  <a:pt x="308006" y="77478"/>
                </a:cubicBezTo>
                <a:cubicBezTo>
                  <a:pt x="308006" y="72694"/>
                  <a:pt x="306754" y="69017"/>
                  <a:pt x="304251" y="66448"/>
                </a:cubicBezTo>
                <a:cubicBezTo>
                  <a:pt x="301748" y="63878"/>
                  <a:pt x="296466" y="61376"/>
                  <a:pt x="288404" y="58939"/>
                </a:cubicBezTo>
                <a:lnTo>
                  <a:pt x="275313" y="55019"/>
                </a:lnTo>
                <a:cubicBezTo>
                  <a:pt x="265833" y="52139"/>
                  <a:pt x="259155" y="48551"/>
                  <a:pt x="255279" y="44254"/>
                </a:cubicBezTo>
                <a:cubicBezTo>
                  <a:pt x="251403" y="39957"/>
                  <a:pt x="249465" y="34066"/>
                  <a:pt x="249465" y="26579"/>
                </a:cubicBezTo>
                <a:cubicBezTo>
                  <a:pt x="249465" y="18162"/>
                  <a:pt x="252455" y="11628"/>
                  <a:pt x="258436" y="6977"/>
                </a:cubicBezTo>
                <a:cubicBezTo>
                  <a:pt x="264416" y="2326"/>
                  <a:pt x="272810" y="0"/>
                  <a:pt x="283619" y="0"/>
                </a:cubicBezTo>
                <a:cubicBezTo>
                  <a:pt x="288226" y="0"/>
                  <a:pt x="293276" y="498"/>
                  <a:pt x="298769" y="1495"/>
                </a:cubicBezTo>
                <a:cubicBezTo>
                  <a:pt x="304262" y="2492"/>
                  <a:pt x="310110" y="3943"/>
                  <a:pt x="316312" y="5847"/>
                </a:cubicBezTo>
                <a:lnTo>
                  <a:pt x="316312" y="26978"/>
                </a:lnTo>
                <a:lnTo>
                  <a:pt x="308803" y="26978"/>
                </a:lnTo>
                <a:cubicBezTo>
                  <a:pt x="308050" y="20002"/>
                  <a:pt x="305713" y="14958"/>
                  <a:pt x="301793" y="11846"/>
                </a:cubicBezTo>
                <a:cubicBezTo>
                  <a:pt x="297872" y="8733"/>
                  <a:pt x="291903" y="7176"/>
                  <a:pt x="283885" y="7176"/>
                </a:cubicBezTo>
                <a:cubicBezTo>
                  <a:pt x="276886" y="7176"/>
                  <a:pt x="271559" y="8602"/>
                  <a:pt x="267904" y="11454"/>
                </a:cubicBezTo>
                <a:cubicBezTo>
                  <a:pt x="264250" y="14306"/>
                  <a:pt x="262422" y="18451"/>
                  <a:pt x="262422" y="23890"/>
                </a:cubicBezTo>
                <a:cubicBezTo>
                  <a:pt x="262422" y="28622"/>
                  <a:pt x="263796" y="32337"/>
                  <a:pt x="266542" y="35035"/>
                </a:cubicBezTo>
                <a:cubicBezTo>
                  <a:pt x="269289" y="37731"/>
                  <a:pt x="275114" y="40406"/>
                  <a:pt x="284018" y="43058"/>
                </a:cubicBezTo>
                <a:lnTo>
                  <a:pt x="296311" y="46713"/>
                </a:lnTo>
                <a:cubicBezTo>
                  <a:pt x="305303" y="49418"/>
                  <a:pt x="311716" y="52866"/>
                  <a:pt x="315547" y="57058"/>
                </a:cubicBezTo>
                <a:cubicBezTo>
                  <a:pt x="319379" y="61248"/>
                  <a:pt x="321295" y="66869"/>
                  <a:pt x="321295" y="73921"/>
                </a:cubicBezTo>
                <a:cubicBezTo>
                  <a:pt x="321295" y="83546"/>
                  <a:pt x="318216" y="90798"/>
                  <a:pt x="312059" y="95677"/>
                </a:cubicBezTo>
                <a:cubicBezTo>
                  <a:pt x="305901" y="100555"/>
                  <a:pt x="296732" y="102994"/>
                  <a:pt x="284550" y="102994"/>
                </a:cubicBezTo>
                <a:cubicBezTo>
                  <a:pt x="279101" y="102994"/>
                  <a:pt x="273552" y="102435"/>
                  <a:pt x="267904" y="101316"/>
                </a:cubicBezTo>
                <a:cubicBezTo>
                  <a:pt x="262256" y="100198"/>
                  <a:pt x="256509" y="98498"/>
                  <a:pt x="250661" y="96216"/>
                </a:cubicBezTo>
                <a:close/>
                <a:moveTo>
                  <a:pt x="371506" y="96349"/>
                </a:moveTo>
                <a:cubicBezTo>
                  <a:pt x="378062" y="96349"/>
                  <a:pt x="383012" y="93761"/>
                  <a:pt x="386357" y="88583"/>
                </a:cubicBezTo>
                <a:cubicBezTo>
                  <a:pt x="389701" y="83406"/>
                  <a:pt x="391374" y="75773"/>
                  <a:pt x="391374" y="65684"/>
                </a:cubicBezTo>
                <a:cubicBezTo>
                  <a:pt x="391374" y="55595"/>
                  <a:pt x="389701" y="47973"/>
                  <a:pt x="386357" y="42817"/>
                </a:cubicBezTo>
                <a:cubicBezTo>
                  <a:pt x="383012" y="37662"/>
                  <a:pt x="378062" y="35084"/>
                  <a:pt x="371506" y="35084"/>
                </a:cubicBezTo>
                <a:cubicBezTo>
                  <a:pt x="364950" y="35084"/>
                  <a:pt x="359999" y="37662"/>
                  <a:pt x="356655" y="42817"/>
                </a:cubicBezTo>
                <a:cubicBezTo>
                  <a:pt x="353310" y="47973"/>
                  <a:pt x="351638" y="55595"/>
                  <a:pt x="351638" y="65684"/>
                </a:cubicBezTo>
                <a:cubicBezTo>
                  <a:pt x="351638" y="75773"/>
                  <a:pt x="353321" y="83406"/>
                  <a:pt x="356688" y="88583"/>
                </a:cubicBezTo>
                <a:cubicBezTo>
                  <a:pt x="360055" y="93761"/>
                  <a:pt x="364994" y="96349"/>
                  <a:pt x="371506" y="96349"/>
                </a:cubicBezTo>
                <a:moveTo>
                  <a:pt x="371506" y="102994"/>
                </a:moveTo>
                <a:cubicBezTo>
                  <a:pt x="361229" y="102994"/>
                  <a:pt x="352967" y="99591"/>
                  <a:pt x="346721" y="92786"/>
                </a:cubicBezTo>
                <a:cubicBezTo>
                  <a:pt x="340475" y="85979"/>
                  <a:pt x="337352" y="76945"/>
                  <a:pt x="337352" y="65684"/>
                </a:cubicBezTo>
                <a:cubicBezTo>
                  <a:pt x="337352" y="54422"/>
                  <a:pt x="340464" y="45400"/>
                  <a:pt x="346688" y="38617"/>
                </a:cubicBezTo>
                <a:cubicBezTo>
                  <a:pt x="352911" y="31832"/>
                  <a:pt x="361184" y="28440"/>
                  <a:pt x="371506" y="28440"/>
                </a:cubicBezTo>
                <a:cubicBezTo>
                  <a:pt x="381827" y="28440"/>
                  <a:pt x="390100" y="31832"/>
                  <a:pt x="396324" y="38617"/>
                </a:cubicBezTo>
                <a:cubicBezTo>
                  <a:pt x="402548" y="45400"/>
                  <a:pt x="405660" y="54422"/>
                  <a:pt x="405660" y="65684"/>
                </a:cubicBezTo>
                <a:cubicBezTo>
                  <a:pt x="405660" y="76945"/>
                  <a:pt x="402548" y="85979"/>
                  <a:pt x="396324" y="92786"/>
                </a:cubicBezTo>
                <a:cubicBezTo>
                  <a:pt x="390100" y="99591"/>
                  <a:pt x="381827" y="102994"/>
                  <a:pt x="371506" y="102994"/>
                </a:cubicBezTo>
                <a:close/>
                <a:moveTo>
                  <a:pt x="460400" y="30300"/>
                </a:moveTo>
                <a:lnTo>
                  <a:pt x="483258" y="30300"/>
                </a:lnTo>
                <a:lnTo>
                  <a:pt x="483258" y="93957"/>
                </a:lnTo>
                <a:lnTo>
                  <a:pt x="494820" y="93957"/>
                </a:lnTo>
                <a:lnTo>
                  <a:pt x="494820" y="101001"/>
                </a:lnTo>
                <a:lnTo>
                  <a:pt x="471032" y="101001"/>
                </a:lnTo>
                <a:lnTo>
                  <a:pt x="471032" y="88508"/>
                </a:lnTo>
                <a:cubicBezTo>
                  <a:pt x="468772" y="93226"/>
                  <a:pt x="465849" y="96820"/>
                  <a:pt x="462260" y="99290"/>
                </a:cubicBezTo>
                <a:cubicBezTo>
                  <a:pt x="458672" y="101759"/>
                  <a:pt x="454508" y="102994"/>
                  <a:pt x="449768" y="102994"/>
                </a:cubicBezTo>
                <a:cubicBezTo>
                  <a:pt x="441927" y="102994"/>
                  <a:pt x="436158" y="100763"/>
                  <a:pt x="432459" y="96302"/>
                </a:cubicBezTo>
                <a:cubicBezTo>
                  <a:pt x="428760" y="91838"/>
                  <a:pt x="426910" y="84833"/>
                  <a:pt x="426910" y="75285"/>
                </a:cubicBezTo>
                <a:lnTo>
                  <a:pt x="426910" y="37477"/>
                </a:lnTo>
                <a:lnTo>
                  <a:pt x="415880" y="37477"/>
                </a:lnTo>
                <a:lnTo>
                  <a:pt x="415880" y="30300"/>
                </a:lnTo>
                <a:lnTo>
                  <a:pt x="439203" y="30300"/>
                </a:lnTo>
                <a:lnTo>
                  <a:pt x="439203" y="71498"/>
                </a:lnTo>
                <a:cubicBezTo>
                  <a:pt x="439203" y="80092"/>
                  <a:pt x="440255" y="85983"/>
                  <a:pt x="442359" y="89173"/>
                </a:cubicBezTo>
                <a:cubicBezTo>
                  <a:pt x="444464" y="92362"/>
                  <a:pt x="448218" y="93957"/>
                  <a:pt x="453622" y="93957"/>
                </a:cubicBezTo>
                <a:cubicBezTo>
                  <a:pt x="459292" y="93957"/>
                  <a:pt x="463612" y="91875"/>
                  <a:pt x="466580" y="87711"/>
                </a:cubicBezTo>
                <a:cubicBezTo>
                  <a:pt x="469548" y="83547"/>
                  <a:pt x="471032" y="77500"/>
                  <a:pt x="471032" y="69571"/>
                </a:cubicBezTo>
                <a:lnTo>
                  <a:pt x="471032" y="37477"/>
                </a:lnTo>
                <a:lnTo>
                  <a:pt x="460400" y="37477"/>
                </a:lnTo>
                <a:lnTo>
                  <a:pt x="460400" y="30300"/>
                </a:lnTo>
                <a:close/>
                <a:moveTo>
                  <a:pt x="564372" y="30300"/>
                </a:moveTo>
                <a:lnTo>
                  <a:pt x="564372" y="47975"/>
                </a:lnTo>
                <a:lnTo>
                  <a:pt x="557328" y="47975"/>
                </a:lnTo>
                <a:cubicBezTo>
                  <a:pt x="557107" y="44454"/>
                  <a:pt x="556132" y="41823"/>
                  <a:pt x="554405" y="40085"/>
                </a:cubicBezTo>
                <a:cubicBezTo>
                  <a:pt x="552677" y="38346"/>
                  <a:pt x="550152" y="37477"/>
                  <a:pt x="546829" y="37477"/>
                </a:cubicBezTo>
                <a:cubicBezTo>
                  <a:pt x="540805" y="37477"/>
                  <a:pt x="536187" y="39563"/>
                  <a:pt x="532975" y="43735"/>
                </a:cubicBezTo>
                <a:cubicBezTo>
                  <a:pt x="529763" y="47906"/>
                  <a:pt x="528158" y="53897"/>
                  <a:pt x="528158" y="61709"/>
                </a:cubicBezTo>
                <a:lnTo>
                  <a:pt x="528158" y="93957"/>
                </a:lnTo>
                <a:lnTo>
                  <a:pt x="542311" y="93957"/>
                </a:lnTo>
                <a:lnTo>
                  <a:pt x="542311" y="101001"/>
                </a:lnTo>
                <a:lnTo>
                  <a:pt x="504901" y="101001"/>
                </a:lnTo>
                <a:lnTo>
                  <a:pt x="504901" y="93957"/>
                </a:lnTo>
                <a:lnTo>
                  <a:pt x="515931" y="93957"/>
                </a:lnTo>
                <a:lnTo>
                  <a:pt x="515931" y="37344"/>
                </a:lnTo>
                <a:lnTo>
                  <a:pt x="504236" y="37344"/>
                </a:lnTo>
                <a:lnTo>
                  <a:pt x="504236" y="30300"/>
                </a:lnTo>
                <a:lnTo>
                  <a:pt x="528158" y="30300"/>
                </a:lnTo>
                <a:lnTo>
                  <a:pt x="528158" y="42961"/>
                </a:lnTo>
                <a:cubicBezTo>
                  <a:pt x="530550" y="38031"/>
                  <a:pt x="533629" y="34378"/>
                  <a:pt x="537394" y="32003"/>
                </a:cubicBezTo>
                <a:cubicBezTo>
                  <a:pt x="541159" y="29627"/>
                  <a:pt x="545744" y="28440"/>
                  <a:pt x="551149" y="28440"/>
                </a:cubicBezTo>
                <a:cubicBezTo>
                  <a:pt x="553142" y="28440"/>
                  <a:pt x="555235" y="28601"/>
                  <a:pt x="557428" y="28923"/>
                </a:cubicBezTo>
                <a:cubicBezTo>
                  <a:pt x="559621" y="29245"/>
                  <a:pt x="561935" y="29704"/>
                  <a:pt x="564372" y="30300"/>
                </a:cubicBezTo>
                <a:close/>
                <a:moveTo>
                  <a:pt x="634473" y="79737"/>
                </a:moveTo>
                <a:cubicBezTo>
                  <a:pt x="632746" y="87311"/>
                  <a:pt x="629423" y="93081"/>
                  <a:pt x="624506" y="97047"/>
                </a:cubicBezTo>
                <a:cubicBezTo>
                  <a:pt x="619589" y="101012"/>
                  <a:pt x="613232" y="102994"/>
                  <a:pt x="605436" y="102994"/>
                </a:cubicBezTo>
                <a:cubicBezTo>
                  <a:pt x="595158" y="102994"/>
                  <a:pt x="586897" y="99591"/>
                  <a:pt x="580651" y="92786"/>
                </a:cubicBezTo>
                <a:cubicBezTo>
                  <a:pt x="574404" y="85979"/>
                  <a:pt x="571281" y="76945"/>
                  <a:pt x="571281" y="65684"/>
                </a:cubicBezTo>
                <a:cubicBezTo>
                  <a:pt x="571281" y="54378"/>
                  <a:pt x="574404" y="45344"/>
                  <a:pt x="580651" y="38583"/>
                </a:cubicBezTo>
                <a:cubicBezTo>
                  <a:pt x="586897" y="31821"/>
                  <a:pt x="595158" y="28440"/>
                  <a:pt x="605436" y="28440"/>
                </a:cubicBezTo>
                <a:cubicBezTo>
                  <a:pt x="609910" y="28440"/>
                  <a:pt x="614362" y="28966"/>
                  <a:pt x="618792" y="30018"/>
                </a:cubicBezTo>
                <a:cubicBezTo>
                  <a:pt x="623221" y="31070"/>
                  <a:pt x="627673" y="32670"/>
                  <a:pt x="632148" y="34819"/>
                </a:cubicBezTo>
                <a:lnTo>
                  <a:pt x="632148" y="52892"/>
                </a:lnTo>
                <a:lnTo>
                  <a:pt x="625038" y="52892"/>
                </a:lnTo>
                <a:cubicBezTo>
                  <a:pt x="624107" y="46691"/>
                  <a:pt x="622081" y="42172"/>
                  <a:pt x="618958" y="39337"/>
                </a:cubicBezTo>
                <a:cubicBezTo>
                  <a:pt x="615835" y="36502"/>
                  <a:pt x="611372" y="35084"/>
                  <a:pt x="605568" y="35084"/>
                </a:cubicBezTo>
                <a:cubicBezTo>
                  <a:pt x="598968" y="35084"/>
                  <a:pt x="593984" y="37640"/>
                  <a:pt x="590618" y="42751"/>
                </a:cubicBezTo>
                <a:cubicBezTo>
                  <a:pt x="587251" y="47862"/>
                  <a:pt x="585568" y="55506"/>
                  <a:pt x="585568" y="65684"/>
                </a:cubicBezTo>
                <a:cubicBezTo>
                  <a:pt x="585568" y="75861"/>
                  <a:pt x="587240" y="83517"/>
                  <a:pt x="590585" y="88650"/>
                </a:cubicBezTo>
                <a:cubicBezTo>
                  <a:pt x="593929" y="93783"/>
                  <a:pt x="598924" y="96349"/>
                  <a:pt x="605568" y="96349"/>
                </a:cubicBezTo>
                <a:cubicBezTo>
                  <a:pt x="610840" y="96349"/>
                  <a:pt x="615048" y="94971"/>
                  <a:pt x="618194" y="92213"/>
                </a:cubicBezTo>
                <a:cubicBezTo>
                  <a:pt x="621339" y="89455"/>
                  <a:pt x="623487" y="85297"/>
                  <a:pt x="624639" y="79737"/>
                </a:cubicBezTo>
                <a:lnTo>
                  <a:pt x="634473" y="79737"/>
                </a:lnTo>
                <a:close/>
                <a:moveTo>
                  <a:pt x="714469" y="66979"/>
                </a:moveTo>
                <a:lnTo>
                  <a:pt x="661776" y="66979"/>
                </a:lnTo>
                <a:lnTo>
                  <a:pt x="661776" y="67511"/>
                </a:lnTo>
                <a:cubicBezTo>
                  <a:pt x="661776" y="77035"/>
                  <a:pt x="663570" y="84223"/>
                  <a:pt x="667158" y="89073"/>
                </a:cubicBezTo>
                <a:cubicBezTo>
                  <a:pt x="670746" y="93924"/>
                  <a:pt x="676040" y="96349"/>
                  <a:pt x="683039" y="96349"/>
                </a:cubicBezTo>
                <a:cubicBezTo>
                  <a:pt x="688399" y="96349"/>
                  <a:pt x="692796" y="94943"/>
                  <a:pt x="696229" y="92130"/>
                </a:cubicBezTo>
                <a:cubicBezTo>
                  <a:pt x="699662" y="89317"/>
                  <a:pt x="702065" y="85142"/>
                  <a:pt x="703438" y="79604"/>
                </a:cubicBezTo>
                <a:lnTo>
                  <a:pt x="713273" y="79604"/>
                </a:lnTo>
                <a:cubicBezTo>
                  <a:pt x="711323" y="87379"/>
                  <a:pt x="707724" y="93221"/>
                  <a:pt x="702475" y="97130"/>
                </a:cubicBezTo>
                <a:cubicBezTo>
                  <a:pt x="697225" y="101039"/>
                  <a:pt x="690326" y="102994"/>
                  <a:pt x="681776" y="102994"/>
                </a:cubicBezTo>
                <a:cubicBezTo>
                  <a:pt x="671455" y="102994"/>
                  <a:pt x="663160" y="99591"/>
                  <a:pt x="656892" y="92786"/>
                </a:cubicBezTo>
                <a:cubicBezTo>
                  <a:pt x="650623" y="85979"/>
                  <a:pt x="647489" y="76945"/>
                  <a:pt x="647489" y="65684"/>
                </a:cubicBezTo>
                <a:cubicBezTo>
                  <a:pt x="647489" y="54511"/>
                  <a:pt x="650568" y="45511"/>
                  <a:pt x="656725" y="38683"/>
                </a:cubicBezTo>
                <a:cubicBezTo>
                  <a:pt x="662883" y="31854"/>
                  <a:pt x="670967" y="28440"/>
                  <a:pt x="680979" y="28440"/>
                </a:cubicBezTo>
                <a:cubicBezTo>
                  <a:pt x="691655" y="28440"/>
                  <a:pt x="699850" y="31729"/>
                  <a:pt x="705565" y="38307"/>
                </a:cubicBezTo>
                <a:cubicBezTo>
                  <a:pt x="711279" y="44885"/>
                  <a:pt x="714247" y="54443"/>
                  <a:pt x="714469" y="66979"/>
                </a:cubicBezTo>
                <a:moveTo>
                  <a:pt x="700049" y="59936"/>
                </a:moveTo>
                <a:cubicBezTo>
                  <a:pt x="699784" y="51719"/>
                  <a:pt x="698045" y="45522"/>
                  <a:pt x="694833" y="41347"/>
                </a:cubicBezTo>
                <a:cubicBezTo>
                  <a:pt x="691622" y="37172"/>
                  <a:pt x="687004" y="35084"/>
                  <a:pt x="680979" y="35084"/>
                </a:cubicBezTo>
                <a:cubicBezTo>
                  <a:pt x="675353" y="35084"/>
                  <a:pt x="670923" y="37183"/>
                  <a:pt x="667689" y="41380"/>
                </a:cubicBezTo>
                <a:cubicBezTo>
                  <a:pt x="664456" y="45578"/>
                  <a:pt x="662484" y="51763"/>
                  <a:pt x="661776" y="59936"/>
                </a:cubicBezTo>
                <a:lnTo>
                  <a:pt x="700049" y="59936"/>
                </a:lnTo>
                <a:close/>
                <a:moveTo>
                  <a:pt x="728235" y="97147"/>
                </a:moveTo>
                <a:lnTo>
                  <a:pt x="728235" y="80668"/>
                </a:lnTo>
                <a:lnTo>
                  <a:pt x="735278" y="80668"/>
                </a:lnTo>
                <a:cubicBezTo>
                  <a:pt x="735455" y="85917"/>
                  <a:pt x="737106" y="89843"/>
                  <a:pt x="740229" y="92446"/>
                </a:cubicBezTo>
                <a:cubicBezTo>
                  <a:pt x="743352" y="95048"/>
                  <a:pt x="747970" y="96349"/>
                  <a:pt x="754083" y="96349"/>
                </a:cubicBezTo>
                <a:cubicBezTo>
                  <a:pt x="759576" y="96349"/>
                  <a:pt x="763762" y="95321"/>
                  <a:pt x="766642" y="93266"/>
                </a:cubicBezTo>
                <a:cubicBezTo>
                  <a:pt x="769521" y="91209"/>
                  <a:pt x="770961" y="88212"/>
                  <a:pt x="770961" y="84277"/>
                </a:cubicBezTo>
                <a:cubicBezTo>
                  <a:pt x="770961" y="81181"/>
                  <a:pt x="769909" y="78683"/>
                  <a:pt x="767804" y="76783"/>
                </a:cubicBezTo>
                <a:cubicBezTo>
                  <a:pt x="765700" y="74880"/>
                  <a:pt x="761259" y="72846"/>
                  <a:pt x="754482" y="70680"/>
                </a:cubicBezTo>
                <a:lnTo>
                  <a:pt x="745644" y="67683"/>
                </a:lnTo>
                <a:cubicBezTo>
                  <a:pt x="739575" y="65733"/>
                  <a:pt x="735179" y="63294"/>
                  <a:pt x="732454" y="60368"/>
                </a:cubicBezTo>
                <a:cubicBezTo>
                  <a:pt x="729730" y="57440"/>
                  <a:pt x="728368" y="53715"/>
                  <a:pt x="728368" y="49192"/>
                </a:cubicBezTo>
                <a:cubicBezTo>
                  <a:pt x="728368" y="42718"/>
                  <a:pt x="730738" y="37641"/>
                  <a:pt x="735478" y="33961"/>
                </a:cubicBezTo>
                <a:cubicBezTo>
                  <a:pt x="740218" y="30280"/>
                  <a:pt x="746774" y="28440"/>
                  <a:pt x="755146" y="28440"/>
                </a:cubicBezTo>
                <a:cubicBezTo>
                  <a:pt x="758867" y="28440"/>
                  <a:pt x="762788" y="28927"/>
                  <a:pt x="766907" y="29902"/>
                </a:cubicBezTo>
                <a:cubicBezTo>
                  <a:pt x="771027" y="30876"/>
                  <a:pt x="775280" y="32294"/>
                  <a:pt x="779665" y="34154"/>
                </a:cubicBezTo>
                <a:lnTo>
                  <a:pt x="779665" y="49570"/>
                </a:lnTo>
                <a:lnTo>
                  <a:pt x="772622" y="49570"/>
                </a:lnTo>
                <a:cubicBezTo>
                  <a:pt x="772445" y="45028"/>
                  <a:pt x="770850" y="41479"/>
                  <a:pt x="767838" y="38922"/>
                </a:cubicBezTo>
                <a:cubicBezTo>
                  <a:pt x="764825" y="36364"/>
                  <a:pt x="760728" y="35084"/>
                  <a:pt x="755545" y="35084"/>
                </a:cubicBezTo>
                <a:cubicBezTo>
                  <a:pt x="750406" y="35084"/>
                  <a:pt x="746519" y="35991"/>
                  <a:pt x="743883" y="37805"/>
                </a:cubicBezTo>
                <a:cubicBezTo>
                  <a:pt x="741247" y="39617"/>
                  <a:pt x="739930" y="42335"/>
                  <a:pt x="739930" y="45959"/>
                </a:cubicBezTo>
                <a:cubicBezTo>
                  <a:pt x="739930" y="48921"/>
                  <a:pt x="740926" y="51298"/>
                  <a:pt x="742920" y="53090"/>
                </a:cubicBezTo>
                <a:cubicBezTo>
                  <a:pt x="744913" y="54880"/>
                  <a:pt x="748900" y="56703"/>
                  <a:pt x="754880" y="58559"/>
                </a:cubicBezTo>
                <a:lnTo>
                  <a:pt x="764582" y="61556"/>
                </a:lnTo>
                <a:cubicBezTo>
                  <a:pt x="771271" y="63640"/>
                  <a:pt x="776088" y="66246"/>
                  <a:pt x="779034" y="69372"/>
                </a:cubicBezTo>
                <a:cubicBezTo>
                  <a:pt x="781980" y="72497"/>
                  <a:pt x="783453" y="76522"/>
                  <a:pt x="783453" y="81444"/>
                </a:cubicBezTo>
                <a:cubicBezTo>
                  <a:pt x="783453" y="88139"/>
                  <a:pt x="780895" y="93404"/>
                  <a:pt x="775778" y="97240"/>
                </a:cubicBezTo>
                <a:cubicBezTo>
                  <a:pt x="770662" y="101076"/>
                  <a:pt x="763607" y="102994"/>
                  <a:pt x="754615" y="102994"/>
                </a:cubicBezTo>
                <a:cubicBezTo>
                  <a:pt x="750052" y="102994"/>
                  <a:pt x="745600" y="102507"/>
                  <a:pt x="741259" y="101532"/>
                </a:cubicBezTo>
                <a:cubicBezTo>
                  <a:pt x="736917" y="100558"/>
                  <a:pt x="732576" y="99096"/>
                  <a:pt x="728235" y="971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F9BCDA-7482-46A3-AD59-79B6D4AC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384" y="1747586"/>
            <a:ext cx="941799" cy="417476"/>
          </a:xfrm>
          <a:custGeom xmlns:a="http://schemas.openxmlformats.org/drawingml/2006/main">
            <a:pathLst>
              <a:path w="941799" h="417476">
                <a:moveTo>
                  <a:pt x="470899" y="417476"/>
                </a:moveTo>
                <a:lnTo>
                  <a:pt x="38007" y="417476"/>
                </a:lnTo>
                <a:cubicBezTo>
                  <a:pt x="16956" y="417476"/>
                  <a:pt x="0" y="400538"/>
                  <a:pt x="0" y="379488"/>
                </a:cubicBezTo>
                <a:lnTo>
                  <a:pt x="0" y="37989"/>
                </a:lnTo>
                <a:cubicBezTo>
                  <a:pt x="0" y="16938"/>
                  <a:pt x="16956" y="0"/>
                  <a:pt x="38007" y="0"/>
                </a:cubicBezTo>
                <a:lnTo>
                  <a:pt x="904299" y="0"/>
                </a:lnTo>
                <a:cubicBezTo>
                  <a:pt x="924842" y="0"/>
                  <a:pt x="941799" y="16938"/>
                  <a:pt x="941799" y="37989"/>
                </a:cubicBezTo>
                <a:lnTo>
                  <a:pt x="941799" y="379488"/>
                </a:lnTo>
                <a:cubicBezTo>
                  <a:pt x="941799" y="400538"/>
                  <a:pt x="924842" y="417476"/>
                  <a:pt x="904299" y="417476"/>
                </a:cubicBezTo>
                <a:lnTo>
                  <a:pt x="470899" y="417476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492">
            <a:extLst xmlns:a="http://schemas.openxmlformats.org/drawingml/2006/main">
              <a:ext uri="{FF2B5EF4-FFF2-40B4-BE49-F238E27FC236}">
                <a16:creationId xmlns:a16="http://schemas.microsoft.com/office/drawing/2014/main" id="{6B28374A-E801-4E7D-A76C-588636B5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593" y="1832190"/>
            <a:ext cx="326280" cy="126316"/>
          </a:xfrm>
          <a:custGeom xmlns:a="http://schemas.openxmlformats.org/drawingml/2006/main">
            <a:pathLst>
              <a:path w="326280" h="126316">
                <a:moveTo>
                  <a:pt x="99667" y="123871"/>
                </a:moveTo>
                <a:lnTo>
                  <a:pt x="32679" y="123871"/>
                </a:lnTo>
                <a:lnTo>
                  <a:pt x="32679" y="113929"/>
                </a:lnTo>
                <a:lnTo>
                  <a:pt x="50771" y="113929"/>
                </a:lnTo>
                <a:lnTo>
                  <a:pt x="50771" y="91762"/>
                </a:lnTo>
                <a:lnTo>
                  <a:pt x="0" y="91762"/>
                </a:lnTo>
                <a:lnTo>
                  <a:pt x="0" y="82398"/>
                </a:lnTo>
                <a:lnTo>
                  <a:pt x="50934" y="0"/>
                </a:lnTo>
                <a:lnTo>
                  <a:pt x="81576" y="0"/>
                </a:lnTo>
                <a:lnTo>
                  <a:pt x="81576" y="81168"/>
                </a:lnTo>
                <a:lnTo>
                  <a:pt x="102438" y="81168"/>
                </a:lnTo>
                <a:lnTo>
                  <a:pt x="102438" y="91762"/>
                </a:lnTo>
                <a:lnTo>
                  <a:pt x="81576" y="91762"/>
                </a:lnTo>
                <a:lnTo>
                  <a:pt x="81576" y="113929"/>
                </a:lnTo>
                <a:lnTo>
                  <a:pt x="99667" y="113929"/>
                </a:lnTo>
                <a:lnTo>
                  <a:pt x="99667" y="123871"/>
                </a:lnTo>
                <a:moveTo>
                  <a:pt x="50771" y="81168"/>
                </a:moveTo>
                <a:lnTo>
                  <a:pt x="50771" y="22202"/>
                </a:lnTo>
                <a:lnTo>
                  <a:pt x="14506" y="81168"/>
                </a:lnTo>
                <a:lnTo>
                  <a:pt x="50771" y="81168"/>
                </a:lnTo>
                <a:close/>
                <a:moveTo>
                  <a:pt x="166033" y="9616"/>
                </a:moveTo>
                <a:cubicBezTo>
                  <a:pt x="160437" y="9616"/>
                  <a:pt x="156457" y="11987"/>
                  <a:pt x="154094" y="16729"/>
                </a:cubicBezTo>
                <a:cubicBezTo>
                  <a:pt x="151731" y="21471"/>
                  <a:pt x="150549" y="29694"/>
                  <a:pt x="150549" y="41399"/>
                </a:cubicBezTo>
                <a:cubicBezTo>
                  <a:pt x="150549" y="53104"/>
                  <a:pt x="151731" y="61327"/>
                  <a:pt x="154094" y="66069"/>
                </a:cubicBezTo>
                <a:cubicBezTo>
                  <a:pt x="156457" y="70811"/>
                  <a:pt x="160437" y="73182"/>
                  <a:pt x="166033" y="73182"/>
                </a:cubicBezTo>
                <a:cubicBezTo>
                  <a:pt x="171629" y="73182"/>
                  <a:pt x="175622" y="70811"/>
                  <a:pt x="178013" y="66069"/>
                </a:cubicBezTo>
                <a:cubicBezTo>
                  <a:pt x="180403" y="61327"/>
                  <a:pt x="181598" y="53104"/>
                  <a:pt x="181598" y="41399"/>
                </a:cubicBezTo>
                <a:cubicBezTo>
                  <a:pt x="181598" y="29694"/>
                  <a:pt x="180403" y="21471"/>
                  <a:pt x="178013" y="16729"/>
                </a:cubicBezTo>
                <a:cubicBezTo>
                  <a:pt x="175622" y="11987"/>
                  <a:pt x="171629" y="9616"/>
                  <a:pt x="166033" y="9616"/>
                </a:cubicBezTo>
                <a:moveTo>
                  <a:pt x="184206" y="74249"/>
                </a:moveTo>
                <a:cubicBezTo>
                  <a:pt x="180620" y="77152"/>
                  <a:pt x="176641" y="79330"/>
                  <a:pt x="172267" y="80784"/>
                </a:cubicBezTo>
                <a:cubicBezTo>
                  <a:pt x="167894" y="82235"/>
                  <a:pt x="163154" y="82961"/>
                  <a:pt x="158047" y="82961"/>
                </a:cubicBezTo>
                <a:cubicBezTo>
                  <a:pt x="145659" y="82961"/>
                  <a:pt x="135921" y="79334"/>
                  <a:pt x="128831" y="72082"/>
                </a:cubicBezTo>
                <a:cubicBezTo>
                  <a:pt x="121741" y="64829"/>
                  <a:pt x="118196" y="54818"/>
                  <a:pt x="118196" y="42051"/>
                </a:cubicBezTo>
                <a:cubicBezTo>
                  <a:pt x="118196" y="28577"/>
                  <a:pt x="122162" y="18200"/>
                  <a:pt x="130094" y="10920"/>
                </a:cubicBezTo>
                <a:cubicBezTo>
                  <a:pt x="138026" y="3640"/>
                  <a:pt x="149354" y="0"/>
                  <a:pt x="164077" y="0"/>
                </a:cubicBezTo>
                <a:cubicBezTo>
                  <a:pt x="180702" y="0"/>
                  <a:pt x="193306" y="5029"/>
                  <a:pt x="201890" y="15087"/>
                </a:cubicBezTo>
                <a:cubicBezTo>
                  <a:pt x="210474" y="25144"/>
                  <a:pt x="214766" y="39877"/>
                  <a:pt x="214766" y="59284"/>
                </a:cubicBezTo>
                <a:cubicBezTo>
                  <a:pt x="214766" y="81410"/>
                  <a:pt x="210013" y="98114"/>
                  <a:pt x="200505" y="109396"/>
                </a:cubicBezTo>
                <a:cubicBezTo>
                  <a:pt x="190997" y="120676"/>
                  <a:pt x="176899" y="126316"/>
                  <a:pt x="158210" y="126316"/>
                </a:cubicBezTo>
                <a:cubicBezTo>
                  <a:pt x="153320" y="126316"/>
                  <a:pt x="148077" y="125908"/>
                  <a:pt x="142481" y="125093"/>
                </a:cubicBezTo>
                <a:cubicBezTo>
                  <a:pt x="136885" y="124278"/>
                  <a:pt x="130882" y="123056"/>
                  <a:pt x="124471" y="121426"/>
                </a:cubicBezTo>
                <a:lnTo>
                  <a:pt x="124471" y="99749"/>
                </a:lnTo>
                <a:lnTo>
                  <a:pt x="134332" y="99749"/>
                </a:lnTo>
                <a:cubicBezTo>
                  <a:pt x="135690" y="105318"/>
                  <a:pt x="138257" y="109535"/>
                  <a:pt x="142033" y="112401"/>
                </a:cubicBezTo>
                <a:cubicBezTo>
                  <a:pt x="145809" y="115267"/>
                  <a:pt x="150712" y="116700"/>
                  <a:pt x="156743" y="116700"/>
                </a:cubicBezTo>
                <a:cubicBezTo>
                  <a:pt x="166305" y="116700"/>
                  <a:pt x="173259" y="113366"/>
                  <a:pt x="177605" y="106699"/>
                </a:cubicBezTo>
                <a:cubicBezTo>
                  <a:pt x="181952" y="100031"/>
                  <a:pt x="184152" y="89215"/>
                  <a:pt x="184206" y="74249"/>
                </a:cubicBezTo>
                <a:close/>
                <a:moveTo>
                  <a:pt x="247149" y="32435"/>
                </a:moveTo>
                <a:lnTo>
                  <a:pt x="237370" y="32435"/>
                </a:lnTo>
                <a:lnTo>
                  <a:pt x="237370" y="6031"/>
                </a:lnTo>
                <a:cubicBezTo>
                  <a:pt x="243998" y="4020"/>
                  <a:pt x="250558" y="2513"/>
                  <a:pt x="257051" y="1508"/>
                </a:cubicBezTo>
                <a:cubicBezTo>
                  <a:pt x="263543" y="503"/>
                  <a:pt x="270103" y="0"/>
                  <a:pt x="276732" y="0"/>
                </a:cubicBezTo>
                <a:cubicBezTo>
                  <a:pt x="292215" y="0"/>
                  <a:pt x="304290" y="3166"/>
                  <a:pt x="312956" y="9497"/>
                </a:cubicBezTo>
                <a:cubicBezTo>
                  <a:pt x="321621" y="15828"/>
                  <a:pt x="325954" y="24645"/>
                  <a:pt x="325954" y="35949"/>
                </a:cubicBezTo>
                <a:cubicBezTo>
                  <a:pt x="325954" y="43992"/>
                  <a:pt x="323563" y="51206"/>
                  <a:pt x="318782" y="57593"/>
                </a:cubicBezTo>
                <a:cubicBezTo>
                  <a:pt x="314002" y="63979"/>
                  <a:pt x="304874" y="71546"/>
                  <a:pt x="291400" y="80295"/>
                </a:cubicBezTo>
                <a:lnTo>
                  <a:pt x="257499" y="102520"/>
                </a:lnTo>
                <a:lnTo>
                  <a:pt x="315115" y="102520"/>
                </a:lnTo>
                <a:lnTo>
                  <a:pt x="315115" y="88177"/>
                </a:lnTo>
                <a:lnTo>
                  <a:pt x="326280" y="88177"/>
                </a:lnTo>
                <a:lnTo>
                  <a:pt x="326280" y="123871"/>
                </a:lnTo>
                <a:lnTo>
                  <a:pt x="236310" y="123871"/>
                </a:lnTo>
                <a:lnTo>
                  <a:pt x="236310" y="103986"/>
                </a:lnTo>
                <a:lnTo>
                  <a:pt x="254321" y="91518"/>
                </a:lnTo>
                <a:cubicBezTo>
                  <a:pt x="269696" y="80934"/>
                  <a:pt x="279937" y="71924"/>
                  <a:pt x="285044" y="64490"/>
                </a:cubicBezTo>
                <a:cubicBezTo>
                  <a:pt x="290151" y="57053"/>
                  <a:pt x="292704" y="48369"/>
                  <a:pt x="292704" y="38437"/>
                </a:cubicBezTo>
                <a:cubicBezTo>
                  <a:pt x="292704" y="29047"/>
                  <a:pt x="290762" y="21896"/>
                  <a:pt x="286878" y="16984"/>
                </a:cubicBezTo>
                <a:cubicBezTo>
                  <a:pt x="282993" y="12072"/>
                  <a:pt x="277329" y="9616"/>
                  <a:pt x="269886" y="9616"/>
                </a:cubicBezTo>
                <a:cubicBezTo>
                  <a:pt x="263475" y="9616"/>
                  <a:pt x="258341" y="11565"/>
                  <a:pt x="254484" y="15463"/>
                </a:cubicBezTo>
                <a:cubicBezTo>
                  <a:pt x="250626" y="19362"/>
                  <a:pt x="248181" y="25019"/>
                  <a:pt x="247149" y="324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Undisclosed">
            <a:extLst xmlns:a="http://schemas.openxmlformats.org/drawingml/2006/main">
              <a:ext uri="{FF2B5EF4-FFF2-40B4-BE49-F238E27FC236}">
                <a16:creationId xmlns:a16="http://schemas.microsoft.com/office/drawing/2014/main" id="{C0F5F11D-FB21-47D4-B28F-5E0E9849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582" y="2024694"/>
            <a:ext cx="827801" cy="105386"/>
          </a:xfrm>
          <a:custGeom xmlns:a="http://schemas.openxmlformats.org/drawingml/2006/main">
            <a:pathLst>
              <a:path w="827801" h="105386">
                <a:moveTo>
                  <a:pt x="12692" y="11296"/>
                </a:moveTo>
                <a:lnTo>
                  <a:pt x="0" y="11296"/>
                </a:lnTo>
                <a:lnTo>
                  <a:pt x="0" y="4120"/>
                </a:lnTo>
                <a:lnTo>
                  <a:pt x="38806" y="4120"/>
                </a:lnTo>
                <a:lnTo>
                  <a:pt x="38806" y="11296"/>
                </a:lnTo>
                <a:lnTo>
                  <a:pt x="26114" y="11296"/>
                </a:lnTo>
                <a:lnTo>
                  <a:pt x="26114" y="62594"/>
                </a:lnTo>
                <a:cubicBezTo>
                  <a:pt x="26114" y="75263"/>
                  <a:pt x="28185" y="84101"/>
                  <a:pt x="32327" y="89106"/>
                </a:cubicBezTo>
                <a:cubicBezTo>
                  <a:pt x="36469" y="94112"/>
                  <a:pt x="43612" y="96615"/>
                  <a:pt x="53756" y="96615"/>
                </a:cubicBezTo>
                <a:cubicBezTo>
                  <a:pt x="63901" y="96615"/>
                  <a:pt x="71044" y="94112"/>
                  <a:pt x="75186" y="89106"/>
                </a:cubicBezTo>
                <a:cubicBezTo>
                  <a:pt x="79328" y="84101"/>
                  <a:pt x="81399" y="75263"/>
                  <a:pt x="81399" y="62594"/>
                </a:cubicBezTo>
                <a:lnTo>
                  <a:pt x="81399" y="11296"/>
                </a:lnTo>
                <a:lnTo>
                  <a:pt x="68707" y="11296"/>
                </a:lnTo>
                <a:lnTo>
                  <a:pt x="68707" y="4120"/>
                </a:lnTo>
                <a:lnTo>
                  <a:pt x="102197" y="4120"/>
                </a:lnTo>
                <a:lnTo>
                  <a:pt x="102197" y="11296"/>
                </a:lnTo>
                <a:lnTo>
                  <a:pt x="89572" y="11296"/>
                </a:lnTo>
                <a:lnTo>
                  <a:pt x="89572" y="63923"/>
                </a:lnTo>
                <a:cubicBezTo>
                  <a:pt x="89572" y="79053"/>
                  <a:pt x="86670" y="89747"/>
                  <a:pt x="80867" y="96003"/>
                </a:cubicBezTo>
                <a:cubicBezTo>
                  <a:pt x="75064" y="102258"/>
                  <a:pt x="65207" y="105386"/>
                  <a:pt x="51298" y="105386"/>
                </a:cubicBezTo>
                <a:cubicBezTo>
                  <a:pt x="37388" y="105386"/>
                  <a:pt x="27476" y="102236"/>
                  <a:pt x="21562" y="95936"/>
                </a:cubicBezTo>
                <a:cubicBezTo>
                  <a:pt x="15648" y="89635"/>
                  <a:pt x="12692" y="78964"/>
                  <a:pt x="12692" y="63923"/>
                </a:cubicBezTo>
                <a:lnTo>
                  <a:pt x="12692" y="11296"/>
                </a:lnTo>
                <a:close/>
                <a:moveTo>
                  <a:pt x="113514" y="103393"/>
                </a:moveTo>
                <a:lnTo>
                  <a:pt x="113514" y="96349"/>
                </a:lnTo>
                <a:lnTo>
                  <a:pt x="124545" y="96349"/>
                </a:lnTo>
                <a:lnTo>
                  <a:pt x="124545" y="39869"/>
                </a:lnTo>
                <a:lnTo>
                  <a:pt x="112850" y="39869"/>
                </a:lnTo>
                <a:lnTo>
                  <a:pt x="112850" y="32692"/>
                </a:lnTo>
                <a:lnTo>
                  <a:pt x="136771" y="32692"/>
                </a:lnTo>
                <a:lnTo>
                  <a:pt x="136771" y="45317"/>
                </a:lnTo>
                <a:cubicBezTo>
                  <a:pt x="139030" y="40533"/>
                  <a:pt x="141965" y="36923"/>
                  <a:pt x="145575" y="34486"/>
                </a:cubicBezTo>
                <a:cubicBezTo>
                  <a:pt x="149186" y="32050"/>
                  <a:pt x="153383" y="30832"/>
                  <a:pt x="158167" y="30832"/>
                </a:cubicBezTo>
                <a:cubicBezTo>
                  <a:pt x="165964" y="30832"/>
                  <a:pt x="171700" y="33069"/>
                  <a:pt x="175377" y="37543"/>
                </a:cubicBezTo>
                <a:cubicBezTo>
                  <a:pt x="179054" y="42017"/>
                  <a:pt x="180892" y="48994"/>
                  <a:pt x="180892" y="58474"/>
                </a:cubicBezTo>
                <a:lnTo>
                  <a:pt x="180892" y="96349"/>
                </a:lnTo>
                <a:lnTo>
                  <a:pt x="191790" y="96349"/>
                </a:lnTo>
                <a:lnTo>
                  <a:pt x="191790" y="103393"/>
                </a:lnTo>
                <a:lnTo>
                  <a:pt x="158034" y="103393"/>
                </a:lnTo>
                <a:lnTo>
                  <a:pt x="158034" y="96349"/>
                </a:lnTo>
                <a:lnTo>
                  <a:pt x="168600" y="96349"/>
                </a:lnTo>
                <a:lnTo>
                  <a:pt x="168600" y="62328"/>
                </a:lnTo>
                <a:cubicBezTo>
                  <a:pt x="168600" y="53690"/>
                  <a:pt x="167536" y="47765"/>
                  <a:pt x="165410" y="44553"/>
                </a:cubicBezTo>
                <a:cubicBezTo>
                  <a:pt x="163284" y="41342"/>
                  <a:pt x="159541" y="39736"/>
                  <a:pt x="154180" y="39736"/>
                </a:cubicBezTo>
                <a:cubicBezTo>
                  <a:pt x="148510" y="39736"/>
                  <a:pt x="144191" y="41807"/>
                  <a:pt x="141223" y="45949"/>
                </a:cubicBezTo>
                <a:cubicBezTo>
                  <a:pt x="138255" y="50091"/>
                  <a:pt x="136771" y="56126"/>
                  <a:pt x="136771" y="64056"/>
                </a:cubicBezTo>
                <a:lnTo>
                  <a:pt x="136771" y="96349"/>
                </a:lnTo>
                <a:lnTo>
                  <a:pt x="147403" y="96349"/>
                </a:lnTo>
                <a:lnTo>
                  <a:pt x="147403" y="103393"/>
                </a:lnTo>
                <a:lnTo>
                  <a:pt x="113514" y="103393"/>
                </a:lnTo>
                <a:close/>
                <a:moveTo>
                  <a:pt x="266459" y="96349"/>
                </a:moveTo>
                <a:lnTo>
                  <a:pt x="278154" y="96349"/>
                </a:lnTo>
                <a:lnTo>
                  <a:pt x="278154" y="103393"/>
                </a:lnTo>
                <a:lnTo>
                  <a:pt x="254232" y="103393"/>
                </a:lnTo>
                <a:lnTo>
                  <a:pt x="254232" y="92367"/>
                </a:lnTo>
                <a:cubicBezTo>
                  <a:pt x="251840" y="96817"/>
                  <a:pt x="248795" y="100100"/>
                  <a:pt x="245096" y="102215"/>
                </a:cubicBezTo>
                <a:cubicBezTo>
                  <a:pt x="241397" y="104329"/>
                  <a:pt x="236823" y="105386"/>
                  <a:pt x="231374" y="105386"/>
                </a:cubicBezTo>
                <a:cubicBezTo>
                  <a:pt x="222692" y="105386"/>
                  <a:pt x="215593" y="101939"/>
                  <a:pt x="210078" y="95045"/>
                </a:cubicBezTo>
                <a:cubicBezTo>
                  <a:pt x="204563" y="88150"/>
                  <a:pt x="201805" y="79160"/>
                  <a:pt x="201805" y="68076"/>
                </a:cubicBezTo>
                <a:cubicBezTo>
                  <a:pt x="201805" y="56991"/>
                  <a:pt x="204552" y="48013"/>
                  <a:pt x="210045" y="41142"/>
                </a:cubicBezTo>
                <a:cubicBezTo>
                  <a:pt x="215538" y="34268"/>
                  <a:pt x="222647" y="30832"/>
                  <a:pt x="231374" y="30832"/>
                </a:cubicBezTo>
                <a:cubicBezTo>
                  <a:pt x="236823" y="30832"/>
                  <a:pt x="241397" y="31889"/>
                  <a:pt x="245096" y="34003"/>
                </a:cubicBezTo>
                <a:cubicBezTo>
                  <a:pt x="248795" y="36116"/>
                  <a:pt x="251840" y="39399"/>
                  <a:pt x="254232" y="43849"/>
                </a:cubicBezTo>
                <a:lnTo>
                  <a:pt x="254232" y="7043"/>
                </a:lnTo>
                <a:lnTo>
                  <a:pt x="242670" y="7043"/>
                </a:lnTo>
                <a:lnTo>
                  <a:pt x="242670" y="0"/>
                </a:lnTo>
                <a:lnTo>
                  <a:pt x="266459" y="0"/>
                </a:lnTo>
                <a:lnTo>
                  <a:pt x="266459" y="96349"/>
                </a:lnTo>
                <a:moveTo>
                  <a:pt x="254232" y="71593"/>
                </a:moveTo>
                <a:lnTo>
                  <a:pt x="254232" y="64625"/>
                </a:lnTo>
                <a:cubicBezTo>
                  <a:pt x="254232" y="56173"/>
                  <a:pt x="252604" y="49713"/>
                  <a:pt x="249348" y="45245"/>
                </a:cubicBezTo>
                <a:cubicBezTo>
                  <a:pt x="246092" y="40775"/>
                  <a:pt x="241364" y="38540"/>
                  <a:pt x="235162" y="38540"/>
                </a:cubicBezTo>
                <a:cubicBezTo>
                  <a:pt x="228871" y="38540"/>
                  <a:pt x="224120" y="41018"/>
                  <a:pt x="220909" y="45974"/>
                </a:cubicBezTo>
                <a:cubicBezTo>
                  <a:pt x="217697" y="50929"/>
                  <a:pt x="216091" y="58297"/>
                  <a:pt x="216091" y="68076"/>
                </a:cubicBezTo>
                <a:cubicBezTo>
                  <a:pt x="216091" y="77810"/>
                  <a:pt x="217697" y="85178"/>
                  <a:pt x="220909" y="90178"/>
                </a:cubicBezTo>
                <a:cubicBezTo>
                  <a:pt x="224120" y="95178"/>
                  <a:pt x="228871" y="97678"/>
                  <a:pt x="235162" y="97678"/>
                </a:cubicBezTo>
                <a:cubicBezTo>
                  <a:pt x="241364" y="97678"/>
                  <a:pt x="246092" y="95455"/>
                  <a:pt x="249348" y="91009"/>
                </a:cubicBezTo>
                <a:cubicBezTo>
                  <a:pt x="252604" y="86561"/>
                  <a:pt x="254232" y="80089"/>
                  <a:pt x="254232" y="71593"/>
                </a:cubicBezTo>
                <a:close/>
                <a:moveTo>
                  <a:pt x="295344" y="10665"/>
                </a:moveTo>
                <a:cubicBezTo>
                  <a:pt x="295344" y="8619"/>
                  <a:pt x="296086" y="6839"/>
                  <a:pt x="297570" y="5326"/>
                </a:cubicBezTo>
                <a:cubicBezTo>
                  <a:pt x="299054" y="3813"/>
                  <a:pt x="300837" y="3057"/>
                  <a:pt x="302920" y="3057"/>
                </a:cubicBezTo>
                <a:cubicBezTo>
                  <a:pt x="304957" y="3057"/>
                  <a:pt x="306718" y="3813"/>
                  <a:pt x="308202" y="5326"/>
                </a:cubicBezTo>
                <a:cubicBezTo>
                  <a:pt x="309686" y="6839"/>
                  <a:pt x="310428" y="8619"/>
                  <a:pt x="310428" y="10665"/>
                </a:cubicBezTo>
                <a:cubicBezTo>
                  <a:pt x="310428" y="12757"/>
                  <a:pt x="309697" y="14537"/>
                  <a:pt x="308235" y="16006"/>
                </a:cubicBezTo>
                <a:cubicBezTo>
                  <a:pt x="306773" y="17473"/>
                  <a:pt x="305002" y="18207"/>
                  <a:pt x="302920" y="18207"/>
                </a:cubicBezTo>
                <a:cubicBezTo>
                  <a:pt x="300837" y="18207"/>
                  <a:pt x="299054" y="17473"/>
                  <a:pt x="297570" y="16006"/>
                </a:cubicBezTo>
                <a:cubicBezTo>
                  <a:pt x="296086" y="14537"/>
                  <a:pt x="295344" y="12757"/>
                  <a:pt x="295344" y="10665"/>
                </a:cubicBezTo>
                <a:moveTo>
                  <a:pt x="310960" y="96349"/>
                </a:moveTo>
                <a:lnTo>
                  <a:pt x="322522" y="96349"/>
                </a:lnTo>
                <a:lnTo>
                  <a:pt x="322522" y="103393"/>
                </a:lnTo>
                <a:lnTo>
                  <a:pt x="287038" y="103393"/>
                </a:lnTo>
                <a:lnTo>
                  <a:pt x="287038" y="96349"/>
                </a:lnTo>
                <a:lnTo>
                  <a:pt x="298733" y="96349"/>
                </a:lnTo>
                <a:lnTo>
                  <a:pt x="298733" y="39869"/>
                </a:lnTo>
                <a:lnTo>
                  <a:pt x="287038" y="39869"/>
                </a:lnTo>
                <a:lnTo>
                  <a:pt x="287038" y="32692"/>
                </a:lnTo>
                <a:lnTo>
                  <a:pt x="310960" y="32692"/>
                </a:lnTo>
                <a:lnTo>
                  <a:pt x="310960" y="96349"/>
                </a:lnTo>
                <a:close/>
                <a:moveTo>
                  <a:pt x="333174" y="99539"/>
                </a:moveTo>
                <a:lnTo>
                  <a:pt x="333174" y="83060"/>
                </a:lnTo>
                <a:lnTo>
                  <a:pt x="340218" y="83060"/>
                </a:lnTo>
                <a:cubicBezTo>
                  <a:pt x="340395" y="88309"/>
                  <a:pt x="342045" y="92235"/>
                  <a:pt x="345168" y="94838"/>
                </a:cubicBezTo>
                <a:cubicBezTo>
                  <a:pt x="348291" y="97440"/>
                  <a:pt x="352909" y="98741"/>
                  <a:pt x="359022" y="98741"/>
                </a:cubicBezTo>
                <a:cubicBezTo>
                  <a:pt x="364515" y="98741"/>
                  <a:pt x="368702" y="97714"/>
                  <a:pt x="371581" y="95658"/>
                </a:cubicBezTo>
                <a:cubicBezTo>
                  <a:pt x="374461" y="93601"/>
                  <a:pt x="375900" y="90604"/>
                  <a:pt x="375900" y="86669"/>
                </a:cubicBezTo>
                <a:cubicBezTo>
                  <a:pt x="375900" y="83573"/>
                  <a:pt x="374848" y="81075"/>
                  <a:pt x="372744" y="79175"/>
                </a:cubicBezTo>
                <a:cubicBezTo>
                  <a:pt x="370640" y="77273"/>
                  <a:pt x="366199" y="75238"/>
                  <a:pt x="359421" y="73072"/>
                </a:cubicBezTo>
                <a:lnTo>
                  <a:pt x="350584" y="70075"/>
                </a:lnTo>
                <a:cubicBezTo>
                  <a:pt x="344515" y="68125"/>
                  <a:pt x="340118" y="65686"/>
                  <a:pt x="337394" y="62760"/>
                </a:cubicBezTo>
                <a:cubicBezTo>
                  <a:pt x="334669" y="59832"/>
                  <a:pt x="333307" y="56107"/>
                  <a:pt x="333307" y="51584"/>
                </a:cubicBezTo>
                <a:cubicBezTo>
                  <a:pt x="333307" y="45110"/>
                  <a:pt x="335677" y="40033"/>
                  <a:pt x="340417" y="36353"/>
                </a:cubicBezTo>
                <a:cubicBezTo>
                  <a:pt x="345157" y="32672"/>
                  <a:pt x="351713" y="30832"/>
                  <a:pt x="360086" y="30832"/>
                </a:cubicBezTo>
                <a:cubicBezTo>
                  <a:pt x="363807" y="30832"/>
                  <a:pt x="367727" y="31319"/>
                  <a:pt x="371847" y="32294"/>
                </a:cubicBezTo>
                <a:cubicBezTo>
                  <a:pt x="375967" y="33268"/>
                  <a:pt x="380219" y="34686"/>
                  <a:pt x="384605" y="36546"/>
                </a:cubicBezTo>
                <a:lnTo>
                  <a:pt x="384605" y="51962"/>
                </a:lnTo>
                <a:lnTo>
                  <a:pt x="377561" y="51962"/>
                </a:lnTo>
                <a:cubicBezTo>
                  <a:pt x="377384" y="47420"/>
                  <a:pt x="375789" y="43871"/>
                  <a:pt x="372777" y="41314"/>
                </a:cubicBezTo>
                <a:cubicBezTo>
                  <a:pt x="369765" y="38756"/>
                  <a:pt x="365667" y="37477"/>
                  <a:pt x="360484" y="37477"/>
                </a:cubicBezTo>
                <a:cubicBezTo>
                  <a:pt x="355346" y="37477"/>
                  <a:pt x="351458" y="38383"/>
                  <a:pt x="348823" y="40197"/>
                </a:cubicBezTo>
                <a:cubicBezTo>
                  <a:pt x="346187" y="42009"/>
                  <a:pt x="344869" y="44727"/>
                  <a:pt x="344869" y="48351"/>
                </a:cubicBezTo>
                <a:cubicBezTo>
                  <a:pt x="344869" y="51314"/>
                  <a:pt x="345866" y="53691"/>
                  <a:pt x="347859" y="55482"/>
                </a:cubicBezTo>
                <a:cubicBezTo>
                  <a:pt x="349853" y="57272"/>
                  <a:pt x="353840" y="59095"/>
                  <a:pt x="359820" y="60951"/>
                </a:cubicBezTo>
                <a:lnTo>
                  <a:pt x="369521" y="63948"/>
                </a:lnTo>
                <a:cubicBezTo>
                  <a:pt x="376210" y="66032"/>
                  <a:pt x="381028" y="68638"/>
                  <a:pt x="383974" y="71764"/>
                </a:cubicBezTo>
                <a:cubicBezTo>
                  <a:pt x="386919" y="74889"/>
                  <a:pt x="388392" y="78914"/>
                  <a:pt x="388392" y="83836"/>
                </a:cubicBezTo>
                <a:cubicBezTo>
                  <a:pt x="388392" y="90531"/>
                  <a:pt x="385834" y="95796"/>
                  <a:pt x="380718" y="99632"/>
                </a:cubicBezTo>
                <a:cubicBezTo>
                  <a:pt x="375601" y="103468"/>
                  <a:pt x="368547" y="105386"/>
                  <a:pt x="359554" y="105386"/>
                </a:cubicBezTo>
                <a:cubicBezTo>
                  <a:pt x="354991" y="105386"/>
                  <a:pt x="350539" y="104899"/>
                  <a:pt x="346198" y="103924"/>
                </a:cubicBezTo>
                <a:cubicBezTo>
                  <a:pt x="341857" y="102950"/>
                  <a:pt x="337516" y="101488"/>
                  <a:pt x="333174" y="99539"/>
                </a:cubicBezTo>
                <a:close/>
                <a:moveTo>
                  <a:pt x="464498" y="82129"/>
                </a:moveTo>
                <a:cubicBezTo>
                  <a:pt x="462770" y="89703"/>
                  <a:pt x="459448" y="95473"/>
                  <a:pt x="454531" y="99439"/>
                </a:cubicBezTo>
                <a:cubicBezTo>
                  <a:pt x="449613" y="103404"/>
                  <a:pt x="443257" y="105386"/>
                  <a:pt x="435460" y="105386"/>
                </a:cubicBezTo>
                <a:cubicBezTo>
                  <a:pt x="425183" y="105386"/>
                  <a:pt x="416921" y="101984"/>
                  <a:pt x="410675" y="95178"/>
                </a:cubicBezTo>
                <a:cubicBezTo>
                  <a:pt x="404429" y="88371"/>
                  <a:pt x="401306" y="79337"/>
                  <a:pt x="401306" y="68076"/>
                </a:cubicBezTo>
                <a:cubicBezTo>
                  <a:pt x="401306" y="56770"/>
                  <a:pt x="404429" y="47737"/>
                  <a:pt x="410675" y="40975"/>
                </a:cubicBezTo>
                <a:cubicBezTo>
                  <a:pt x="416921" y="34213"/>
                  <a:pt x="425183" y="30832"/>
                  <a:pt x="435460" y="30832"/>
                </a:cubicBezTo>
                <a:cubicBezTo>
                  <a:pt x="439934" y="30832"/>
                  <a:pt x="444386" y="31358"/>
                  <a:pt x="448816" y="32410"/>
                </a:cubicBezTo>
                <a:cubicBezTo>
                  <a:pt x="453246" y="33462"/>
                  <a:pt x="457698" y="35062"/>
                  <a:pt x="462172" y="37211"/>
                </a:cubicBezTo>
                <a:lnTo>
                  <a:pt x="462172" y="55285"/>
                </a:lnTo>
                <a:lnTo>
                  <a:pt x="455062" y="55285"/>
                </a:lnTo>
                <a:cubicBezTo>
                  <a:pt x="454132" y="49083"/>
                  <a:pt x="452105" y="44564"/>
                  <a:pt x="448982" y="41729"/>
                </a:cubicBezTo>
                <a:cubicBezTo>
                  <a:pt x="445859" y="38894"/>
                  <a:pt x="441396" y="37477"/>
                  <a:pt x="435593" y="37477"/>
                </a:cubicBezTo>
                <a:cubicBezTo>
                  <a:pt x="428993" y="37477"/>
                  <a:pt x="424009" y="40032"/>
                  <a:pt x="420642" y="45143"/>
                </a:cubicBezTo>
                <a:cubicBezTo>
                  <a:pt x="417276" y="50254"/>
                  <a:pt x="415592" y="57898"/>
                  <a:pt x="415592" y="68076"/>
                </a:cubicBezTo>
                <a:cubicBezTo>
                  <a:pt x="415592" y="78253"/>
                  <a:pt x="417264" y="85909"/>
                  <a:pt x="420609" y="91042"/>
                </a:cubicBezTo>
                <a:cubicBezTo>
                  <a:pt x="423954" y="96175"/>
                  <a:pt x="428948" y="98741"/>
                  <a:pt x="435593" y="98741"/>
                </a:cubicBezTo>
                <a:cubicBezTo>
                  <a:pt x="440865" y="98741"/>
                  <a:pt x="445073" y="97363"/>
                  <a:pt x="448218" y="94605"/>
                </a:cubicBezTo>
                <a:cubicBezTo>
                  <a:pt x="451363" y="91847"/>
                  <a:pt x="453512" y="87689"/>
                  <a:pt x="454664" y="82129"/>
                </a:cubicBezTo>
                <a:lnTo>
                  <a:pt x="464498" y="82129"/>
                </a:lnTo>
                <a:close/>
                <a:moveTo>
                  <a:pt x="498644" y="96349"/>
                </a:moveTo>
                <a:lnTo>
                  <a:pt x="510206" y="96349"/>
                </a:lnTo>
                <a:lnTo>
                  <a:pt x="510206" y="103393"/>
                </a:lnTo>
                <a:lnTo>
                  <a:pt x="474656" y="103393"/>
                </a:lnTo>
                <a:lnTo>
                  <a:pt x="474656" y="96349"/>
                </a:lnTo>
                <a:lnTo>
                  <a:pt x="486417" y="96349"/>
                </a:lnTo>
                <a:lnTo>
                  <a:pt x="486417" y="7043"/>
                </a:lnTo>
                <a:lnTo>
                  <a:pt x="474656" y="7043"/>
                </a:lnTo>
                <a:lnTo>
                  <a:pt x="474656" y="0"/>
                </a:lnTo>
                <a:lnTo>
                  <a:pt x="498644" y="0"/>
                </a:lnTo>
                <a:lnTo>
                  <a:pt x="498644" y="96349"/>
                </a:lnTo>
                <a:close/>
                <a:moveTo>
                  <a:pt x="555079" y="98741"/>
                </a:moveTo>
                <a:cubicBezTo>
                  <a:pt x="561635" y="98741"/>
                  <a:pt x="566586" y="96153"/>
                  <a:pt x="569930" y="90975"/>
                </a:cubicBezTo>
                <a:cubicBezTo>
                  <a:pt x="573275" y="85798"/>
                  <a:pt x="574947" y="78165"/>
                  <a:pt x="574947" y="68076"/>
                </a:cubicBezTo>
                <a:cubicBezTo>
                  <a:pt x="574947" y="57987"/>
                  <a:pt x="573275" y="50365"/>
                  <a:pt x="569930" y="45209"/>
                </a:cubicBezTo>
                <a:cubicBezTo>
                  <a:pt x="566586" y="40054"/>
                  <a:pt x="561635" y="37477"/>
                  <a:pt x="555079" y="37477"/>
                </a:cubicBezTo>
                <a:cubicBezTo>
                  <a:pt x="548523" y="37477"/>
                  <a:pt x="543573" y="40054"/>
                  <a:pt x="540228" y="45209"/>
                </a:cubicBezTo>
                <a:cubicBezTo>
                  <a:pt x="536883" y="50365"/>
                  <a:pt x="535211" y="57987"/>
                  <a:pt x="535211" y="68076"/>
                </a:cubicBezTo>
                <a:cubicBezTo>
                  <a:pt x="535211" y="78165"/>
                  <a:pt x="536895" y="85798"/>
                  <a:pt x="540261" y="90975"/>
                </a:cubicBezTo>
                <a:cubicBezTo>
                  <a:pt x="543628" y="96153"/>
                  <a:pt x="548567" y="98741"/>
                  <a:pt x="555079" y="98741"/>
                </a:cubicBezTo>
                <a:moveTo>
                  <a:pt x="555079" y="105386"/>
                </a:moveTo>
                <a:cubicBezTo>
                  <a:pt x="544802" y="105386"/>
                  <a:pt x="536540" y="101984"/>
                  <a:pt x="530294" y="95178"/>
                </a:cubicBezTo>
                <a:cubicBezTo>
                  <a:pt x="524048" y="88371"/>
                  <a:pt x="520925" y="79337"/>
                  <a:pt x="520925" y="68076"/>
                </a:cubicBezTo>
                <a:cubicBezTo>
                  <a:pt x="520925" y="56814"/>
                  <a:pt x="524037" y="47792"/>
                  <a:pt x="530261" y="41009"/>
                </a:cubicBezTo>
                <a:cubicBezTo>
                  <a:pt x="536485" y="34224"/>
                  <a:pt x="544757" y="30832"/>
                  <a:pt x="555079" y="30832"/>
                </a:cubicBezTo>
                <a:cubicBezTo>
                  <a:pt x="565401" y="30832"/>
                  <a:pt x="573673" y="34224"/>
                  <a:pt x="579897" y="41009"/>
                </a:cubicBezTo>
                <a:cubicBezTo>
                  <a:pt x="586121" y="47792"/>
                  <a:pt x="589233" y="56814"/>
                  <a:pt x="589233" y="68076"/>
                </a:cubicBezTo>
                <a:cubicBezTo>
                  <a:pt x="589233" y="79337"/>
                  <a:pt x="586121" y="88371"/>
                  <a:pt x="579897" y="95178"/>
                </a:cubicBezTo>
                <a:cubicBezTo>
                  <a:pt x="573673" y="101984"/>
                  <a:pt x="565401" y="105386"/>
                  <a:pt x="555079" y="105386"/>
                </a:cubicBezTo>
                <a:close/>
                <a:moveTo>
                  <a:pt x="603439" y="99539"/>
                </a:moveTo>
                <a:lnTo>
                  <a:pt x="603439" y="83060"/>
                </a:lnTo>
                <a:lnTo>
                  <a:pt x="610483" y="83060"/>
                </a:lnTo>
                <a:cubicBezTo>
                  <a:pt x="610660" y="88309"/>
                  <a:pt x="612310" y="92235"/>
                  <a:pt x="615433" y="94838"/>
                </a:cubicBezTo>
                <a:cubicBezTo>
                  <a:pt x="618556" y="97440"/>
                  <a:pt x="623174" y="98741"/>
                  <a:pt x="629288" y="98741"/>
                </a:cubicBezTo>
                <a:cubicBezTo>
                  <a:pt x="634781" y="98741"/>
                  <a:pt x="638967" y="97714"/>
                  <a:pt x="641846" y="95658"/>
                </a:cubicBezTo>
                <a:cubicBezTo>
                  <a:pt x="644726" y="93601"/>
                  <a:pt x="646165" y="90604"/>
                  <a:pt x="646165" y="86669"/>
                </a:cubicBezTo>
                <a:cubicBezTo>
                  <a:pt x="646165" y="83573"/>
                  <a:pt x="645113" y="81075"/>
                  <a:pt x="643009" y="79175"/>
                </a:cubicBezTo>
                <a:cubicBezTo>
                  <a:pt x="640905" y="77273"/>
                  <a:pt x="636464" y="75238"/>
                  <a:pt x="629686" y="73072"/>
                </a:cubicBezTo>
                <a:lnTo>
                  <a:pt x="620849" y="70075"/>
                </a:lnTo>
                <a:cubicBezTo>
                  <a:pt x="614780" y="68125"/>
                  <a:pt x="610383" y="65686"/>
                  <a:pt x="607659" y="62760"/>
                </a:cubicBezTo>
                <a:cubicBezTo>
                  <a:pt x="604935" y="59832"/>
                  <a:pt x="603572" y="56107"/>
                  <a:pt x="603572" y="51584"/>
                </a:cubicBezTo>
                <a:cubicBezTo>
                  <a:pt x="603572" y="45110"/>
                  <a:pt x="605942" y="40033"/>
                  <a:pt x="610682" y="36353"/>
                </a:cubicBezTo>
                <a:cubicBezTo>
                  <a:pt x="615422" y="32672"/>
                  <a:pt x="621978" y="30832"/>
                  <a:pt x="630351" y="30832"/>
                </a:cubicBezTo>
                <a:cubicBezTo>
                  <a:pt x="634072" y="30832"/>
                  <a:pt x="637992" y="31319"/>
                  <a:pt x="642112" y="32294"/>
                </a:cubicBezTo>
                <a:cubicBezTo>
                  <a:pt x="646232" y="33268"/>
                  <a:pt x="650485" y="34686"/>
                  <a:pt x="654870" y="36546"/>
                </a:cubicBezTo>
                <a:lnTo>
                  <a:pt x="654870" y="51962"/>
                </a:lnTo>
                <a:lnTo>
                  <a:pt x="647827" y="51962"/>
                </a:lnTo>
                <a:cubicBezTo>
                  <a:pt x="647649" y="47420"/>
                  <a:pt x="646055" y="43871"/>
                  <a:pt x="643042" y="41314"/>
                </a:cubicBezTo>
                <a:cubicBezTo>
                  <a:pt x="640030" y="38756"/>
                  <a:pt x="635932" y="37477"/>
                  <a:pt x="630750" y="37477"/>
                </a:cubicBezTo>
                <a:cubicBezTo>
                  <a:pt x="625611" y="37477"/>
                  <a:pt x="621724" y="38383"/>
                  <a:pt x="619088" y="40197"/>
                </a:cubicBezTo>
                <a:cubicBezTo>
                  <a:pt x="616452" y="42009"/>
                  <a:pt x="615134" y="44727"/>
                  <a:pt x="615134" y="48351"/>
                </a:cubicBezTo>
                <a:cubicBezTo>
                  <a:pt x="615134" y="51314"/>
                  <a:pt x="616131" y="53691"/>
                  <a:pt x="618124" y="55482"/>
                </a:cubicBezTo>
                <a:cubicBezTo>
                  <a:pt x="620118" y="57272"/>
                  <a:pt x="624105" y="59095"/>
                  <a:pt x="630085" y="60951"/>
                </a:cubicBezTo>
                <a:lnTo>
                  <a:pt x="639786" y="63948"/>
                </a:lnTo>
                <a:cubicBezTo>
                  <a:pt x="646476" y="66032"/>
                  <a:pt x="651293" y="68638"/>
                  <a:pt x="654239" y="71764"/>
                </a:cubicBezTo>
                <a:cubicBezTo>
                  <a:pt x="657185" y="74889"/>
                  <a:pt x="658658" y="78914"/>
                  <a:pt x="658658" y="83836"/>
                </a:cubicBezTo>
                <a:cubicBezTo>
                  <a:pt x="658658" y="90531"/>
                  <a:pt x="656099" y="95796"/>
                  <a:pt x="650983" y="99632"/>
                </a:cubicBezTo>
                <a:cubicBezTo>
                  <a:pt x="645866" y="103468"/>
                  <a:pt x="638812" y="105386"/>
                  <a:pt x="629819" y="105386"/>
                </a:cubicBezTo>
                <a:cubicBezTo>
                  <a:pt x="625257" y="105386"/>
                  <a:pt x="620805" y="104899"/>
                  <a:pt x="616463" y="103924"/>
                </a:cubicBezTo>
                <a:cubicBezTo>
                  <a:pt x="612122" y="102950"/>
                  <a:pt x="607781" y="101488"/>
                  <a:pt x="603439" y="99539"/>
                </a:cubicBezTo>
                <a:close/>
                <a:moveTo>
                  <a:pt x="738551" y="69371"/>
                </a:moveTo>
                <a:lnTo>
                  <a:pt x="685857" y="69371"/>
                </a:lnTo>
                <a:lnTo>
                  <a:pt x="685857" y="69903"/>
                </a:lnTo>
                <a:cubicBezTo>
                  <a:pt x="685857" y="79427"/>
                  <a:pt x="687652" y="86615"/>
                  <a:pt x="691240" y="91465"/>
                </a:cubicBezTo>
                <a:cubicBezTo>
                  <a:pt x="694828" y="96316"/>
                  <a:pt x="700122" y="98741"/>
                  <a:pt x="707121" y="98741"/>
                </a:cubicBezTo>
                <a:cubicBezTo>
                  <a:pt x="712481" y="98741"/>
                  <a:pt x="716877" y="97335"/>
                  <a:pt x="720311" y="94522"/>
                </a:cubicBezTo>
                <a:cubicBezTo>
                  <a:pt x="723744" y="91709"/>
                  <a:pt x="726147" y="87534"/>
                  <a:pt x="727520" y="81997"/>
                </a:cubicBezTo>
                <a:lnTo>
                  <a:pt x="737354" y="81997"/>
                </a:lnTo>
                <a:cubicBezTo>
                  <a:pt x="735405" y="89771"/>
                  <a:pt x="731806" y="95613"/>
                  <a:pt x="726557" y="99522"/>
                </a:cubicBezTo>
                <a:cubicBezTo>
                  <a:pt x="721307" y="103432"/>
                  <a:pt x="714408" y="105386"/>
                  <a:pt x="705858" y="105386"/>
                </a:cubicBezTo>
                <a:cubicBezTo>
                  <a:pt x="695537" y="105386"/>
                  <a:pt x="687242" y="101984"/>
                  <a:pt x="680974" y="95178"/>
                </a:cubicBezTo>
                <a:cubicBezTo>
                  <a:pt x="674705" y="88371"/>
                  <a:pt x="671571" y="79337"/>
                  <a:pt x="671571" y="68076"/>
                </a:cubicBezTo>
                <a:cubicBezTo>
                  <a:pt x="671571" y="56903"/>
                  <a:pt x="674650" y="47903"/>
                  <a:pt x="680807" y="41075"/>
                </a:cubicBezTo>
                <a:cubicBezTo>
                  <a:pt x="686965" y="34246"/>
                  <a:pt x="695049" y="30832"/>
                  <a:pt x="705061" y="30832"/>
                </a:cubicBezTo>
                <a:cubicBezTo>
                  <a:pt x="715737" y="30832"/>
                  <a:pt x="723932" y="34121"/>
                  <a:pt x="729647" y="40699"/>
                </a:cubicBezTo>
                <a:cubicBezTo>
                  <a:pt x="735361" y="47278"/>
                  <a:pt x="738329" y="56835"/>
                  <a:pt x="738551" y="69371"/>
                </a:cubicBezTo>
                <a:moveTo>
                  <a:pt x="724131" y="62328"/>
                </a:moveTo>
                <a:cubicBezTo>
                  <a:pt x="723866" y="54111"/>
                  <a:pt x="722127" y="47914"/>
                  <a:pt x="718915" y="43739"/>
                </a:cubicBezTo>
                <a:cubicBezTo>
                  <a:pt x="715704" y="39564"/>
                  <a:pt x="711085" y="37477"/>
                  <a:pt x="705061" y="37477"/>
                </a:cubicBezTo>
                <a:cubicBezTo>
                  <a:pt x="699435" y="37477"/>
                  <a:pt x="695005" y="39575"/>
                  <a:pt x="691771" y="43772"/>
                </a:cubicBezTo>
                <a:cubicBezTo>
                  <a:pt x="688537" y="47970"/>
                  <a:pt x="686566" y="54155"/>
                  <a:pt x="685857" y="62328"/>
                </a:cubicBezTo>
                <a:lnTo>
                  <a:pt x="724131" y="62328"/>
                </a:lnTo>
                <a:close/>
                <a:moveTo>
                  <a:pt x="816107" y="96349"/>
                </a:moveTo>
                <a:lnTo>
                  <a:pt x="827801" y="96349"/>
                </a:lnTo>
                <a:lnTo>
                  <a:pt x="827801" y="103393"/>
                </a:lnTo>
                <a:lnTo>
                  <a:pt x="803880" y="103393"/>
                </a:lnTo>
                <a:lnTo>
                  <a:pt x="803880" y="92367"/>
                </a:lnTo>
                <a:cubicBezTo>
                  <a:pt x="801488" y="96817"/>
                  <a:pt x="798443" y="100100"/>
                  <a:pt x="794744" y="102215"/>
                </a:cubicBezTo>
                <a:cubicBezTo>
                  <a:pt x="791045" y="104329"/>
                  <a:pt x="786471" y="105386"/>
                  <a:pt x="781022" y="105386"/>
                </a:cubicBezTo>
                <a:cubicBezTo>
                  <a:pt x="772340" y="105386"/>
                  <a:pt x="765241" y="101939"/>
                  <a:pt x="759726" y="95045"/>
                </a:cubicBezTo>
                <a:cubicBezTo>
                  <a:pt x="754210" y="88150"/>
                  <a:pt x="751453" y="79160"/>
                  <a:pt x="751453" y="68076"/>
                </a:cubicBezTo>
                <a:cubicBezTo>
                  <a:pt x="751453" y="56991"/>
                  <a:pt x="754199" y="48013"/>
                  <a:pt x="759692" y="41142"/>
                </a:cubicBezTo>
                <a:cubicBezTo>
                  <a:pt x="765185" y="34268"/>
                  <a:pt x="772295" y="30832"/>
                  <a:pt x="781022" y="30832"/>
                </a:cubicBezTo>
                <a:cubicBezTo>
                  <a:pt x="786471" y="30832"/>
                  <a:pt x="791045" y="31889"/>
                  <a:pt x="794744" y="34003"/>
                </a:cubicBezTo>
                <a:cubicBezTo>
                  <a:pt x="798443" y="36116"/>
                  <a:pt x="801488" y="39399"/>
                  <a:pt x="803880" y="43849"/>
                </a:cubicBezTo>
                <a:lnTo>
                  <a:pt x="803880" y="7043"/>
                </a:lnTo>
                <a:lnTo>
                  <a:pt x="792318" y="7043"/>
                </a:lnTo>
                <a:lnTo>
                  <a:pt x="792318" y="0"/>
                </a:lnTo>
                <a:lnTo>
                  <a:pt x="816107" y="0"/>
                </a:lnTo>
                <a:lnTo>
                  <a:pt x="816107" y="96349"/>
                </a:lnTo>
                <a:moveTo>
                  <a:pt x="803880" y="71593"/>
                </a:moveTo>
                <a:lnTo>
                  <a:pt x="803880" y="64625"/>
                </a:lnTo>
                <a:cubicBezTo>
                  <a:pt x="803880" y="56173"/>
                  <a:pt x="802252" y="49713"/>
                  <a:pt x="798996" y="45245"/>
                </a:cubicBezTo>
                <a:cubicBezTo>
                  <a:pt x="795740" y="40775"/>
                  <a:pt x="791011" y="38540"/>
                  <a:pt x="784810" y="38540"/>
                </a:cubicBezTo>
                <a:cubicBezTo>
                  <a:pt x="778519" y="38540"/>
                  <a:pt x="773768" y="41018"/>
                  <a:pt x="770557" y="45974"/>
                </a:cubicBezTo>
                <a:cubicBezTo>
                  <a:pt x="767345" y="50929"/>
                  <a:pt x="765739" y="58297"/>
                  <a:pt x="765739" y="68076"/>
                </a:cubicBezTo>
                <a:cubicBezTo>
                  <a:pt x="765739" y="77810"/>
                  <a:pt x="767345" y="85178"/>
                  <a:pt x="770557" y="90178"/>
                </a:cubicBezTo>
                <a:cubicBezTo>
                  <a:pt x="773768" y="95178"/>
                  <a:pt x="778519" y="97678"/>
                  <a:pt x="784810" y="97678"/>
                </a:cubicBezTo>
                <a:cubicBezTo>
                  <a:pt x="791011" y="97678"/>
                  <a:pt x="795740" y="95455"/>
                  <a:pt x="798996" y="91009"/>
                </a:cubicBezTo>
                <a:cubicBezTo>
                  <a:pt x="802252" y="86561"/>
                  <a:pt x="803880" y="80089"/>
                  <a:pt x="803880" y="715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71C4F8-CDE0-4CE7-9093-83690653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649" y="2439805"/>
            <a:ext cx="974661" cy="416969"/>
          </a:xfrm>
          <a:custGeom xmlns:a="http://schemas.openxmlformats.org/drawingml/2006/main">
            <a:pathLst>
              <a:path w="974661" h="416969">
                <a:moveTo>
                  <a:pt x="487330" y="416969"/>
                </a:moveTo>
                <a:lnTo>
                  <a:pt x="37481" y="416969"/>
                </a:lnTo>
                <a:cubicBezTo>
                  <a:pt x="16938" y="416969"/>
                  <a:pt x="0" y="400538"/>
                  <a:pt x="0" y="379488"/>
                </a:cubicBezTo>
                <a:lnTo>
                  <a:pt x="0" y="37481"/>
                </a:lnTo>
                <a:cubicBezTo>
                  <a:pt x="0" y="16938"/>
                  <a:pt x="16938" y="0"/>
                  <a:pt x="37481" y="0"/>
                </a:cubicBezTo>
                <a:lnTo>
                  <a:pt x="936654" y="0"/>
                </a:lnTo>
                <a:cubicBezTo>
                  <a:pt x="957704" y="0"/>
                  <a:pt x="974661" y="16938"/>
                  <a:pt x="974661" y="37481"/>
                </a:cubicBezTo>
                <a:lnTo>
                  <a:pt x="974661" y="379488"/>
                </a:lnTo>
                <a:cubicBezTo>
                  <a:pt x="974661" y="400538"/>
                  <a:pt x="957704" y="416969"/>
                  <a:pt x="936654" y="416969"/>
                </a:cubicBezTo>
                <a:lnTo>
                  <a:pt x="487330" y="416969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22">
            <a:extLst xmlns:a="http://schemas.openxmlformats.org/drawingml/2006/main">
              <a:ext uri="{FF2B5EF4-FFF2-40B4-BE49-F238E27FC236}">
                <a16:creationId xmlns:a16="http://schemas.microsoft.com/office/drawing/2014/main" id="{C50388AA-2A4D-4391-93E4-800CB411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580" y="2523901"/>
            <a:ext cx="205965" cy="123871"/>
          </a:xfrm>
          <a:custGeom xmlns:a="http://schemas.openxmlformats.org/drawingml/2006/main">
            <a:pathLst>
              <a:path w="205965" h="123871">
                <a:moveTo>
                  <a:pt x="10839" y="32435"/>
                </a:moveTo>
                <a:lnTo>
                  <a:pt x="1059" y="32435"/>
                </a:lnTo>
                <a:lnTo>
                  <a:pt x="1059" y="6031"/>
                </a:lnTo>
                <a:cubicBezTo>
                  <a:pt x="7688" y="4020"/>
                  <a:pt x="14248" y="2513"/>
                  <a:pt x="20740" y="1508"/>
                </a:cubicBezTo>
                <a:cubicBezTo>
                  <a:pt x="27233" y="503"/>
                  <a:pt x="33793" y="0"/>
                  <a:pt x="40421" y="0"/>
                </a:cubicBezTo>
                <a:cubicBezTo>
                  <a:pt x="55905" y="0"/>
                  <a:pt x="67980" y="3166"/>
                  <a:pt x="76645" y="9497"/>
                </a:cubicBezTo>
                <a:cubicBezTo>
                  <a:pt x="85311" y="15828"/>
                  <a:pt x="89643" y="24645"/>
                  <a:pt x="89643" y="35949"/>
                </a:cubicBezTo>
                <a:cubicBezTo>
                  <a:pt x="89643" y="43992"/>
                  <a:pt x="87253" y="51206"/>
                  <a:pt x="82472" y="57593"/>
                </a:cubicBezTo>
                <a:cubicBezTo>
                  <a:pt x="77691" y="63979"/>
                  <a:pt x="68564" y="71546"/>
                  <a:pt x="55090" y="80295"/>
                </a:cubicBezTo>
                <a:lnTo>
                  <a:pt x="21188" y="102520"/>
                </a:lnTo>
                <a:lnTo>
                  <a:pt x="78805" y="102520"/>
                </a:lnTo>
                <a:lnTo>
                  <a:pt x="78805" y="88177"/>
                </a:lnTo>
                <a:lnTo>
                  <a:pt x="89969" y="88177"/>
                </a:lnTo>
                <a:lnTo>
                  <a:pt x="89969" y="123871"/>
                </a:lnTo>
                <a:lnTo>
                  <a:pt x="0" y="123871"/>
                </a:lnTo>
                <a:lnTo>
                  <a:pt x="0" y="103986"/>
                </a:lnTo>
                <a:lnTo>
                  <a:pt x="18010" y="91518"/>
                </a:lnTo>
                <a:cubicBezTo>
                  <a:pt x="33385" y="80934"/>
                  <a:pt x="43627" y="71924"/>
                  <a:pt x="48733" y="64490"/>
                </a:cubicBezTo>
                <a:cubicBezTo>
                  <a:pt x="53840" y="57053"/>
                  <a:pt x="56394" y="48369"/>
                  <a:pt x="56394" y="38437"/>
                </a:cubicBezTo>
                <a:cubicBezTo>
                  <a:pt x="56394" y="29047"/>
                  <a:pt x="54452" y="21896"/>
                  <a:pt x="50567" y="16984"/>
                </a:cubicBezTo>
                <a:cubicBezTo>
                  <a:pt x="46683" y="12072"/>
                  <a:pt x="41019" y="9616"/>
                  <a:pt x="33576" y="9616"/>
                </a:cubicBezTo>
                <a:cubicBezTo>
                  <a:pt x="27165" y="9616"/>
                  <a:pt x="22031" y="11565"/>
                  <a:pt x="18173" y="15463"/>
                </a:cubicBezTo>
                <a:cubicBezTo>
                  <a:pt x="14316" y="19362"/>
                  <a:pt x="11871" y="25019"/>
                  <a:pt x="10839" y="32435"/>
                </a:cubicBezTo>
                <a:close/>
                <a:moveTo>
                  <a:pt x="126834" y="32435"/>
                </a:moveTo>
                <a:lnTo>
                  <a:pt x="117055" y="32435"/>
                </a:lnTo>
                <a:lnTo>
                  <a:pt x="117055" y="6031"/>
                </a:lnTo>
                <a:cubicBezTo>
                  <a:pt x="123683" y="4020"/>
                  <a:pt x="130243" y="2513"/>
                  <a:pt x="136736" y="1508"/>
                </a:cubicBezTo>
                <a:cubicBezTo>
                  <a:pt x="143228" y="503"/>
                  <a:pt x="149788" y="0"/>
                  <a:pt x="156416" y="0"/>
                </a:cubicBezTo>
                <a:cubicBezTo>
                  <a:pt x="171900" y="0"/>
                  <a:pt x="183975" y="3166"/>
                  <a:pt x="192641" y="9497"/>
                </a:cubicBezTo>
                <a:cubicBezTo>
                  <a:pt x="201306" y="15828"/>
                  <a:pt x="205639" y="24645"/>
                  <a:pt x="205639" y="35949"/>
                </a:cubicBezTo>
                <a:cubicBezTo>
                  <a:pt x="205639" y="43992"/>
                  <a:pt x="203248" y="51206"/>
                  <a:pt x="198467" y="57593"/>
                </a:cubicBezTo>
                <a:cubicBezTo>
                  <a:pt x="193686" y="63979"/>
                  <a:pt x="184559" y="71546"/>
                  <a:pt x="171085" y="80295"/>
                </a:cubicBezTo>
                <a:lnTo>
                  <a:pt x="137184" y="102520"/>
                </a:lnTo>
                <a:lnTo>
                  <a:pt x="194800" y="102520"/>
                </a:lnTo>
                <a:lnTo>
                  <a:pt x="194800" y="88177"/>
                </a:lnTo>
                <a:lnTo>
                  <a:pt x="205965" y="88177"/>
                </a:lnTo>
                <a:lnTo>
                  <a:pt x="205965" y="123871"/>
                </a:lnTo>
                <a:lnTo>
                  <a:pt x="115995" y="123871"/>
                </a:lnTo>
                <a:lnTo>
                  <a:pt x="115995" y="103986"/>
                </a:lnTo>
                <a:lnTo>
                  <a:pt x="134006" y="91518"/>
                </a:lnTo>
                <a:cubicBezTo>
                  <a:pt x="149381" y="80934"/>
                  <a:pt x="159622" y="71924"/>
                  <a:pt x="164729" y="64490"/>
                </a:cubicBezTo>
                <a:cubicBezTo>
                  <a:pt x="169836" y="57053"/>
                  <a:pt x="172389" y="48369"/>
                  <a:pt x="172389" y="38437"/>
                </a:cubicBezTo>
                <a:cubicBezTo>
                  <a:pt x="172389" y="29047"/>
                  <a:pt x="170447" y="21896"/>
                  <a:pt x="166562" y="16984"/>
                </a:cubicBezTo>
                <a:cubicBezTo>
                  <a:pt x="162678" y="12072"/>
                  <a:pt x="157014" y="9616"/>
                  <a:pt x="149571" y="9616"/>
                </a:cubicBezTo>
                <a:cubicBezTo>
                  <a:pt x="143160" y="9616"/>
                  <a:pt x="138026" y="11565"/>
                  <a:pt x="134169" y="15463"/>
                </a:cubicBezTo>
                <a:cubicBezTo>
                  <a:pt x="130311" y="19362"/>
                  <a:pt x="127866" y="25019"/>
                  <a:pt x="126834" y="324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DatasetCVE">
            <a:extLst xmlns:a="http://schemas.openxmlformats.org/drawingml/2006/main">
              <a:ext uri="{FF2B5EF4-FFF2-40B4-BE49-F238E27FC236}">
                <a16:creationId xmlns:a16="http://schemas.microsoft.com/office/drawing/2014/main" id="{F759E45D-2F3E-4878-BC93-E938B204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719" y="2718798"/>
            <a:ext cx="855394" cy="102994"/>
          </a:xfrm>
          <a:custGeom xmlns:a="http://schemas.openxmlformats.org/drawingml/2006/main">
            <a:pathLst>
              <a:path w="855394" h="102994">
                <a:moveTo>
                  <a:pt x="26114" y="93957"/>
                </a:moveTo>
                <a:lnTo>
                  <a:pt x="38473" y="93957"/>
                </a:lnTo>
                <a:cubicBezTo>
                  <a:pt x="51364" y="93957"/>
                  <a:pt x="61254" y="90280"/>
                  <a:pt x="68142" y="82927"/>
                </a:cubicBezTo>
                <a:cubicBezTo>
                  <a:pt x="75031" y="75573"/>
                  <a:pt x="78475" y="65030"/>
                  <a:pt x="78475" y="51298"/>
                </a:cubicBezTo>
                <a:cubicBezTo>
                  <a:pt x="78475" y="37565"/>
                  <a:pt x="75042" y="27066"/>
                  <a:pt x="68175" y="19801"/>
                </a:cubicBezTo>
                <a:cubicBezTo>
                  <a:pt x="61309" y="12536"/>
                  <a:pt x="51408" y="8904"/>
                  <a:pt x="38473" y="8904"/>
                </a:cubicBezTo>
                <a:lnTo>
                  <a:pt x="26114" y="8904"/>
                </a:lnTo>
                <a:lnTo>
                  <a:pt x="26114" y="93957"/>
                </a:lnTo>
                <a:moveTo>
                  <a:pt x="0" y="101001"/>
                </a:moveTo>
                <a:lnTo>
                  <a:pt x="0" y="93957"/>
                </a:lnTo>
                <a:lnTo>
                  <a:pt x="12625" y="93957"/>
                </a:lnTo>
                <a:lnTo>
                  <a:pt x="12625" y="8904"/>
                </a:lnTo>
                <a:lnTo>
                  <a:pt x="0" y="8904"/>
                </a:lnTo>
                <a:lnTo>
                  <a:pt x="0" y="1728"/>
                </a:lnTo>
                <a:lnTo>
                  <a:pt x="39470" y="1728"/>
                </a:lnTo>
                <a:cubicBezTo>
                  <a:pt x="56569" y="1728"/>
                  <a:pt x="69892" y="6094"/>
                  <a:pt x="79438" y="14826"/>
                </a:cubicBezTo>
                <a:cubicBezTo>
                  <a:pt x="88985" y="23559"/>
                  <a:pt x="93758" y="35705"/>
                  <a:pt x="93758" y="51264"/>
                </a:cubicBezTo>
                <a:cubicBezTo>
                  <a:pt x="93758" y="66869"/>
                  <a:pt x="88974" y="79059"/>
                  <a:pt x="79405" y="87836"/>
                </a:cubicBezTo>
                <a:cubicBezTo>
                  <a:pt x="69837" y="96612"/>
                  <a:pt x="56525" y="101001"/>
                  <a:pt x="39470" y="101001"/>
                </a:cubicBezTo>
                <a:lnTo>
                  <a:pt x="0" y="101001"/>
                </a:lnTo>
                <a:close/>
                <a:moveTo>
                  <a:pt x="155515" y="78840"/>
                </a:moveTo>
                <a:lnTo>
                  <a:pt x="155515" y="63923"/>
                </a:lnTo>
                <a:lnTo>
                  <a:pt x="139766" y="63923"/>
                </a:lnTo>
                <a:cubicBezTo>
                  <a:pt x="133698" y="63923"/>
                  <a:pt x="129179" y="65227"/>
                  <a:pt x="126211" y="67835"/>
                </a:cubicBezTo>
                <a:cubicBezTo>
                  <a:pt x="123243" y="70443"/>
                  <a:pt x="121759" y="74444"/>
                  <a:pt x="121759" y="79837"/>
                </a:cubicBezTo>
                <a:cubicBezTo>
                  <a:pt x="121759" y="84744"/>
                  <a:pt x="123265" y="88635"/>
                  <a:pt x="126278" y="91509"/>
                </a:cubicBezTo>
                <a:cubicBezTo>
                  <a:pt x="129290" y="94381"/>
                  <a:pt x="133365" y="95818"/>
                  <a:pt x="138504" y="95818"/>
                </a:cubicBezTo>
                <a:cubicBezTo>
                  <a:pt x="143598" y="95818"/>
                  <a:pt x="147707" y="94249"/>
                  <a:pt x="150830" y="91110"/>
                </a:cubicBezTo>
                <a:cubicBezTo>
                  <a:pt x="153953" y="87971"/>
                  <a:pt x="155515" y="83881"/>
                  <a:pt x="155515" y="78840"/>
                </a:cubicBezTo>
                <a:moveTo>
                  <a:pt x="167741" y="56881"/>
                </a:moveTo>
                <a:lnTo>
                  <a:pt x="167741" y="93957"/>
                </a:lnTo>
                <a:lnTo>
                  <a:pt x="178638" y="93957"/>
                </a:lnTo>
                <a:lnTo>
                  <a:pt x="178638" y="101001"/>
                </a:lnTo>
                <a:lnTo>
                  <a:pt x="155515" y="101001"/>
                </a:lnTo>
                <a:lnTo>
                  <a:pt x="155515" y="93361"/>
                </a:lnTo>
                <a:cubicBezTo>
                  <a:pt x="152812" y="96661"/>
                  <a:pt x="149689" y="99092"/>
                  <a:pt x="146145" y="100654"/>
                </a:cubicBezTo>
                <a:cubicBezTo>
                  <a:pt x="142602" y="102214"/>
                  <a:pt x="138460" y="102994"/>
                  <a:pt x="133720" y="102994"/>
                </a:cubicBezTo>
                <a:cubicBezTo>
                  <a:pt x="125879" y="102994"/>
                  <a:pt x="119655" y="100909"/>
                  <a:pt x="115048" y="96740"/>
                </a:cubicBezTo>
                <a:cubicBezTo>
                  <a:pt x="110441" y="92569"/>
                  <a:pt x="108137" y="86934"/>
                  <a:pt x="108137" y="79837"/>
                </a:cubicBezTo>
                <a:cubicBezTo>
                  <a:pt x="108137" y="72517"/>
                  <a:pt x="110773" y="66838"/>
                  <a:pt x="116045" y="62801"/>
                </a:cubicBezTo>
                <a:cubicBezTo>
                  <a:pt x="121316" y="58765"/>
                  <a:pt x="128758" y="56746"/>
                  <a:pt x="138371" y="56746"/>
                </a:cubicBezTo>
                <a:lnTo>
                  <a:pt x="155515" y="56746"/>
                </a:lnTo>
                <a:lnTo>
                  <a:pt x="155515" y="51933"/>
                </a:lnTo>
                <a:cubicBezTo>
                  <a:pt x="155515" y="46583"/>
                  <a:pt x="153887" y="42437"/>
                  <a:pt x="150631" y="39497"/>
                </a:cubicBezTo>
                <a:cubicBezTo>
                  <a:pt x="147375" y="36555"/>
                  <a:pt x="142801" y="35084"/>
                  <a:pt x="136909" y="35084"/>
                </a:cubicBezTo>
                <a:cubicBezTo>
                  <a:pt x="132036" y="35084"/>
                  <a:pt x="128160" y="36192"/>
                  <a:pt x="125281" y="38407"/>
                </a:cubicBezTo>
                <a:cubicBezTo>
                  <a:pt x="122401" y="40622"/>
                  <a:pt x="120607" y="43900"/>
                  <a:pt x="119899" y="48241"/>
                </a:cubicBezTo>
                <a:lnTo>
                  <a:pt x="113586" y="48241"/>
                </a:lnTo>
                <a:lnTo>
                  <a:pt x="113586" y="33888"/>
                </a:lnTo>
                <a:cubicBezTo>
                  <a:pt x="117839" y="32072"/>
                  <a:pt x="121970" y="30710"/>
                  <a:pt x="125979" y="29802"/>
                </a:cubicBezTo>
                <a:cubicBezTo>
                  <a:pt x="129988" y="28894"/>
                  <a:pt x="133897" y="28440"/>
                  <a:pt x="137707" y="28440"/>
                </a:cubicBezTo>
                <a:cubicBezTo>
                  <a:pt x="147497" y="28440"/>
                  <a:pt x="154950" y="30866"/>
                  <a:pt x="160066" y="35718"/>
                </a:cubicBezTo>
                <a:cubicBezTo>
                  <a:pt x="165183" y="40568"/>
                  <a:pt x="167741" y="47623"/>
                  <a:pt x="167741" y="56881"/>
                </a:cubicBezTo>
                <a:close/>
                <a:moveTo>
                  <a:pt x="197560" y="37477"/>
                </a:moveTo>
                <a:lnTo>
                  <a:pt x="186795" y="37477"/>
                </a:lnTo>
                <a:lnTo>
                  <a:pt x="186795" y="30300"/>
                </a:lnTo>
                <a:lnTo>
                  <a:pt x="197560" y="30300"/>
                </a:lnTo>
                <a:lnTo>
                  <a:pt x="197560" y="8372"/>
                </a:lnTo>
                <a:lnTo>
                  <a:pt x="209853" y="8372"/>
                </a:lnTo>
                <a:lnTo>
                  <a:pt x="209853" y="30300"/>
                </a:lnTo>
                <a:lnTo>
                  <a:pt x="232844" y="30300"/>
                </a:lnTo>
                <a:lnTo>
                  <a:pt x="232844" y="37477"/>
                </a:lnTo>
                <a:lnTo>
                  <a:pt x="209853" y="37477"/>
                </a:lnTo>
                <a:lnTo>
                  <a:pt x="209853" y="82329"/>
                </a:lnTo>
                <a:cubicBezTo>
                  <a:pt x="209853" y="88309"/>
                  <a:pt x="210429" y="92141"/>
                  <a:pt x="211580" y="93824"/>
                </a:cubicBezTo>
                <a:cubicBezTo>
                  <a:pt x="212732" y="95508"/>
                  <a:pt x="214858" y="96349"/>
                  <a:pt x="217959" y="96349"/>
                </a:cubicBezTo>
                <a:cubicBezTo>
                  <a:pt x="221149" y="96349"/>
                  <a:pt x="223475" y="95408"/>
                  <a:pt x="224936" y="93525"/>
                </a:cubicBezTo>
                <a:cubicBezTo>
                  <a:pt x="226398" y="91643"/>
                  <a:pt x="227173" y="88597"/>
                  <a:pt x="227262" y="84389"/>
                </a:cubicBezTo>
                <a:lnTo>
                  <a:pt x="236498" y="84389"/>
                </a:lnTo>
                <a:cubicBezTo>
                  <a:pt x="236144" y="90836"/>
                  <a:pt x="234394" y="95548"/>
                  <a:pt x="231249" y="98528"/>
                </a:cubicBezTo>
                <a:cubicBezTo>
                  <a:pt x="228104" y="101505"/>
                  <a:pt x="223319" y="102994"/>
                  <a:pt x="216896" y="102994"/>
                </a:cubicBezTo>
                <a:cubicBezTo>
                  <a:pt x="209853" y="102994"/>
                  <a:pt x="204869" y="101428"/>
                  <a:pt x="201945" y="98295"/>
                </a:cubicBezTo>
                <a:cubicBezTo>
                  <a:pt x="199022" y="95161"/>
                  <a:pt x="197560" y="89839"/>
                  <a:pt x="197560" y="82329"/>
                </a:cubicBezTo>
                <a:lnTo>
                  <a:pt x="197560" y="37477"/>
                </a:lnTo>
                <a:close/>
                <a:moveTo>
                  <a:pt x="291464" y="78840"/>
                </a:moveTo>
                <a:lnTo>
                  <a:pt x="291464" y="63923"/>
                </a:lnTo>
                <a:lnTo>
                  <a:pt x="275716" y="63923"/>
                </a:lnTo>
                <a:cubicBezTo>
                  <a:pt x="269647" y="63923"/>
                  <a:pt x="265128" y="65227"/>
                  <a:pt x="262160" y="67835"/>
                </a:cubicBezTo>
                <a:cubicBezTo>
                  <a:pt x="259192" y="70443"/>
                  <a:pt x="257708" y="74444"/>
                  <a:pt x="257708" y="79837"/>
                </a:cubicBezTo>
                <a:cubicBezTo>
                  <a:pt x="257708" y="84744"/>
                  <a:pt x="259215" y="88635"/>
                  <a:pt x="262227" y="91509"/>
                </a:cubicBezTo>
                <a:cubicBezTo>
                  <a:pt x="265239" y="94381"/>
                  <a:pt x="269315" y="95818"/>
                  <a:pt x="274453" y="95818"/>
                </a:cubicBezTo>
                <a:cubicBezTo>
                  <a:pt x="279548" y="95818"/>
                  <a:pt x="283656" y="94249"/>
                  <a:pt x="286779" y="91110"/>
                </a:cubicBezTo>
                <a:cubicBezTo>
                  <a:pt x="289902" y="87971"/>
                  <a:pt x="291464" y="83881"/>
                  <a:pt x="291464" y="78840"/>
                </a:cubicBezTo>
                <a:moveTo>
                  <a:pt x="303690" y="56881"/>
                </a:moveTo>
                <a:lnTo>
                  <a:pt x="303690" y="93957"/>
                </a:lnTo>
                <a:lnTo>
                  <a:pt x="314588" y="93957"/>
                </a:lnTo>
                <a:lnTo>
                  <a:pt x="314588" y="101001"/>
                </a:lnTo>
                <a:lnTo>
                  <a:pt x="291464" y="101001"/>
                </a:lnTo>
                <a:lnTo>
                  <a:pt x="291464" y="93361"/>
                </a:lnTo>
                <a:cubicBezTo>
                  <a:pt x="288762" y="96661"/>
                  <a:pt x="285639" y="99092"/>
                  <a:pt x="282095" y="100654"/>
                </a:cubicBezTo>
                <a:cubicBezTo>
                  <a:pt x="278551" y="102214"/>
                  <a:pt x="274409" y="102994"/>
                  <a:pt x="269669" y="102994"/>
                </a:cubicBezTo>
                <a:cubicBezTo>
                  <a:pt x="261828" y="102994"/>
                  <a:pt x="255604" y="100909"/>
                  <a:pt x="250997" y="96740"/>
                </a:cubicBezTo>
                <a:cubicBezTo>
                  <a:pt x="246390" y="92569"/>
                  <a:pt x="244087" y="86934"/>
                  <a:pt x="244087" y="79837"/>
                </a:cubicBezTo>
                <a:cubicBezTo>
                  <a:pt x="244087" y="72517"/>
                  <a:pt x="246722" y="66838"/>
                  <a:pt x="251994" y="62801"/>
                </a:cubicBezTo>
                <a:cubicBezTo>
                  <a:pt x="257265" y="58765"/>
                  <a:pt x="264708" y="56746"/>
                  <a:pt x="274320" y="56746"/>
                </a:cubicBezTo>
                <a:lnTo>
                  <a:pt x="291464" y="56746"/>
                </a:lnTo>
                <a:lnTo>
                  <a:pt x="291464" y="51933"/>
                </a:lnTo>
                <a:cubicBezTo>
                  <a:pt x="291464" y="46583"/>
                  <a:pt x="289836" y="42437"/>
                  <a:pt x="286580" y="39497"/>
                </a:cubicBezTo>
                <a:cubicBezTo>
                  <a:pt x="283324" y="36555"/>
                  <a:pt x="278750" y="35084"/>
                  <a:pt x="272858" y="35084"/>
                </a:cubicBezTo>
                <a:cubicBezTo>
                  <a:pt x="267986" y="35084"/>
                  <a:pt x="264110" y="36192"/>
                  <a:pt x="261230" y="38407"/>
                </a:cubicBezTo>
                <a:cubicBezTo>
                  <a:pt x="258351" y="40622"/>
                  <a:pt x="256557" y="43900"/>
                  <a:pt x="255848" y="48241"/>
                </a:cubicBezTo>
                <a:lnTo>
                  <a:pt x="249535" y="48241"/>
                </a:lnTo>
                <a:lnTo>
                  <a:pt x="249535" y="33888"/>
                </a:lnTo>
                <a:cubicBezTo>
                  <a:pt x="253788" y="32072"/>
                  <a:pt x="257919" y="30710"/>
                  <a:pt x="261928" y="29802"/>
                </a:cubicBezTo>
                <a:cubicBezTo>
                  <a:pt x="265937" y="28894"/>
                  <a:pt x="269846" y="28440"/>
                  <a:pt x="273656" y="28440"/>
                </a:cubicBezTo>
                <a:cubicBezTo>
                  <a:pt x="283446" y="28440"/>
                  <a:pt x="290899" y="30866"/>
                  <a:pt x="296016" y="35718"/>
                </a:cubicBezTo>
                <a:cubicBezTo>
                  <a:pt x="301132" y="40568"/>
                  <a:pt x="303690" y="47623"/>
                  <a:pt x="303690" y="56881"/>
                </a:cubicBezTo>
                <a:close/>
                <a:moveTo>
                  <a:pt x="326465" y="97147"/>
                </a:moveTo>
                <a:lnTo>
                  <a:pt x="326465" y="80668"/>
                </a:lnTo>
                <a:lnTo>
                  <a:pt x="333509" y="80668"/>
                </a:lnTo>
                <a:cubicBezTo>
                  <a:pt x="333686" y="85917"/>
                  <a:pt x="335336" y="89843"/>
                  <a:pt x="338459" y="92446"/>
                </a:cubicBezTo>
                <a:cubicBezTo>
                  <a:pt x="341582" y="95048"/>
                  <a:pt x="346200" y="96349"/>
                  <a:pt x="352314" y="96349"/>
                </a:cubicBezTo>
                <a:cubicBezTo>
                  <a:pt x="357807" y="96349"/>
                  <a:pt x="361993" y="95321"/>
                  <a:pt x="364872" y="93266"/>
                </a:cubicBezTo>
                <a:cubicBezTo>
                  <a:pt x="367752" y="91209"/>
                  <a:pt x="369191" y="88212"/>
                  <a:pt x="369191" y="84277"/>
                </a:cubicBezTo>
                <a:cubicBezTo>
                  <a:pt x="369191" y="81181"/>
                  <a:pt x="368139" y="78683"/>
                  <a:pt x="366035" y="76783"/>
                </a:cubicBezTo>
                <a:cubicBezTo>
                  <a:pt x="363931" y="74880"/>
                  <a:pt x="359490" y="72846"/>
                  <a:pt x="352712" y="70680"/>
                </a:cubicBezTo>
                <a:lnTo>
                  <a:pt x="343875" y="67683"/>
                </a:lnTo>
                <a:cubicBezTo>
                  <a:pt x="337806" y="65733"/>
                  <a:pt x="333409" y="63294"/>
                  <a:pt x="330685" y="60368"/>
                </a:cubicBezTo>
                <a:cubicBezTo>
                  <a:pt x="327961" y="57440"/>
                  <a:pt x="326598" y="53715"/>
                  <a:pt x="326598" y="49192"/>
                </a:cubicBezTo>
                <a:cubicBezTo>
                  <a:pt x="326598" y="42718"/>
                  <a:pt x="328968" y="37641"/>
                  <a:pt x="333708" y="33961"/>
                </a:cubicBezTo>
                <a:cubicBezTo>
                  <a:pt x="338448" y="30280"/>
                  <a:pt x="345004" y="28440"/>
                  <a:pt x="353377" y="28440"/>
                </a:cubicBezTo>
                <a:cubicBezTo>
                  <a:pt x="357098" y="28440"/>
                  <a:pt x="361018" y="28927"/>
                  <a:pt x="365138" y="29902"/>
                </a:cubicBezTo>
                <a:cubicBezTo>
                  <a:pt x="369258" y="30876"/>
                  <a:pt x="373510" y="32294"/>
                  <a:pt x="377896" y="34154"/>
                </a:cubicBezTo>
                <a:lnTo>
                  <a:pt x="377896" y="49570"/>
                </a:lnTo>
                <a:lnTo>
                  <a:pt x="370853" y="49570"/>
                </a:lnTo>
                <a:cubicBezTo>
                  <a:pt x="370675" y="45028"/>
                  <a:pt x="369081" y="41479"/>
                  <a:pt x="366068" y="38922"/>
                </a:cubicBezTo>
                <a:cubicBezTo>
                  <a:pt x="363056" y="36364"/>
                  <a:pt x="358958" y="35084"/>
                  <a:pt x="353776" y="35084"/>
                </a:cubicBezTo>
                <a:cubicBezTo>
                  <a:pt x="348637" y="35084"/>
                  <a:pt x="344750" y="35991"/>
                  <a:pt x="342114" y="37805"/>
                </a:cubicBezTo>
                <a:cubicBezTo>
                  <a:pt x="339478" y="39617"/>
                  <a:pt x="338160" y="42335"/>
                  <a:pt x="338160" y="45959"/>
                </a:cubicBezTo>
                <a:cubicBezTo>
                  <a:pt x="338160" y="48921"/>
                  <a:pt x="339157" y="51298"/>
                  <a:pt x="341150" y="53090"/>
                </a:cubicBezTo>
                <a:cubicBezTo>
                  <a:pt x="343144" y="54880"/>
                  <a:pt x="347131" y="56703"/>
                  <a:pt x="353111" y="58559"/>
                </a:cubicBezTo>
                <a:lnTo>
                  <a:pt x="362812" y="61556"/>
                </a:lnTo>
                <a:cubicBezTo>
                  <a:pt x="369501" y="63640"/>
                  <a:pt x="374319" y="66246"/>
                  <a:pt x="377265" y="69372"/>
                </a:cubicBezTo>
                <a:cubicBezTo>
                  <a:pt x="380211" y="72497"/>
                  <a:pt x="381684" y="76522"/>
                  <a:pt x="381684" y="81444"/>
                </a:cubicBezTo>
                <a:cubicBezTo>
                  <a:pt x="381684" y="88139"/>
                  <a:pt x="379125" y="93404"/>
                  <a:pt x="374009" y="97240"/>
                </a:cubicBezTo>
                <a:cubicBezTo>
                  <a:pt x="368892" y="101076"/>
                  <a:pt x="361838" y="102994"/>
                  <a:pt x="352845" y="102994"/>
                </a:cubicBezTo>
                <a:cubicBezTo>
                  <a:pt x="348282" y="102994"/>
                  <a:pt x="343830" y="102507"/>
                  <a:pt x="339489" y="101532"/>
                </a:cubicBezTo>
                <a:cubicBezTo>
                  <a:pt x="335148" y="100558"/>
                  <a:pt x="330807" y="99096"/>
                  <a:pt x="326465" y="97147"/>
                </a:cubicBezTo>
                <a:close/>
                <a:moveTo>
                  <a:pt x="461576" y="66979"/>
                </a:moveTo>
                <a:lnTo>
                  <a:pt x="408883" y="66979"/>
                </a:lnTo>
                <a:lnTo>
                  <a:pt x="408883" y="67511"/>
                </a:lnTo>
                <a:cubicBezTo>
                  <a:pt x="408883" y="77035"/>
                  <a:pt x="410677" y="84223"/>
                  <a:pt x="414265" y="89073"/>
                </a:cubicBezTo>
                <a:cubicBezTo>
                  <a:pt x="417853" y="93924"/>
                  <a:pt x="423147" y="96349"/>
                  <a:pt x="430146" y="96349"/>
                </a:cubicBezTo>
                <a:cubicBezTo>
                  <a:pt x="435506" y="96349"/>
                  <a:pt x="439903" y="94943"/>
                  <a:pt x="443336" y="92130"/>
                </a:cubicBezTo>
                <a:cubicBezTo>
                  <a:pt x="446769" y="89317"/>
                  <a:pt x="449173" y="85142"/>
                  <a:pt x="450546" y="79604"/>
                </a:cubicBezTo>
                <a:lnTo>
                  <a:pt x="460380" y="79604"/>
                </a:lnTo>
                <a:cubicBezTo>
                  <a:pt x="458431" y="87379"/>
                  <a:pt x="454832" y="93221"/>
                  <a:pt x="449582" y="97130"/>
                </a:cubicBezTo>
                <a:cubicBezTo>
                  <a:pt x="444333" y="101039"/>
                  <a:pt x="437433" y="102994"/>
                  <a:pt x="428884" y="102994"/>
                </a:cubicBezTo>
                <a:cubicBezTo>
                  <a:pt x="418562" y="102994"/>
                  <a:pt x="410267" y="99591"/>
                  <a:pt x="403999" y="92786"/>
                </a:cubicBezTo>
                <a:cubicBezTo>
                  <a:pt x="397731" y="85979"/>
                  <a:pt x="394597" y="76945"/>
                  <a:pt x="394597" y="65684"/>
                </a:cubicBezTo>
                <a:cubicBezTo>
                  <a:pt x="394597" y="54511"/>
                  <a:pt x="397675" y="45511"/>
                  <a:pt x="403833" y="38683"/>
                </a:cubicBezTo>
                <a:cubicBezTo>
                  <a:pt x="409990" y="31854"/>
                  <a:pt x="418075" y="28440"/>
                  <a:pt x="428086" y="28440"/>
                </a:cubicBezTo>
                <a:cubicBezTo>
                  <a:pt x="438762" y="28440"/>
                  <a:pt x="446958" y="31729"/>
                  <a:pt x="452672" y="38307"/>
                </a:cubicBezTo>
                <a:cubicBezTo>
                  <a:pt x="458387" y="44885"/>
                  <a:pt x="461355" y="54443"/>
                  <a:pt x="461576" y="66979"/>
                </a:cubicBezTo>
                <a:moveTo>
                  <a:pt x="447157" y="59936"/>
                </a:moveTo>
                <a:cubicBezTo>
                  <a:pt x="446891" y="51719"/>
                  <a:pt x="445152" y="45522"/>
                  <a:pt x="441941" y="41347"/>
                </a:cubicBezTo>
                <a:cubicBezTo>
                  <a:pt x="438729" y="37172"/>
                  <a:pt x="434111" y="35084"/>
                  <a:pt x="428086" y="35084"/>
                </a:cubicBezTo>
                <a:cubicBezTo>
                  <a:pt x="422461" y="35084"/>
                  <a:pt x="418031" y="37183"/>
                  <a:pt x="414797" y="41380"/>
                </a:cubicBezTo>
                <a:cubicBezTo>
                  <a:pt x="411563" y="45578"/>
                  <a:pt x="409592" y="51763"/>
                  <a:pt x="408883" y="59936"/>
                </a:cubicBezTo>
                <a:lnTo>
                  <a:pt x="447157" y="59936"/>
                </a:lnTo>
                <a:close/>
                <a:moveTo>
                  <a:pt x="482386" y="37477"/>
                </a:moveTo>
                <a:lnTo>
                  <a:pt x="471622" y="37477"/>
                </a:lnTo>
                <a:lnTo>
                  <a:pt x="471622" y="30300"/>
                </a:lnTo>
                <a:lnTo>
                  <a:pt x="482386" y="30300"/>
                </a:lnTo>
                <a:lnTo>
                  <a:pt x="482386" y="8372"/>
                </a:lnTo>
                <a:lnTo>
                  <a:pt x="494679" y="8372"/>
                </a:lnTo>
                <a:lnTo>
                  <a:pt x="494679" y="30300"/>
                </a:lnTo>
                <a:lnTo>
                  <a:pt x="517670" y="30300"/>
                </a:lnTo>
                <a:lnTo>
                  <a:pt x="517670" y="37477"/>
                </a:lnTo>
                <a:lnTo>
                  <a:pt x="494679" y="37477"/>
                </a:lnTo>
                <a:lnTo>
                  <a:pt x="494679" y="82329"/>
                </a:lnTo>
                <a:cubicBezTo>
                  <a:pt x="494679" y="88309"/>
                  <a:pt x="495255" y="92141"/>
                  <a:pt x="496407" y="93824"/>
                </a:cubicBezTo>
                <a:cubicBezTo>
                  <a:pt x="497558" y="95508"/>
                  <a:pt x="499685" y="96349"/>
                  <a:pt x="502786" y="96349"/>
                </a:cubicBezTo>
                <a:cubicBezTo>
                  <a:pt x="505975" y="96349"/>
                  <a:pt x="508301" y="95408"/>
                  <a:pt x="509763" y="93525"/>
                </a:cubicBezTo>
                <a:cubicBezTo>
                  <a:pt x="511224" y="91643"/>
                  <a:pt x="512000" y="88597"/>
                  <a:pt x="512088" y="84389"/>
                </a:cubicBezTo>
                <a:lnTo>
                  <a:pt x="521325" y="84389"/>
                </a:lnTo>
                <a:cubicBezTo>
                  <a:pt x="520970" y="90836"/>
                  <a:pt x="519220" y="95548"/>
                  <a:pt x="516075" y="98528"/>
                </a:cubicBezTo>
                <a:cubicBezTo>
                  <a:pt x="512930" y="101505"/>
                  <a:pt x="508146" y="102994"/>
                  <a:pt x="501722" y="102994"/>
                </a:cubicBezTo>
                <a:cubicBezTo>
                  <a:pt x="494679" y="102994"/>
                  <a:pt x="489695" y="101428"/>
                  <a:pt x="486772" y="98295"/>
                </a:cubicBezTo>
                <a:cubicBezTo>
                  <a:pt x="483848" y="95161"/>
                  <a:pt x="482386" y="89839"/>
                  <a:pt x="482386" y="82329"/>
                </a:cubicBezTo>
                <a:lnTo>
                  <a:pt x="482386" y="37477"/>
                </a:lnTo>
                <a:close/>
                <a:moveTo>
                  <a:pt x="661497" y="74820"/>
                </a:moveTo>
                <a:cubicBezTo>
                  <a:pt x="658573" y="84079"/>
                  <a:pt x="653667" y="91089"/>
                  <a:pt x="646779" y="95851"/>
                </a:cubicBezTo>
                <a:cubicBezTo>
                  <a:pt x="639890" y="100613"/>
                  <a:pt x="631175" y="102994"/>
                  <a:pt x="620632" y="102994"/>
                </a:cubicBezTo>
                <a:cubicBezTo>
                  <a:pt x="614164" y="102994"/>
                  <a:pt x="608162" y="101886"/>
                  <a:pt x="602624" y="99670"/>
                </a:cubicBezTo>
                <a:cubicBezTo>
                  <a:pt x="597087" y="97453"/>
                  <a:pt x="592170" y="94195"/>
                  <a:pt x="587873" y="89896"/>
                </a:cubicBezTo>
                <a:cubicBezTo>
                  <a:pt x="582911" y="84931"/>
                  <a:pt x="579224" y="79291"/>
                  <a:pt x="576809" y="72974"/>
                </a:cubicBezTo>
                <a:cubicBezTo>
                  <a:pt x="574395" y="66658"/>
                  <a:pt x="573188" y="59510"/>
                  <a:pt x="573188" y="51530"/>
                </a:cubicBezTo>
                <a:cubicBezTo>
                  <a:pt x="573188" y="36105"/>
                  <a:pt x="577640" y="23660"/>
                  <a:pt x="586544" y="14197"/>
                </a:cubicBezTo>
                <a:cubicBezTo>
                  <a:pt x="595448" y="4732"/>
                  <a:pt x="607187" y="0"/>
                  <a:pt x="621761" y="0"/>
                </a:cubicBezTo>
                <a:cubicBezTo>
                  <a:pt x="627166" y="0"/>
                  <a:pt x="632925" y="714"/>
                  <a:pt x="639038" y="2143"/>
                </a:cubicBezTo>
                <a:cubicBezTo>
                  <a:pt x="645151" y="3572"/>
                  <a:pt x="651729" y="5737"/>
                  <a:pt x="658773" y="8638"/>
                </a:cubicBezTo>
                <a:lnTo>
                  <a:pt x="658773" y="31496"/>
                </a:lnTo>
                <a:lnTo>
                  <a:pt x="651264" y="31496"/>
                </a:lnTo>
                <a:cubicBezTo>
                  <a:pt x="649625" y="23168"/>
                  <a:pt x="646336" y="17033"/>
                  <a:pt x="641397" y="13090"/>
                </a:cubicBezTo>
                <a:cubicBezTo>
                  <a:pt x="636457" y="9148"/>
                  <a:pt x="629536" y="7176"/>
                  <a:pt x="620632" y="7176"/>
                </a:cubicBezTo>
                <a:cubicBezTo>
                  <a:pt x="610044" y="7176"/>
                  <a:pt x="602026" y="10928"/>
                  <a:pt x="596578" y="18431"/>
                </a:cubicBezTo>
                <a:cubicBezTo>
                  <a:pt x="591129" y="25934"/>
                  <a:pt x="588404" y="36967"/>
                  <a:pt x="588404" y="51530"/>
                </a:cubicBezTo>
                <a:cubicBezTo>
                  <a:pt x="588404" y="66049"/>
                  <a:pt x="591129" y="77060"/>
                  <a:pt x="596578" y="84563"/>
                </a:cubicBezTo>
                <a:cubicBezTo>
                  <a:pt x="602026" y="92066"/>
                  <a:pt x="610044" y="95818"/>
                  <a:pt x="620632" y="95818"/>
                </a:cubicBezTo>
                <a:cubicBezTo>
                  <a:pt x="628030" y="95818"/>
                  <a:pt x="634121" y="94062"/>
                  <a:pt x="638905" y="90552"/>
                </a:cubicBezTo>
                <a:cubicBezTo>
                  <a:pt x="643689" y="87041"/>
                  <a:pt x="647144" y="81797"/>
                  <a:pt x="649271" y="74820"/>
                </a:cubicBezTo>
                <a:lnTo>
                  <a:pt x="661497" y="74820"/>
                </a:lnTo>
                <a:close/>
                <a:moveTo>
                  <a:pt x="692759" y="8904"/>
                </a:moveTo>
                <a:lnTo>
                  <a:pt x="722063" y="85053"/>
                </a:lnTo>
                <a:lnTo>
                  <a:pt x="751300" y="8904"/>
                </a:lnTo>
                <a:lnTo>
                  <a:pt x="740136" y="8904"/>
                </a:lnTo>
                <a:lnTo>
                  <a:pt x="740136" y="1728"/>
                </a:lnTo>
                <a:lnTo>
                  <a:pt x="769241" y="1728"/>
                </a:lnTo>
                <a:lnTo>
                  <a:pt x="769241" y="8904"/>
                </a:lnTo>
                <a:lnTo>
                  <a:pt x="759606" y="8904"/>
                </a:lnTo>
                <a:lnTo>
                  <a:pt x="724189" y="101001"/>
                </a:lnTo>
                <a:lnTo>
                  <a:pt x="712760" y="101001"/>
                </a:lnTo>
                <a:lnTo>
                  <a:pt x="677543" y="8904"/>
                </a:lnTo>
                <a:lnTo>
                  <a:pt x="667642" y="8904"/>
                </a:lnTo>
                <a:lnTo>
                  <a:pt x="667642" y="1728"/>
                </a:lnTo>
                <a:lnTo>
                  <a:pt x="703789" y="1728"/>
                </a:lnTo>
                <a:lnTo>
                  <a:pt x="703789" y="8904"/>
                </a:lnTo>
                <a:lnTo>
                  <a:pt x="692759" y="8904"/>
                </a:lnTo>
                <a:close/>
                <a:moveTo>
                  <a:pt x="774460" y="101001"/>
                </a:moveTo>
                <a:lnTo>
                  <a:pt x="774460" y="93957"/>
                </a:lnTo>
                <a:lnTo>
                  <a:pt x="787086" y="93957"/>
                </a:lnTo>
                <a:lnTo>
                  <a:pt x="787086" y="8904"/>
                </a:lnTo>
                <a:lnTo>
                  <a:pt x="774460" y="8904"/>
                </a:lnTo>
                <a:lnTo>
                  <a:pt x="774460" y="1728"/>
                </a:lnTo>
                <a:lnTo>
                  <a:pt x="854331" y="1728"/>
                </a:lnTo>
                <a:lnTo>
                  <a:pt x="854331" y="23921"/>
                </a:lnTo>
                <a:lnTo>
                  <a:pt x="846158" y="23921"/>
                </a:lnTo>
                <a:lnTo>
                  <a:pt x="846158" y="9967"/>
                </a:lnTo>
                <a:lnTo>
                  <a:pt x="800574" y="9967"/>
                </a:lnTo>
                <a:lnTo>
                  <a:pt x="800574" y="43191"/>
                </a:lnTo>
                <a:lnTo>
                  <a:pt x="833067" y="43191"/>
                </a:lnTo>
                <a:lnTo>
                  <a:pt x="833067" y="30699"/>
                </a:lnTo>
                <a:lnTo>
                  <a:pt x="841241" y="30699"/>
                </a:lnTo>
                <a:lnTo>
                  <a:pt x="841241" y="63790"/>
                </a:lnTo>
                <a:lnTo>
                  <a:pt x="833067" y="63790"/>
                </a:lnTo>
                <a:lnTo>
                  <a:pt x="833067" y="51298"/>
                </a:lnTo>
                <a:lnTo>
                  <a:pt x="800574" y="51298"/>
                </a:lnTo>
                <a:lnTo>
                  <a:pt x="800574" y="92761"/>
                </a:lnTo>
                <a:lnTo>
                  <a:pt x="847221" y="92761"/>
                </a:lnTo>
                <a:lnTo>
                  <a:pt x="847221" y="78807"/>
                </a:lnTo>
                <a:lnTo>
                  <a:pt x="855394" y="78807"/>
                </a:lnTo>
                <a:lnTo>
                  <a:pt x="855394" y="101001"/>
                </a:lnTo>
                <a:lnTo>
                  <a:pt x="774460" y="1010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74B7A-4D41-414E-ACD6-C3736B7F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3700" y="2699638"/>
            <a:ext cx="1016761" cy="580264"/>
          </a:xfrm>
          <a:custGeom xmlns:a="http://schemas.openxmlformats.org/drawingml/2006/main">
            <a:pathLst>
              <a:path w="1016761" h="580264">
                <a:moveTo>
                  <a:pt x="508381" y="580264"/>
                </a:moveTo>
                <a:lnTo>
                  <a:pt x="37499" y="580264"/>
                </a:lnTo>
                <a:cubicBezTo>
                  <a:pt x="16956" y="580264"/>
                  <a:pt x="0" y="563326"/>
                  <a:pt x="0" y="542275"/>
                </a:cubicBezTo>
                <a:lnTo>
                  <a:pt x="0" y="37481"/>
                </a:lnTo>
                <a:cubicBezTo>
                  <a:pt x="0" y="16938"/>
                  <a:pt x="16956" y="0"/>
                  <a:pt x="37499" y="0"/>
                </a:cubicBezTo>
                <a:lnTo>
                  <a:pt x="978773" y="0"/>
                </a:lnTo>
                <a:cubicBezTo>
                  <a:pt x="999823" y="0"/>
                  <a:pt x="1016761" y="16938"/>
                  <a:pt x="1016761" y="37481"/>
                </a:cubicBezTo>
                <a:lnTo>
                  <a:pt x="1016761" y="542275"/>
                </a:lnTo>
                <a:cubicBezTo>
                  <a:pt x="1016761" y="563326"/>
                  <a:pt x="999823" y="580264"/>
                  <a:pt x="978773" y="580264"/>
                </a:cubicBezTo>
                <a:lnTo>
                  <a:pt x="508381" y="580264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92">
            <a:extLst xmlns:a="http://schemas.openxmlformats.org/drawingml/2006/main">
              <a:ext uri="{FF2B5EF4-FFF2-40B4-BE49-F238E27FC236}">
                <a16:creationId xmlns:a16="http://schemas.microsoft.com/office/drawing/2014/main" id="{A07069B6-CA6D-4C1F-A798-C2920F2A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074" y="2864368"/>
            <a:ext cx="208084" cy="126316"/>
          </a:xfrm>
          <a:custGeom xmlns:a="http://schemas.openxmlformats.org/drawingml/2006/main">
            <a:pathLst>
              <a:path w="208084" h="126316">
                <a:moveTo>
                  <a:pt x="47837" y="9616"/>
                </a:moveTo>
                <a:cubicBezTo>
                  <a:pt x="42241" y="9616"/>
                  <a:pt x="38261" y="11987"/>
                  <a:pt x="35898" y="16729"/>
                </a:cubicBezTo>
                <a:cubicBezTo>
                  <a:pt x="33535" y="21471"/>
                  <a:pt x="32353" y="29694"/>
                  <a:pt x="32353" y="41399"/>
                </a:cubicBezTo>
                <a:cubicBezTo>
                  <a:pt x="32353" y="53104"/>
                  <a:pt x="33535" y="61327"/>
                  <a:pt x="35898" y="66069"/>
                </a:cubicBezTo>
                <a:cubicBezTo>
                  <a:pt x="38261" y="70811"/>
                  <a:pt x="42241" y="73182"/>
                  <a:pt x="47837" y="73182"/>
                </a:cubicBezTo>
                <a:cubicBezTo>
                  <a:pt x="53433" y="73182"/>
                  <a:pt x="57426" y="70811"/>
                  <a:pt x="59817" y="66069"/>
                </a:cubicBezTo>
                <a:cubicBezTo>
                  <a:pt x="62207" y="61327"/>
                  <a:pt x="63402" y="53104"/>
                  <a:pt x="63402" y="41399"/>
                </a:cubicBezTo>
                <a:cubicBezTo>
                  <a:pt x="63402" y="29694"/>
                  <a:pt x="62207" y="21471"/>
                  <a:pt x="59817" y="16729"/>
                </a:cubicBezTo>
                <a:cubicBezTo>
                  <a:pt x="57426" y="11987"/>
                  <a:pt x="53433" y="9616"/>
                  <a:pt x="47837" y="9616"/>
                </a:cubicBezTo>
                <a:moveTo>
                  <a:pt x="66010" y="74249"/>
                </a:moveTo>
                <a:cubicBezTo>
                  <a:pt x="62424" y="77152"/>
                  <a:pt x="58445" y="79330"/>
                  <a:pt x="54071" y="80784"/>
                </a:cubicBezTo>
                <a:cubicBezTo>
                  <a:pt x="49698" y="82235"/>
                  <a:pt x="44958" y="82961"/>
                  <a:pt x="39851" y="82961"/>
                </a:cubicBezTo>
                <a:cubicBezTo>
                  <a:pt x="27464" y="82961"/>
                  <a:pt x="17725" y="79334"/>
                  <a:pt x="10635" y="72082"/>
                </a:cubicBezTo>
                <a:cubicBezTo>
                  <a:pt x="3545" y="64829"/>
                  <a:pt x="0" y="54818"/>
                  <a:pt x="0" y="42051"/>
                </a:cubicBezTo>
                <a:cubicBezTo>
                  <a:pt x="0" y="28577"/>
                  <a:pt x="3966" y="18200"/>
                  <a:pt x="11898" y="10920"/>
                </a:cubicBezTo>
                <a:cubicBezTo>
                  <a:pt x="19830" y="3640"/>
                  <a:pt x="31158" y="0"/>
                  <a:pt x="45881" y="0"/>
                </a:cubicBezTo>
                <a:cubicBezTo>
                  <a:pt x="62506" y="0"/>
                  <a:pt x="75110" y="5029"/>
                  <a:pt x="83694" y="15087"/>
                </a:cubicBezTo>
                <a:cubicBezTo>
                  <a:pt x="92278" y="25144"/>
                  <a:pt x="96570" y="39877"/>
                  <a:pt x="96570" y="59284"/>
                </a:cubicBezTo>
                <a:cubicBezTo>
                  <a:pt x="96570" y="81410"/>
                  <a:pt x="91817" y="98114"/>
                  <a:pt x="82309" y="109396"/>
                </a:cubicBezTo>
                <a:cubicBezTo>
                  <a:pt x="72801" y="120676"/>
                  <a:pt x="58703" y="126316"/>
                  <a:pt x="40014" y="126316"/>
                </a:cubicBezTo>
                <a:cubicBezTo>
                  <a:pt x="35124" y="126316"/>
                  <a:pt x="29881" y="125908"/>
                  <a:pt x="24285" y="125093"/>
                </a:cubicBezTo>
                <a:cubicBezTo>
                  <a:pt x="18689" y="124278"/>
                  <a:pt x="12686" y="123056"/>
                  <a:pt x="6275" y="121426"/>
                </a:cubicBezTo>
                <a:lnTo>
                  <a:pt x="6275" y="99749"/>
                </a:lnTo>
                <a:lnTo>
                  <a:pt x="16136" y="99749"/>
                </a:lnTo>
                <a:cubicBezTo>
                  <a:pt x="17494" y="105318"/>
                  <a:pt x="20061" y="109535"/>
                  <a:pt x="23837" y="112401"/>
                </a:cubicBezTo>
                <a:cubicBezTo>
                  <a:pt x="27613" y="115267"/>
                  <a:pt x="32516" y="116700"/>
                  <a:pt x="38547" y="116700"/>
                </a:cubicBezTo>
                <a:cubicBezTo>
                  <a:pt x="48109" y="116700"/>
                  <a:pt x="55063" y="113366"/>
                  <a:pt x="59409" y="106699"/>
                </a:cubicBezTo>
                <a:cubicBezTo>
                  <a:pt x="63756" y="100031"/>
                  <a:pt x="65956" y="89215"/>
                  <a:pt x="66010" y="74249"/>
                </a:cubicBezTo>
                <a:close/>
                <a:moveTo>
                  <a:pt x="128953" y="32435"/>
                </a:moveTo>
                <a:lnTo>
                  <a:pt x="119174" y="32435"/>
                </a:lnTo>
                <a:lnTo>
                  <a:pt x="119174" y="6031"/>
                </a:lnTo>
                <a:cubicBezTo>
                  <a:pt x="125802" y="4020"/>
                  <a:pt x="132363" y="2513"/>
                  <a:pt x="138855" y="1508"/>
                </a:cubicBezTo>
                <a:cubicBezTo>
                  <a:pt x="145347" y="503"/>
                  <a:pt x="151908" y="0"/>
                  <a:pt x="158536" y="0"/>
                </a:cubicBezTo>
                <a:cubicBezTo>
                  <a:pt x="174020" y="0"/>
                  <a:pt x="186094" y="3166"/>
                  <a:pt x="194760" y="9497"/>
                </a:cubicBezTo>
                <a:cubicBezTo>
                  <a:pt x="203426" y="15828"/>
                  <a:pt x="207758" y="24645"/>
                  <a:pt x="207758" y="35949"/>
                </a:cubicBezTo>
                <a:cubicBezTo>
                  <a:pt x="207758" y="43992"/>
                  <a:pt x="205368" y="51206"/>
                  <a:pt x="200587" y="57593"/>
                </a:cubicBezTo>
                <a:cubicBezTo>
                  <a:pt x="195806" y="63979"/>
                  <a:pt x="186678" y="71546"/>
                  <a:pt x="173205" y="80295"/>
                </a:cubicBezTo>
                <a:lnTo>
                  <a:pt x="139303" y="102520"/>
                </a:lnTo>
                <a:lnTo>
                  <a:pt x="196920" y="102520"/>
                </a:lnTo>
                <a:lnTo>
                  <a:pt x="196920" y="88177"/>
                </a:lnTo>
                <a:lnTo>
                  <a:pt x="208084" y="88177"/>
                </a:lnTo>
                <a:lnTo>
                  <a:pt x="208084" y="123871"/>
                </a:lnTo>
                <a:lnTo>
                  <a:pt x="118115" y="123871"/>
                </a:lnTo>
                <a:lnTo>
                  <a:pt x="118115" y="103986"/>
                </a:lnTo>
                <a:lnTo>
                  <a:pt x="136125" y="91518"/>
                </a:lnTo>
                <a:cubicBezTo>
                  <a:pt x="151500" y="80934"/>
                  <a:pt x="161741" y="71924"/>
                  <a:pt x="166848" y="64490"/>
                </a:cubicBezTo>
                <a:cubicBezTo>
                  <a:pt x="171955" y="57053"/>
                  <a:pt x="174509" y="48369"/>
                  <a:pt x="174509" y="38437"/>
                </a:cubicBezTo>
                <a:cubicBezTo>
                  <a:pt x="174509" y="29047"/>
                  <a:pt x="172566" y="21896"/>
                  <a:pt x="168682" y="16984"/>
                </a:cubicBezTo>
                <a:cubicBezTo>
                  <a:pt x="164797" y="12072"/>
                  <a:pt x="159133" y="9616"/>
                  <a:pt x="151690" y="9616"/>
                </a:cubicBezTo>
                <a:cubicBezTo>
                  <a:pt x="145279" y="9616"/>
                  <a:pt x="140145" y="11565"/>
                  <a:pt x="136288" y="15463"/>
                </a:cubicBezTo>
                <a:cubicBezTo>
                  <a:pt x="132431" y="19362"/>
                  <a:pt x="129986" y="25019"/>
                  <a:pt x="128953" y="324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CVE">
            <a:extLst xmlns:a="http://schemas.openxmlformats.org/drawingml/2006/main">
              <a:ext uri="{FF2B5EF4-FFF2-40B4-BE49-F238E27FC236}">
                <a16:creationId xmlns:a16="http://schemas.microsoft.com/office/drawing/2014/main" id="{16122FD0-C62A-4978-9751-AD334F4F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5518" y="3059772"/>
            <a:ext cx="282206" cy="102994"/>
          </a:xfrm>
          <a:custGeom xmlns:a="http://schemas.openxmlformats.org/drawingml/2006/main">
            <a:pathLst>
              <a:path w="282206" h="102994">
                <a:moveTo>
                  <a:pt x="88309" y="74820"/>
                </a:moveTo>
                <a:cubicBezTo>
                  <a:pt x="85385" y="84079"/>
                  <a:pt x="80479" y="91089"/>
                  <a:pt x="73591" y="95851"/>
                </a:cubicBezTo>
                <a:cubicBezTo>
                  <a:pt x="66703" y="100613"/>
                  <a:pt x="57987" y="102994"/>
                  <a:pt x="47444" y="102994"/>
                </a:cubicBezTo>
                <a:cubicBezTo>
                  <a:pt x="40976" y="102994"/>
                  <a:pt x="34974" y="101886"/>
                  <a:pt x="29436" y="99670"/>
                </a:cubicBezTo>
                <a:cubicBezTo>
                  <a:pt x="23899" y="97453"/>
                  <a:pt x="18982" y="94195"/>
                  <a:pt x="14685" y="89896"/>
                </a:cubicBezTo>
                <a:cubicBezTo>
                  <a:pt x="9724" y="84931"/>
                  <a:pt x="6036" y="79291"/>
                  <a:pt x="3621" y="72974"/>
                </a:cubicBezTo>
                <a:cubicBezTo>
                  <a:pt x="1207" y="66658"/>
                  <a:pt x="0" y="59510"/>
                  <a:pt x="0" y="51530"/>
                </a:cubicBezTo>
                <a:cubicBezTo>
                  <a:pt x="0" y="36105"/>
                  <a:pt x="4452" y="23660"/>
                  <a:pt x="13356" y="14197"/>
                </a:cubicBezTo>
                <a:cubicBezTo>
                  <a:pt x="22260" y="4732"/>
                  <a:pt x="33999" y="0"/>
                  <a:pt x="48573" y="0"/>
                </a:cubicBezTo>
                <a:cubicBezTo>
                  <a:pt x="53978" y="0"/>
                  <a:pt x="59737" y="714"/>
                  <a:pt x="65850" y="2143"/>
                </a:cubicBezTo>
                <a:cubicBezTo>
                  <a:pt x="71963" y="3572"/>
                  <a:pt x="78541" y="5737"/>
                  <a:pt x="85585" y="8638"/>
                </a:cubicBezTo>
                <a:lnTo>
                  <a:pt x="85585" y="31496"/>
                </a:lnTo>
                <a:lnTo>
                  <a:pt x="78076" y="31496"/>
                </a:lnTo>
                <a:cubicBezTo>
                  <a:pt x="76437" y="23168"/>
                  <a:pt x="73148" y="17033"/>
                  <a:pt x="68209" y="13090"/>
                </a:cubicBezTo>
                <a:cubicBezTo>
                  <a:pt x="63269" y="9148"/>
                  <a:pt x="56348" y="7176"/>
                  <a:pt x="47444" y="7176"/>
                </a:cubicBezTo>
                <a:cubicBezTo>
                  <a:pt x="36856" y="7176"/>
                  <a:pt x="28838" y="10928"/>
                  <a:pt x="23390" y="18431"/>
                </a:cubicBezTo>
                <a:cubicBezTo>
                  <a:pt x="17941" y="25934"/>
                  <a:pt x="15217" y="36967"/>
                  <a:pt x="15217" y="51530"/>
                </a:cubicBezTo>
                <a:cubicBezTo>
                  <a:pt x="15217" y="66049"/>
                  <a:pt x="17941" y="77060"/>
                  <a:pt x="23390" y="84563"/>
                </a:cubicBezTo>
                <a:cubicBezTo>
                  <a:pt x="28838" y="92066"/>
                  <a:pt x="36856" y="95818"/>
                  <a:pt x="47444" y="95818"/>
                </a:cubicBezTo>
                <a:cubicBezTo>
                  <a:pt x="54842" y="95818"/>
                  <a:pt x="60933" y="94062"/>
                  <a:pt x="65717" y="90552"/>
                </a:cubicBezTo>
                <a:cubicBezTo>
                  <a:pt x="70501" y="87041"/>
                  <a:pt x="73956" y="81797"/>
                  <a:pt x="76083" y="74820"/>
                </a:cubicBezTo>
                <a:lnTo>
                  <a:pt x="88309" y="74820"/>
                </a:lnTo>
                <a:close/>
                <a:moveTo>
                  <a:pt x="119571" y="8904"/>
                </a:moveTo>
                <a:lnTo>
                  <a:pt x="148875" y="85053"/>
                </a:lnTo>
                <a:lnTo>
                  <a:pt x="178112" y="8904"/>
                </a:lnTo>
                <a:lnTo>
                  <a:pt x="166948" y="8904"/>
                </a:lnTo>
                <a:lnTo>
                  <a:pt x="166948" y="1728"/>
                </a:lnTo>
                <a:lnTo>
                  <a:pt x="196053" y="1728"/>
                </a:lnTo>
                <a:lnTo>
                  <a:pt x="196053" y="8904"/>
                </a:lnTo>
                <a:lnTo>
                  <a:pt x="186418" y="8904"/>
                </a:lnTo>
                <a:lnTo>
                  <a:pt x="151001" y="101001"/>
                </a:lnTo>
                <a:lnTo>
                  <a:pt x="139572" y="101001"/>
                </a:lnTo>
                <a:lnTo>
                  <a:pt x="104355" y="8904"/>
                </a:lnTo>
                <a:lnTo>
                  <a:pt x="94454" y="8904"/>
                </a:lnTo>
                <a:lnTo>
                  <a:pt x="94454" y="1728"/>
                </a:lnTo>
                <a:lnTo>
                  <a:pt x="130602" y="1728"/>
                </a:lnTo>
                <a:lnTo>
                  <a:pt x="130602" y="8904"/>
                </a:lnTo>
                <a:lnTo>
                  <a:pt x="119571" y="8904"/>
                </a:lnTo>
                <a:close/>
                <a:moveTo>
                  <a:pt x="201273" y="101001"/>
                </a:moveTo>
                <a:lnTo>
                  <a:pt x="201273" y="93957"/>
                </a:lnTo>
                <a:lnTo>
                  <a:pt x="213898" y="93957"/>
                </a:lnTo>
                <a:lnTo>
                  <a:pt x="213898" y="8904"/>
                </a:lnTo>
                <a:lnTo>
                  <a:pt x="201273" y="8904"/>
                </a:lnTo>
                <a:lnTo>
                  <a:pt x="201273" y="1728"/>
                </a:lnTo>
                <a:lnTo>
                  <a:pt x="281143" y="1728"/>
                </a:lnTo>
                <a:lnTo>
                  <a:pt x="281143" y="23921"/>
                </a:lnTo>
                <a:lnTo>
                  <a:pt x="272970" y="23921"/>
                </a:lnTo>
                <a:lnTo>
                  <a:pt x="272970" y="9967"/>
                </a:lnTo>
                <a:lnTo>
                  <a:pt x="227387" y="9967"/>
                </a:lnTo>
                <a:lnTo>
                  <a:pt x="227387" y="43191"/>
                </a:lnTo>
                <a:lnTo>
                  <a:pt x="259880" y="43191"/>
                </a:lnTo>
                <a:lnTo>
                  <a:pt x="259880" y="30699"/>
                </a:lnTo>
                <a:lnTo>
                  <a:pt x="268053" y="30699"/>
                </a:lnTo>
                <a:lnTo>
                  <a:pt x="268053" y="63790"/>
                </a:lnTo>
                <a:lnTo>
                  <a:pt x="259880" y="63790"/>
                </a:lnTo>
                <a:lnTo>
                  <a:pt x="259880" y="51298"/>
                </a:lnTo>
                <a:lnTo>
                  <a:pt x="227387" y="51298"/>
                </a:lnTo>
                <a:lnTo>
                  <a:pt x="227387" y="92761"/>
                </a:lnTo>
                <a:lnTo>
                  <a:pt x="274033" y="92761"/>
                </a:lnTo>
                <a:lnTo>
                  <a:pt x="274033" y="78807"/>
                </a:lnTo>
                <a:lnTo>
                  <a:pt x="282206" y="78807"/>
                </a:lnTo>
                <a:lnTo>
                  <a:pt x="282206" y="101001"/>
                </a:lnTo>
                <a:lnTo>
                  <a:pt x="201273" y="1010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SourcesOnly">
            <a:extLst xmlns:a="http://schemas.openxmlformats.org/drawingml/2006/main">
              <a:ext uri="{FF2B5EF4-FFF2-40B4-BE49-F238E27FC236}">
                <a16:creationId xmlns:a16="http://schemas.microsoft.com/office/drawing/2014/main" id="{D8BC697A-EF0F-4410-9994-C96A1188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328" y="3220168"/>
            <a:ext cx="901159" cy="133693"/>
          </a:xfrm>
          <a:custGeom xmlns:a="http://schemas.openxmlformats.org/drawingml/2006/main">
            <a:pathLst>
              <a:path w="901159" h="133693">
                <a:moveTo>
                  <a:pt x="1196" y="98609"/>
                </a:moveTo>
                <a:lnTo>
                  <a:pt x="1196" y="76016"/>
                </a:lnTo>
                <a:lnTo>
                  <a:pt x="8838" y="76083"/>
                </a:lnTo>
                <a:cubicBezTo>
                  <a:pt x="9059" y="83613"/>
                  <a:pt x="11241" y="89184"/>
                  <a:pt x="15383" y="92794"/>
                </a:cubicBezTo>
                <a:cubicBezTo>
                  <a:pt x="19525" y="96405"/>
                  <a:pt x="25826" y="98210"/>
                  <a:pt x="34287" y="98210"/>
                </a:cubicBezTo>
                <a:cubicBezTo>
                  <a:pt x="42172" y="98210"/>
                  <a:pt x="48186" y="96648"/>
                  <a:pt x="52328" y="93525"/>
                </a:cubicBezTo>
                <a:cubicBezTo>
                  <a:pt x="56470" y="90402"/>
                  <a:pt x="58541" y="85851"/>
                  <a:pt x="58541" y="79870"/>
                </a:cubicBezTo>
                <a:cubicBezTo>
                  <a:pt x="58541" y="75086"/>
                  <a:pt x="57289" y="71409"/>
                  <a:pt x="54786" y="68840"/>
                </a:cubicBezTo>
                <a:cubicBezTo>
                  <a:pt x="52283" y="66271"/>
                  <a:pt x="47001" y="63768"/>
                  <a:pt x="38938" y="61331"/>
                </a:cubicBezTo>
                <a:lnTo>
                  <a:pt x="25848" y="57411"/>
                </a:lnTo>
                <a:cubicBezTo>
                  <a:pt x="16368" y="54531"/>
                  <a:pt x="9690" y="50943"/>
                  <a:pt x="5814" y="46646"/>
                </a:cubicBezTo>
                <a:cubicBezTo>
                  <a:pt x="1938" y="42349"/>
                  <a:pt x="0" y="36458"/>
                  <a:pt x="0" y="28971"/>
                </a:cubicBezTo>
                <a:cubicBezTo>
                  <a:pt x="0" y="20555"/>
                  <a:pt x="2990" y="14020"/>
                  <a:pt x="8970" y="9369"/>
                </a:cubicBezTo>
                <a:cubicBezTo>
                  <a:pt x="14951" y="4718"/>
                  <a:pt x="23345" y="2392"/>
                  <a:pt x="34154" y="2392"/>
                </a:cubicBezTo>
                <a:cubicBezTo>
                  <a:pt x="38761" y="2392"/>
                  <a:pt x="43811" y="2890"/>
                  <a:pt x="49304" y="3887"/>
                </a:cubicBezTo>
                <a:cubicBezTo>
                  <a:pt x="54797" y="4884"/>
                  <a:pt x="60645" y="6335"/>
                  <a:pt x="66846" y="8240"/>
                </a:cubicBezTo>
                <a:lnTo>
                  <a:pt x="66846" y="29370"/>
                </a:lnTo>
                <a:lnTo>
                  <a:pt x="59338" y="29370"/>
                </a:lnTo>
                <a:cubicBezTo>
                  <a:pt x="58585" y="22394"/>
                  <a:pt x="56248" y="17350"/>
                  <a:pt x="52328" y="14239"/>
                </a:cubicBezTo>
                <a:cubicBezTo>
                  <a:pt x="48407" y="11125"/>
                  <a:pt x="42438" y="9568"/>
                  <a:pt x="34420" y="9568"/>
                </a:cubicBezTo>
                <a:cubicBezTo>
                  <a:pt x="27421" y="9568"/>
                  <a:pt x="22094" y="10994"/>
                  <a:pt x="18439" y="13846"/>
                </a:cubicBezTo>
                <a:cubicBezTo>
                  <a:pt x="14785" y="16698"/>
                  <a:pt x="12957" y="20843"/>
                  <a:pt x="12957" y="26282"/>
                </a:cubicBezTo>
                <a:cubicBezTo>
                  <a:pt x="12957" y="31014"/>
                  <a:pt x="14331" y="34729"/>
                  <a:pt x="17077" y="37427"/>
                </a:cubicBezTo>
                <a:cubicBezTo>
                  <a:pt x="19824" y="40123"/>
                  <a:pt x="25649" y="42798"/>
                  <a:pt x="34553" y="45450"/>
                </a:cubicBezTo>
                <a:lnTo>
                  <a:pt x="46846" y="49105"/>
                </a:lnTo>
                <a:cubicBezTo>
                  <a:pt x="55838" y="51810"/>
                  <a:pt x="62251" y="55258"/>
                  <a:pt x="66082" y="59450"/>
                </a:cubicBezTo>
                <a:cubicBezTo>
                  <a:pt x="69914" y="63640"/>
                  <a:pt x="71830" y="69261"/>
                  <a:pt x="71830" y="76313"/>
                </a:cubicBezTo>
                <a:cubicBezTo>
                  <a:pt x="71830" y="85938"/>
                  <a:pt x="68751" y="93190"/>
                  <a:pt x="62594" y="98069"/>
                </a:cubicBezTo>
                <a:cubicBezTo>
                  <a:pt x="56436" y="102947"/>
                  <a:pt x="47267" y="105386"/>
                  <a:pt x="35084" y="105386"/>
                </a:cubicBezTo>
                <a:cubicBezTo>
                  <a:pt x="29636" y="105386"/>
                  <a:pt x="24087" y="104827"/>
                  <a:pt x="18439" y="103708"/>
                </a:cubicBezTo>
                <a:cubicBezTo>
                  <a:pt x="12791" y="102590"/>
                  <a:pt x="7043" y="100890"/>
                  <a:pt x="1196" y="98609"/>
                </a:cubicBezTo>
                <a:close/>
                <a:moveTo>
                  <a:pt x="122041" y="98741"/>
                </a:moveTo>
                <a:cubicBezTo>
                  <a:pt x="128597" y="98741"/>
                  <a:pt x="133547" y="96153"/>
                  <a:pt x="136892" y="90975"/>
                </a:cubicBezTo>
                <a:cubicBezTo>
                  <a:pt x="140236" y="85798"/>
                  <a:pt x="141909" y="78165"/>
                  <a:pt x="141909" y="68076"/>
                </a:cubicBezTo>
                <a:cubicBezTo>
                  <a:pt x="141909" y="57987"/>
                  <a:pt x="140236" y="50365"/>
                  <a:pt x="136892" y="45209"/>
                </a:cubicBezTo>
                <a:cubicBezTo>
                  <a:pt x="133547" y="40054"/>
                  <a:pt x="128597" y="37477"/>
                  <a:pt x="122041" y="37477"/>
                </a:cubicBezTo>
                <a:cubicBezTo>
                  <a:pt x="115484" y="37477"/>
                  <a:pt x="110534" y="40054"/>
                  <a:pt x="107190" y="45209"/>
                </a:cubicBezTo>
                <a:cubicBezTo>
                  <a:pt x="103845" y="50365"/>
                  <a:pt x="102173" y="57987"/>
                  <a:pt x="102173" y="68076"/>
                </a:cubicBezTo>
                <a:cubicBezTo>
                  <a:pt x="102173" y="78165"/>
                  <a:pt x="103856" y="85798"/>
                  <a:pt x="107223" y="90975"/>
                </a:cubicBezTo>
                <a:cubicBezTo>
                  <a:pt x="110590" y="96153"/>
                  <a:pt x="115529" y="98741"/>
                  <a:pt x="122041" y="98741"/>
                </a:cubicBezTo>
                <a:moveTo>
                  <a:pt x="122041" y="105386"/>
                </a:moveTo>
                <a:cubicBezTo>
                  <a:pt x="111763" y="105386"/>
                  <a:pt x="103502" y="101984"/>
                  <a:pt x="97256" y="95178"/>
                </a:cubicBezTo>
                <a:cubicBezTo>
                  <a:pt x="91010" y="88371"/>
                  <a:pt x="87887" y="79337"/>
                  <a:pt x="87887" y="68076"/>
                </a:cubicBezTo>
                <a:cubicBezTo>
                  <a:pt x="87887" y="56814"/>
                  <a:pt x="90998" y="47792"/>
                  <a:pt x="97222" y="41009"/>
                </a:cubicBezTo>
                <a:cubicBezTo>
                  <a:pt x="103446" y="34224"/>
                  <a:pt x="111719" y="30832"/>
                  <a:pt x="122041" y="30832"/>
                </a:cubicBezTo>
                <a:cubicBezTo>
                  <a:pt x="132362" y="30832"/>
                  <a:pt x="140635" y="34224"/>
                  <a:pt x="146859" y="41009"/>
                </a:cubicBezTo>
                <a:cubicBezTo>
                  <a:pt x="153083" y="47792"/>
                  <a:pt x="156195" y="56814"/>
                  <a:pt x="156195" y="68076"/>
                </a:cubicBezTo>
                <a:cubicBezTo>
                  <a:pt x="156195" y="79337"/>
                  <a:pt x="153083" y="88371"/>
                  <a:pt x="146859" y="95178"/>
                </a:cubicBezTo>
                <a:cubicBezTo>
                  <a:pt x="140635" y="101984"/>
                  <a:pt x="132362" y="105386"/>
                  <a:pt x="122041" y="105386"/>
                </a:cubicBezTo>
                <a:close/>
                <a:moveTo>
                  <a:pt x="210934" y="32692"/>
                </a:moveTo>
                <a:lnTo>
                  <a:pt x="233792" y="32692"/>
                </a:lnTo>
                <a:lnTo>
                  <a:pt x="233792" y="96349"/>
                </a:lnTo>
                <a:lnTo>
                  <a:pt x="245354" y="96349"/>
                </a:lnTo>
                <a:lnTo>
                  <a:pt x="245354" y="103393"/>
                </a:lnTo>
                <a:lnTo>
                  <a:pt x="221566" y="103393"/>
                </a:lnTo>
                <a:lnTo>
                  <a:pt x="221566" y="90901"/>
                </a:lnTo>
                <a:cubicBezTo>
                  <a:pt x="219307" y="95618"/>
                  <a:pt x="216383" y="99212"/>
                  <a:pt x="212795" y="101682"/>
                </a:cubicBezTo>
                <a:cubicBezTo>
                  <a:pt x="209207" y="104151"/>
                  <a:pt x="205043" y="105386"/>
                  <a:pt x="200303" y="105386"/>
                </a:cubicBezTo>
                <a:cubicBezTo>
                  <a:pt x="192462" y="105386"/>
                  <a:pt x="186692" y="103155"/>
                  <a:pt x="182993" y="98694"/>
                </a:cubicBezTo>
                <a:cubicBezTo>
                  <a:pt x="179294" y="94231"/>
                  <a:pt x="177445" y="87225"/>
                  <a:pt x="177445" y="77677"/>
                </a:cubicBezTo>
                <a:lnTo>
                  <a:pt x="177445" y="39869"/>
                </a:lnTo>
                <a:lnTo>
                  <a:pt x="166414" y="39869"/>
                </a:lnTo>
                <a:lnTo>
                  <a:pt x="166414" y="32692"/>
                </a:lnTo>
                <a:lnTo>
                  <a:pt x="189737" y="32692"/>
                </a:lnTo>
                <a:lnTo>
                  <a:pt x="189737" y="73890"/>
                </a:lnTo>
                <a:cubicBezTo>
                  <a:pt x="189737" y="82484"/>
                  <a:pt x="190790" y="88376"/>
                  <a:pt x="192894" y="91565"/>
                </a:cubicBezTo>
                <a:cubicBezTo>
                  <a:pt x="194998" y="94755"/>
                  <a:pt x="198752" y="96349"/>
                  <a:pt x="204157" y="96349"/>
                </a:cubicBezTo>
                <a:cubicBezTo>
                  <a:pt x="209827" y="96349"/>
                  <a:pt x="214146" y="94267"/>
                  <a:pt x="217114" y="90103"/>
                </a:cubicBezTo>
                <a:cubicBezTo>
                  <a:pt x="220082" y="85939"/>
                  <a:pt x="221566" y="79892"/>
                  <a:pt x="221566" y="71963"/>
                </a:cubicBezTo>
                <a:lnTo>
                  <a:pt x="221566" y="39869"/>
                </a:lnTo>
                <a:lnTo>
                  <a:pt x="210934" y="39869"/>
                </a:lnTo>
                <a:lnTo>
                  <a:pt x="210934" y="32692"/>
                </a:lnTo>
                <a:close/>
                <a:moveTo>
                  <a:pt x="314906" y="32692"/>
                </a:moveTo>
                <a:lnTo>
                  <a:pt x="314906" y="50367"/>
                </a:lnTo>
                <a:lnTo>
                  <a:pt x="307863" y="50367"/>
                </a:lnTo>
                <a:cubicBezTo>
                  <a:pt x="307641" y="46846"/>
                  <a:pt x="306667" y="44215"/>
                  <a:pt x="304939" y="42477"/>
                </a:cubicBezTo>
                <a:cubicBezTo>
                  <a:pt x="303211" y="40738"/>
                  <a:pt x="300686" y="39869"/>
                  <a:pt x="297364" y="39869"/>
                </a:cubicBezTo>
                <a:cubicBezTo>
                  <a:pt x="291339" y="39869"/>
                  <a:pt x="286721" y="41955"/>
                  <a:pt x="283509" y="46127"/>
                </a:cubicBezTo>
                <a:cubicBezTo>
                  <a:pt x="280298" y="50298"/>
                  <a:pt x="278692" y="56290"/>
                  <a:pt x="278692" y="64101"/>
                </a:cubicBezTo>
                <a:lnTo>
                  <a:pt x="278692" y="96349"/>
                </a:lnTo>
                <a:lnTo>
                  <a:pt x="292845" y="96349"/>
                </a:lnTo>
                <a:lnTo>
                  <a:pt x="292845" y="103393"/>
                </a:lnTo>
                <a:lnTo>
                  <a:pt x="255435" y="103393"/>
                </a:lnTo>
                <a:lnTo>
                  <a:pt x="255435" y="96349"/>
                </a:lnTo>
                <a:lnTo>
                  <a:pt x="266466" y="96349"/>
                </a:lnTo>
                <a:lnTo>
                  <a:pt x="266466" y="39736"/>
                </a:lnTo>
                <a:lnTo>
                  <a:pt x="254771" y="39736"/>
                </a:lnTo>
                <a:lnTo>
                  <a:pt x="254771" y="32692"/>
                </a:lnTo>
                <a:lnTo>
                  <a:pt x="278692" y="32692"/>
                </a:lnTo>
                <a:lnTo>
                  <a:pt x="278692" y="45353"/>
                </a:lnTo>
                <a:cubicBezTo>
                  <a:pt x="281084" y="40423"/>
                  <a:pt x="284163" y="36771"/>
                  <a:pt x="287928" y="34395"/>
                </a:cubicBezTo>
                <a:cubicBezTo>
                  <a:pt x="291694" y="32020"/>
                  <a:pt x="296278" y="30832"/>
                  <a:pt x="301683" y="30832"/>
                </a:cubicBezTo>
                <a:cubicBezTo>
                  <a:pt x="303676" y="30832"/>
                  <a:pt x="305769" y="30993"/>
                  <a:pt x="307962" y="31316"/>
                </a:cubicBezTo>
                <a:cubicBezTo>
                  <a:pt x="310155" y="31637"/>
                  <a:pt x="312470" y="32096"/>
                  <a:pt x="314906" y="32692"/>
                </a:cubicBezTo>
                <a:close/>
                <a:moveTo>
                  <a:pt x="385008" y="82129"/>
                </a:moveTo>
                <a:cubicBezTo>
                  <a:pt x="383280" y="89703"/>
                  <a:pt x="379958" y="95473"/>
                  <a:pt x="375041" y="99439"/>
                </a:cubicBezTo>
                <a:cubicBezTo>
                  <a:pt x="370124" y="103404"/>
                  <a:pt x="363767" y="105386"/>
                  <a:pt x="355970" y="105386"/>
                </a:cubicBezTo>
                <a:cubicBezTo>
                  <a:pt x="345693" y="105386"/>
                  <a:pt x="337431" y="101984"/>
                  <a:pt x="331185" y="95178"/>
                </a:cubicBezTo>
                <a:cubicBezTo>
                  <a:pt x="324939" y="88371"/>
                  <a:pt x="321816" y="79337"/>
                  <a:pt x="321816" y="68076"/>
                </a:cubicBezTo>
                <a:cubicBezTo>
                  <a:pt x="321816" y="56770"/>
                  <a:pt x="324939" y="47737"/>
                  <a:pt x="331185" y="40975"/>
                </a:cubicBezTo>
                <a:cubicBezTo>
                  <a:pt x="337431" y="34213"/>
                  <a:pt x="345693" y="30832"/>
                  <a:pt x="355970" y="30832"/>
                </a:cubicBezTo>
                <a:cubicBezTo>
                  <a:pt x="360444" y="30832"/>
                  <a:pt x="364896" y="31358"/>
                  <a:pt x="369326" y="32410"/>
                </a:cubicBezTo>
                <a:cubicBezTo>
                  <a:pt x="373756" y="33462"/>
                  <a:pt x="378208" y="35062"/>
                  <a:pt x="382682" y="37211"/>
                </a:cubicBezTo>
                <a:lnTo>
                  <a:pt x="382682" y="55285"/>
                </a:lnTo>
                <a:lnTo>
                  <a:pt x="375572" y="55285"/>
                </a:lnTo>
                <a:cubicBezTo>
                  <a:pt x="374642" y="49083"/>
                  <a:pt x="372615" y="44564"/>
                  <a:pt x="369492" y="41729"/>
                </a:cubicBezTo>
                <a:cubicBezTo>
                  <a:pt x="366369" y="38894"/>
                  <a:pt x="361906" y="37477"/>
                  <a:pt x="356103" y="37477"/>
                </a:cubicBezTo>
                <a:cubicBezTo>
                  <a:pt x="349503" y="37477"/>
                  <a:pt x="344519" y="40032"/>
                  <a:pt x="341152" y="45143"/>
                </a:cubicBezTo>
                <a:cubicBezTo>
                  <a:pt x="337786" y="50254"/>
                  <a:pt x="336102" y="57898"/>
                  <a:pt x="336102" y="68076"/>
                </a:cubicBezTo>
                <a:cubicBezTo>
                  <a:pt x="336102" y="78253"/>
                  <a:pt x="337775" y="85909"/>
                  <a:pt x="341119" y="91042"/>
                </a:cubicBezTo>
                <a:cubicBezTo>
                  <a:pt x="344464" y="96175"/>
                  <a:pt x="349458" y="98741"/>
                  <a:pt x="356103" y="98741"/>
                </a:cubicBezTo>
                <a:cubicBezTo>
                  <a:pt x="361375" y="98741"/>
                  <a:pt x="365583" y="97363"/>
                  <a:pt x="368728" y="94605"/>
                </a:cubicBezTo>
                <a:cubicBezTo>
                  <a:pt x="371873" y="91847"/>
                  <a:pt x="374022" y="87689"/>
                  <a:pt x="375174" y="82129"/>
                </a:cubicBezTo>
                <a:lnTo>
                  <a:pt x="385008" y="82129"/>
                </a:lnTo>
                <a:close/>
                <a:moveTo>
                  <a:pt x="465003" y="69371"/>
                </a:moveTo>
                <a:lnTo>
                  <a:pt x="412310" y="69371"/>
                </a:lnTo>
                <a:lnTo>
                  <a:pt x="412310" y="69903"/>
                </a:lnTo>
                <a:cubicBezTo>
                  <a:pt x="412310" y="79427"/>
                  <a:pt x="414104" y="86615"/>
                  <a:pt x="417692" y="91465"/>
                </a:cubicBezTo>
                <a:cubicBezTo>
                  <a:pt x="421281" y="96316"/>
                  <a:pt x="426574" y="98741"/>
                  <a:pt x="433573" y="98741"/>
                </a:cubicBezTo>
                <a:cubicBezTo>
                  <a:pt x="438934" y="98741"/>
                  <a:pt x="443330" y="97335"/>
                  <a:pt x="446763" y="94522"/>
                </a:cubicBezTo>
                <a:cubicBezTo>
                  <a:pt x="450196" y="91709"/>
                  <a:pt x="452600" y="87534"/>
                  <a:pt x="453973" y="81997"/>
                </a:cubicBezTo>
                <a:lnTo>
                  <a:pt x="463807" y="81997"/>
                </a:lnTo>
                <a:cubicBezTo>
                  <a:pt x="461858" y="89771"/>
                  <a:pt x="458259" y="95613"/>
                  <a:pt x="453009" y="99522"/>
                </a:cubicBezTo>
                <a:cubicBezTo>
                  <a:pt x="447760" y="103432"/>
                  <a:pt x="440861" y="105386"/>
                  <a:pt x="432311" y="105386"/>
                </a:cubicBezTo>
                <a:cubicBezTo>
                  <a:pt x="421989" y="105386"/>
                  <a:pt x="413694" y="101984"/>
                  <a:pt x="407426" y="95178"/>
                </a:cubicBezTo>
                <a:cubicBezTo>
                  <a:pt x="401158" y="88371"/>
                  <a:pt x="398024" y="79337"/>
                  <a:pt x="398024" y="68076"/>
                </a:cubicBezTo>
                <a:cubicBezTo>
                  <a:pt x="398024" y="56903"/>
                  <a:pt x="401103" y="47903"/>
                  <a:pt x="407260" y="41075"/>
                </a:cubicBezTo>
                <a:cubicBezTo>
                  <a:pt x="413418" y="34246"/>
                  <a:pt x="421502" y="30832"/>
                  <a:pt x="431514" y="30832"/>
                </a:cubicBezTo>
                <a:cubicBezTo>
                  <a:pt x="442189" y="30832"/>
                  <a:pt x="450385" y="34121"/>
                  <a:pt x="456099" y="40699"/>
                </a:cubicBezTo>
                <a:cubicBezTo>
                  <a:pt x="461814" y="47278"/>
                  <a:pt x="464782" y="56835"/>
                  <a:pt x="465003" y="69371"/>
                </a:cubicBezTo>
                <a:moveTo>
                  <a:pt x="450584" y="62328"/>
                </a:moveTo>
                <a:cubicBezTo>
                  <a:pt x="450318" y="54111"/>
                  <a:pt x="448580" y="47914"/>
                  <a:pt x="445368" y="43739"/>
                </a:cubicBezTo>
                <a:cubicBezTo>
                  <a:pt x="442156" y="39564"/>
                  <a:pt x="437538" y="37477"/>
                  <a:pt x="431514" y="37477"/>
                </a:cubicBezTo>
                <a:cubicBezTo>
                  <a:pt x="425888" y="37477"/>
                  <a:pt x="421458" y="39575"/>
                  <a:pt x="418224" y="43772"/>
                </a:cubicBezTo>
                <a:cubicBezTo>
                  <a:pt x="414990" y="47970"/>
                  <a:pt x="413019" y="54155"/>
                  <a:pt x="412310" y="62328"/>
                </a:cubicBezTo>
                <a:lnTo>
                  <a:pt x="450584" y="62328"/>
                </a:lnTo>
                <a:close/>
                <a:moveTo>
                  <a:pt x="478770" y="99539"/>
                </a:moveTo>
                <a:lnTo>
                  <a:pt x="478770" y="83060"/>
                </a:lnTo>
                <a:lnTo>
                  <a:pt x="485813" y="83060"/>
                </a:lnTo>
                <a:cubicBezTo>
                  <a:pt x="485990" y="88309"/>
                  <a:pt x="487640" y="92235"/>
                  <a:pt x="490763" y="94838"/>
                </a:cubicBezTo>
                <a:cubicBezTo>
                  <a:pt x="493887" y="97440"/>
                  <a:pt x="498505" y="98741"/>
                  <a:pt x="504618" y="98741"/>
                </a:cubicBezTo>
                <a:cubicBezTo>
                  <a:pt x="510111" y="98741"/>
                  <a:pt x="514297" y="97714"/>
                  <a:pt x="517176" y="95658"/>
                </a:cubicBezTo>
                <a:cubicBezTo>
                  <a:pt x="520056" y="93601"/>
                  <a:pt x="521496" y="90604"/>
                  <a:pt x="521496" y="86669"/>
                </a:cubicBezTo>
                <a:cubicBezTo>
                  <a:pt x="521496" y="83573"/>
                  <a:pt x="520443" y="81075"/>
                  <a:pt x="518339" y="79175"/>
                </a:cubicBezTo>
                <a:cubicBezTo>
                  <a:pt x="516235" y="77273"/>
                  <a:pt x="511794" y="75238"/>
                  <a:pt x="505017" y="73072"/>
                </a:cubicBezTo>
                <a:lnTo>
                  <a:pt x="496179" y="70075"/>
                </a:lnTo>
                <a:cubicBezTo>
                  <a:pt x="490110" y="68125"/>
                  <a:pt x="485713" y="65686"/>
                  <a:pt x="482989" y="62760"/>
                </a:cubicBezTo>
                <a:cubicBezTo>
                  <a:pt x="480265" y="59832"/>
                  <a:pt x="478903" y="56107"/>
                  <a:pt x="478903" y="51584"/>
                </a:cubicBezTo>
                <a:cubicBezTo>
                  <a:pt x="478903" y="45110"/>
                  <a:pt x="481273" y="40033"/>
                  <a:pt x="486012" y="36353"/>
                </a:cubicBezTo>
                <a:cubicBezTo>
                  <a:pt x="490752" y="32672"/>
                  <a:pt x="497309" y="30832"/>
                  <a:pt x="505681" y="30832"/>
                </a:cubicBezTo>
                <a:cubicBezTo>
                  <a:pt x="509402" y="30832"/>
                  <a:pt x="513323" y="31319"/>
                  <a:pt x="517442" y="32294"/>
                </a:cubicBezTo>
                <a:cubicBezTo>
                  <a:pt x="521562" y="33268"/>
                  <a:pt x="525815" y="34686"/>
                  <a:pt x="530200" y="36546"/>
                </a:cubicBezTo>
                <a:lnTo>
                  <a:pt x="530200" y="51962"/>
                </a:lnTo>
                <a:lnTo>
                  <a:pt x="523157" y="51962"/>
                </a:lnTo>
                <a:cubicBezTo>
                  <a:pt x="522980" y="47420"/>
                  <a:pt x="521385" y="43871"/>
                  <a:pt x="518373" y="41314"/>
                </a:cubicBezTo>
                <a:cubicBezTo>
                  <a:pt x="515360" y="38756"/>
                  <a:pt x="511263" y="37477"/>
                  <a:pt x="506080" y="37477"/>
                </a:cubicBezTo>
                <a:cubicBezTo>
                  <a:pt x="500941" y="37477"/>
                  <a:pt x="497054" y="38383"/>
                  <a:pt x="494418" y="40197"/>
                </a:cubicBezTo>
                <a:cubicBezTo>
                  <a:pt x="491782" y="42009"/>
                  <a:pt x="490464" y="44727"/>
                  <a:pt x="490464" y="48351"/>
                </a:cubicBezTo>
                <a:cubicBezTo>
                  <a:pt x="490464" y="51314"/>
                  <a:pt x="491461" y="53691"/>
                  <a:pt x="493455" y="55482"/>
                </a:cubicBezTo>
                <a:cubicBezTo>
                  <a:pt x="495448" y="57272"/>
                  <a:pt x="499435" y="59095"/>
                  <a:pt x="505415" y="60951"/>
                </a:cubicBezTo>
                <a:lnTo>
                  <a:pt x="515117" y="63948"/>
                </a:lnTo>
                <a:cubicBezTo>
                  <a:pt x="521806" y="66032"/>
                  <a:pt x="526623" y="68638"/>
                  <a:pt x="529569" y="71764"/>
                </a:cubicBezTo>
                <a:cubicBezTo>
                  <a:pt x="532515" y="74889"/>
                  <a:pt x="533988" y="78914"/>
                  <a:pt x="533988" y="83836"/>
                </a:cubicBezTo>
                <a:cubicBezTo>
                  <a:pt x="533988" y="90531"/>
                  <a:pt x="531430" y="95796"/>
                  <a:pt x="526313" y="99632"/>
                </a:cubicBezTo>
                <a:cubicBezTo>
                  <a:pt x="521197" y="103468"/>
                  <a:pt x="514142" y="105386"/>
                  <a:pt x="505149" y="105386"/>
                </a:cubicBezTo>
                <a:cubicBezTo>
                  <a:pt x="500587" y="105386"/>
                  <a:pt x="496135" y="104899"/>
                  <a:pt x="491793" y="103924"/>
                </a:cubicBezTo>
                <a:cubicBezTo>
                  <a:pt x="487452" y="102950"/>
                  <a:pt x="483111" y="101488"/>
                  <a:pt x="478770" y="99539"/>
                </a:cubicBezTo>
                <a:close/>
                <a:moveTo>
                  <a:pt x="639351" y="98210"/>
                </a:moveTo>
                <a:cubicBezTo>
                  <a:pt x="650204" y="98210"/>
                  <a:pt x="658399" y="94480"/>
                  <a:pt x="663936" y="87022"/>
                </a:cubicBezTo>
                <a:cubicBezTo>
                  <a:pt x="669474" y="79563"/>
                  <a:pt x="672242" y="68530"/>
                  <a:pt x="672242" y="53922"/>
                </a:cubicBezTo>
                <a:cubicBezTo>
                  <a:pt x="672242" y="39271"/>
                  <a:pt x="669474" y="28215"/>
                  <a:pt x="663936" y="20757"/>
                </a:cubicBezTo>
                <a:cubicBezTo>
                  <a:pt x="658399" y="13298"/>
                  <a:pt x="650204" y="9568"/>
                  <a:pt x="639351" y="9568"/>
                </a:cubicBezTo>
                <a:cubicBezTo>
                  <a:pt x="628453" y="9568"/>
                  <a:pt x="620236" y="13298"/>
                  <a:pt x="614698" y="20757"/>
                </a:cubicBezTo>
                <a:cubicBezTo>
                  <a:pt x="609161" y="28215"/>
                  <a:pt x="606393" y="39271"/>
                  <a:pt x="606393" y="53922"/>
                </a:cubicBezTo>
                <a:cubicBezTo>
                  <a:pt x="606393" y="68530"/>
                  <a:pt x="609161" y="79563"/>
                  <a:pt x="614698" y="87022"/>
                </a:cubicBezTo>
                <a:cubicBezTo>
                  <a:pt x="620236" y="94480"/>
                  <a:pt x="628453" y="98210"/>
                  <a:pt x="639351" y="98210"/>
                </a:cubicBezTo>
                <a:moveTo>
                  <a:pt x="639351" y="105386"/>
                </a:moveTo>
                <a:cubicBezTo>
                  <a:pt x="632617" y="105386"/>
                  <a:pt x="626427" y="104278"/>
                  <a:pt x="620778" y="102062"/>
                </a:cubicBezTo>
                <a:cubicBezTo>
                  <a:pt x="615130" y="99845"/>
                  <a:pt x="610158" y="96587"/>
                  <a:pt x="605861" y="92288"/>
                </a:cubicBezTo>
                <a:cubicBezTo>
                  <a:pt x="600900" y="87323"/>
                  <a:pt x="597212" y="81694"/>
                  <a:pt x="594797" y="75400"/>
                </a:cubicBezTo>
                <a:cubicBezTo>
                  <a:pt x="592383" y="69105"/>
                  <a:pt x="591176" y="61946"/>
                  <a:pt x="591176" y="53922"/>
                </a:cubicBezTo>
                <a:cubicBezTo>
                  <a:pt x="591176" y="45899"/>
                  <a:pt x="592383" y="38729"/>
                  <a:pt x="594797" y="32412"/>
                </a:cubicBezTo>
                <a:cubicBezTo>
                  <a:pt x="597212" y="26095"/>
                  <a:pt x="600900" y="20455"/>
                  <a:pt x="605861" y="15491"/>
                </a:cubicBezTo>
                <a:cubicBezTo>
                  <a:pt x="610202" y="11147"/>
                  <a:pt x="615164" y="7878"/>
                  <a:pt x="620745" y="5683"/>
                </a:cubicBezTo>
                <a:cubicBezTo>
                  <a:pt x="626327" y="3489"/>
                  <a:pt x="632529" y="2392"/>
                  <a:pt x="639351" y="2392"/>
                </a:cubicBezTo>
                <a:cubicBezTo>
                  <a:pt x="653748" y="2392"/>
                  <a:pt x="665376" y="7113"/>
                  <a:pt x="674236" y="16556"/>
                </a:cubicBezTo>
                <a:cubicBezTo>
                  <a:pt x="683095" y="25997"/>
                  <a:pt x="687525" y="38453"/>
                  <a:pt x="687525" y="53922"/>
                </a:cubicBezTo>
                <a:cubicBezTo>
                  <a:pt x="687525" y="61857"/>
                  <a:pt x="686307" y="69005"/>
                  <a:pt x="683871" y="75366"/>
                </a:cubicBezTo>
                <a:cubicBezTo>
                  <a:pt x="681434" y="81727"/>
                  <a:pt x="677735" y="87368"/>
                  <a:pt x="672774" y="92288"/>
                </a:cubicBezTo>
                <a:cubicBezTo>
                  <a:pt x="668433" y="96632"/>
                  <a:pt x="663471" y="99901"/>
                  <a:pt x="657890" y="102095"/>
                </a:cubicBezTo>
                <a:cubicBezTo>
                  <a:pt x="652308" y="104289"/>
                  <a:pt x="646128" y="105386"/>
                  <a:pt x="639351" y="105386"/>
                </a:cubicBezTo>
                <a:close/>
                <a:moveTo>
                  <a:pt x="699753" y="103393"/>
                </a:moveTo>
                <a:lnTo>
                  <a:pt x="699753" y="96349"/>
                </a:lnTo>
                <a:lnTo>
                  <a:pt x="710783" y="96349"/>
                </a:lnTo>
                <a:lnTo>
                  <a:pt x="710783" y="39869"/>
                </a:lnTo>
                <a:lnTo>
                  <a:pt x="699089" y="39869"/>
                </a:lnTo>
                <a:lnTo>
                  <a:pt x="699089" y="32692"/>
                </a:lnTo>
                <a:lnTo>
                  <a:pt x="723010" y="32692"/>
                </a:lnTo>
                <a:lnTo>
                  <a:pt x="723010" y="45317"/>
                </a:lnTo>
                <a:cubicBezTo>
                  <a:pt x="725269" y="40533"/>
                  <a:pt x="728204" y="36923"/>
                  <a:pt x="731814" y="34486"/>
                </a:cubicBezTo>
                <a:cubicBezTo>
                  <a:pt x="735424" y="32050"/>
                  <a:pt x="739622" y="30832"/>
                  <a:pt x="744406" y="30832"/>
                </a:cubicBezTo>
                <a:cubicBezTo>
                  <a:pt x="752203" y="30832"/>
                  <a:pt x="757939" y="33069"/>
                  <a:pt x="761616" y="37543"/>
                </a:cubicBezTo>
                <a:cubicBezTo>
                  <a:pt x="765293" y="42017"/>
                  <a:pt x="767131" y="48994"/>
                  <a:pt x="767131" y="58474"/>
                </a:cubicBezTo>
                <a:lnTo>
                  <a:pt x="767131" y="96349"/>
                </a:lnTo>
                <a:lnTo>
                  <a:pt x="778029" y="96349"/>
                </a:lnTo>
                <a:lnTo>
                  <a:pt x="778029" y="103393"/>
                </a:lnTo>
                <a:lnTo>
                  <a:pt x="744273" y="103393"/>
                </a:lnTo>
                <a:lnTo>
                  <a:pt x="744273" y="96349"/>
                </a:lnTo>
                <a:lnTo>
                  <a:pt x="754838" y="96349"/>
                </a:lnTo>
                <a:lnTo>
                  <a:pt x="754838" y="62328"/>
                </a:lnTo>
                <a:cubicBezTo>
                  <a:pt x="754838" y="53690"/>
                  <a:pt x="753775" y="47765"/>
                  <a:pt x="751649" y="44553"/>
                </a:cubicBezTo>
                <a:cubicBezTo>
                  <a:pt x="749522" y="41342"/>
                  <a:pt x="745779" y="39736"/>
                  <a:pt x="740419" y="39736"/>
                </a:cubicBezTo>
                <a:cubicBezTo>
                  <a:pt x="734749" y="39736"/>
                  <a:pt x="730430" y="41807"/>
                  <a:pt x="727462" y="45949"/>
                </a:cubicBezTo>
                <a:cubicBezTo>
                  <a:pt x="724494" y="50091"/>
                  <a:pt x="723010" y="56126"/>
                  <a:pt x="723010" y="64056"/>
                </a:cubicBezTo>
                <a:lnTo>
                  <a:pt x="723010" y="96349"/>
                </a:lnTo>
                <a:lnTo>
                  <a:pt x="733641" y="96349"/>
                </a:lnTo>
                <a:lnTo>
                  <a:pt x="733641" y="103393"/>
                </a:lnTo>
                <a:lnTo>
                  <a:pt x="699753" y="103393"/>
                </a:lnTo>
                <a:close/>
                <a:moveTo>
                  <a:pt x="809174" y="96349"/>
                </a:moveTo>
                <a:lnTo>
                  <a:pt x="820736" y="96349"/>
                </a:lnTo>
                <a:lnTo>
                  <a:pt x="820736" y="103393"/>
                </a:lnTo>
                <a:lnTo>
                  <a:pt x="785186" y="103393"/>
                </a:lnTo>
                <a:lnTo>
                  <a:pt x="785186" y="96349"/>
                </a:lnTo>
                <a:lnTo>
                  <a:pt x="796947" y="96349"/>
                </a:lnTo>
                <a:lnTo>
                  <a:pt x="796947" y="7043"/>
                </a:lnTo>
                <a:lnTo>
                  <a:pt x="785186" y="7043"/>
                </a:lnTo>
                <a:lnTo>
                  <a:pt x="785186" y="0"/>
                </a:lnTo>
                <a:lnTo>
                  <a:pt x="809174" y="0"/>
                </a:lnTo>
                <a:lnTo>
                  <a:pt x="809174" y="96349"/>
                </a:lnTo>
                <a:close/>
                <a:moveTo>
                  <a:pt x="854047" y="116286"/>
                </a:moveTo>
                <a:lnTo>
                  <a:pt x="858698" y="104535"/>
                </a:lnTo>
                <a:lnTo>
                  <a:pt x="832319" y="39869"/>
                </a:lnTo>
                <a:lnTo>
                  <a:pt x="824279" y="39869"/>
                </a:lnTo>
                <a:lnTo>
                  <a:pt x="824279" y="32692"/>
                </a:lnTo>
                <a:lnTo>
                  <a:pt x="856771" y="32692"/>
                </a:lnTo>
                <a:lnTo>
                  <a:pt x="856771" y="39869"/>
                </a:lnTo>
                <a:lnTo>
                  <a:pt x="845475" y="39869"/>
                </a:lnTo>
                <a:lnTo>
                  <a:pt x="865343" y="88442"/>
                </a:lnTo>
                <a:lnTo>
                  <a:pt x="885211" y="39869"/>
                </a:lnTo>
                <a:lnTo>
                  <a:pt x="874646" y="39869"/>
                </a:lnTo>
                <a:lnTo>
                  <a:pt x="874646" y="32692"/>
                </a:lnTo>
                <a:lnTo>
                  <a:pt x="901159" y="32692"/>
                </a:lnTo>
                <a:lnTo>
                  <a:pt x="901159" y="39869"/>
                </a:lnTo>
                <a:lnTo>
                  <a:pt x="893251" y="39869"/>
                </a:lnTo>
                <a:lnTo>
                  <a:pt x="860891" y="119284"/>
                </a:lnTo>
                <a:cubicBezTo>
                  <a:pt x="858676" y="124824"/>
                  <a:pt x="856218" y="128610"/>
                  <a:pt x="853516" y="130643"/>
                </a:cubicBezTo>
                <a:cubicBezTo>
                  <a:pt x="850813" y="132676"/>
                  <a:pt x="847004" y="133693"/>
                  <a:pt x="842087" y="133693"/>
                </a:cubicBezTo>
                <a:cubicBezTo>
                  <a:pt x="840004" y="133693"/>
                  <a:pt x="837867" y="133510"/>
                  <a:pt x="835674" y="133143"/>
                </a:cubicBezTo>
                <a:cubicBezTo>
                  <a:pt x="833482" y="132777"/>
                  <a:pt x="831278" y="132252"/>
                  <a:pt x="829063" y="131567"/>
                </a:cubicBezTo>
                <a:lnTo>
                  <a:pt x="829063" y="118011"/>
                </a:lnTo>
                <a:lnTo>
                  <a:pt x="835309" y="118011"/>
                </a:lnTo>
                <a:cubicBezTo>
                  <a:pt x="835575" y="121047"/>
                  <a:pt x="836339" y="123223"/>
                  <a:pt x="837601" y="124540"/>
                </a:cubicBezTo>
                <a:cubicBezTo>
                  <a:pt x="838864" y="125858"/>
                  <a:pt x="840824" y="126517"/>
                  <a:pt x="843482" y="126517"/>
                </a:cubicBezTo>
                <a:cubicBezTo>
                  <a:pt x="845918" y="126517"/>
                  <a:pt x="847879" y="125837"/>
                  <a:pt x="849363" y="124477"/>
                </a:cubicBezTo>
                <a:cubicBezTo>
                  <a:pt x="850847" y="123118"/>
                  <a:pt x="852408" y="120387"/>
                  <a:pt x="854047" y="1162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DA499C-6E6C-4254-98DE-ACEEE8CD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058" y="3555659"/>
            <a:ext cx="997251" cy="416987"/>
          </a:xfrm>
          <a:custGeom xmlns:a="http://schemas.openxmlformats.org/drawingml/2006/main">
            <a:pathLst>
              <a:path w="997251" h="416987">
                <a:moveTo>
                  <a:pt x="498616" y="416987"/>
                </a:moveTo>
                <a:lnTo>
                  <a:pt x="37989" y="416987"/>
                </a:lnTo>
                <a:cubicBezTo>
                  <a:pt x="16938" y="416987"/>
                  <a:pt x="0" y="400031"/>
                  <a:pt x="0" y="379488"/>
                </a:cubicBezTo>
                <a:lnTo>
                  <a:pt x="0" y="37499"/>
                </a:lnTo>
                <a:cubicBezTo>
                  <a:pt x="0" y="16956"/>
                  <a:pt x="16938" y="0"/>
                  <a:pt x="37989" y="0"/>
                </a:cubicBezTo>
                <a:lnTo>
                  <a:pt x="959751" y="0"/>
                </a:lnTo>
                <a:cubicBezTo>
                  <a:pt x="980294" y="0"/>
                  <a:pt x="997251" y="16956"/>
                  <a:pt x="997251" y="37499"/>
                </a:cubicBezTo>
                <a:lnTo>
                  <a:pt x="997251" y="379488"/>
                </a:lnTo>
                <a:cubicBezTo>
                  <a:pt x="997251" y="400031"/>
                  <a:pt x="980294" y="416987"/>
                  <a:pt x="959751" y="416987"/>
                </a:cubicBezTo>
                <a:lnTo>
                  <a:pt x="498616" y="41698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45">
            <a:extLst xmlns:a="http://schemas.openxmlformats.org/drawingml/2006/main">
              <a:ext uri="{FF2B5EF4-FFF2-40B4-BE49-F238E27FC236}">
                <a16:creationId xmlns:a16="http://schemas.microsoft.com/office/drawing/2014/main" id="{9EEA4B67-AA48-4B9E-ABED-25D575BD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261" y="3639774"/>
            <a:ext cx="212647" cy="126316"/>
          </a:xfrm>
          <a:custGeom xmlns:a="http://schemas.openxmlformats.org/drawingml/2006/main">
            <a:pathLst>
              <a:path w="212647" h="126316">
                <a:moveTo>
                  <a:pt x="99667" y="123871"/>
                </a:moveTo>
                <a:lnTo>
                  <a:pt x="32679" y="123871"/>
                </a:lnTo>
                <a:lnTo>
                  <a:pt x="32679" y="113929"/>
                </a:lnTo>
                <a:lnTo>
                  <a:pt x="50771" y="113929"/>
                </a:lnTo>
                <a:lnTo>
                  <a:pt x="50771" y="91762"/>
                </a:lnTo>
                <a:lnTo>
                  <a:pt x="0" y="91762"/>
                </a:lnTo>
                <a:lnTo>
                  <a:pt x="0" y="82398"/>
                </a:lnTo>
                <a:lnTo>
                  <a:pt x="50934" y="0"/>
                </a:lnTo>
                <a:lnTo>
                  <a:pt x="81576" y="0"/>
                </a:lnTo>
                <a:lnTo>
                  <a:pt x="81576" y="81168"/>
                </a:lnTo>
                <a:lnTo>
                  <a:pt x="102438" y="81168"/>
                </a:lnTo>
                <a:lnTo>
                  <a:pt x="102438" y="91762"/>
                </a:lnTo>
                <a:lnTo>
                  <a:pt x="81576" y="91762"/>
                </a:lnTo>
                <a:lnTo>
                  <a:pt x="81576" y="113929"/>
                </a:lnTo>
                <a:lnTo>
                  <a:pt x="99667" y="113929"/>
                </a:lnTo>
                <a:lnTo>
                  <a:pt x="99667" y="123871"/>
                </a:lnTo>
                <a:moveTo>
                  <a:pt x="50771" y="81168"/>
                </a:moveTo>
                <a:lnTo>
                  <a:pt x="50771" y="22202"/>
                </a:lnTo>
                <a:lnTo>
                  <a:pt x="14506" y="81168"/>
                </a:lnTo>
                <a:lnTo>
                  <a:pt x="50771" y="81168"/>
                </a:lnTo>
                <a:close/>
                <a:moveTo>
                  <a:pt x="203276" y="2119"/>
                </a:moveTo>
                <a:lnTo>
                  <a:pt x="203276" y="23470"/>
                </a:lnTo>
                <a:lnTo>
                  <a:pt x="138162" y="23470"/>
                </a:lnTo>
                <a:lnTo>
                  <a:pt x="138162" y="50351"/>
                </a:lnTo>
                <a:cubicBezTo>
                  <a:pt x="141747" y="47558"/>
                  <a:pt x="145741" y="45449"/>
                  <a:pt x="150141" y="44025"/>
                </a:cubicBezTo>
                <a:cubicBezTo>
                  <a:pt x="154542" y="42600"/>
                  <a:pt x="159187" y="41888"/>
                  <a:pt x="164077" y="41888"/>
                </a:cubicBezTo>
                <a:cubicBezTo>
                  <a:pt x="179072" y="41888"/>
                  <a:pt x="190916" y="45682"/>
                  <a:pt x="199608" y="53269"/>
                </a:cubicBezTo>
                <a:cubicBezTo>
                  <a:pt x="208301" y="60855"/>
                  <a:pt x="212647" y="71173"/>
                  <a:pt x="212647" y="84224"/>
                </a:cubicBezTo>
                <a:cubicBezTo>
                  <a:pt x="212647" y="97494"/>
                  <a:pt x="208301" y="107827"/>
                  <a:pt x="199608" y="115222"/>
                </a:cubicBezTo>
                <a:cubicBezTo>
                  <a:pt x="190916" y="122618"/>
                  <a:pt x="178746" y="126316"/>
                  <a:pt x="163099" y="126316"/>
                </a:cubicBezTo>
                <a:cubicBezTo>
                  <a:pt x="156471" y="126316"/>
                  <a:pt x="149883" y="125773"/>
                  <a:pt x="143337" y="124686"/>
                </a:cubicBezTo>
                <a:cubicBezTo>
                  <a:pt x="136790" y="123599"/>
                  <a:pt x="129958" y="121915"/>
                  <a:pt x="122841" y="119633"/>
                </a:cubicBezTo>
                <a:lnTo>
                  <a:pt x="122841" y="92903"/>
                </a:lnTo>
                <a:lnTo>
                  <a:pt x="132620" y="92903"/>
                </a:lnTo>
                <a:cubicBezTo>
                  <a:pt x="132946" y="100917"/>
                  <a:pt x="135024" y="106886"/>
                  <a:pt x="138854" y="110812"/>
                </a:cubicBezTo>
                <a:cubicBezTo>
                  <a:pt x="142685" y="114737"/>
                  <a:pt x="148349" y="116700"/>
                  <a:pt x="155846" y="116700"/>
                </a:cubicBezTo>
                <a:cubicBezTo>
                  <a:pt x="163832" y="116700"/>
                  <a:pt x="169754" y="114027"/>
                  <a:pt x="173612" y="108683"/>
                </a:cubicBezTo>
                <a:cubicBezTo>
                  <a:pt x="177469" y="103338"/>
                  <a:pt x="179398" y="95185"/>
                  <a:pt x="179398" y="84224"/>
                </a:cubicBezTo>
                <a:cubicBezTo>
                  <a:pt x="179398" y="73426"/>
                  <a:pt x="177510" y="65355"/>
                  <a:pt x="173734" y="60010"/>
                </a:cubicBezTo>
                <a:cubicBezTo>
                  <a:pt x="169958" y="54666"/>
                  <a:pt x="164240" y="51993"/>
                  <a:pt x="156579" y="51993"/>
                </a:cubicBezTo>
                <a:cubicBezTo>
                  <a:pt x="152450" y="51993"/>
                  <a:pt x="148770" y="52846"/>
                  <a:pt x="145537" y="54550"/>
                </a:cubicBezTo>
                <a:cubicBezTo>
                  <a:pt x="142304" y="56255"/>
                  <a:pt x="139303" y="58893"/>
                  <a:pt x="136532" y="62465"/>
                </a:cubicBezTo>
                <a:lnTo>
                  <a:pt x="128382" y="62465"/>
                </a:lnTo>
                <a:lnTo>
                  <a:pt x="128382" y="2119"/>
                </a:lnTo>
                <a:lnTo>
                  <a:pt x="203276" y="2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DatasetBoth">
            <a:extLst xmlns:a="http://schemas.openxmlformats.org/drawingml/2006/main">
              <a:ext uri="{FF2B5EF4-FFF2-40B4-BE49-F238E27FC236}">
                <a16:creationId xmlns:a16="http://schemas.microsoft.com/office/drawing/2014/main" id="{02CDBC8E-5C1A-42CD-BA38-B00D6A81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353" y="3832786"/>
            <a:ext cx="885239" cy="105386"/>
          </a:xfrm>
          <a:custGeom xmlns:a="http://schemas.openxmlformats.org/drawingml/2006/main">
            <a:pathLst>
              <a:path w="885239" h="105386">
                <a:moveTo>
                  <a:pt x="26114" y="96349"/>
                </a:moveTo>
                <a:lnTo>
                  <a:pt x="38473" y="96349"/>
                </a:lnTo>
                <a:cubicBezTo>
                  <a:pt x="51364" y="96349"/>
                  <a:pt x="61254" y="92673"/>
                  <a:pt x="68142" y="85319"/>
                </a:cubicBezTo>
                <a:cubicBezTo>
                  <a:pt x="75031" y="77965"/>
                  <a:pt x="78475" y="67422"/>
                  <a:pt x="78475" y="53690"/>
                </a:cubicBezTo>
                <a:cubicBezTo>
                  <a:pt x="78475" y="39957"/>
                  <a:pt x="75042" y="29459"/>
                  <a:pt x="68175" y="22194"/>
                </a:cubicBezTo>
                <a:cubicBezTo>
                  <a:pt x="61309" y="14929"/>
                  <a:pt x="51408" y="11296"/>
                  <a:pt x="38473" y="11296"/>
                </a:cubicBezTo>
                <a:lnTo>
                  <a:pt x="26114" y="11296"/>
                </a:lnTo>
                <a:lnTo>
                  <a:pt x="26114" y="96349"/>
                </a:lnTo>
                <a:moveTo>
                  <a:pt x="0" y="103393"/>
                </a:moveTo>
                <a:lnTo>
                  <a:pt x="0" y="96349"/>
                </a:lnTo>
                <a:lnTo>
                  <a:pt x="12625" y="96349"/>
                </a:lnTo>
                <a:lnTo>
                  <a:pt x="12625" y="11296"/>
                </a:lnTo>
                <a:lnTo>
                  <a:pt x="0" y="11296"/>
                </a:lnTo>
                <a:lnTo>
                  <a:pt x="0" y="4120"/>
                </a:lnTo>
                <a:lnTo>
                  <a:pt x="39470" y="4120"/>
                </a:lnTo>
                <a:cubicBezTo>
                  <a:pt x="56569" y="4120"/>
                  <a:pt x="69892" y="8486"/>
                  <a:pt x="79438" y="17218"/>
                </a:cubicBezTo>
                <a:cubicBezTo>
                  <a:pt x="88985" y="25951"/>
                  <a:pt x="93758" y="38097"/>
                  <a:pt x="93758" y="53657"/>
                </a:cubicBezTo>
                <a:cubicBezTo>
                  <a:pt x="93758" y="69261"/>
                  <a:pt x="88974" y="81451"/>
                  <a:pt x="79405" y="90228"/>
                </a:cubicBezTo>
                <a:cubicBezTo>
                  <a:pt x="69837" y="99004"/>
                  <a:pt x="56525" y="103393"/>
                  <a:pt x="39470" y="103393"/>
                </a:cubicBezTo>
                <a:lnTo>
                  <a:pt x="0" y="103393"/>
                </a:lnTo>
                <a:close/>
                <a:moveTo>
                  <a:pt x="155515" y="81232"/>
                </a:moveTo>
                <a:lnTo>
                  <a:pt x="155515" y="66315"/>
                </a:lnTo>
                <a:lnTo>
                  <a:pt x="139766" y="66315"/>
                </a:lnTo>
                <a:cubicBezTo>
                  <a:pt x="133698" y="66315"/>
                  <a:pt x="129179" y="67619"/>
                  <a:pt x="126211" y="70227"/>
                </a:cubicBezTo>
                <a:cubicBezTo>
                  <a:pt x="123243" y="72835"/>
                  <a:pt x="121759" y="76836"/>
                  <a:pt x="121759" y="82229"/>
                </a:cubicBezTo>
                <a:cubicBezTo>
                  <a:pt x="121759" y="87137"/>
                  <a:pt x="123265" y="91027"/>
                  <a:pt x="126278" y="93901"/>
                </a:cubicBezTo>
                <a:cubicBezTo>
                  <a:pt x="129290" y="96774"/>
                  <a:pt x="133365" y="98210"/>
                  <a:pt x="138504" y="98210"/>
                </a:cubicBezTo>
                <a:cubicBezTo>
                  <a:pt x="143598" y="98210"/>
                  <a:pt x="147707" y="96641"/>
                  <a:pt x="150830" y="93502"/>
                </a:cubicBezTo>
                <a:cubicBezTo>
                  <a:pt x="153953" y="90363"/>
                  <a:pt x="155515" y="86273"/>
                  <a:pt x="155515" y="81232"/>
                </a:cubicBezTo>
                <a:moveTo>
                  <a:pt x="167741" y="59274"/>
                </a:moveTo>
                <a:lnTo>
                  <a:pt x="167741" y="96349"/>
                </a:lnTo>
                <a:lnTo>
                  <a:pt x="178638" y="96349"/>
                </a:lnTo>
                <a:lnTo>
                  <a:pt x="178638" y="103393"/>
                </a:lnTo>
                <a:lnTo>
                  <a:pt x="155515" y="103393"/>
                </a:lnTo>
                <a:lnTo>
                  <a:pt x="155515" y="95753"/>
                </a:lnTo>
                <a:cubicBezTo>
                  <a:pt x="152812" y="99054"/>
                  <a:pt x="149689" y="101484"/>
                  <a:pt x="146145" y="103046"/>
                </a:cubicBezTo>
                <a:cubicBezTo>
                  <a:pt x="142602" y="104606"/>
                  <a:pt x="138460" y="105386"/>
                  <a:pt x="133720" y="105386"/>
                </a:cubicBezTo>
                <a:cubicBezTo>
                  <a:pt x="125879" y="105386"/>
                  <a:pt x="119655" y="103301"/>
                  <a:pt x="115048" y="99132"/>
                </a:cubicBezTo>
                <a:cubicBezTo>
                  <a:pt x="110441" y="94961"/>
                  <a:pt x="108137" y="89327"/>
                  <a:pt x="108137" y="82229"/>
                </a:cubicBezTo>
                <a:cubicBezTo>
                  <a:pt x="108137" y="74909"/>
                  <a:pt x="110773" y="69230"/>
                  <a:pt x="116045" y="65194"/>
                </a:cubicBezTo>
                <a:cubicBezTo>
                  <a:pt x="121316" y="61157"/>
                  <a:pt x="128758" y="59139"/>
                  <a:pt x="138371" y="59139"/>
                </a:cubicBezTo>
                <a:lnTo>
                  <a:pt x="155515" y="59139"/>
                </a:lnTo>
                <a:lnTo>
                  <a:pt x="155515" y="54325"/>
                </a:lnTo>
                <a:cubicBezTo>
                  <a:pt x="155515" y="48975"/>
                  <a:pt x="153887" y="44829"/>
                  <a:pt x="150631" y="41889"/>
                </a:cubicBezTo>
                <a:cubicBezTo>
                  <a:pt x="147375" y="38947"/>
                  <a:pt x="142801" y="37477"/>
                  <a:pt x="136909" y="37477"/>
                </a:cubicBezTo>
                <a:cubicBezTo>
                  <a:pt x="132036" y="37477"/>
                  <a:pt x="128160" y="38584"/>
                  <a:pt x="125281" y="40799"/>
                </a:cubicBezTo>
                <a:cubicBezTo>
                  <a:pt x="122401" y="43014"/>
                  <a:pt x="120607" y="46292"/>
                  <a:pt x="119899" y="50633"/>
                </a:cubicBezTo>
                <a:lnTo>
                  <a:pt x="113586" y="50633"/>
                </a:lnTo>
                <a:lnTo>
                  <a:pt x="113586" y="36280"/>
                </a:lnTo>
                <a:cubicBezTo>
                  <a:pt x="117839" y="34464"/>
                  <a:pt x="121969" y="33102"/>
                  <a:pt x="125979" y="32194"/>
                </a:cubicBezTo>
                <a:cubicBezTo>
                  <a:pt x="129988" y="31286"/>
                  <a:pt x="133897" y="30832"/>
                  <a:pt x="137707" y="30832"/>
                </a:cubicBezTo>
                <a:cubicBezTo>
                  <a:pt x="147497" y="30832"/>
                  <a:pt x="154950" y="33258"/>
                  <a:pt x="160066" y="38110"/>
                </a:cubicBezTo>
                <a:cubicBezTo>
                  <a:pt x="165183" y="42961"/>
                  <a:pt x="167741" y="50015"/>
                  <a:pt x="167741" y="59274"/>
                </a:cubicBezTo>
                <a:close/>
                <a:moveTo>
                  <a:pt x="197560" y="39869"/>
                </a:moveTo>
                <a:lnTo>
                  <a:pt x="186795" y="39869"/>
                </a:lnTo>
                <a:lnTo>
                  <a:pt x="186795" y="32692"/>
                </a:lnTo>
                <a:lnTo>
                  <a:pt x="197560" y="32692"/>
                </a:lnTo>
                <a:lnTo>
                  <a:pt x="197560" y="10765"/>
                </a:lnTo>
                <a:lnTo>
                  <a:pt x="209853" y="10765"/>
                </a:lnTo>
                <a:lnTo>
                  <a:pt x="209853" y="32692"/>
                </a:lnTo>
                <a:lnTo>
                  <a:pt x="232844" y="32692"/>
                </a:lnTo>
                <a:lnTo>
                  <a:pt x="232844" y="39869"/>
                </a:lnTo>
                <a:lnTo>
                  <a:pt x="209853" y="39869"/>
                </a:lnTo>
                <a:lnTo>
                  <a:pt x="209853" y="84721"/>
                </a:lnTo>
                <a:cubicBezTo>
                  <a:pt x="209853" y="90701"/>
                  <a:pt x="210429" y="94533"/>
                  <a:pt x="211580" y="96216"/>
                </a:cubicBezTo>
                <a:cubicBezTo>
                  <a:pt x="212732" y="97900"/>
                  <a:pt x="214858" y="98741"/>
                  <a:pt x="217959" y="98741"/>
                </a:cubicBezTo>
                <a:cubicBezTo>
                  <a:pt x="221149" y="98741"/>
                  <a:pt x="223475" y="97800"/>
                  <a:pt x="224936" y="95917"/>
                </a:cubicBezTo>
                <a:cubicBezTo>
                  <a:pt x="226398" y="94035"/>
                  <a:pt x="227173" y="90989"/>
                  <a:pt x="227262" y="86781"/>
                </a:cubicBezTo>
                <a:lnTo>
                  <a:pt x="236498" y="86781"/>
                </a:lnTo>
                <a:cubicBezTo>
                  <a:pt x="236144" y="93228"/>
                  <a:pt x="234394" y="97941"/>
                  <a:pt x="231249" y="100920"/>
                </a:cubicBezTo>
                <a:cubicBezTo>
                  <a:pt x="228104" y="103897"/>
                  <a:pt x="223319" y="105386"/>
                  <a:pt x="216896" y="105386"/>
                </a:cubicBezTo>
                <a:cubicBezTo>
                  <a:pt x="209853" y="105386"/>
                  <a:pt x="204869" y="103820"/>
                  <a:pt x="201945" y="100687"/>
                </a:cubicBezTo>
                <a:cubicBezTo>
                  <a:pt x="199022" y="97553"/>
                  <a:pt x="197560" y="92231"/>
                  <a:pt x="197560" y="84721"/>
                </a:cubicBezTo>
                <a:lnTo>
                  <a:pt x="197560" y="39869"/>
                </a:lnTo>
                <a:close/>
                <a:moveTo>
                  <a:pt x="291464" y="81232"/>
                </a:moveTo>
                <a:lnTo>
                  <a:pt x="291464" y="66315"/>
                </a:lnTo>
                <a:lnTo>
                  <a:pt x="275716" y="66315"/>
                </a:lnTo>
                <a:cubicBezTo>
                  <a:pt x="269647" y="66315"/>
                  <a:pt x="265128" y="67619"/>
                  <a:pt x="262160" y="70227"/>
                </a:cubicBezTo>
                <a:cubicBezTo>
                  <a:pt x="259192" y="72835"/>
                  <a:pt x="257708" y="76836"/>
                  <a:pt x="257708" y="82229"/>
                </a:cubicBezTo>
                <a:cubicBezTo>
                  <a:pt x="257708" y="87137"/>
                  <a:pt x="259215" y="91027"/>
                  <a:pt x="262227" y="93901"/>
                </a:cubicBezTo>
                <a:cubicBezTo>
                  <a:pt x="265239" y="96774"/>
                  <a:pt x="269315" y="98210"/>
                  <a:pt x="274453" y="98210"/>
                </a:cubicBezTo>
                <a:cubicBezTo>
                  <a:pt x="279548" y="98210"/>
                  <a:pt x="283656" y="96641"/>
                  <a:pt x="286779" y="93502"/>
                </a:cubicBezTo>
                <a:cubicBezTo>
                  <a:pt x="289902" y="90363"/>
                  <a:pt x="291464" y="86273"/>
                  <a:pt x="291464" y="81232"/>
                </a:cubicBezTo>
                <a:moveTo>
                  <a:pt x="303690" y="59274"/>
                </a:moveTo>
                <a:lnTo>
                  <a:pt x="303690" y="96349"/>
                </a:lnTo>
                <a:lnTo>
                  <a:pt x="314588" y="96349"/>
                </a:lnTo>
                <a:lnTo>
                  <a:pt x="314588" y="103393"/>
                </a:lnTo>
                <a:lnTo>
                  <a:pt x="291464" y="103393"/>
                </a:lnTo>
                <a:lnTo>
                  <a:pt x="291464" y="95753"/>
                </a:lnTo>
                <a:cubicBezTo>
                  <a:pt x="288762" y="99054"/>
                  <a:pt x="285639" y="101484"/>
                  <a:pt x="282095" y="103046"/>
                </a:cubicBezTo>
                <a:cubicBezTo>
                  <a:pt x="278551" y="104606"/>
                  <a:pt x="274409" y="105386"/>
                  <a:pt x="269669" y="105386"/>
                </a:cubicBezTo>
                <a:cubicBezTo>
                  <a:pt x="261828" y="105386"/>
                  <a:pt x="255604" y="103301"/>
                  <a:pt x="250997" y="99132"/>
                </a:cubicBezTo>
                <a:cubicBezTo>
                  <a:pt x="246390" y="94961"/>
                  <a:pt x="244087" y="89327"/>
                  <a:pt x="244087" y="82229"/>
                </a:cubicBezTo>
                <a:cubicBezTo>
                  <a:pt x="244087" y="74909"/>
                  <a:pt x="246722" y="69230"/>
                  <a:pt x="251994" y="65194"/>
                </a:cubicBezTo>
                <a:cubicBezTo>
                  <a:pt x="257265" y="61157"/>
                  <a:pt x="264708" y="59139"/>
                  <a:pt x="274320" y="59139"/>
                </a:cubicBezTo>
                <a:lnTo>
                  <a:pt x="291464" y="59139"/>
                </a:lnTo>
                <a:lnTo>
                  <a:pt x="291464" y="54325"/>
                </a:lnTo>
                <a:cubicBezTo>
                  <a:pt x="291464" y="48975"/>
                  <a:pt x="289836" y="44829"/>
                  <a:pt x="286580" y="41889"/>
                </a:cubicBezTo>
                <a:cubicBezTo>
                  <a:pt x="283324" y="38947"/>
                  <a:pt x="278750" y="37477"/>
                  <a:pt x="272858" y="37477"/>
                </a:cubicBezTo>
                <a:cubicBezTo>
                  <a:pt x="267986" y="37477"/>
                  <a:pt x="264109" y="38584"/>
                  <a:pt x="261230" y="40799"/>
                </a:cubicBezTo>
                <a:cubicBezTo>
                  <a:pt x="258351" y="43014"/>
                  <a:pt x="256557" y="46292"/>
                  <a:pt x="255848" y="50633"/>
                </a:cubicBezTo>
                <a:lnTo>
                  <a:pt x="249535" y="50633"/>
                </a:lnTo>
                <a:lnTo>
                  <a:pt x="249535" y="36280"/>
                </a:lnTo>
                <a:cubicBezTo>
                  <a:pt x="253788" y="34464"/>
                  <a:pt x="257919" y="33102"/>
                  <a:pt x="261928" y="32194"/>
                </a:cubicBezTo>
                <a:cubicBezTo>
                  <a:pt x="265937" y="31286"/>
                  <a:pt x="269846" y="30832"/>
                  <a:pt x="273656" y="30832"/>
                </a:cubicBezTo>
                <a:cubicBezTo>
                  <a:pt x="283446" y="30832"/>
                  <a:pt x="290899" y="33258"/>
                  <a:pt x="296016" y="38110"/>
                </a:cubicBezTo>
                <a:cubicBezTo>
                  <a:pt x="301132" y="42961"/>
                  <a:pt x="303690" y="50015"/>
                  <a:pt x="303690" y="59274"/>
                </a:cubicBezTo>
                <a:close/>
                <a:moveTo>
                  <a:pt x="326466" y="99539"/>
                </a:moveTo>
                <a:lnTo>
                  <a:pt x="326466" y="83060"/>
                </a:lnTo>
                <a:lnTo>
                  <a:pt x="333509" y="83060"/>
                </a:lnTo>
                <a:cubicBezTo>
                  <a:pt x="333686" y="88309"/>
                  <a:pt x="335336" y="92235"/>
                  <a:pt x="338459" y="94838"/>
                </a:cubicBezTo>
                <a:cubicBezTo>
                  <a:pt x="341583" y="97440"/>
                  <a:pt x="346201" y="98741"/>
                  <a:pt x="352314" y="98741"/>
                </a:cubicBezTo>
                <a:cubicBezTo>
                  <a:pt x="357807" y="98741"/>
                  <a:pt x="361993" y="97714"/>
                  <a:pt x="364872" y="95658"/>
                </a:cubicBezTo>
                <a:cubicBezTo>
                  <a:pt x="367752" y="93601"/>
                  <a:pt x="369192" y="90604"/>
                  <a:pt x="369192" y="86669"/>
                </a:cubicBezTo>
                <a:cubicBezTo>
                  <a:pt x="369192" y="83573"/>
                  <a:pt x="368140" y="81075"/>
                  <a:pt x="366035" y="79175"/>
                </a:cubicBezTo>
                <a:cubicBezTo>
                  <a:pt x="363931" y="77273"/>
                  <a:pt x="359490" y="75238"/>
                  <a:pt x="352713" y="73072"/>
                </a:cubicBezTo>
                <a:lnTo>
                  <a:pt x="343875" y="70075"/>
                </a:lnTo>
                <a:cubicBezTo>
                  <a:pt x="337806" y="68125"/>
                  <a:pt x="333409" y="65686"/>
                  <a:pt x="330685" y="62760"/>
                </a:cubicBezTo>
                <a:cubicBezTo>
                  <a:pt x="327961" y="59832"/>
                  <a:pt x="326599" y="56107"/>
                  <a:pt x="326599" y="51584"/>
                </a:cubicBezTo>
                <a:cubicBezTo>
                  <a:pt x="326599" y="45110"/>
                  <a:pt x="328969" y="40033"/>
                  <a:pt x="333708" y="36353"/>
                </a:cubicBezTo>
                <a:cubicBezTo>
                  <a:pt x="338448" y="32672"/>
                  <a:pt x="345005" y="30832"/>
                  <a:pt x="353377" y="30832"/>
                </a:cubicBezTo>
                <a:cubicBezTo>
                  <a:pt x="357098" y="30832"/>
                  <a:pt x="361019" y="31319"/>
                  <a:pt x="365138" y="32294"/>
                </a:cubicBezTo>
                <a:cubicBezTo>
                  <a:pt x="369258" y="33268"/>
                  <a:pt x="373511" y="34686"/>
                  <a:pt x="377896" y="36546"/>
                </a:cubicBezTo>
                <a:lnTo>
                  <a:pt x="377896" y="51962"/>
                </a:lnTo>
                <a:lnTo>
                  <a:pt x="370853" y="51962"/>
                </a:lnTo>
                <a:cubicBezTo>
                  <a:pt x="370676" y="47420"/>
                  <a:pt x="369081" y="43871"/>
                  <a:pt x="366069" y="41314"/>
                </a:cubicBezTo>
                <a:cubicBezTo>
                  <a:pt x="363056" y="38756"/>
                  <a:pt x="358959" y="37477"/>
                  <a:pt x="353776" y="37477"/>
                </a:cubicBezTo>
                <a:cubicBezTo>
                  <a:pt x="348637" y="37477"/>
                  <a:pt x="344750" y="38383"/>
                  <a:pt x="342114" y="40197"/>
                </a:cubicBezTo>
                <a:cubicBezTo>
                  <a:pt x="339478" y="42009"/>
                  <a:pt x="338160" y="44727"/>
                  <a:pt x="338160" y="48351"/>
                </a:cubicBezTo>
                <a:cubicBezTo>
                  <a:pt x="338160" y="51314"/>
                  <a:pt x="339157" y="53691"/>
                  <a:pt x="341151" y="55482"/>
                </a:cubicBezTo>
                <a:cubicBezTo>
                  <a:pt x="343144" y="57272"/>
                  <a:pt x="347131" y="59095"/>
                  <a:pt x="353111" y="60951"/>
                </a:cubicBezTo>
                <a:lnTo>
                  <a:pt x="362813" y="63948"/>
                </a:lnTo>
                <a:cubicBezTo>
                  <a:pt x="369502" y="66032"/>
                  <a:pt x="374319" y="68638"/>
                  <a:pt x="377265" y="71764"/>
                </a:cubicBezTo>
                <a:cubicBezTo>
                  <a:pt x="380211" y="74889"/>
                  <a:pt x="381684" y="78914"/>
                  <a:pt x="381684" y="83836"/>
                </a:cubicBezTo>
                <a:cubicBezTo>
                  <a:pt x="381684" y="90531"/>
                  <a:pt x="379126" y="95796"/>
                  <a:pt x="374009" y="99632"/>
                </a:cubicBezTo>
                <a:cubicBezTo>
                  <a:pt x="368893" y="103468"/>
                  <a:pt x="361838" y="105386"/>
                  <a:pt x="352845" y="105386"/>
                </a:cubicBezTo>
                <a:cubicBezTo>
                  <a:pt x="348283" y="105386"/>
                  <a:pt x="343831" y="104899"/>
                  <a:pt x="339489" y="103924"/>
                </a:cubicBezTo>
                <a:cubicBezTo>
                  <a:pt x="335148" y="102950"/>
                  <a:pt x="330807" y="101488"/>
                  <a:pt x="326466" y="99539"/>
                </a:cubicBezTo>
                <a:close/>
                <a:moveTo>
                  <a:pt x="461576" y="69371"/>
                </a:moveTo>
                <a:lnTo>
                  <a:pt x="408883" y="69371"/>
                </a:lnTo>
                <a:lnTo>
                  <a:pt x="408883" y="69903"/>
                </a:lnTo>
                <a:cubicBezTo>
                  <a:pt x="408883" y="79427"/>
                  <a:pt x="410677" y="86615"/>
                  <a:pt x="414265" y="91465"/>
                </a:cubicBezTo>
                <a:cubicBezTo>
                  <a:pt x="417853" y="96316"/>
                  <a:pt x="423147" y="98741"/>
                  <a:pt x="430146" y="98741"/>
                </a:cubicBezTo>
                <a:cubicBezTo>
                  <a:pt x="435506" y="98741"/>
                  <a:pt x="439903" y="97335"/>
                  <a:pt x="443336" y="94522"/>
                </a:cubicBezTo>
                <a:cubicBezTo>
                  <a:pt x="446769" y="91709"/>
                  <a:pt x="449173" y="87534"/>
                  <a:pt x="450546" y="81997"/>
                </a:cubicBezTo>
                <a:lnTo>
                  <a:pt x="460380" y="81997"/>
                </a:lnTo>
                <a:cubicBezTo>
                  <a:pt x="458431" y="89771"/>
                  <a:pt x="454832" y="95613"/>
                  <a:pt x="449582" y="99522"/>
                </a:cubicBezTo>
                <a:cubicBezTo>
                  <a:pt x="444333" y="103432"/>
                  <a:pt x="437433" y="105386"/>
                  <a:pt x="428884" y="105386"/>
                </a:cubicBezTo>
                <a:cubicBezTo>
                  <a:pt x="418562" y="105386"/>
                  <a:pt x="410267" y="101984"/>
                  <a:pt x="403999" y="95178"/>
                </a:cubicBezTo>
                <a:cubicBezTo>
                  <a:pt x="397731" y="88371"/>
                  <a:pt x="394597" y="79337"/>
                  <a:pt x="394597" y="68076"/>
                </a:cubicBezTo>
                <a:cubicBezTo>
                  <a:pt x="394597" y="56903"/>
                  <a:pt x="397675" y="47903"/>
                  <a:pt x="403833" y="41075"/>
                </a:cubicBezTo>
                <a:cubicBezTo>
                  <a:pt x="409990" y="34246"/>
                  <a:pt x="418075" y="30832"/>
                  <a:pt x="428086" y="30832"/>
                </a:cubicBezTo>
                <a:cubicBezTo>
                  <a:pt x="438762" y="30832"/>
                  <a:pt x="446958" y="34121"/>
                  <a:pt x="452672" y="40699"/>
                </a:cubicBezTo>
                <a:cubicBezTo>
                  <a:pt x="458387" y="47278"/>
                  <a:pt x="461355" y="56835"/>
                  <a:pt x="461576" y="69371"/>
                </a:cubicBezTo>
                <a:moveTo>
                  <a:pt x="447157" y="62328"/>
                </a:moveTo>
                <a:cubicBezTo>
                  <a:pt x="446891" y="54111"/>
                  <a:pt x="445152" y="47914"/>
                  <a:pt x="441941" y="43739"/>
                </a:cubicBezTo>
                <a:cubicBezTo>
                  <a:pt x="438729" y="39564"/>
                  <a:pt x="434111" y="37477"/>
                  <a:pt x="428086" y="37477"/>
                </a:cubicBezTo>
                <a:cubicBezTo>
                  <a:pt x="422461" y="37477"/>
                  <a:pt x="418031" y="39575"/>
                  <a:pt x="414797" y="43772"/>
                </a:cubicBezTo>
                <a:cubicBezTo>
                  <a:pt x="411563" y="47970"/>
                  <a:pt x="409592" y="54155"/>
                  <a:pt x="408883" y="62328"/>
                </a:cubicBezTo>
                <a:lnTo>
                  <a:pt x="447157" y="62328"/>
                </a:lnTo>
                <a:close/>
                <a:moveTo>
                  <a:pt x="482386" y="39869"/>
                </a:moveTo>
                <a:lnTo>
                  <a:pt x="471622" y="39869"/>
                </a:lnTo>
                <a:lnTo>
                  <a:pt x="471622" y="32692"/>
                </a:lnTo>
                <a:lnTo>
                  <a:pt x="482386" y="32692"/>
                </a:lnTo>
                <a:lnTo>
                  <a:pt x="482386" y="10765"/>
                </a:lnTo>
                <a:lnTo>
                  <a:pt x="494679" y="10765"/>
                </a:lnTo>
                <a:lnTo>
                  <a:pt x="494679" y="32692"/>
                </a:lnTo>
                <a:lnTo>
                  <a:pt x="517670" y="32692"/>
                </a:lnTo>
                <a:lnTo>
                  <a:pt x="517670" y="39869"/>
                </a:lnTo>
                <a:lnTo>
                  <a:pt x="494679" y="39869"/>
                </a:lnTo>
                <a:lnTo>
                  <a:pt x="494679" y="84721"/>
                </a:lnTo>
                <a:cubicBezTo>
                  <a:pt x="494679" y="90701"/>
                  <a:pt x="495255" y="94533"/>
                  <a:pt x="496407" y="96216"/>
                </a:cubicBezTo>
                <a:cubicBezTo>
                  <a:pt x="497558" y="97900"/>
                  <a:pt x="499685" y="98741"/>
                  <a:pt x="502786" y="98741"/>
                </a:cubicBezTo>
                <a:cubicBezTo>
                  <a:pt x="505975" y="98741"/>
                  <a:pt x="508301" y="97800"/>
                  <a:pt x="509763" y="95917"/>
                </a:cubicBezTo>
                <a:cubicBezTo>
                  <a:pt x="511224" y="94035"/>
                  <a:pt x="512000" y="90989"/>
                  <a:pt x="512088" y="86781"/>
                </a:cubicBezTo>
                <a:lnTo>
                  <a:pt x="521324" y="86781"/>
                </a:lnTo>
                <a:cubicBezTo>
                  <a:pt x="520970" y="93228"/>
                  <a:pt x="519220" y="97941"/>
                  <a:pt x="516075" y="100920"/>
                </a:cubicBezTo>
                <a:cubicBezTo>
                  <a:pt x="512930" y="103897"/>
                  <a:pt x="508146" y="105386"/>
                  <a:pt x="501722" y="105386"/>
                </a:cubicBezTo>
                <a:cubicBezTo>
                  <a:pt x="494679" y="105386"/>
                  <a:pt x="489695" y="103820"/>
                  <a:pt x="486772" y="100687"/>
                </a:cubicBezTo>
                <a:cubicBezTo>
                  <a:pt x="483848" y="97553"/>
                  <a:pt x="482386" y="92231"/>
                  <a:pt x="482386" y="84721"/>
                </a:cubicBezTo>
                <a:lnTo>
                  <a:pt x="482386" y="39869"/>
                </a:lnTo>
                <a:close/>
                <a:moveTo>
                  <a:pt x="599169" y="96349"/>
                </a:moveTo>
                <a:lnTo>
                  <a:pt x="619037" y="96349"/>
                </a:lnTo>
                <a:cubicBezTo>
                  <a:pt x="627011" y="96349"/>
                  <a:pt x="632836" y="94622"/>
                  <a:pt x="636513" y="91166"/>
                </a:cubicBezTo>
                <a:cubicBezTo>
                  <a:pt x="640189" y="87711"/>
                  <a:pt x="642028" y="82218"/>
                  <a:pt x="642028" y="74687"/>
                </a:cubicBezTo>
                <a:cubicBezTo>
                  <a:pt x="642028" y="67201"/>
                  <a:pt x="640201" y="61741"/>
                  <a:pt x="636546" y="58308"/>
                </a:cubicBezTo>
                <a:cubicBezTo>
                  <a:pt x="632891" y="54875"/>
                  <a:pt x="627055" y="53158"/>
                  <a:pt x="619037" y="53158"/>
                </a:cubicBezTo>
                <a:lnTo>
                  <a:pt x="599169" y="53158"/>
                </a:lnTo>
                <a:lnTo>
                  <a:pt x="599169" y="96349"/>
                </a:lnTo>
                <a:moveTo>
                  <a:pt x="599169" y="46115"/>
                </a:moveTo>
                <a:lnTo>
                  <a:pt x="616047" y="46115"/>
                </a:lnTo>
                <a:cubicBezTo>
                  <a:pt x="623312" y="46115"/>
                  <a:pt x="628616" y="44719"/>
                  <a:pt x="631961" y="41929"/>
                </a:cubicBezTo>
                <a:cubicBezTo>
                  <a:pt x="635306" y="39138"/>
                  <a:pt x="636978" y="34730"/>
                  <a:pt x="636978" y="28705"/>
                </a:cubicBezTo>
                <a:cubicBezTo>
                  <a:pt x="636978" y="22637"/>
                  <a:pt x="635306" y="18218"/>
                  <a:pt x="631961" y="15449"/>
                </a:cubicBezTo>
                <a:cubicBezTo>
                  <a:pt x="628616" y="12680"/>
                  <a:pt x="623312" y="11296"/>
                  <a:pt x="616047" y="11296"/>
                </a:cubicBezTo>
                <a:lnTo>
                  <a:pt x="599169" y="11296"/>
                </a:lnTo>
                <a:lnTo>
                  <a:pt x="599169" y="46115"/>
                </a:lnTo>
                <a:moveTo>
                  <a:pt x="573055" y="103393"/>
                </a:moveTo>
                <a:lnTo>
                  <a:pt x="573055" y="96349"/>
                </a:lnTo>
                <a:lnTo>
                  <a:pt x="585680" y="96349"/>
                </a:lnTo>
                <a:lnTo>
                  <a:pt x="585680" y="11296"/>
                </a:lnTo>
                <a:lnTo>
                  <a:pt x="573055" y="11296"/>
                </a:lnTo>
                <a:lnTo>
                  <a:pt x="573055" y="4120"/>
                </a:lnTo>
                <a:lnTo>
                  <a:pt x="622027" y="4120"/>
                </a:lnTo>
                <a:cubicBezTo>
                  <a:pt x="632039" y="4120"/>
                  <a:pt x="639580" y="6172"/>
                  <a:pt x="644653" y="10277"/>
                </a:cubicBezTo>
                <a:cubicBezTo>
                  <a:pt x="649725" y="14380"/>
                  <a:pt x="652261" y="20512"/>
                  <a:pt x="652261" y="28674"/>
                </a:cubicBezTo>
                <a:cubicBezTo>
                  <a:pt x="652261" y="34576"/>
                  <a:pt x="650500" y="39279"/>
                  <a:pt x="646978" y="42784"/>
                </a:cubicBezTo>
                <a:cubicBezTo>
                  <a:pt x="643456" y="46288"/>
                  <a:pt x="638307" y="48439"/>
                  <a:pt x="631529" y="49238"/>
                </a:cubicBezTo>
                <a:cubicBezTo>
                  <a:pt x="639946" y="50301"/>
                  <a:pt x="646336" y="52992"/>
                  <a:pt x="650699" y="57311"/>
                </a:cubicBezTo>
                <a:cubicBezTo>
                  <a:pt x="655063" y="61630"/>
                  <a:pt x="657244" y="67422"/>
                  <a:pt x="657244" y="74687"/>
                </a:cubicBezTo>
                <a:cubicBezTo>
                  <a:pt x="657244" y="84522"/>
                  <a:pt x="654144" y="91764"/>
                  <a:pt x="647942" y="96416"/>
                </a:cubicBezTo>
                <a:cubicBezTo>
                  <a:pt x="641740" y="101067"/>
                  <a:pt x="632061" y="103393"/>
                  <a:pt x="618904" y="103393"/>
                </a:cubicBezTo>
                <a:lnTo>
                  <a:pt x="573055" y="103393"/>
                </a:lnTo>
                <a:close/>
                <a:moveTo>
                  <a:pt x="706229" y="98741"/>
                </a:moveTo>
                <a:cubicBezTo>
                  <a:pt x="712785" y="98741"/>
                  <a:pt x="717735" y="96153"/>
                  <a:pt x="721080" y="90975"/>
                </a:cubicBezTo>
                <a:cubicBezTo>
                  <a:pt x="724424" y="85798"/>
                  <a:pt x="726097" y="78165"/>
                  <a:pt x="726097" y="68076"/>
                </a:cubicBezTo>
                <a:cubicBezTo>
                  <a:pt x="726097" y="57987"/>
                  <a:pt x="724424" y="50365"/>
                  <a:pt x="721080" y="45209"/>
                </a:cubicBezTo>
                <a:cubicBezTo>
                  <a:pt x="717735" y="40054"/>
                  <a:pt x="712785" y="37477"/>
                  <a:pt x="706229" y="37477"/>
                </a:cubicBezTo>
                <a:cubicBezTo>
                  <a:pt x="699673" y="37477"/>
                  <a:pt x="694722" y="40054"/>
                  <a:pt x="691378" y="45209"/>
                </a:cubicBezTo>
                <a:cubicBezTo>
                  <a:pt x="688033" y="50365"/>
                  <a:pt x="686361" y="57987"/>
                  <a:pt x="686361" y="68076"/>
                </a:cubicBezTo>
                <a:cubicBezTo>
                  <a:pt x="686361" y="78165"/>
                  <a:pt x="688044" y="85798"/>
                  <a:pt x="691411" y="90975"/>
                </a:cubicBezTo>
                <a:cubicBezTo>
                  <a:pt x="694778" y="96153"/>
                  <a:pt x="699717" y="98741"/>
                  <a:pt x="706229" y="98741"/>
                </a:cubicBezTo>
                <a:moveTo>
                  <a:pt x="706229" y="105386"/>
                </a:moveTo>
                <a:cubicBezTo>
                  <a:pt x="695952" y="105386"/>
                  <a:pt x="687690" y="101984"/>
                  <a:pt x="681444" y="95178"/>
                </a:cubicBezTo>
                <a:cubicBezTo>
                  <a:pt x="675198" y="88371"/>
                  <a:pt x="672075" y="79337"/>
                  <a:pt x="672075" y="68076"/>
                </a:cubicBezTo>
                <a:cubicBezTo>
                  <a:pt x="672075" y="56814"/>
                  <a:pt x="675187" y="47792"/>
                  <a:pt x="681411" y="41009"/>
                </a:cubicBezTo>
                <a:cubicBezTo>
                  <a:pt x="687634" y="34224"/>
                  <a:pt x="695907" y="30832"/>
                  <a:pt x="706229" y="30832"/>
                </a:cubicBezTo>
                <a:cubicBezTo>
                  <a:pt x="716550" y="30832"/>
                  <a:pt x="724823" y="34224"/>
                  <a:pt x="731047" y="41009"/>
                </a:cubicBezTo>
                <a:cubicBezTo>
                  <a:pt x="737271" y="47792"/>
                  <a:pt x="740383" y="56814"/>
                  <a:pt x="740383" y="68076"/>
                </a:cubicBezTo>
                <a:cubicBezTo>
                  <a:pt x="740383" y="79337"/>
                  <a:pt x="737271" y="88371"/>
                  <a:pt x="731047" y="95178"/>
                </a:cubicBezTo>
                <a:cubicBezTo>
                  <a:pt x="724823" y="101984"/>
                  <a:pt x="716550" y="105386"/>
                  <a:pt x="706229" y="105386"/>
                </a:cubicBezTo>
                <a:close/>
                <a:moveTo>
                  <a:pt x="761633" y="39869"/>
                </a:moveTo>
                <a:lnTo>
                  <a:pt x="750868" y="39869"/>
                </a:lnTo>
                <a:lnTo>
                  <a:pt x="750868" y="32692"/>
                </a:lnTo>
                <a:lnTo>
                  <a:pt x="761633" y="32692"/>
                </a:lnTo>
                <a:lnTo>
                  <a:pt x="761633" y="10765"/>
                </a:lnTo>
                <a:lnTo>
                  <a:pt x="773926" y="10765"/>
                </a:lnTo>
                <a:lnTo>
                  <a:pt x="773926" y="32692"/>
                </a:lnTo>
                <a:lnTo>
                  <a:pt x="796916" y="32692"/>
                </a:lnTo>
                <a:lnTo>
                  <a:pt x="796916" y="39869"/>
                </a:lnTo>
                <a:lnTo>
                  <a:pt x="773926" y="39869"/>
                </a:lnTo>
                <a:lnTo>
                  <a:pt x="773926" y="84721"/>
                </a:lnTo>
                <a:cubicBezTo>
                  <a:pt x="773926" y="90701"/>
                  <a:pt x="774501" y="94533"/>
                  <a:pt x="775653" y="96216"/>
                </a:cubicBezTo>
                <a:cubicBezTo>
                  <a:pt x="776805" y="97900"/>
                  <a:pt x="778931" y="98741"/>
                  <a:pt x="782032" y="98741"/>
                </a:cubicBezTo>
                <a:cubicBezTo>
                  <a:pt x="785222" y="98741"/>
                  <a:pt x="787547" y="97800"/>
                  <a:pt x="789009" y="95917"/>
                </a:cubicBezTo>
                <a:cubicBezTo>
                  <a:pt x="790471" y="94035"/>
                  <a:pt x="791246" y="90989"/>
                  <a:pt x="791335" y="86781"/>
                </a:cubicBezTo>
                <a:lnTo>
                  <a:pt x="800571" y="86781"/>
                </a:lnTo>
                <a:cubicBezTo>
                  <a:pt x="800217" y="93228"/>
                  <a:pt x="798467" y="97941"/>
                  <a:pt x="795322" y="100920"/>
                </a:cubicBezTo>
                <a:cubicBezTo>
                  <a:pt x="792177" y="103897"/>
                  <a:pt x="787392" y="105386"/>
                  <a:pt x="780969" y="105386"/>
                </a:cubicBezTo>
                <a:cubicBezTo>
                  <a:pt x="773926" y="105386"/>
                  <a:pt x="768942" y="103820"/>
                  <a:pt x="766018" y="100687"/>
                </a:cubicBezTo>
                <a:cubicBezTo>
                  <a:pt x="763095" y="97553"/>
                  <a:pt x="761633" y="92231"/>
                  <a:pt x="761633" y="84721"/>
                </a:cubicBezTo>
                <a:lnTo>
                  <a:pt x="761633" y="39869"/>
                </a:lnTo>
                <a:close/>
                <a:moveTo>
                  <a:pt x="806964" y="103393"/>
                </a:moveTo>
                <a:lnTo>
                  <a:pt x="806964" y="96349"/>
                </a:lnTo>
                <a:lnTo>
                  <a:pt x="817994" y="96349"/>
                </a:lnTo>
                <a:lnTo>
                  <a:pt x="817994" y="7043"/>
                </a:lnTo>
                <a:lnTo>
                  <a:pt x="806299" y="7043"/>
                </a:lnTo>
                <a:lnTo>
                  <a:pt x="806299" y="0"/>
                </a:lnTo>
                <a:lnTo>
                  <a:pt x="830220" y="0"/>
                </a:lnTo>
                <a:lnTo>
                  <a:pt x="830220" y="45317"/>
                </a:lnTo>
                <a:cubicBezTo>
                  <a:pt x="832480" y="40533"/>
                  <a:pt x="835414" y="36923"/>
                  <a:pt x="839025" y="34486"/>
                </a:cubicBezTo>
                <a:cubicBezTo>
                  <a:pt x="842635" y="32050"/>
                  <a:pt x="846832" y="30832"/>
                  <a:pt x="851616" y="30832"/>
                </a:cubicBezTo>
                <a:cubicBezTo>
                  <a:pt x="859413" y="30832"/>
                  <a:pt x="865150" y="33069"/>
                  <a:pt x="868826" y="37543"/>
                </a:cubicBezTo>
                <a:cubicBezTo>
                  <a:pt x="872503" y="42017"/>
                  <a:pt x="874342" y="48994"/>
                  <a:pt x="874342" y="58474"/>
                </a:cubicBezTo>
                <a:lnTo>
                  <a:pt x="874342" y="96349"/>
                </a:lnTo>
                <a:lnTo>
                  <a:pt x="885239" y="96349"/>
                </a:lnTo>
                <a:lnTo>
                  <a:pt x="885239" y="103393"/>
                </a:lnTo>
                <a:lnTo>
                  <a:pt x="851484" y="103393"/>
                </a:lnTo>
                <a:lnTo>
                  <a:pt x="851484" y="96349"/>
                </a:lnTo>
                <a:lnTo>
                  <a:pt x="862049" y="96349"/>
                </a:lnTo>
                <a:lnTo>
                  <a:pt x="862049" y="62328"/>
                </a:lnTo>
                <a:cubicBezTo>
                  <a:pt x="862049" y="53690"/>
                  <a:pt x="860997" y="47787"/>
                  <a:pt x="858893" y="44620"/>
                </a:cubicBezTo>
                <a:cubicBezTo>
                  <a:pt x="856788" y="41452"/>
                  <a:pt x="853034" y="39869"/>
                  <a:pt x="847630" y="39869"/>
                </a:cubicBezTo>
                <a:cubicBezTo>
                  <a:pt x="841959" y="39869"/>
                  <a:pt x="837640" y="41929"/>
                  <a:pt x="834672" y="46048"/>
                </a:cubicBezTo>
                <a:cubicBezTo>
                  <a:pt x="831704" y="50168"/>
                  <a:pt x="830220" y="56171"/>
                  <a:pt x="830220" y="64056"/>
                </a:cubicBezTo>
                <a:lnTo>
                  <a:pt x="830220" y="96349"/>
                </a:lnTo>
                <a:lnTo>
                  <a:pt x="840852" y="96349"/>
                </a:lnTo>
                <a:lnTo>
                  <a:pt x="840852" y="103393"/>
                </a:lnTo>
                <a:lnTo>
                  <a:pt x="806964" y="1033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4D4D0-81A0-4D8E-824F-A6B870F1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081" y="3552579"/>
            <a:ext cx="1020366" cy="417494"/>
          </a:xfrm>
          <a:custGeom xmlns:a="http://schemas.openxmlformats.org/drawingml/2006/main">
            <a:pathLst>
              <a:path w="1020366" h="417494">
                <a:moveTo>
                  <a:pt x="510446" y="417494"/>
                </a:moveTo>
                <a:lnTo>
                  <a:pt x="38007" y="417494"/>
                </a:lnTo>
                <a:cubicBezTo>
                  <a:pt x="16956" y="417494"/>
                  <a:pt x="0" y="400556"/>
                  <a:pt x="0" y="379488"/>
                </a:cubicBezTo>
                <a:lnTo>
                  <a:pt x="0" y="38007"/>
                </a:lnTo>
                <a:cubicBezTo>
                  <a:pt x="0" y="16956"/>
                  <a:pt x="16956" y="0"/>
                  <a:pt x="38007" y="0"/>
                </a:cubicBezTo>
                <a:lnTo>
                  <a:pt x="982360" y="0"/>
                </a:lnTo>
                <a:cubicBezTo>
                  <a:pt x="1003410" y="0"/>
                  <a:pt x="1020366" y="16956"/>
                  <a:pt x="1020366" y="38007"/>
                </a:cubicBezTo>
                <a:lnTo>
                  <a:pt x="1020366" y="379488"/>
                </a:lnTo>
                <a:cubicBezTo>
                  <a:pt x="1020366" y="400556"/>
                  <a:pt x="1003410" y="417494"/>
                  <a:pt x="982360" y="417494"/>
                </a:cubicBezTo>
                <a:lnTo>
                  <a:pt x="510446" y="417494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89">
            <a:extLst xmlns:a="http://schemas.openxmlformats.org/drawingml/2006/main">
              <a:ext uri="{FF2B5EF4-FFF2-40B4-BE49-F238E27FC236}">
                <a16:creationId xmlns:a16="http://schemas.microsoft.com/office/drawing/2014/main" id="{EDC0A083-E68B-41E8-A931-181BE792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66" y="3636168"/>
            <a:ext cx="212974" cy="126316"/>
          </a:xfrm>
          <a:custGeom xmlns:a="http://schemas.openxmlformats.org/drawingml/2006/main">
            <a:pathLst>
              <a:path w="212974" h="126316">
                <a:moveTo>
                  <a:pt x="68944" y="59124"/>
                </a:moveTo>
                <a:cubicBezTo>
                  <a:pt x="78615" y="60701"/>
                  <a:pt x="85963" y="64262"/>
                  <a:pt x="90988" y="69807"/>
                </a:cubicBezTo>
                <a:cubicBezTo>
                  <a:pt x="96014" y="75352"/>
                  <a:pt x="98526" y="82610"/>
                  <a:pt x="98526" y="91579"/>
                </a:cubicBezTo>
                <a:cubicBezTo>
                  <a:pt x="98526" y="102778"/>
                  <a:pt x="94302" y="111367"/>
                  <a:pt x="85854" y="117346"/>
                </a:cubicBezTo>
                <a:cubicBezTo>
                  <a:pt x="77406" y="123326"/>
                  <a:pt x="65222" y="126316"/>
                  <a:pt x="49304" y="126316"/>
                </a:cubicBezTo>
                <a:cubicBezTo>
                  <a:pt x="33385" y="126316"/>
                  <a:pt x="21188" y="123326"/>
                  <a:pt x="12713" y="117346"/>
                </a:cubicBezTo>
                <a:cubicBezTo>
                  <a:pt x="4238" y="111367"/>
                  <a:pt x="0" y="102778"/>
                  <a:pt x="0" y="91579"/>
                </a:cubicBezTo>
                <a:cubicBezTo>
                  <a:pt x="0" y="82610"/>
                  <a:pt x="2526" y="75352"/>
                  <a:pt x="7579" y="69807"/>
                </a:cubicBezTo>
                <a:cubicBezTo>
                  <a:pt x="12632" y="64262"/>
                  <a:pt x="19966" y="60701"/>
                  <a:pt x="29582" y="59124"/>
                </a:cubicBezTo>
                <a:cubicBezTo>
                  <a:pt x="21053" y="57166"/>
                  <a:pt x="14669" y="53891"/>
                  <a:pt x="10431" y="49296"/>
                </a:cubicBezTo>
                <a:cubicBezTo>
                  <a:pt x="6194" y="44702"/>
                  <a:pt x="4075" y="38872"/>
                  <a:pt x="4075" y="31806"/>
                </a:cubicBezTo>
                <a:cubicBezTo>
                  <a:pt x="4075" y="21475"/>
                  <a:pt x="7932" y="13591"/>
                  <a:pt x="15647" y="8154"/>
                </a:cubicBezTo>
                <a:cubicBezTo>
                  <a:pt x="23362" y="2718"/>
                  <a:pt x="34581" y="0"/>
                  <a:pt x="49304" y="0"/>
                </a:cubicBezTo>
                <a:cubicBezTo>
                  <a:pt x="63973" y="0"/>
                  <a:pt x="75178" y="2718"/>
                  <a:pt x="82920" y="8154"/>
                </a:cubicBezTo>
                <a:cubicBezTo>
                  <a:pt x="90662" y="13591"/>
                  <a:pt x="94533" y="21475"/>
                  <a:pt x="94533" y="31806"/>
                </a:cubicBezTo>
                <a:cubicBezTo>
                  <a:pt x="94533" y="38872"/>
                  <a:pt x="92401" y="44702"/>
                  <a:pt x="88136" y="49296"/>
                </a:cubicBezTo>
                <a:cubicBezTo>
                  <a:pt x="83871" y="53891"/>
                  <a:pt x="77474" y="57166"/>
                  <a:pt x="68944" y="59124"/>
                </a:cubicBezTo>
                <a:moveTo>
                  <a:pt x="62995" y="32149"/>
                </a:moveTo>
                <a:cubicBezTo>
                  <a:pt x="62995" y="23581"/>
                  <a:pt x="61963" y="17683"/>
                  <a:pt x="59898" y="14458"/>
                </a:cubicBezTo>
                <a:cubicBezTo>
                  <a:pt x="57834" y="11230"/>
                  <a:pt x="54302" y="9616"/>
                  <a:pt x="49304" y="9616"/>
                </a:cubicBezTo>
                <a:cubicBezTo>
                  <a:pt x="44251" y="9616"/>
                  <a:pt x="40706" y="11230"/>
                  <a:pt x="38669" y="14458"/>
                </a:cubicBezTo>
                <a:cubicBezTo>
                  <a:pt x="36632" y="17683"/>
                  <a:pt x="35613" y="23581"/>
                  <a:pt x="35613" y="32149"/>
                </a:cubicBezTo>
                <a:cubicBezTo>
                  <a:pt x="35613" y="40664"/>
                  <a:pt x="36632" y="46508"/>
                  <a:pt x="38669" y="49681"/>
                </a:cubicBezTo>
                <a:cubicBezTo>
                  <a:pt x="40706" y="52852"/>
                  <a:pt x="44251" y="54438"/>
                  <a:pt x="49304" y="54438"/>
                </a:cubicBezTo>
                <a:cubicBezTo>
                  <a:pt x="54357" y="54438"/>
                  <a:pt x="57902" y="52852"/>
                  <a:pt x="59939" y="49681"/>
                </a:cubicBezTo>
                <a:cubicBezTo>
                  <a:pt x="61976" y="46508"/>
                  <a:pt x="62995" y="40664"/>
                  <a:pt x="62995" y="32149"/>
                </a:cubicBezTo>
                <a:moveTo>
                  <a:pt x="66173" y="90173"/>
                </a:moveTo>
                <a:cubicBezTo>
                  <a:pt x="66173" y="80246"/>
                  <a:pt x="64910" y="73412"/>
                  <a:pt x="62384" y="69670"/>
                </a:cubicBezTo>
                <a:cubicBezTo>
                  <a:pt x="59857" y="65926"/>
                  <a:pt x="55497" y="64054"/>
                  <a:pt x="49304" y="64054"/>
                </a:cubicBezTo>
                <a:cubicBezTo>
                  <a:pt x="43056" y="64054"/>
                  <a:pt x="38683" y="65926"/>
                  <a:pt x="36183" y="69670"/>
                </a:cubicBezTo>
                <a:cubicBezTo>
                  <a:pt x="33684" y="73412"/>
                  <a:pt x="32435" y="80246"/>
                  <a:pt x="32435" y="90173"/>
                </a:cubicBezTo>
                <a:cubicBezTo>
                  <a:pt x="32435" y="100209"/>
                  <a:pt x="33698" y="107139"/>
                  <a:pt x="36224" y="110964"/>
                </a:cubicBezTo>
                <a:cubicBezTo>
                  <a:pt x="38750" y="114788"/>
                  <a:pt x="43110" y="116700"/>
                  <a:pt x="49304" y="116700"/>
                </a:cubicBezTo>
                <a:cubicBezTo>
                  <a:pt x="55443" y="116700"/>
                  <a:pt x="59789" y="114788"/>
                  <a:pt x="62343" y="110964"/>
                </a:cubicBezTo>
                <a:cubicBezTo>
                  <a:pt x="64896" y="107139"/>
                  <a:pt x="66173" y="100209"/>
                  <a:pt x="66173" y="90173"/>
                </a:cubicBezTo>
                <a:close/>
                <a:moveTo>
                  <a:pt x="164240" y="9616"/>
                </a:moveTo>
                <a:cubicBezTo>
                  <a:pt x="158644" y="9616"/>
                  <a:pt x="154665" y="11987"/>
                  <a:pt x="152302" y="16729"/>
                </a:cubicBezTo>
                <a:cubicBezTo>
                  <a:pt x="149938" y="21471"/>
                  <a:pt x="148757" y="29694"/>
                  <a:pt x="148757" y="41399"/>
                </a:cubicBezTo>
                <a:cubicBezTo>
                  <a:pt x="148757" y="53104"/>
                  <a:pt x="149938" y="61327"/>
                  <a:pt x="152302" y="66069"/>
                </a:cubicBezTo>
                <a:cubicBezTo>
                  <a:pt x="154665" y="70811"/>
                  <a:pt x="158644" y="73182"/>
                  <a:pt x="164240" y="73182"/>
                </a:cubicBezTo>
                <a:cubicBezTo>
                  <a:pt x="169836" y="73182"/>
                  <a:pt x="173830" y="70811"/>
                  <a:pt x="176220" y="66069"/>
                </a:cubicBezTo>
                <a:cubicBezTo>
                  <a:pt x="178611" y="61327"/>
                  <a:pt x="179806" y="53104"/>
                  <a:pt x="179806" y="41399"/>
                </a:cubicBezTo>
                <a:cubicBezTo>
                  <a:pt x="179806" y="29694"/>
                  <a:pt x="178611" y="21471"/>
                  <a:pt x="176220" y="16729"/>
                </a:cubicBezTo>
                <a:cubicBezTo>
                  <a:pt x="173830" y="11987"/>
                  <a:pt x="169836" y="9616"/>
                  <a:pt x="164240" y="9616"/>
                </a:cubicBezTo>
                <a:moveTo>
                  <a:pt x="182414" y="74249"/>
                </a:moveTo>
                <a:cubicBezTo>
                  <a:pt x="178828" y="77152"/>
                  <a:pt x="174848" y="79330"/>
                  <a:pt x="170475" y="80784"/>
                </a:cubicBezTo>
                <a:cubicBezTo>
                  <a:pt x="166101" y="82235"/>
                  <a:pt x="161361" y="82961"/>
                  <a:pt x="156254" y="82961"/>
                </a:cubicBezTo>
                <a:cubicBezTo>
                  <a:pt x="143867" y="82961"/>
                  <a:pt x="134128" y="79334"/>
                  <a:pt x="127038" y="72082"/>
                </a:cubicBezTo>
                <a:cubicBezTo>
                  <a:pt x="119948" y="64829"/>
                  <a:pt x="116403" y="54818"/>
                  <a:pt x="116403" y="42051"/>
                </a:cubicBezTo>
                <a:cubicBezTo>
                  <a:pt x="116403" y="28577"/>
                  <a:pt x="120369" y="18200"/>
                  <a:pt x="128302" y="10920"/>
                </a:cubicBezTo>
                <a:cubicBezTo>
                  <a:pt x="136234" y="3640"/>
                  <a:pt x="147561" y="0"/>
                  <a:pt x="162285" y="0"/>
                </a:cubicBezTo>
                <a:cubicBezTo>
                  <a:pt x="178909" y="0"/>
                  <a:pt x="191514" y="5029"/>
                  <a:pt x="200098" y="15087"/>
                </a:cubicBezTo>
                <a:cubicBezTo>
                  <a:pt x="208682" y="25144"/>
                  <a:pt x="212974" y="39877"/>
                  <a:pt x="212974" y="59284"/>
                </a:cubicBezTo>
                <a:cubicBezTo>
                  <a:pt x="212974" y="81410"/>
                  <a:pt x="208220" y="98114"/>
                  <a:pt x="198712" y="109396"/>
                </a:cubicBezTo>
                <a:cubicBezTo>
                  <a:pt x="189205" y="120676"/>
                  <a:pt x="175106" y="126316"/>
                  <a:pt x="156417" y="126316"/>
                </a:cubicBezTo>
                <a:cubicBezTo>
                  <a:pt x="151527" y="126316"/>
                  <a:pt x="146285" y="125908"/>
                  <a:pt x="140689" y="125093"/>
                </a:cubicBezTo>
                <a:cubicBezTo>
                  <a:pt x="135093" y="124278"/>
                  <a:pt x="129089" y="123056"/>
                  <a:pt x="122678" y="121426"/>
                </a:cubicBezTo>
                <a:lnTo>
                  <a:pt x="122678" y="99749"/>
                </a:lnTo>
                <a:lnTo>
                  <a:pt x="132539" y="99749"/>
                </a:lnTo>
                <a:cubicBezTo>
                  <a:pt x="133897" y="105318"/>
                  <a:pt x="136465" y="109535"/>
                  <a:pt x="140240" y="112401"/>
                </a:cubicBezTo>
                <a:cubicBezTo>
                  <a:pt x="144016" y="115267"/>
                  <a:pt x="148920" y="116700"/>
                  <a:pt x="154950" y="116700"/>
                </a:cubicBezTo>
                <a:cubicBezTo>
                  <a:pt x="164512" y="116700"/>
                  <a:pt x="171466" y="113366"/>
                  <a:pt x="175813" y="106699"/>
                </a:cubicBezTo>
                <a:cubicBezTo>
                  <a:pt x="180159" y="100031"/>
                  <a:pt x="182359" y="89215"/>
                  <a:pt x="182414" y="742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BothSources">
            <a:extLst xmlns:a="http://schemas.openxmlformats.org/drawingml/2006/main">
              <a:ext uri="{FF2B5EF4-FFF2-40B4-BE49-F238E27FC236}">
                <a16:creationId xmlns:a16="http://schemas.microsoft.com/office/drawing/2014/main" id="{3A489B8D-237D-4CAC-AFE3-6A7A0228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408" y="3828674"/>
            <a:ext cx="904249" cy="105386"/>
          </a:xfrm>
          <a:custGeom xmlns:a="http://schemas.openxmlformats.org/drawingml/2006/main">
            <a:pathLst>
              <a:path w="904249" h="105386">
                <a:moveTo>
                  <a:pt x="26114" y="96349"/>
                </a:moveTo>
                <a:lnTo>
                  <a:pt x="45982" y="96349"/>
                </a:lnTo>
                <a:cubicBezTo>
                  <a:pt x="53956" y="96349"/>
                  <a:pt x="59781" y="94622"/>
                  <a:pt x="63458" y="91166"/>
                </a:cubicBezTo>
                <a:cubicBezTo>
                  <a:pt x="67134" y="87711"/>
                  <a:pt x="68973" y="82218"/>
                  <a:pt x="68973" y="74687"/>
                </a:cubicBezTo>
                <a:cubicBezTo>
                  <a:pt x="68973" y="67201"/>
                  <a:pt x="67146" y="61741"/>
                  <a:pt x="63491" y="58308"/>
                </a:cubicBezTo>
                <a:cubicBezTo>
                  <a:pt x="59836" y="54875"/>
                  <a:pt x="54000" y="53158"/>
                  <a:pt x="45982" y="53158"/>
                </a:cubicBezTo>
                <a:lnTo>
                  <a:pt x="26114" y="53158"/>
                </a:lnTo>
                <a:lnTo>
                  <a:pt x="26114" y="96349"/>
                </a:lnTo>
                <a:moveTo>
                  <a:pt x="26114" y="46115"/>
                </a:moveTo>
                <a:lnTo>
                  <a:pt x="42992" y="46115"/>
                </a:lnTo>
                <a:cubicBezTo>
                  <a:pt x="50257" y="46115"/>
                  <a:pt x="55561" y="44719"/>
                  <a:pt x="58906" y="41929"/>
                </a:cubicBezTo>
                <a:cubicBezTo>
                  <a:pt x="62251" y="39138"/>
                  <a:pt x="63923" y="34730"/>
                  <a:pt x="63923" y="28705"/>
                </a:cubicBezTo>
                <a:cubicBezTo>
                  <a:pt x="63923" y="22637"/>
                  <a:pt x="62251" y="18218"/>
                  <a:pt x="58906" y="15449"/>
                </a:cubicBezTo>
                <a:cubicBezTo>
                  <a:pt x="55561" y="12680"/>
                  <a:pt x="50257" y="11296"/>
                  <a:pt x="42992" y="11296"/>
                </a:cubicBezTo>
                <a:lnTo>
                  <a:pt x="26114" y="11296"/>
                </a:lnTo>
                <a:lnTo>
                  <a:pt x="26114" y="46115"/>
                </a:lnTo>
                <a:moveTo>
                  <a:pt x="0" y="103393"/>
                </a:moveTo>
                <a:lnTo>
                  <a:pt x="0" y="96349"/>
                </a:lnTo>
                <a:lnTo>
                  <a:pt x="12625" y="96349"/>
                </a:lnTo>
                <a:lnTo>
                  <a:pt x="12625" y="11296"/>
                </a:lnTo>
                <a:lnTo>
                  <a:pt x="0" y="11296"/>
                </a:lnTo>
                <a:lnTo>
                  <a:pt x="0" y="4120"/>
                </a:lnTo>
                <a:lnTo>
                  <a:pt x="48972" y="4120"/>
                </a:lnTo>
                <a:cubicBezTo>
                  <a:pt x="58983" y="4120"/>
                  <a:pt x="66525" y="6172"/>
                  <a:pt x="71598" y="10277"/>
                </a:cubicBezTo>
                <a:cubicBezTo>
                  <a:pt x="76670" y="14380"/>
                  <a:pt x="79206" y="20512"/>
                  <a:pt x="79206" y="28674"/>
                </a:cubicBezTo>
                <a:cubicBezTo>
                  <a:pt x="79206" y="34576"/>
                  <a:pt x="77445" y="39279"/>
                  <a:pt x="73923" y="42784"/>
                </a:cubicBezTo>
                <a:cubicBezTo>
                  <a:pt x="70401" y="46288"/>
                  <a:pt x="65252" y="48439"/>
                  <a:pt x="58474" y="49238"/>
                </a:cubicBezTo>
                <a:cubicBezTo>
                  <a:pt x="66891" y="50301"/>
                  <a:pt x="73281" y="52992"/>
                  <a:pt x="77644" y="57311"/>
                </a:cubicBezTo>
                <a:cubicBezTo>
                  <a:pt x="82008" y="61630"/>
                  <a:pt x="84189" y="67422"/>
                  <a:pt x="84189" y="74687"/>
                </a:cubicBezTo>
                <a:cubicBezTo>
                  <a:pt x="84189" y="84522"/>
                  <a:pt x="81088" y="91764"/>
                  <a:pt x="74887" y="96416"/>
                </a:cubicBezTo>
                <a:cubicBezTo>
                  <a:pt x="68685" y="101067"/>
                  <a:pt x="59006" y="103393"/>
                  <a:pt x="45849" y="103393"/>
                </a:cubicBezTo>
                <a:lnTo>
                  <a:pt x="0" y="103393"/>
                </a:lnTo>
                <a:close/>
                <a:moveTo>
                  <a:pt x="133174" y="98741"/>
                </a:moveTo>
                <a:cubicBezTo>
                  <a:pt x="139730" y="98741"/>
                  <a:pt x="144680" y="96153"/>
                  <a:pt x="148025" y="90975"/>
                </a:cubicBezTo>
                <a:cubicBezTo>
                  <a:pt x="151369" y="85798"/>
                  <a:pt x="153042" y="78165"/>
                  <a:pt x="153042" y="68076"/>
                </a:cubicBezTo>
                <a:cubicBezTo>
                  <a:pt x="153042" y="57987"/>
                  <a:pt x="151369" y="50365"/>
                  <a:pt x="148025" y="45209"/>
                </a:cubicBezTo>
                <a:cubicBezTo>
                  <a:pt x="144680" y="40054"/>
                  <a:pt x="139730" y="37477"/>
                  <a:pt x="133174" y="37477"/>
                </a:cubicBezTo>
                <a:cubicBezTo>
                  <a:pt x="126618" y="37477"/>
                  <a:pt x="121667" y="40054"/>
                  <a:pt x="118323" y="45209"/>
                </a:cubicBezTo>
                <a:cubicBezTo>
                  <a:pt x="114978" y="50365"/>
                  <a:pt x="113306" y="57987"/>
                  <a:pt x="113306" y="68076"/>
                </a:cubicBezTo>
                <a:cubicBezTo>
                  <a:pt x="113306" y="78165"/>
                  <a:pt x="114989" y="85798"/>
                  <a:pt x="118356" y="90975"/>
                </a:cubicBezTo>
                <a:cubicBezTo>
                  <a:pt x="121723" y="96153"/>
                  <a:pt x="126662" y="98741"/>
                  <a:pt x="133174" y="98741"/>
                </a:cubicBezTo>
                <a:moveTo>
                  <a:pt x="133174" y="105386"/>
                </a:moveTo>
                <a:cubicBezTo>
                  <a:pt x="122896" y="105386"/>
                  <a:pt x="114635" y="101984"/>
                  <a:pt x="108389" y="95178"/>
                </a:cubicBezTo>
                <a:cubicBezTo>
                  <a:pt x="102143" y="88371"/>
                  <a:pt x="99020" y="79337"/>
                  <a:pt x="99020" y="68076"/>
                </a:cubicBezTo>
                <a:cubicBezTo>
                  <a:pt x="99020" y="56814"/>
                  <a:pt x="102132" y="47792"/>
                  <a:pt x="108355" y="41009"/>
                </a:cubicBezTo>
                <a:cubicBezTo>
                  <a:pt x="114579" y="34224"/>
                  <a:pt x="122852" y="30832"/>
                  <a:pt x="133174" y="30832"/>
                </a:cubicBezTo>
                <a:cubicBezTo>
                  <a:pt x="143495" y="30832"/>
                  <a:pt x="151768" y="34224"/>
                  <a:pt x="157992" y="41009"/>
                </a:cubicBezTo>
                <a:cubicBezTo>
                  <a:pt x="164216" y="47792"/>
                  <a:pt x="167328" y="56814"/>
                  <a:pt x="167328" y="68076"/>
                </a:cubicBezTo>
                <a:cubicBezTo>
                  <a:pt x="167328" y="79337"/>
                  <a:pt x="164216" y="88371"/>
                  <a:pt x="157992" y="95178"/>
                </a:cubicBezTo>
                <a:cubicBezTo>
                  <a:pt x="151768" y="101984"/>
                  <a:pt x="143495" y="105386"/>
                  <a:pt x="133174" y="105386"/>
                </a:cubicBezTo>
                <a:close/>
                <a:moveTo>
                  <a:pt x="188578" y="39869"/>
                </a:moveTo>
                <a:lnTo>
                  <a:pt x="177813" y="39869"/>
                </a:lnTo>
                <a:lnTo>
                  <a:pt x="177813" y="32692"/>
                </a:lnTo>
                <a:lnTo>
                  <a:pt x="188578" y="32692"/>
                </a:lnTo>
                <a:lnTo>
                  <a:pt x="188578" y="10765"/>
                </a:lnTo>
                <a:lnTo>
                  <a:pt x="200870" y="10765"/>
                </a:lnTo>
                <a:lnTo>
                  <a:pt x="200870" y="32692"/>
                </a:lnTo>
                <a:lnTo>
                  <a:pt x="223861" y="32692"/>
                </a:lnTo>
                <a:lnTo>
                  <a:pt x="223861" y="39869"/>
                </a:lnTo>
                <a:lnTo>
                  <a:pt x="200870" y="39869"/>
                </a:lnTo>
                <a:lnTo>
                  <a:pt x="200870" y="84721"/>
                </a:lnTo>
                <a:cubicBezTo>
                  <a:pt x="200870" y="90701"/>
                  <a:pt x="201446" y="94533"/>
                  <a:pt x="202598" y="96216"/>
                </a:cubicBezTo>
                <a:cubicBezTo>
                  <a:pt x="203750" y="97900"/>
                  <a:pt x="205876" y="98741"/>
                  <a:pt x="208977" y="98741"/>
                </a:cubicBezTo>
                <a:cubicBezTo>
                  <a:pt x="212167" y="98741"/>
                  <a:pt x="214492" y="97800"/>
                  <a:pt x="215954" y="95917"/>
                </a:cubicBezTo>
                <a:cubicBezTo>
                  <a:pt x="217416" y="94035"/>
                  <a:pt x="218191" y="90989"/>
                  <a:pt x="218280" y="86781"/>
                </a:cubicBezTo>
                <a:lnTo>
                  <a:pt x="227516" y="86781"/>
                </a:lnTo>
                <a:cubicBezTo>
                  <a:pt x="227162" y="93228"/>
                  <a:pt x="225412" y="97941"/>
                  <a:pt x="222267" y="100920"/>
                </a:cubicBezTo>
                <a:cubicBezTo>
                  <a:pt x="219121" y="103897"/>
                  <a:pt x="214337" y="105386"/>
                  <a:pt x="207914" y="105386"/>
                </a:cubicBezTo>
                <a:cubicBezTo>
                  <a:pt x="200870" y="105386"/>
                  <a:pt x="195887" y="103820"/>
                  <a:pt x="192963" y="100687"/>
                </a:cubicBezTo>
                <a:cubicBezTo>
                  <a:pt x="190039" y="97553"/>
                  <a:pt x="188578" y="92231"/>
                  <a:pt x="188578" y="84721"/>
                </a:cubicBezTo>
                <a:lnTo>
                  <a:pt x="188578" y="39869"/>
                </a:lnTo>
                <a:close/>
                <a:moveTo>
                  <a:pt x="233909" y="103393"/>
                </a:moveTo>
                <a:lnTo>
                  <a:pt x="233909" y="96349"/>
                </a:lnTo>
                <a:lnTo>
                  <a:pt x="244939" y="96349"/>
                </a:lnTo>
                <a:lnTo>
                  <a:pt x="244939" y="7043"/>
                </a:lnTo>
                <a:lnTo>
                  <a:pt x="233244" y="7043"/>
                </a:lnTo>
                <a:lnTo>
                  <a:pt x="233244" y="0"/>
                </a:lnTo>
                <a:lnTo>
                  <a:pt x="257166" y="0"/>
                </a:lnTo>
                <a:lnTo>
                  <a:pt x="257166" y="45317"/>
                </a:lnTo>
                <a:cubicBezTo>
                  <a:pt x="259425" y="40533"/>
                  <a:pt x="262360" y="36923"/>
                  <a:pt x="265970" y="34486"/>
                </a:cubicBezTo>
                <a:cubicBezTo>
                  <a:pt x="269580" y="32050"/>
                  <a:pt x="273777" y="30832"/>
                  <a:pt x="278562" y="30832"/>
                </a:cubicBezTo>
                <a:cubicBezTo>
                  <a:pt x="286358" y="30832"/>
                  <a:pt x="292095" y="33069"/>
                  <a:pt x="295772" y="37543"/>
                </a:cubicBezTo>
                <a:cubicBezTo>
                  <a:pt x="299448" y="42017"/>
                  <a:pt x="301287" y="48994"/>
                  <a:pt x="301287" y="58474"/>
                </a:cubicBezTo>
                <a:lnTo>
                  <a:pt x="301287" y="96349"/>
                </a:lnTo>
                <a:lnTo>
                  <a:pt x="312184" y="96349"/>
                </a:lnTo>
                <a:lnTo>
                  <a:pt x="312184" y="103393"/>
                </a:lnTo>
                <a:lnTo>
                  <a:pt x="278429" y="103393"/>
                </a:lnTo>
                <a:lnTo>
                  <a:pt x="278429" y="96349"/>
                </a:lnTo>
                <a:lnTo>
                  <a:pt x="288994" y="96349"/>
                </a:lnTo>
                <a:lnTo>
                  <a:pt x="288994" y="62328"/>
                </a:lnTo>
                <a:cubicBezTo>
                  <a:pt x="288994" y="53690"/>
                  <a:pt x="287942" y="47787"/>
                  <a:pt x="285838" y="44620"/>
                </a:cubicBezTo>
                <a:cubicBezTo>
                  <a:pt x="283734" y="41452"/>
                  <a:pt x="279979" y="39869"/>
                  <a:pt x="274575" y="39869"/>
                </a:cubicBezTo>
                <a:cubicBezTo>
                  <a:pt x="268905" y="39869"/>
                  <a:pt x="264586" y="41929"/>
                  <a:pt x="261618" y="46048"/>
                </a:cubicBezTo>
                <a:cubicBezTo>
                  <a:pt x="258650" y="50168"/>
                  <a:pt x="257166" y="56171"/>
                  <a:pt x="257166" y="64056"/>
                </a:cubicBezTo>
                <a:lnTo>
                  <a:pt x="257166" y="96349"/>
                </a:lnTo>
                <a:lnTo>
                  <a:pt x="267797" y="96349"/>
                </a:lnTo>
                <a:lnTo>
                  <a:pt x="267797" y="103393"/>
                </a:lnTo>
                <a:lnTo>
                  <a:pt x="233909" y="103393"/>
                </a:lnTo>
                <a:close/>
                <a:moveTo>
                  <a:pt x="371458" y="98609"/>
                </a:moveTo>
                <a:lnTo>
                  <a:pt x="371458" y="76016"/>
                </a:lnTo>
                <a:lnTo>
                  <a:pt x="379099" y="76083"/>
                </a:lnTo>
                <a:cubicBezTo>
                  <a:pt x="379321" y="83613"/>
                  <a:pt x="381502" y="89184"/>
                  <a:pt x="385644" y="92794"/>
                </a:cubicBezTo>
                <a:cubicBezTo>
                  <a:pt x="389786" y="96405"/>
                  <a:pt x="396088" y="98210"/>
                  <a:pt x="404549" y="98210"/>
                </a:cubicBezTo>
                <a:cubicBezTo>
                  <a:pt x="412434" y="98210"/>
                  <a:pt x="418447" y="96648"/>
                  <a:pt x="422589" y="93525"/>
                </a:cubicBezTo>
                <a:cubicBezTo>
                  <a:pt x="426731" y="90402"/>
                  <a:pt x="428802" y="85851"/>
                  <a:pt x="428802" y="79870"/>
                </a:cubicBezTo>
                <a:cubicBezTo>
                  <a:pt x="428802" y="75086"/>
                  <a:pt x="427551" y="71409"/>
                  <a:pt x="425048" y="68840"/>
                </a:cubicBezTo>
                <a:cubicBezTo>
                  <a:pt x="422545" y="66271"/>
                  <a:pt x="417262" y="63768"/>
                  <a:pt x="409200" y="61331"/>
                </a:cubicBezTo>
                <a:lnTo>
                  <a:pt x="396110" y="57411"/>
                </a:lnTo>
                <a:cubicBezTo>
                  <a:pt x="386630" y="54531"/>
                  <a:pt x="379952" y="50943"/>
                  <a:pt x="376076" y="46646"/>
                </a:cubicBezTo>
                <a:cubicBezTo>
                  <a:pt x="372200" y="42349"/>
                  <a:pt x="370262" y="36458"/>
                  <a:pt x="370262" y="28971"/>
                </a:cubicBezTo>
                <a:cubicBezTo>
                  <a:pt x="370262" y="20555"/>
                  <a:pt x="373252" y="14020"/>
                  <a:pt x="379232" y="9369"/>
                </a:cubicBezTo>
                <a:cubicBezTo>
                  <a:pt x="385212" y="4718"/>
                  <a:pt x="393607" y="2392"/>
                  <a:pt x="404416" y="2392"/>
                </a:cubicBezTo>
                <a:cubicBezTo>
                  <a:pt x="409023" y="2392"/>
                  <a:pt x="414073" y="2890"/>
                  <a:pt x="419566" y="3887"/>
                </a:cubicBezTo>
                <a:cubicBezTo>
                  <a:pt x="425059" y="4884"/>
                  <a:pt x="430906" y="6335"/>
                  <a:pt x="437108" y="8240"/>
                </a:cubicBezTo>
                <a:lnTo>
                  <a:pt x="437108" y="29370"/>
                </a:lnTo>
                <a:lnTo>
                  <a:pt x="429600" y="29370"/>
                </a:lnTo>
                <a:cubicBezTo>
                  <a:pt x="428846" y="22394"/>
                  <a:pt x="426510" y="17350"/>
                  <a:pt x="422589" y="14239"/>
                </a:cubicBezTo>
                <a:cubicBezTo>
                  <a:pt x="418669" y="11125"/>
                  <a:pt x="412700" y="9568"/>
                  <a:pt x="404682" y="9568"/>
                </a:cubicBezTo>
                <a:cubicBezTo>
                  <a:pt x="397682" y="9568"/>
                  <a:pt x="392356" y="10994"/>
                  <a:pt x="388701" y="13846"/>
                </a:cubicBezTo>
                <a:cubicBezTo>
                  <a:pt x="385046" y="16698"/>
                  <a:pt x="383219" y="20843"/>
                  <a:pt x="383219" y="26282"/>
                </a:cubicBezTo>
                <a:cubicBezTo>
                  <a:pt x="383219" y="31014"/>
                  <a:pt x="384592" y="34729"/>
                  <a:pt x="387339" y="37427"/>
                </a:cubicBezTo>
                <a:cubicBezTo>
                  <a:pt x="390085" y="40123"/>
                  <a:pt x="395910" y="42798"/>
                  <a:pt x="404814" y="45450"/>
                </a:cubicBezTo>
                <a:lnTo>
                  <a:pt x="417107" y="49105"/>
                </a:lnTo>
                <a:cubicBezTo>
                  <a:pt x="426100" y="51810"/>
                  <a:pt x="432512" y="55258"/>
                  <a:pt x="436344" y="59450"/>
                </a:cubicBezTo>
                <a:cubicBezTo>
                  <a:pt x="440176" y="63640"/>
                  <a:pt x="442092" y="69261"/>
                  <a:pt x="442092" y="76313"/>
                </a:cubicBezTo>
                <a:cubicBezTo>
                  <a:pt x="442092" y="85938"/>
                  <a:pt x="439013" y="93190"/>
                  <a:pt x="432855" y="98069"/>
                </a:cubicBezTo>
                <a:cubicBezTo>
                  <a:pt x="426698" y="102947"/>
                  <a:pt x="417528" y="105386"/>
                  <a:pt x="405346" y="105386"/>
                </a:cubicBezTo>
                <a:cubicBezTo>
                  <a:pt x="399897" y="105386"/>
                  <a:pt x="394349" y="104827"/>
                  <a:pt x="388701" y="103708"/>
                </a:cubicBezTo>
                <a:cubicBezTo>
                  <a:pt x="383053" y="102590"/>
                  <a:pt x="377305" y="100890"/>
                  <a:pt x="371458" y="98609"/>
                </a:cubicBezTo>
                <a:close/>
                <a:moveTo>
                  <a:pt x="492302" y="98741"/>
                </a:moveTo>
                <a:cubicBezTo>
                  <a:pt x="498858" y="98741"/>
                  <a:pt x="503809" y="96153"/>
                  <a:pt x="507153" y="90975"/>
                </a:cubicBezTo>
                <a:cubicBezTo>
                  <a:pt x="510498" y="85798"/>
                  <a:pt x="512170" y="78165"/>
                  <a:pt x="512170" y="68076"/>
                </a:cubicBezTo>
                <a:cubicBezTo>
                  <a:pt x="512170" y="57987"/>
                  <a:pt x="510498" y="50365"/>
                  <a:pt x="507153" y="45209"/>
                </a:cubicBezTo>
                <a:cubicBezTo>
                  <a:pt x="503809" y="40054"/>
                  <a:pt x="498858" y="37477"/>
                  <a:pt x="492302" y="37477"/>
                </a:cubicBezTo>
                <a:cubicBezTo>
                  <a:pt x="485746" y="37477"/>
                  <a:pt x="480796" y="40054"/>
                  <a:pt x="477451" y="45209"/>
                </a:cubicBezTo>
                <a:cubicBezTo>
                  <a:pt x="474107" y="50365"/>
                  <a:pt x="472434" y="57987"/>
                  <a:pt x="472434" y="68076"/>
                </a:cubicBezTo>
                <a:cubicBezTo>
                  <a:pt x="472434" y="78165"/>
                  <a:pt x="474118" y="85798"/>
                  <a:pt x="477484" y="90975"/>
                </a:cubicBezTo>
                <a:cubicBezTo>
                  <a:pt x="480851" y="96153"/>
                  <a:pt x="485790" y="98741"/>
                  <a:pt x="492302" y="98741"/>
                </a:cubicBezTo>
                <a:moveTo>
                  <a:pt x="492302" y="105386"/>
                </a:moveTo>
                <a:cubicBezTo>
                  <a:pt x="482025" y="105386"/>
                  <a:pt x="473763" y="101984"/>
                  <a:pt x="467517" y="95178"/>
                </a:cubicBezTo>
                <a:cubicBezTo>
                  <a:pt x="461271" y="88371"/>
                  <a:pt x="458148" y="79337"/>
                  <a:pt x="458148" y="68076"/>
                </a:cubicBezTo>
                <a:cubicBezTo>
                  <a:pt x="458148" y="56814"/>
                  <a:pt x="461260" y="47792"/>
                  <a:pt x="467484" y="41009"/>
                </a:cubicBezTo>
                <a:cubicBezTo>
                  <a:pt x="473708" y="34224"/>
                  <a:pt x="481981" y="30832"/>
                  <a:pt x="492302" y="30832"/>
                </a:cubicBezTo>
                <a:cubicBezTo>
                  <a:pt x="502624" y="30832"/>
                  <a:pt x="510897" y="34224"/>
                  <a:pt x="517121" y="41009"/>
                </a:cubicBezTo>
                <a:cubicBezTo>
                  <a:pt x="523345" y="47792"/>
                  <a:pt x="526456" y="56814"/>
                  <a:pt x="526456" y="68076"/>
                </a:cubicBezTo>
                <a:cubicBezTo>
                  <a:pt x="526456" y="79337"/>
                  <a:pt x="523345" y="88371"/>
                  <a:pt x="517121" y="95178"/>
                </a:cubicBezTo>
                <a:cubicBezTo>
                  <a:pt x="510897" y="101984"/>
                  <a:pt x="502624" y="105386"/>
                  <a:pt x="492302" y="105386"/>
                </a:cubicBezTo>
                <a:close/>
                <a:moveTo>
                  <a:pt x="581196" y="32692"/>
                </a:moveTo>
                <a:lnTo>
                  <a:pt x="604054" y="32692"/>
                </a:lnTo>
                <a:lnTo>
                  <a:pt x="604054" y="96349"/>
                </a:lnTo>
                <a:lnTo>
                  <a:pt x="615616" y="96349"/>
                </a:lnTo>
                <a:lnTo>
                  <a:pt x="615616" y="103393"/>
                </a:lnTo>
                <a:lnTo>
                  <a:pt x="591828" y="103393"/>
                </a:lnTo>
                <a:lnTo>
                  <a:pt x="591828" y="90901"/>
                </a:lnTo>
                <a:cubicBezTo>
                  <a:pt x="589568" y="95618"/>
                  <a:pt x="586645" y="99212"/>
                  <a:pt x="583056" y="101682"/>
                </a:cubicBezTo>
                <a:cubicBezTo>
                  <a:pt x="579468" y="104151"/>
                  <a:pt x="575304" y="105386"/>
                  <a:pt x="570564" y="105386"/>
                </a:cubicBezTo>
                <a:cubicBezTo>
                  <a:pt x="562723" y="105386"/>
                  <a:pt x="556954" y="103155"/>
                  <a:pt x="553255" y="98694"/>
                </a:cubicBezTo>
                <a:cubicBezTo>
                  <a:pt x="549556" y="94231"/>
                  <a:pt x="547706" y="87225"/>
                  <a:pt x="547706" y="77677"/>
                </a:cubicBezTo>
                <a:lnTo>
                  <a:pt x="547706" y="39869"/>
                </a:lnTo>
                <a:lnTo>
                  <a:pt x="536676" y="39869"/>
                </a:lnTo>
                <a:lnTo>
                  <a:pt x="536676" y="32692"/>
                </a:lnTo>
                <a:lnTo>
                  <a:pt x="559999" y="32692"/>
                </a:lnTo>
                <a:lnTo>
                  <a:pt x="559999" y="73890"/>
                </a:lnTo>
                <a:cubicBezTo>
                  <a:pt x="559999" y="82484"/>
                  <a:pt x="561051" y="88376"/>
                  <a:pt x="563155" y="91565"/>
                </a:cubicBezTo>
                <a:cubicBezTo>
                  <a:pt x="565259" y="94755"/>
                  <a:pt x="569014" y="96349"/>
                  <a:pt x="574418" y="96349"/>
                </a:cubicBezTo>
                <a:cubicBezTo>
                  <a:pt x="580088" y="96349"/>
                  <a:pt x="584408" y="94267"/>
                  <a:pt x="587376" y="90103"/>
                </a:cubicBezTo>
                <a:cubicBezTo>
                  <a:pt x="590344" y="85939"/>
                  <a:pt x="591828" y="79892"/>
                  <a:pt x="591828" y="71963"/>
                </a:cubicBezTo>
                <a:lnTo>
                  <a:pt x="591828" y="39869"/>
                </a:lnTo>
                <a:lnTo>
                  <a:pt x="581196" y="39869"/>
                </a:lnTo>
                <a:lnTo>
                  <a:pt x="581196" y="32692"/>
                </a:lnTo>
                <a:close/>
                <a:moveTo>
                  <a:pt x="685168" y="32692"/>
                </a:moveTo>
                <a:lnTo>
                  <a:pt x="685168" y="50367"/>
                </a:lnTo>
                <a:lnTo>
                  <a:pt x="678124" y="50367"/>
                </a:lnTo>
                <a:cubicBezTo>
                  <a:pt x="677903" y="46846"/>
                  <a:pt x="676928" y="44215"/>
                  <a:pt x="675201" y="42477"/>
                </a:cubicBezTo>
                <a:cubicBezTo>
                  <a:pt x="673473" y="40738"/>
                  <a:pt x="670948" y="39869"/>
                  <a:pt x="667626" y="39869"/>
                </a:cubicBezTo>
                <a:cubicBezTo>
                  <a:pt x="661601" y="39869"/>
                  <a:pt x="656983" y="41955"/>
                  <a:pt x="653771" y="46127"/>
                </a:cubicBezTo>
                <a:cubicBezTo>
                  <a:pt x="650560" y="50298"/>
                  <a:pt x="648954" y="56290"/>
                  <a:pt x="648954" y="64101"/>
                </a:cubicBezTo>
                <a:lnTo>
                  <a:pt x="648954" y="96349"/>
                </a:lnTo>
                <a:lnTo>
                  <a:pt x="663107" y="96349"/>
                </a:lnTo>
                <a:lnTo>
                  <a:pt x="663107" y="103393"/>
                </a:lnTo>
                <a:lnTo>
                  <a:pt x="625697" y="103393"/>
                </a:lnTo>
                <a:lnTo>
                  <a:pt x="625697" y="96349"/>
                </a:lnTo>
                <a:lnTo>
                  <a:pt x="636728" y="96349"/>
                </a:lnTo>
                <a:lnTo>
                  <a:pt x="636728" y="39736"/>
                </a:lnTo>
                <a:lnTo>
                  <a:pt x="625033" y="39736"/>
                </a:lnTo>
                <a:lnTo>
                  <a:pt x="625033" y="32692"/>
                </a:lnTo>
                <a:lnTo>
                  <a:pt x="648954" y="32692"/>
                </a:lnTo>
                <a:lnTo>
                  <a:pt x="648954" y="45353"/>
                </a:lnTo>
                <a:cubicBezTo>
                  <a:pt x="651346" y="40423"/>
                  <a:pt x="654425" y="36771"/>
                  <a:pt x="658190" y="34395"/>
                </a:cubicBezTo>
                <a:cubicBezTo>
                  <a:pt x="661956" y="32020"/>
                  <a:pt x="666540" y="30832"/>
                  <a:pt x="671945" y="30832"/>
                </a:cubicBezTo>
                <a:cubicBezTo>
                  <a:pt x="673938" y="30832"/>
                  <a:pt x="676031" y="30993"/>
                  <a:pt x="678224" y="31316"/>
                </a:cubicBezTo>
                <a:cubicBezTo>
                  <a:pt x="680417" y="31637"/>
                  <a:pt x="682732" y="32096"/>
                  <a:pt x="685168" y="32692"/>
                </a:cubicBezTo>
                <a:close/>
                <a:moveTo>
                  <a:pt x="755270" y="82129"/>
                </a:moveTo>
                <a:cubicBezTo>
                  <a:pt x="753542" y="89703"/>
                  <a:pt x="750219" y="95473"/>
                  <a:pt x="745302" y="99439"/>
                </a:cubicBezTo>
                <a:cubicBezTo>
                  <a:pt x="740385" y="103404"/>
                  <a:pt x="734028" y="105386"/>
                  <a:pt x="726232" y="105386"/>
                </a:cubicBezTo>
                <a:cubicBezTo>
                  <a:pt x="715955" y="105386"/>
                  <a:pt x="707693" y="101984"/>
                  <a:pt x="701447" y="95178"/>
                </a:cubicBezTo>
                <a:cubicBezTo>
                  <a:pt x="695201" y="88371"/>
                  <a:pt x="692078" y="79337"/>
                  <a:pt x="692078" y="68076"/>
                </a:cubicBezTo>
                <a:cubicBezTo>
                  <a:pt x="692078" y="56770"/>
                  <a:pt x="695201" y="47737"/>
                  <a:pt x="701447" y="40975"/>
                </a:cubicBezTo>
                <a:cubicBezTo>
                  <a:pt x="707693" y="34213"/>
                  <a:pt x="715955" y="30832"/>
                  <a:pt x="726232" y="30832"/>
                </a:cubicBezTo>
                <a:cubicBezTo>
                  <a:pt x="730706" y="30832"/>
                  <a:pt x="735158" y="31358"/>
                  <a:pt x="739588" y="32410"/>
                </a:cubicBezTo>
                <a:cubicBezTo>
                  <a:pt x="744018" y="33462"/>
                  <a:pt x="748470" y="35062"/>
                  <a:pt x="752944" y="37211"/>
                </a:cubicBezTo>
                <a:lnTo>
                  <a:pt x="752944" y="55285"/>
                </a:lnTo>
                <a:lnTo>
                  <a:pt x="745834" y="55285"/>
                </a:lnTo>
                <a:cubicBezTo>
                  <a:pt x="744904" y="49083"/>
                  <a:pt x="742877" y="44564"/>
                  <a:pt x="739754" y="41729"/>
                </a:cubicBezTo>
                <a:cubicBezTo>
                  <a:pt x="736631" y="38894"/>
                  <a:pt x="732168" y="37477"/>
                  <a:pt x="726365" y="37477"/>
                </a:cubicBezTo>
                <a:cubicBezTo>
                  <a:pt x="719764" y="37477"/>
                  <a:pt x="714781" y="40032"/>
                  <a:pt x="711414" y="45143"/>
                </a:cubicBezTo>
                <a:cubicBezTo>
                  <a:pt x="708047" y="50254"/>
                  <a:pt x="706364" y="57898"/>
                  <a:pt x="706364" y="68076"/>
                </a:cubicBezTo>
                <a:cubicBezTo>
                  <a:pt x="706364" y="78253"/>
                  <a:pt x="708036" y="85909"/>
                  <a:pt x="711381" y="91042"/>
                </a:cubicBezTo>
                <a:cubicBezTo>
                  <a:pt x="714725" y="96175"/>
                  <a:pt x="719720" y="98741"/>
                  <a:pt x="726365" y="98741"/>
                </a:cubicBezTo>
                <a:cubicBezTo>
                  <a:pt x="731636" y="98741"/>
                  <a:pt x="735845" y="97363"/>
                  <a:pt x="738990" y="94605"/>
                </a:cubicBezTo>
                <a:cubicBezTo>
                  <a:pt x="742135" y="91847"/>
                  <a:pt x="744283" y="87689"/>
                  <a:pt x="745435" y="82129"/>
                </a:cubicBezTo>
                <a:lnTo>
                  <a:pt x="755270" y="82129"/>
                </a:lnTo>
                <a:close/>
                <a:moveTo>
                  <a:pt x="835265" y="69371"/>
                </a:moveTo>
                <a:lnTo>
                  <a:pt x="782571" y="69371"/>
                </a:lnTo>
                <a:lnTo>
                  <a:pt x="782571" y="69903"/>
                </a:lnTo>
                <a:cubicBezTo>
                  <a:pt x="782571" y="79427"/>
                  <a:pt x="784366" y="86615"/>
                  <a:pt x="787954" y="91465"/>
                </a:cubicBezTo>
                <a:cubicBezTo>
                  <a:pt x="791542" y="96316"/>
                  <a:pt x="796836" y="98741"/>
                  <a:pt x="803835" y="98741"/>
                </a:cubicBezTo>
                <a:cubicBezTo>
                  <a:pt x="809195" y="98741"/>
                  <a:pt x="813592" y="97335"/>
                  <a:pt x="817025" y="94522"/>
                </a:cubicBezTo>
                <a:cubicBezTo>
                  <a:pt x="820458" y="91709"/>
                  <a:pt x="822861" y="87534"/>
                  <a:pt x="824234" y="81997"/>
                </a:cubicBezTo>
                <a:lnTo>
                  <a:pt x="834069" y="81997"/>
                </a:lnTo>
                <a:cubicBezTo>
                  <a:pt x="832119" y="89771"/>
                  <a:pt x="828520" y="95613"/>
                  <a:pt x="823271" y="99522"/>
                </a:cubicBezTo>
                <a:cubicBezTo>
                  <a:pt x="818021" y="103432"/>
                  <a:pt x="811122" y="105386"/>
                  <a:pt x="802572" y="105386"/>
                </a:cubicBezTo>
                <a:cubicBezTo>
                  <a:pt x="792251" y="105386"/>
                  <a:pt x="783956" y="101984"/>
                  <a:pt x="777688" y="95178"/>
                </a:cubicBezTo>
                <a:cubicBezTo>
                  <a:pt x="771419" y="88371"/>
                  <a:pt x="768285" y="79337"/>
                  <a:pt x="768285" y="68076"/>
                </a:cubicBezTo>
                <a:cubicBezTo>
                  <a:pt x="768285" y="56903"/>
                  <a:pt x="771364" y="47903"/>
                  <a:pt x="777521" y="41075"/>
                </a:cubicBezTo>
                <a:cubicBezTo>
                  <a:pt x="783679" y="34246"/>
                  <a:pt x="791763" y="30832"/>
                  <a:pt x="801775" y="30832"/>
                </a:cubicBezTo>
                <a:cubicBezTo>
                  <a:pt x="812451" y="30832"/>
                  <a:pt x="820646" y="34121"/>
                  <a:pt x="826361" y="40699"/>
                </a:cubicBezTo>
                <a:cubicBezTo>
                  <a:pt x="832075" y="47278"/>
                  <a:pt x="835043" y="56835"/>
                  <a:pt x="835265" y="69371"/>
                </a:cubicBezTo>
                <a:moveTo>
                  <a:pt x="820845" y="62328"/>
                </a:moveTo>
                <a:cubicBezTo>
                  <a:pt x="820580" y="54111"/>
                  <a:pt x="818841" y="47914"/>
                  <a:pt x="815629" y="43739"/>
                </a:cubicBezTo>
                <a:cubicBezTo>
                  <a:pt x="812418" y="39564"/>
                  <a:pt x="807799" y="37477"/>
                  <a:pt x="801775" y="37477"/>
                </a:cubicBezTo>
                <a:cubicBezTo>
                  <a:pt x="796149" y="37477"/>
                  <a:pt x="791719" y="39575"/>
                  <a:pt x="788485" y="43772"/>
                </a:cubicBezTo>
                <a:cubicBezTo>
                  <a:pt x="785252" y="47970"/>
                  <a:pt x="783280" y="54155"/>
                  <a:pt x="782571" y="62328"/>
                </a:cubicBezTo>
                <a:lnTo>
                  <a:pt x="820845" y="62328"/>
                </a:lnTo>
                <a:close/>
                <a:moveTo>
                  <a:pt x="849031" y="99539"/>
                </a:moveTo>
                <a:lnTo>
                  <a:pt x="849031" y="83060"/>
                </a:lnTo>
                <a:lnTo>
                  <a:pt x="856075" y="83060"/>
                </a:lnTo>
                <a:cubicBezTo>
                  <a:pt x="856252" y="88309"/>
                  <a:pt x="857902" y="92235"/>
                  <a:pt x="861025" y="94838"/>
                </a:cubicBezTo>
                <a:cubicBezTo>
                  <a:pt x="864148" y="97440"/>
                  <a:pt x="868766" y="98741"/>
                  <a:pt x="874879" y="98741"/>
                </a:cubicBezTo>
                <a:cubicBezTo>
                  <a:pt x="880372" y="98741"/>
                  <a:pt x="884559" y="97714"/>
                  <a:pt x="887438" y="95658"/>
                </a:cubicBezTo>
                <a:cubicBezTo>
                  <a:pt x="890318" y="93601"/>
                  <a:pt x="891757" y="90604"/>
                  <a:pt x="891757" y="86669"/>
                </a:cubicBezTo>
                <a:cubicBezTo>
                  <a:pt x="891757" y="83573"/>
                  <a:pt x="890705" y="81075"/>
                  <a:pt x="888601" y="79175"/>
                </a:cubicBezTo>
                <a:cubicBezTo>
                  <a:pt x="886497" y="77273"/>
                  <a:pt x="882056" y="75238"/>
                  <a:pt x="875278" y="73072"/>
                </a:cubicBezTo>
                <a:lnTo>
                  <a:pt x="866441" y="70075"/>
                </a:lnTo>
                <a:cubicBezTo>
                  <a:pt x="860372" y="68125"/>
                  <a:pt x="855975" y="65686"/>
                  <a:pt x="853251" y="62760"/>
                </a:cubicBezTo>
                <a:cubicBezTo>
                  <a:pt x="850526" y="59832"/>
                  <a:pt x="849164" y="56107"/>
                  <a:pt x="849164" y="51584"/>
                </a:cubicBezTo>
                <a:cubicBezTo>
                  <a:pt x="849164" y="45110"/>
                  <a:pt x="851534" y="40033"/>
                  <a:pt x="856274" y="36353"/>
                </a:cubicBezTo>
                <a:cubicBezTo>
                  <a:pt x="861014" y="32672"/>
                  <a:pt x="867570" y="30832"/>
                  <a:pt x="875943" y="30832"/>
                </a:cubicBezTo>
                <a:cubicBezTo>
                  <a:pt x="879664" y="30832"/>
                  <a:pt x="883584" y="31319"/>
                  <a:pt x="887704" y="32294"/>
                </a:cubicBezTo>
                <a:cubicBezTo>
                  <a:pt x="891824" y="33268"/>
                  <a:pt x="896076" y="34686"/>
                  <a:pt x="900462" y="36546"/>
                </a:cubicBezTo>
                <a:lnTo>
                  <a:pt x="900462" y="51962"/>
                </a:lnTo>
                <a:lnTo>
                  <a:pt x="893418" y="51962"/>
                </a:lnTo>
                <a:cubicBezTo>
                  <a:pt x="893241" y="47420"/>
                  <a:pt x="891646" y="43871"/>
                  <a:pt x="888634" y="41314"/>
                </a:cubicBezTo>
                <a:cubicBezTo>
                  <a:pt x="885622" y="38756"/>
                  <a:pt x="881524" y="37477"/>
                  <a:pt x="876341" y="37477"/>
                </a:cubicBezTo>
                <a:cubicBezTo>
                  <a:pt x="871203" y="37477"/>
                  <a:pt x="867316" y="38383"/>
                  <a:pt x="864680" y="40197"/>
                </a:cubicBezTo>
                <a:cubicBezTo>
                  <a:pt x="862044" y="42009"/>
                  <a:pt x="860726" y="44727"/>
                  <a:pt x="860726" y="48351"/>
                </a:cubicBezTo>
                <a:cubicBezTo>
                  <a:pt x="860726" y="51314"/>
                  <a:pt x="861723" y="53691"/>
                  <a:pt x="863716" y="55482"/>
                </a:cubicBezTo>
                <a:cubicBezTo>
                  <a:pt x="865710" y="57272"/>
                  <a:pt x="869697" y="59095"/>
                  <a:pt x="875677" y="60951"/>
                </a:cubicBezTo>
                <a:lnTo>
                  <a:pt x="885378" y="63948"/>
                </a:lnTo>
                <a:cubicBezTo>
                  <a:pt x="892067" y="66032"/>
                  <a:pt x="896885" y="68638"/>
                  <a:pt x="899831" y="71764"/>
                </a:cubicBezTo>
                <a:cubicBezTo>
                  <a:pt x="902776" y="74889"/>
                  <a:pt x="904249" y="78914"/>
                  <a:pt x="904249" y="83836"/>
                </a:cubicBezTo>
                <a:cubicBezTo>
                  <a:pt x="904249" y="90531"/>
                  <a:pt x="901691" y="95796"/>
                  <a:pt x="896575" y="99632"/>
                </a:cubicBezTo>
                <a:cubicBezTo>
                  <a:pt x="891458" y="103468"/>
                  <a:pt x="884404" y="105386"/>
                  <a:pt x="875411" y="105386"/>
                </a:cubicBezTo>
                <a:cubicBezTo>
                  <a:pt x="870848" y="105386"/>
                  <a:pt x="866396" y="104899"/>
                  <a:pt x="862055" y="103924"/>
                </a:cubicBezTo>
                <a:cubicBezTo>
                  <a:pt x="857714" y="102950"/>
                  <a:pt x="853373" y="101488"/>
                  <a:pt x="849031" y="995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7DC2B2-E916-473E-BE0E-F3A01C22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910" y="2861900"/>
            <a:ext cx="1051181" cy="580282"/>
          </a:xfrm>
          <a:custGeom xmlns:a="http://schemas.openxmlformats.org/drawingml/2006/main">
            <a:pathLst>
              <a:path w="1051181" h="580282">
                <a:moveTo>
                  <a:pt x="525337" y="580282"/>
                </a:moveTo>
                <a:lnTo>
                  <a:pt x="38007" y="580282"/>
                </a:lnTo>
                <a:cubicBezTo>
                  <a:pt x="16956" y="580282"/>
                  <a:pt x="0" y="563326"/>
                  <a:pt x="0" y="542275"/>
                </a:cubicBezTo>
                <a:lnTo>
                  <a:pt x="0" y="37499"/>
                </a:lnTo>
                <a:cubicBezTo>
                  <a:pt x="0" y="16956"/>
                  <a:pt x="16956" y="0"/>
                  <a:pt x="38007" y="0"/>
                </a:cubicBezTo>
                <a:lnTo>
                  <a:pt x="1013174" y="0"/>
                </a:lnTo>
                <a:cubicBezTo>
                  <a:pt x="1034225" y="0"/>
                  <a:pt x="1051181" y="16956"/>
                  <a:pt x="1051181" y="37499"/>
                </a:cubicBezTo>
                <a:lnTo>
                  <a:pt x="1051181" y="542275"/>
                </a:lnTo>
                <a:cubicBezTo>
                  <a:pt x="1051181" y="563326"/>
                  <a:pt x="1034225" y="580282"/>
                  <a:pt x="1013174" y="580282"/>
                </a:cubicBezTo>
                <a:lnTo>
                  <a:pt x="525337" y="580282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70">
            <a:extLst xmlns:a="http://schemas.openxmlformats.org/drawingml/2006/main">
              <a:ext uri="{FF2B5EF4-FFF2-40B4-BE49-F238E27FC236}">
                <a16:creationId xmlns:a16="http://schemas.microsoft.com/office/drawing/2014/main" id="{ABCB6C57-B057-49B6-A7C5-30DC3DB4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367" y="3027663"/>
            <a:ext cx="211099" cy="126316"/>
          </a:xfrm>
          <a:custGeom xmlns:a="http://schemas.openxmlformats.org/drawingml/2006/main">
            <a:pathLst>
              <a:path w="211099" h="126316">
                <a:moveTo>
                  <a:pt x="89073" y="22831"/>
                </a:moveTo>
                <a:lnTo>
                  <a:pt x="38873" y="123871"/>
                </a:lnTo>
                <a:lnTo>
                  <a:pt x="22329" y="123871"/>
                </a:lnTo>
                <a:lnTo>
                  <a:pt x="71226" y="25263"/>
                </a:lnTo>
                <a:lnTo>
                  <a:pt x="11165" y="25263"/>
                </a:lnTo>
                <a:lnTo>
                  <a:pt x="11165" y="41725"/>
                </a:lnTo>
                <a:lnTo>
                  <a:pt x="0" y="41725"/>
                </a:lnTo>
                <a:lnTo>
                  <a:pt x="0" y="2119"/>
                </a:lnTo>
                <a:lnTo>
                  <a:pt x="89073" y="2119"/>
                </a:lnTo>
                <a:lnTo>
                  <a:pt x="89073" y="22831"/>
                </a:lnTo>
                <a:close/>
                <a:moveTo>
                  <a:pt x="160899" y="116700"/>
                </a:moveTo>
                <a:cubicBezTo>
                  <a:pt x="167418" y="116700"/>
                  <a:pt x="171887" y="113741"/>
                  <a:pt x="174305" y="107824"/>
                </a:cubicBezTo>
                <a:cubicBezTo>
                  <a:pt x="176722" y="101906"/>
                  <a:pt x="177931" y="87031"/>
                  <a:pt x="177931" y="63199"/>
                </a:cubicBezTo>
                <a:cubicBezTo>
                  <a:pt x="177931" y="39530"/>
                  <a:pt x="176722" y="24683"/>
                  <a:pt x="174305" y="18657"/>
                </a:cubicBezTo>
                <a:cubicBezTo>
                  <a:pt x="171887" y="12630"/>
                  <a:pt x="167418" y="9616"/>
                  <a:pt x="160899" y="9616"/>
                </a:cubicBezTo>
                <a:cubicBezTo>
                  <a:pt x="154379" y="9616"/>
                  <a:pt x="149911" y="12576"/>
                  <a:pt x="147493" y="18494"/>
                </a:cubicBezTo>
                <a:cubicBezTo>
                  <a:pt x="145075" y="24411"/>
                  <a:pt x="143867" y="39312"/>
                  <a:pt x="143867" y="63199"/>
                </a:cubicBezTo>
                <a:cubicBezTo>
                  <a:pt x="143867" y="87031"/>
                  <a:pt x="145075" y="101906"/>
                  <a:pt x="147493" y="107824"/>
                </a:cubicBezTo>
                <a:cubicBezTo>
                  <a:pt x="149911" y="113741"/>
                  <a:pt x="154379" y="116700"/>
                  <a:pt x="160899" y="116700"/>
                </a:cubicBezTo>
                <a:moveTo>
                  <a:pt x="160899" y="126316"/>
                </a:moveTo>
                <a:cubicBezTo>
                  <a:pt x="144654" y="126316"/>
                  <a:pt x="132213" y="120893"/>
                  <a:pt x="123575" y="110048"/>
                </a:cubicBezTo>
                <a:cubicBezTo>
                  <a:pt x="114936" y="99202"/>
                  <a:pt x="110617" y="83586"/>
                  <a:pt x="110617" y="63199"/>
                </a:cubicBezTo>
                <a:cubicBezTo>
                  <a:pt x="110617" y="42812"/>
                  <a:pt x="114936" y="27182"/>
                  <a:pt x="123575" y="16309"/>
                </a:cubicBezTo>
                <a:cubicBezTo>
                  <a:pt x="132213" y="5436"/>
                  <a:pt x="144654" y="0"/>
                  <a:pt x="160899" y="0"/>
                </a:cubicBezTo>
                <a:cubicBezTo>
                  <a:pt x="177089" y="0"/>
                  <a:pt x="189503" y="5436"/>
                  <a:pt x="198142" y="16309"/>
                </a:cubicBezTo>
                <a:cubicBezTo>
                  <a:pt x="206780" y="27182"/>
                  <a:pt x="211099" y="42812"/>
                  <a:pt x="211099" y="63199"/>
                </a:cubicBezTo>
                <a:cubicBezTo>
                  <a:pt x="211099" y="83586"/>
                  <a:pt x="206780" y="99202"/>
                  <a:pt x="198142" y="110048"/>
                </a:cubicBezTo>
                <a:cubicBezTo>
                  <a:pt x="189503" y="120893"/>
                  <a:pt x="177089" y="126316"/>
                  <a:pt x="160899" y="1263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ExternalOnly">
            <a:extLst xmlns:a="http://schemas.openxmlformats.org/drawingml/2006/main">
              <a:ext uri="{FF2B5EF4-FFF2-40B4-BE49-F238E27FC236}">
                <a16:creationId xmlns:a16="http://schemas.microsoft.com/office/drawing/2014/main" id="{8C0CBB09-7AF5-462D-A114-D1D19FA1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944" y="3220168"/>
            <a:ext cx="940870" cy="133693"/>
          </a:xfrm>
          <a:custGeom xmlns:a="http://schemas.openxmlformats.org/drawingml/2006/main">
            <a:pathLst>
              <a:path w="940870" h="133693">
                <a:moveTo>
                  <a:pt x="0" y="103393"/>
                </a:moveTo>
                <a:lnTo>
                  <a:pt x="0" y="96349"/>
                </a:lnTo>
                <a:lnTo>
                  <a:pt x="12625" y="96349"/>
                </a:lnTo>
                <a:lnTo>
                  <a:pt x="12625" y="11296"/>
                </a:lnTo>
                <a:lnTo>
                  <a:pt x="0" y="11296"/>
                </a:lnTo>
                <a:lnTo>
                  <a:pt x="0" y="4120"/>
                </a:lnTo>
                <a:lnTo>
                  <a:pt x="79870" y="4120"/>
                </a:lnTo>
                <a:lnTo>
                  <a:pt x="79870" y="26313"/>
                </a:lnTo>
                <a:lnTo>
                  <a:pt x="71697" y="26313"/>
                </a:lnTo>
                <a:lnTo>
                  <a:pt x="71697" y="12359"/>
                </a:lnTo>
                <a:lnTo>
                  <a:pt x="26114" y="12359"/>
                </a:lnTo>
                <a:lnTo>
                  <a:pt x="26114" y="45583"/>
                </a:lnTo>
                <a:lnTo>
                  <a:pt x="58607" y="45583"/>
                </a:lnTo>
                <a:lnTo>
                  <a:pt x="58607" y="33091"/>
                </a:lnTo>
                <a:lnTo>
                  <a:pt x="66780" y="33091"/>
                </a:lnTo>
                <a:lnTo>
                  <a:pt x="66780" y="66182"/>
                </a:lnTo>
                <a:lnTo>
                  <a:pt x="58607" y="66182"/>
                </a:lnTo>
                <a:lnTo>
                  <a:pt x="58607" y="53690"/>
                </a:lnTo>
                <a:lnTo>
                  <a:pt x="26114" y="53690"/>
                </a:lnTo>
                <a:lnTo>
                  <a:pt x="26114" y="95153"/>
                </a:lnTo>
                <a:lnTo>
                  <a:pt x="72760" y="95153"/>
                </a:lnTo>
                <a:lnTo>
                  <a:pt x="72760" y="81199"/>
                </a:lnTo>
                <a:lnTo>
                  <a:pt x="80933" y="81199"/>
                </a:lnTo>
                <a:lnTo>
                  <a:pt x="80933" y="103393"/>
                </a:lnTo>
                <a:lnTo>
                  <a:pt x="0" y="103393"/>
                </a:lnTo>
                <a:close/>
                <a:moveTo>
                  <a:pt x="131708" y="60268"/>
                </a:moveTo>
                <a:lnTo>
                  <a:pt x="146526" y="39869"/>
                </a:lnTo>
                <a:lnTo>
                  <a:pt x="137024" y="39869"/>
                </a:lnTo>
                <a:lnTo>
                  <a:pt x="137024" y="32692"/>
                </a:lnTo>
                <a:lnTo>
                  <a:pt x="164201" y="32692"/>
                </a:lnTo>
                <a:lnTo>
                  <a:pt x="164201" y="39869"/>
                </a:lnTo>
                <a:lnTo>
                  <a:pt x="154832" y="39869"/>
                </a:lnTo>
                <a:lnTo>
                  <a:pt x="135895" y="65983"/>
                </a:lnTo>
                <a:lnTo>
                  <a:pt x="157955" y="96349"/>
                </a:lnTo>
                <a:lnTo>
                  <a:pt x="167192" y="96349"/>
                </a:lnTo>
                <a:lnTo>
                  <a:pt x="167192" y="103393"/>
                </a:lnTo>
                <a:lnTo>
                  <a:pt x="134566" y="103393"/>
                </a:lnTo>
                <a:lnTo>
                  <a:pt x="134566" y="96349"/>
                </a:lnTo>
                <a:lnTo>
                  <a:pt x="143536" y="96349"/>
                </a:lnTo>
                <a:lnTo>
                  <a:pt x="128187" y="75219"/>
                </a:lnTo>
                <a:lnTo>
                  <a:pt x="112771" y="96349"/>
                </a:lnTo>
                <a:lnTo>
                  <a:pt x="121941" y="96349"/>
                </a:lnTo>
                <a:lnTo>
                  <a:pt x="121941" y="103393"/>
                </a:lnTo>
                <a:lnTo>
                  <a:pt x="95096" y="103393"/>
                </a:lnTo>
                <a:lnTo>
                  <a:pt x="95096" y="96349"/>
                </a:lnTo>
                <a:lnTo>
                  <a:pt x="104465" y="96349"/>
                </a:lnTo>
                <a:lnTo>
                  <a:pt x="123934" y="69504"/>
                </a:lnTo>
                <a:lnTo>
                  <a:pt x="102471" y="39869"/>
                </a:lnTo>
                <a:lnTo>
                  <a:pt x="93767" y="39869"/>
                </a:lnTo>
                <a:lnTo>
                  <a:pt x="93767" y="32692"/>
                </a:lnTo>
                <a:lnTo>
                  <a:pt x="125329" y="32692"/>
                </a:lnTo>
                <a:lnTo>
                  <a:pt x="125329" y="39869"/>
                </a:lnTo>
                <a:lnTo>
                  <a:pt x="116891" y="39869"/>
                </a:lnTo>
                <a:lnTo>
                  <a:pt x="131708" y="60268"/>
                </a:lnTo>
                <a:close/>
                <a:moveTo>
                  <a:pt x="182998" y="39869"/>
                </a:moveTo>
                <a:lnTo>
                  <a:pt x="172234" y="39869"/>
                </a:lnTo>
                <a:lnTo>
                  <a:pt x="172234" y="32692"/>
                </a:lnTo>
                <a:lnTo>
                  <a:pt x="182998" y="32692"/>
                </a:lnTo>
                <a:lnTo>
                  <a:pt x="182998" y="10765"/>
                </a:lnTo>
                <a:lnTo>
                  <a:pt x="195291" y="10765"/>
                </a:lnTo>
                <a:lnTo>
                  <a:pt x="195291" y="32692"/>
                </a:lnTo>
                <a:lnTo>
                  <a:pt x="218282" y="32692"/>
                </a:lnTo>
                <a:lnTo>
                  <a:pt x="218282" y="39869"/>
                </a:lnTo>
                <a:lnTo>
                  <a:pt x="195291" y="39869"/>
                </a:lnTo>
                <a:lnTo>
                  <a:pt x="195291" y="84721"/>
                </a:lnTo>
                <a:cubicBezTo>
                  <a:pt x="195291" y="90701"/>
                  <a:pt x="195867" y="94533"/>
                  <a:pt x="197019" y="96216"/>
                </a:cubicBezTo>
                <a:cubicBezTo>
                  <a:pt x="198171" y="97900"/>
                  <a:pt x="200297" y="98741"/>
                  <a:pt x="203398" y="98741"/>
                </a:cubicBezTo>
                <a:cubicBezTo>
                  <a:pt x="206587" y="98741"/>
                  <a:pt x="208913" y="97800"/>
                  <a:pt x="210375" y="95917"/>
                </a:cubicBezTo>
                <a:cubicBezTo>
                  <a:pt x="211837" y="94035"/>
                  <a:pt x="212612" y="90989"/>
                  <a:pt x="212701" y="86781"/>
                </a:cubicBezTo>
                <a:lnTo>
                  <a:pt x="221937" y="86781"/>
                </a:lnTo>
                <a:cubicBezTo>
                  <a:pt x="221582" y="93228"/>
                  <a:pt x="219833" y="97941"/>
                  <a:pt x="216687" y="100920"/>
                </a:cubicBezTo>
                <a:cubicBezTo>
                  <a:pt x="213542" y="103897"/>
                  <a:pt x="208758" y="105386"/>
                  <a:pt x="202335" y="105386"/>
                </a:cubicBezTo>
                <a:cubicBezTo>
                  <a:pt x="195291" y="105386"/>
                  <a:pt x="190308" y="103820"/>
                  <a:pt x="187384" y="100687"/>
                </a:cubicBezTo>
                <a:cubicBezTo>
                  <a:pt x="184460" y="97553"/>
                  <a:pt x="182998" y="92231"/>
                  <a:pt x="182998" y="84721"/>
                </a:cubicBezTo>
                <a:lnTo>
                  <a:pt x="182998" y="39869"/>
                </a:lnTo>
                <a:close/>
                <a:moveTo>
                  <a:pt x="296504" y="69371"/>
                </a:moveTo>
                <a:lnTo>
                  <a:pt x="243811" y="69371"/>
                </a:lnTo>
                <a:lnTo>
                  <a:pt x="243811" y="69903"/>
                </a:lnTo>
                <a:cubicBezTo>
                  <a:pt x="243811" y="79427"/>
                  <a:pt x="245605" y="86615"/>
                  <a:pt x="249194" y="91465"/>
                </a:cubicBezTo>
                <a:cubicBezTo>
                  <a:pt x="252782" y="96316"/>
                  <a:pt x="258075" y="98741"/>
                  <a:pt x="265075" y="98741"/>
                </a:cubicBezTo>
                <a:cubicBezTo>
                  <a:pt x="270435" y="98741"/>
                  <a:pt x="274831" y="97335"/>
                  <a:pt x="278265" y="94522"/>
                </a:cubicBezTo>
                <a:cubicBezTo>
                  <a:pt x="281698" y="91709"/>
                  <a:pt x="284101" y="87534"/>
                  <a:pt x="285474" y="81997"/>
                </a:cubicBezTo>
                <a:lnTo>
                  <a:pt x="295308" y="81997"/>
                </a:lnTo>
                <a:cubicBezTo>
                  <a:pt x="293359" y="89771"/>
                  <a:pt x="289760" y="95613"/>
                  <a:pt x="284511" y="99522"/>
                </a:cubicBezTo>
                <a:cubicBezTo>
                  <a:pt x="279261" y="103432"/>
                  <a:pt x="272362" y="105386"/>
                  <a:pt x="263812" y="105386"/>
                </a:cubicBezTo>
                <a:cubicBezTo>
                  <a:pt x="253491" y="105386"/>
                  <a:pt x="245196" y="101984"/>
                  <a:pt x="238927" y="95178"/>
                </a:cubicBezTo>
                <a:cubicBezTo>
                  <a:pt x="232659" y="88371"/>
                  <a:pt x="229525" y="79337"/>
                  <a:pt x="229525" y="68076"/>
                </a:cubicBezTo>
                <a:cubicBezTo>
                  <a:pt x="229525" y="56903"/>
                  <a:pt x="232604" y="47903"/>
                  <a:pt x="238761" y="41075"/>
                </a:cubicBezTo>
                <a:cubicBezTo>
                  <a:pt x="244919" y="34246"/>
                  <a:pt x="253003" y="30832"/>
                  <a:pt x="263015" y="30832"/>
                </a:cubicBezTo>
                <a:cubicBezTo>
                  <a:pt x="273691" y="30832"/>
                  <a:pt x="281886" y="34121"/>
                  <a:pt x="287600" y="40699"/>
                </a:cubicBezTo>
                <a:cubicBezTo>
                  <a:pt x="293315" y="47278"/>
                  <a:pt x="296283" y="56835"/>
                  <a:pt x="296504" y="69371"/>
                </a:cubicBezTo>
                <a:moveTo>
                  <a:pt x="282085" y="62328"/>
                </a:moveTo>
                <a:cubicBezTo>
                  <a:pt x="281820" y="54111"/>
                  <a:pt x="280081" y="47914"/>
                  <a:pt x="276869" y="43739"/>
                </a:cubicBezTo>
                <a:cubicBezTo>
                  <a:pt x="273657" y="39564"/>
                  <a:pt x="269039" y="37477"/>
                  <a:pt x="263015" y="37477"/>
                </a:cubicBezTo>
                <a:cubicBezTo>
                  <a:pt x="257389" y="37477"/>
                  <a:pt x="252959" y="39575"/>
                  <a:pt x="249725" y="43772"/>
                </a:cubicBezTo>
                <a:cubicBezTo>
                  <a:pt x="246491" y="47970"/>
                  <a:pt x="244520" y="54155"/>
                  <a:pt x="243811" y="62328"/>
                </a:cubicBezTo>
                <a:lnTo>
                  <a:pt x="282085" y="62328"/>
                </a:lnTo>
                <a:close/>
                <a:moveTo>
                  <a:pt x="367682" y="32692"/>
                </a:moveTo>
                <a:lnTo>
                  <a:pt x="367682" y="50367"/>
                </a:lnTo>
                <a:lnTo>
                  <a:pt x="360638" y="50367"/>
                </a:lnTo>
                <a:cubicBezTo>
                  <a:pt x="360417" y="46846"/>
                  <a:pt x="359442" y="44215"/>
                  <a:pt x="357715" y="42477"/>
                </a:cubicBezTo>
                <a:cubicBezTo>
                  <a:pt x="355987" y="40738"/>
                  <a:pt x="353462" y="39869"/>
                  <a:pt x="350140" y="39869"/>
                </a:cubicBezTo>
                <a:cubicBezTo>
                  <a:pt x="344115" y="39869"/>
                  <a:pt x="339497" y="41955"/>
                  <a:pt x="336285" y="46127"/>
                </a:cubicBezTo>
                <a:cubicBezTo>
                  <a:pt x="333074" y="50298"/>
                  <a:pt x="331468" y="56290"/>
                  <a:pt x="331468" y="64101"/>
                </a:cubicBezTo>
                <a:lnTo>
                  <a:pt x="331468" y="96349"/>
                </a:lnTo>
                <a:lnTo>
                  <a:pt x="345621" y="96349"/>
                </a:lnTo>
                <a:lnTo>
                  <a:pt x="345621" y="103393"/>
                </a:lnTo>
                <a:lnTo>
                  <a:pt x="308211" y="103393"/>
                </a:lnTo>
                <a:lnTo>
                  <a:pt x="308211" y="96349"/>
                </a:lnTo>
                <a:lnTo>
                  <a:pt x="319241" y="96349"/>
                </a:lnTo>
                <a:lnTo>
                  <a:pt x="319241" y="39736"/>
                </a:lnTo>
                <a:lnTo>
                  <a:pt x="307547" y="39736"/>
                </a:lnTo>
                <a:lnTo>
                  <a:pt x="307547" y="32692"/>
                </a:lnTo>
                <a:lnTo>
                  <a:pt x="331468" y="32692"/>
                </a:lnTo>
                <a:lnTo>
                  <a:pt x="331468" y="45353"/>
                </a:lnTo>
                <a:cubicBezTo>
                  <a:pt x="333860" y="40423"/>
                  <a:pt x="336939" y="36771"/>
                  <a:pt x="340704" y="34395"/>
                </a:cubicBezTo>
                <a:cubicBezTo>
                  <a:pt x="344469" y="32020"/>
                  <a:pt x="349054" y="30832"/>
                  <a:pt x="354459" y="30832"/>
                </a:cubicBezTo>
                <a:cubicBezTo>
                  <a:pt x="356452" y="30832"/>
                  <a:pt x="358545" y="30993"/>
                  <a:pt x="360738" y="31316"/>
                </a:cubicBezTo>
                <a:cubicBezTo>
                  <a:pt x="362931" y="31637"/>
                  <a:pt x="365245" y="32096"/>
                  <a:pt x="367682" y="32692"/>
                </a:cubicBezTo>
                <a:close/>
                <a:moveTo>
                  <a:pt x="373396" y="103393"/>
                </a:moveTo>
                <a:lnTo>
                  <a:pt x="373396" y="96349"/>
                </a:lnTo>
                <a:lnTo>
                  <a:pt x="384426" y="96349"/>
                </a:lnTo>
                <a:lnTo>
                  <a:pt x="384426" y="39869"/>
                </a:lnTo>
                <a:lnTo>
                  <a:pt x="372731" y="39869"/>
                </a:lnTo>
                <a:lnTo>
                  <a:pt x="372731" y="32692"/>
                </a:lnTo>
                <a:lnTo>
                  <a:pt x="396652" y="32692"/>
                </a:lnTo>
                <a:lnTo>
                  <a:pt x="396652" y="45317"/>
                </a:lnTo>
                <a:cubicBezTo>
                  <a:pt x="398912" y="40533"/>
                  <a:pt x="401846" y="36923"/>
                  <a:pt x="405457" y="34486"/>
                </a:cubicBezTo>
                <a:cubicBezTo>
                  <a:pt x="409067" y="32050"/>
                  <a:pt x="413264" y="30832"/>
                  <a:pt x="418049" y="30832"/>
                </a:cubicBezTo>
                <a:cubicBezTo>
                  <a:pt x="425845" y="30832"/>
                  <a:pt x="431582" y="33069"/>
                  <a:pt x="435259" y="37543"/>
                </a:cubicBezTo>
                <a:cubicBezTo>
                  <a:pt x="438935" y="42017"/>
                  <a:pt x="440774" y="48994"/>
                  <a:pt x="440774" y="58474"/>
                </a:cubicBezTo>
                <a:lnTo>
                  <a:pt x="440774" y="96349"/>
                </a:lnTo>
                <a:lnTo>
                  <a:pt x="451671" y="96349"/>
                </a:lnTo>
                <a:lnTo>
                  <a:pt x="451671" y="103393"/>
                </a:lnTo>
                <a:lnTo>
                  <a:pt x="417916" y="103393"/>
                </a:lnTo>
                <a:lnTo>
                  <a:pt x="417916" y="96349"/>
                </a:lnTo>
                <a:lnTo>
                  <a:pt x="428481" y="96349"/>
                </a:lnTo>
                <a:lnTo>
                  <a:pt x="428481" y="62328"/>
                </a:lnTo>
                <a:cubicBezTo>
                  <a:pt x="428481" y="53690"/>
                  <a:pt x="427418" y="47765"/>
                  <a:pt x="425291" y="44553"/>
                </a:cubicBezTo>
                <a:cubicBezTo>
                  <a:pt x="423165" y="41342"/>
                  <a:pt x="419422" y="39736"/>
                  <a:pt x="414062" y="39736"/>
                </a:cubicBezTo>
                <a:cubicBezTo>
                  <a:pt x="408392" y="39736"/>
                  <a:pt x="404072" y="41807"/>
                  <a:pt x="401104" y="45949"/>
                </a:cubicBezTo>
                <a:cubicBezTo>
                  <a:pt x="398136" y="50091"/>
                  <a:pt x="396652" y="56126"/>
                  <a:pt x="396652" y="64056"/>
                </a:cubicBezTo>
                <a:lnTo>
                  <a:pt x="396652" y="96349"/>
                </a:lnTo>
                <a:lnTo>
                  <a:pt x="407284" y="96349"/>
                </a:lnTo>
                <a:lnTo>
                  <a:pt x="407284" y="103393"/>
                </a:lnTo>
                <a:lnTo>
                  <a:pt x="373396" y="103393"/>
                </a:lnTo>
                <a:close/>
                <a:moveTo>
                  <a:pt x="509063" y="81232"/>
                </a:moveTo>
                <a:lnTo>
                  <a:pt x="509063" y="66315"/>
                </a:lnTo>
                <a:lnTo>
                  <a:pt x="493315" y="66315"/>
                </a:lnTo>
                <a:cubicBezTo>
                  <a:pt x="487246" y="66315"/>
                  <a:pt x="482728" y="67619"/>
                  <a:pt x="479760" y="70227"/>
                </a:cubicBezTo>
                <a:cubicBezTo>
                  <a:pt x="476792" y="72835"/>
                  <a:pt x="475308" y="76836"/>
                  <a:pt x="475308" y="82229"/>
                </a:cubicBezTo>
                <a:cubicBezTo>
                  <a:pt x="475308" y="87137"/>
                  <a:pt x="476814" y="91027"/>
                  <a:pt x="479826" y="93901"/>
                </a:cubicBezTo>
                <a:cubicBezTo>
                  <a:pt x="482839" y="96774"/>
                  <a:pt x="486914" y="98210"/>
                  <a:pt x="492053" y="98210"/>
                </a:cubicBezTo>
                <a:cubicBezTo>
                  <a:pt x="497147" y="98210"/>
                  <a:pt x="501256" y="96641"/>
                  <a:pt x="504379" y="93502"/>
                </a:cubicBezTo>
                <a:cubicBezTo>
                  <a:pt x="507502" y="90363"/>
                  <a:pt x="509063" y="86273"/>
                  <a:pt x="509063" y="81232"/>
                </a:cubicBezTo>
                <a:moveTo>
                  <a:pt x="521290" y="59274"/>
                </a:moveTo>
                <a:lnTo>
                  <a:pt x="521290" y="96349"/>
                </a:lnTo>
                <a:lnTo>
                  <a:pt x="532187" y="96349"/>
                </a:lnTo>
                <a:lnTo>
                  <a:pt x="532187" y="103393"/>
                </a:lnTo>
                <a:lnTo>
                  <a:pt x="509063" y="103393"/>
                </a:lnTo>
                <a:lnTo>
                  <a:pt x="509063" y="95753"/>
                </a:lnTo>
                <a:cubicBezTo>
                  <a:pt x="506361" y="99054"/>
                  <a:pt x="503238" y="101484"/>
                  <a:pt x="499694" y="103046"/>
                </a:cubicBezTo>
                <a:cubicBezTo>
                  <a:pt x="496150" y="104606"/>
                  <a:pt x="492008" y="105386"/>
                  <a:pt x="487268" y="105386"/>
                </a:cubicBezTo>
                <a:cubicBezTo>
                  <a:pt x="479428" y="105386"/>
                  <a:pt x="473204" y="103301"/>
                  <a:pt x="468597" y="99132"/>
                </a:cubicBezTo>
                <a:cubicBezTo>
                  <a:pt x="463990" y="94961"/>
                  <a:pt x="461686" y="89327"/>
                  <a:pt x="461686" y="82229"/>
                </a:cubicBezTo>
                <a:cubicBezTo>
                  <a:pt x="461686" y="74909"/>
                  <a:pt x="464322" y="69230"/>
                  <a:pt x="469593" y="65194"/>
                </a:cubicBezTo>
                <a:cubicBezTo>
                  <a:pt x="474865" y="61157"/>
                  <a:pt x="482307" y="59139"/>
                  <a:pt x="491920" y="59139"/>
                </a:cubicBezTo>
                <a:lnTo>
                  <a:pt x="509063" y="59139"/>
                </a:lnTo>
                <a:lnTo>
                  <a:pt x="509063" y="54325"/>
                </a:lnTo>
                <a:cubicBezTo>
                  <a:pt x="509063" y="48975"/>
                  <a:pt x="507435" y="44829"/>
                  <a:pt x="504179" y="41889"/>
                </a:cubicBezTo>
                <a:cubicBezTo>
                  <a:pt x="500923" y="38947"/>
                  <a:pt x="496350" y="37477"/>
                  <a:pt x="490458" y="37477"/>
                </a:cubicBezTo>
                <a:cubicBezTo>
                  <a:pt x="485585" y="37477"/>
                  <a:pt x="481709" y="38584"/>
                  <a:pt x="478830" y="40799"/>
                </a:cubicBezTo>
                <a:cubicBezTo>
                  <a:pt x="475950" y="43014"/>
                  <a:pt x="474156" y="46292"/>
                  <a:pt x="473447" y="50633"/>
                </a:cubicBezTo>
                <a:lnTo>
                  <a:pt x="467135" y="50633"/>
                </a:lnTo>
                <a:lnTo>
                  <a:pt x="467135" y="36280"/>
                </a:lnTo>
                <a:cubicBezTo>
                  <a:pt x="471387" y="34464"/>
                  <a:pt x="475518" y="33102"/>
                  <a:pt x="479527" y="32194"/>
                </a:cubicBezTo>
                <a:cubicBezTo>
                  <a:pt x="483536" y="31286"/>
                  <a:pt x="487446" y="30832"/>
                  <a:pt x="491255" y="30832"/>
                </a:cubicBezTo>
                <a:cubicBezTo>
                  <a:pt x="501045" y="30832"/>
                  <a:pt x="508499" y="33258"/>
                  <a:pt x="513615" y="38110"/>
                </a:cubicBezTo>
                <a:cubicBezTo>
                  <a:pt x="518732" y="42961"/>
                  <a:pt x="521290" y="50015"/>
                  <a:pt x="521290" y="59274"/>
                </a:cubicBezTo>
                <a:close/>
                <a:moveTo>
                  <a:pt x="564332" y="96349"/>
                </a:moveTo>
                <a:lnTo>
                  <a:pt x="575893" y="96349"/>
                </a:lnTo>
                <a:lnTo>
                  <a:pt x="575893" y="103393"/>
                </a:lnTo>
                <a:lnTo>
                  <a:pt x="540344" y="103393"/>
                </a:lnTo>
                <a:lnTo>
                  <a:pt x="540344" y="96349"/>
                </a:lnTo>
                <a:lnTo>
                  <a:pt x="552105" y="96349"/>
                </a:lnTo>
                <a:lnTo>
                  <a:pt x="552105" y="7043"/>
                </a:lnTo>
                <a:lnTo>
                  <a:pt x="540344" y="7043"/>
                </a:lnTo>
                <a:lnTo>
                  <a:pt x="540344" y="0"/>
                </a:lnTo>
                <a:lnTo>
                  <a:pt x="564332" y="0"/>
                </a:lnTo>
                <a:lnTo>
                  <a:pt x="564332" y="96349"/>
                </a:lnTo>
                <a:close/>
                <a:moveTo>
                  <a:pt x="679062" y="98210"/>
                </a:moveTo>
                <a:cubicBezTo>
                  <a:pt x="689915" y="98210"/>
                  <a:pt x="698111" y="94480"/>
                  <a:pt x="703648" y="87022"/>
                </a:cubicBezTo>
                <a:cubicBezTo>
                  <a:pt x="709185" y="79563"/>
                  <a:pt x="711954" y="68530"/>
                  <a:pt x="711954" y="53922"/>
                </a:cubicBezTo>
                <a:cubicBezTo>
                  <a:pt x="711954" y="39271"/>
                  <a:pt x="709185" y="28215"/>
                  <a:pt x="703648" y="20757"/>
                </a:cubicBezTo>
                <a:cubicBezTo>
                  <a:pt x="698111" y="13298"/>
                  <a:pt x="689915" y="9568"/>
                  <a:pt x="679062" y="9568"/>
                </a:cubicBezTo>
                <a:cubicBezTo>
                  <a:pt x="668165" y="9568"/>
                  <a:pt x="659947" y="13298"/>
                  <a:pt x="654410" y="20757"/>
                </a:cubicBezTo>
                <a:cubicBezTo>
                  <a:pt x="648873" y="28215"/>
                  <a:pt x="646104" y="39271"/>
                  <a:pt x="646104" y="53922"/>
                </a:cubicBezTo>
                <a:cubicBezTo>
                  <a:pt x="646104" y="68530"/>
                  <a:pt x="648873" y="79563"/>
                  <a:pt x="654410" y="87022"/>
                </a:cubicBezTo>
                <a:cubicBezTo>
                  <a:pt x="659947" y="94480"/>
                  <a:pt x="668165" y="98210"/>
                  <a:pt x="679062" y="98210"/>
                </a:cubicBezTo>
                <a:moveTo>
                  <a:pt x="679062" y="105386"/>
                </a:moveTo>
                <a:cubicBezTo>
                  <a:pt x="672329" y="105386"/>
                  <a:pt x="666138" y="104278"/>
                  <a:pt x="660490" y="102062"/>
                </a:cubicBezTo>
                <a:cubicBezTo>
                  <a:pt x="654842" y="99845"/>
                  <a:pt x="649869" y="96587"/>
                  <a:pt x="645572" y="92288"/>
                </a:cubicBezTo>
                <a:cubicBezTo>
                  <a:pt x="640611" y="87323"/>
                  <a:pt x="636923" y="81694"/>
                  <a:pt x="634509" y="75400"/>
                </a:cubicBezTo>
                <a:cubicBezTo>
                  <a:pt x="632095" y="69105"/>
                  <a:pt x="630888" y="61946"/>
                  <a:pt x="630888" y="53922"/>
                </a:cubicBezTo>
                <a:cubicBezTo>
                  <a:pt x="630888" y="45899"/>
                  <a:pt x="632095" y="38729"/>
                  <a:pt x="634509" y="32412"/>
                </a:cubicBezTo>
                <a:cubicBezTo>
                  <a:pt x="636923" y="26095"/>
                  <a:pt x="640611" y="20455"/>
                  <a:pt x="645572" y="15491"/>
                </a:cubicBezTo>
                <a:cubicBezTo>
                  <a:pt x="649914" y="11147"/>
                  <a:pt x="654875" y="7878"/>
                  <a:pt x="660457" y="5683"/>
                </a:cubicBezTo>
                <a:cubicBezTo>
                  <a:pt x="666038" y="3489"/>
                  <a:pt x="672240" y="2392"/>
                  <a:pt x="679062" y="2392"/>
                </a:cubicBezTo>
                <a:cubicBezTo>
                  <a:pt x="693459" y="2392"/>
                  <a:pt x="705088" y="7113"/>
                  <a:pt x="713947" y="16556"/>
                </a:cubicBezTo>
                <a:cubicBezTo>
                  <a:pt x="722807" y="25997"/>
                  <a:pt x="727237" y="38453"/>
                  <a:pt x="727237" y="53922"/>
                </a:cubicBezTo>
                <a:cubicBezTo>
                  <a:pt x="727237" y="61857"/>
                  <a:pt x="726019" y="69005"/>
                  <a:pt x="723582" y="75366"/>
                </a:cubicBezTo>
                <a:cubicBezTo>
                  <a:pt x="721146" y="81727"/>
                  <a:pt x="717447" y="87368"/>
                  <a:pt x="712485" y="92288"/>
                </a:cubicBezTo>
                <a:cubicBezTo>
                  <a:pt x="708144" y="96632"/>
                  <a:pt x="703183" y="99901"/>
                  <a:pt x="697601" y="102095"/>
                </a:cubicBezTo>
                <a:cubicBezTo>
                  <a:pt x="692020" y="104289"/>
                  <a:pt x="685840" y="105386"/>
                  <a:pt x="679062" y="105386"/>
                </a:cubicBezTo>
                <a:close/>
                <a:moveTo>
                  <a:pt x="739465" y="103393"/>
                </a:moveTo>
                <a:lnTo>
                  <a:pt x="739465" y="96349"/>
                </a:lnTo>
                <a:lnTo>
                  <a:pt x="750495" y="96349"/>
                </a:lnTo>
                <a:lnTo>
                  <a:pt x="750495" y="39869"/>
                </a:lnTo>
                <a:lnTo>
                  <a:pt x="738800" y="39869"/>
                </a:lnTo>
                <a:lnTo>
                  <a:pt x="738800" y="32692"/>
                </a:lnTo>
                <a:lnTo>
                  <a:pt x="762721" y="32692"/>
                </a:lnTo>
                <a:lnTo>
                  <a:pt x="762721" y="45317"/>
                </a:lnTo>
                <a:cubicBezTo>
                  <a:pt x="764981" y="40533"/>
                  <a:pt x="767915" y="36923"/>
                  <a:pt x="771526" y="34486"/>
                </a:cubicBezTo>
                <a:cubicBezTo>
                  <a:pt x="775136" y="32050"/>
                  <a:pt x="779333" y="30832"/>
                  <a:pt x="784118" y="30832"/>
                </a:cubicBezTo>
                <a:cubicBezTo>
                  <a:pt x="791914" y="30832"/>
                  <a:pt x="797651" y="33069"/>
                  <a:pt x="801328" y="37543"/>
                </a:cubicBezTo>
                <a:cubicBezTo>
                  <a:pt x="805004" y="42017"/>
                  <a:pt x="806843" y="48994"/>
                  <a:pt x="806843" y="58474"/>
                </a:cubicBezTo>
                <a:lnTo>
                  <a:pt x="806843" y="96349"/>
                </a:lnTo>
                <a:lnTo>
                  <a:pt x="817740" y="96349"/>
                </a:lnTo>
                <a:lnTo>
                  <a:pt x="817740" y="103393"/>
                </a:lnTo>
                <a:lnTo>
                  <a:pt x="783985" y="103393"/>
                </a:lnTo>
                <a:lnTo>
                  <a:pt x="783985" y="96349"/>
                </a:lnTo>
                <a:lnTo>
                  <a:pt x="794550" y="96349"/>
                </a:lnTo>
                <a:lnTo>
                  <a:pt x="794550" y="62328"/>
                </a:lnTo>
                <a:cubicBezTo>
                  <a:pt x="794550" y="53690"/>
                  <a:pt x="793487" y="47765"/>
                  <a:pt x="791360" y="44553"/>
                </a:cubicBezTo>
                <a:cubicBezTo>
                  <a:pt x="789234" y="41342"/>
                  <a:pt x="785491" y="39736"/>
                  <a:pt x="780131" y="39736"/>
                </a:cubicBezTo>
                <a:cubicBezTo>
                  <a:pt x="774460" y="39736"/>
                  <a:pt x="770141" y="41807"/>
                  <a:pt x="767173" y="45949"/>
                </a:cubicBezTo>
                <a:cubicBezTo>
                  <a:pt x="764205" y="50091"/>
                  <a:pt x="762721" y="56126"/>
                  <a:pt x="762721" y="64056"/>
                </a:cubicBezTo>
                <a:lnTo>
                  <a:pt x="762721" y="96349"/>
                </a:lnTo>
                <a:lnTo>
                  <a:pt x="773353" y="96349"/>
                </a:lnTo>
                <a:lnTo>
                  <a:pt x="773353" y="103393"/>
                </a:lnTo>
                <a:lnTo>
                  <a:pt x="739465" y="103393"/>
                </a:lnTo>
                <a:close/>
                <a:moveTo>
                  <a:pt x="848886" y="96349"/>
                </a:moveTo>
                <a:lnTo>
                  <a:pt x="860448" y="96349"/>
                </a:lnTo>
                <a:lnTo>
                  <a:pt x="860448" y="103393"/>
                </a:lnTo>
                <a:lnTo>
                  <a:pt x="824898" y="103393"/>
                </a:lnTo>
                <a:lnTo>
                  <a:pt x="824898" y="96349"/>
                </a:lnTo>
                <a:lnTo>
                  <a:pt x="836659" y="96349"/>
                </a:lnTo>
                <a:lnTo>
                  <a:pt x="836659" y="7043"/>
                </a:lnTo>
                <a:lnTo>
                  <a:pt x="824898" y="7043"/>
                </a:lnTo>
                <a:lnTo>
                  <a:pt x="824898" y="0"/>
                </a:lnTo>
                <a:lnTo>
                  <a:pt x="848886" y="0"/>
                </a:lnTo>
                <a:lnTo>
                  <a:pt x="848886" y="96349"/>
                </a:lnTo>
                <a:close/>
                <a:moveTo>
                  <a:pt x="893759" y="116286"/>
                </a:moveTo>
                <a:lnTo>
                  <a:pt x="898410" y="104535"/>
                </a:lnTo>
                <a:lnTo>
                  <a:pt x="872030" y="39869"/>
                </a:lnTo>
                <a:lnTo>
                  <a:pt x="863990" y="39869"/>
                </a:lnTo>
                <a:lnTo>
                  <a:pt x="863990" y="32692"/>
                </a:lnTo>
                <a:lnTo>
                  <a:pt x="896483" y="32692"/>
                </a:lnTo>
                <a:lnTo>
                  <a:pt x="896483" y="39869"/>
                </a:lnTo>
                <a:lnTo>
                  <a:pt x="885187" y="39869"/>
                </a:lnTo>
                <a:lnTo>
                  <a:pt x="905055" y="88442"/>
                </a:lnTo>
                <a:lnTo>
                  <a:pt x="924923" y="39869"/>
                </a:lnTo>
                <a:lnTo>
                  <a:pt x="914357" y="39869"/>
                </a:lnTo>
                <a:lnTo>
                  <a:pt x="914357" y="32692"/>
                </a:lnTo>
                <a:lnTo>
                  <a:pt x="940870" y="32692"/>
                </a:lnTo>
                <a:lnTo>
                  <a:pt x="940870" y="39869"/>
                </a:lnTo>
                <a:lnTo>
                  <a:pt x="932963" y="39869"/>
                </a:lnTo>
                <a:lnTo>
                  <a:pt x="900603" y="119284"/>
                </a:lnTo>
                <a:cubicBezTo>
                  <a:pt x="898388" y="124824"/>
                  <a:pt x="895929" y="128610"/>
                  <a:pt x="893227" y="130643"/>
                </a:cubicBezTo>
                <a:cubicBezTo>
                  <a:pt x="890525" y="132676"/>
                  <a:pt x="886715" y="133693"/>
                  <a:pt x="881798" y="133693"/>
                </a:cubicBezTo>
                <a:cubicBezTo>
                  <a:pt x="879716" y="133693"/>
                  <a:pt x="877579" y="133510"/>
                  <a:pt x="875386" y="133143"/>
                </a:cubicBezTo>
                <a:cubicBezTo>
                  <a:pt x="873193" y="132777"/>
                  <a:pt x="870989" y="132252"/>
                  <a:pt x="868774" y="131567"/>
                </a:cubicBezTo>
                <a:lnTo>
                  <a:pt x="868774" y="118011"/>
                </a:lnTo>
                <a:lnTo>
                  <a:pt x="875020" y="118011"/>
                </a:lnTo>
                <a:cubicBezTo>
                  <a:pt x="875286" y="121047"/>
                  <a:pt x="876050" y="123223"/>
                  <a:pt x="877313" y="124540"/>
                </a:cubicBezTo>
                <a:cubicBezTo>
                  <a:pt x="878575" y="125858"/>
                  <a:pt x="880536" y="126517"/>
                  <a:pt x="883193" y="126517"/>
                </a:cubicBezTo>
                <a:cubicBezTo>
                  <a:pt x="885630" y="126517"/>
                  <a:pt x="887590" y="125837"/>
                  <a:pt x="889074" y="124477"/>
                </a:cubicBezTo>
                <a:cubicBezTo>
                  <a:pt x="890558" y="123118"/>
                  <a:pt x="892120" y="120387"/>
                  <a:pt x="893759" y="1162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CVE">
            <a:extLst xmlns:a="http://schemas.openxmlformats.org/drawingml/2006/main">
              <a:ext uri="{FF2B5EF4-FFF2-40B4-BE49-F238E27FC236}">
                <a16:creationId xmlns:a16="http://schemas.microsoft.com/office/drawing/2014/main" id="{0F71133B-4E6E-4403-980E-6FFE7A62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231" y="3385854"/>
            <a:ext cx="282206" cy="102994"/>
          </a:xfrm>
          <a:custGeom xmlns:a="http://schemas.openxmlformats.org/drawingml/2006/main">
            <a:pathLst>
              <a:path w="282206" h="102994">
                <a:moveTo>
                  <a:pt x="88309" y="74820"/>
                </a:moveTo>
                <a:cubicBezTo>
                  <a:pt x="85385" y="84079"/>
                  <a:pt x="80479" y="91089"/>
                  <a:pt x="73591" y="95851"/>
                </a:cubicBezTo>
                <a:cubicBezTo>
                  <a:pt x="66703" y="100613"/>
                  <a:pt x="57987" y="102994"/>
                  <a:pt x="47444" y="102994"/>
                </a:cubicBezTo>
                <a:cubicBezTo>
                  <a:pt x="40976" y="102994"/>
                  <a:pt x="34974" y="101886"/>
                  <a:pt x="29436" y="99670"/>
                </a:cubicBezTo>
                <a:cubicBezTo>
                  <a:pt x="23899" y="97453"/>
                  <a:pt x="18982" y="94195"/>
                  <a:pt x="14685" y="89896"/>
                </a:cubicBezTo>
                <a:cubicBezTo>
                  <a:pt x="9724" y="84931"/>
                  <a:pt x="6036" y="79291"/>
                  <a:pt x="3621" y="72974"/>
                </a:cubicBezTo>
                <a:cubicBezTo>
                  <a:pt x="1207" y="66658"/>
                  <a:pt x="0" y="59510"/>
                  <a:pt x="0" y="51530"/>
                </a:cubicBezTo>
                <a:cubicBezTo>
                  <a:pt x="0" y="36105"/>
                  <a:pt x="4452" y="23660"/>
                  <a:pt x="13356" y="14197"/>
                </a:cubicBezTo>
                <a:cubicBezTo>
                  <a:pt x="22260" y="4732"/>
                  <a:pt x="33999" y="0"/>
                  <a:pt x="48573" y="0"/>
                </a:cubicBezTo>
                <a:cubicBezTo>
                  <a:pt x="53978" y="0"/>
                  <a:pt x="59737" y="714"/>
                  <a:pt x="65850" y="2143"/>
                </a:cubicBezTo>
                <a:cubicBezTo>
                  <a:pt x="71963" y="3572"/>
                  <a:pt x="78541" y="5737"/>
                  <a:pt x="85585" y="8638"/>
                </a:cubicBezTo>
                <a:lnTo>
                  <a:pt x="85585" y="31496"/>
                </a:lnTo>
                <a:lnTo>
                  <a:pt x="78076" y="31496"/>
                </a:lnTo>
                <a:cubicBezTo>
                  <a:pt x="76437" y="23168"/>
                  <a:pt x="73148" y="17033"/>
                  <a:pt x="68209" y="13090"/>
                </a:cubicBezTo>
                <a:cubicBezTo>
                  <a:pt x="63269" y="9148"/>
                  <a:pt x="56348" y="7176"/>
                  <a:pt x="47444" y="7176"/>
                </a:cubicBezTo>
                <a:cubicBezTo>
                  <a:pt x="36856" y="7176"/>
                  <a:pt x="28838" y="10928"/>
                  <a:pt x="23390" y="18431"/>
                </a:cubicBezTo>
                <a:cubicBezTo>
                  <a:pt x="17941" y="25934"/>
                  <a:pt x="15217" y="36967"/>
                  <a:pt x="15217" y="51530"/>
                </a:cubicBezTo>
                <a:cubicBezTo>
                  <a:pt x="15217" y="66049"/>
                  <a:pt x="17941" y="77060"/>
                  <a:pt x="23390" y="84563"/>
                </a:cubicBezTo>
                <a:cubicBezTo>
                  <a:pt x="28838" y="92066"/>
                  <a:pt x="36856" y="95818"/>
                  <a:pt x="47444" y="95818"/>
                </a:cubicBezTo>
                <a:cubicBezTo>
                  <a:pt x="54842" y="95818"/>
                  <a:pt x="60933" y="94062"/>
                  <a:pt x="65717" y="90552"/>
                </a:cubicBezTo>
                <a:cubicBezTo>
                  <a:pt x="70501" y="87041"/>
                  <a:pt x="73956" y="81797"/>
                  <a:pt x="76083" y="74820"/>
                </a:cubicBezTo>
                <a:lnTo>
                  <a:pt x="88309" y="74820"/>
                </a:lnTo>
                <a:close/>
                <a:moveTo>
                  <a:pt x="119571" y="8904"/>
                </a:moveTo>
                <a:lnTo>
                  <a:pt x="148875" y="85053"/>
                </a:lnTo>
                <a:lnTo>
                  <a:pt x="178112" y="8904"/>
                </a:lnTo>
                <a:lnTo>
                  <a:pt x="166948" y="8904"/>
                </a:lnTo>
                <a:lnTo>
                  <a:pt x="166948" y="1728"/>
                </a:lnTo>
                <a:lnTo>
                  <a:pt x="196053" y="1728"/>
                </a:lnTo>
                <a:lnTo>
                  <a:pt x="196053" y="8904"/>
                </a:lnTo>
                <a:lnTo>
                  <a:pt x="186418" y="8904"/>
                </a:lnTo>
                <a:lnTo>
                  <a:pt x="151001" y="101001"/>
                </a:lnTo>
                <a:lnTo>
                  <a:pt x="139572" y="101001"/>
                </a:lnTo>
                <a:lnTo>
                  <a:pt x="104355" y="8904"/>
                </a:lnTo>
                <a:lnTo>
                  <a:pt x="94454" y="8904"/>
                </a:lnTo>
                <a:lnTo>
                  <a:pt x="94454" y="1728"/>
                </a:lnTo>
                <a:lnTo>
                  <a:pt x="130602" y="1728"/>
                </a:lnTo>
                <a:lnTo>
                  <a:pt x="130602" y="8904"/>
                </a:lnTo>
                <a:lnTo>
                  <a:pt x="119571" y="8904"/>
                </a:lnTo>
                <a:close/>
                <a:moveTo>
                  <a:pt x="201273" y="101001"/>
                </a:moveTo>
                <a:lnTo>
                  <a:pt x="201273" y="93957"/>
                </a:lnTo>
                <a:lnTo>
                  <a:pt x="213898" y="93957"/>
                </a:lnTo>
                <a:lnTo>
                  <a:pt x="213898" y="8904"/>
                </a:lnTo>
                <a:lnTo>
                  <a:pt x="201273" y="8904"/>
                </a:lnTo>
                <a:lnTo>
                  <a:pt x="201273" y="1728"/>
                </a:lnTo>
                <a:lnTo>
                  <a:pt x="281143" y="1728"/>
                </a:lnTo>
                <a:lnTo>
                  <a:pt x="281143" y="23921"/>
                </a:lnTo>
                <a:lnTo>
                  <a:pt x="272970" y="23921"/>
                </a:lnTo>
                <a:lnTo>
                  <a:pt x="272970" y="9967"/>
                </a:lnTo>
                <a:lnTo>
                  <a:pt x="227387" y="9967"/>
                </a:lnTo>
                <a:lnTo>
                  <a:pt x="227387" y="43191"/>
                </a:lnTo>
                <a:lnTo>
                  <a:pt x="259880" y="43191"/>
                </a:lnTo>
                <a:lnTo>
                  <a:pt x="259880" y="30699"/>
                </a:lnTo>
                <a:lnTo>
                  <a:pt x="268053" y="30699"/>
                </a:lnTo>
                <a:lnTo>
                  <a:pt x="268053" y="63790"/>
                </a:lnTo>
                <a:lnTo>
                  <a:pt x="259880" y="63790"/>
                </a:lnTo>
                <a:lnTo>
                  <a:pt x="259880" y="51298"/>
                </a:lnTo>
                <a:lnTo>
                  <a:pt x="227387" y="51298"/>
                </a:lnTo>
                <a:lnTo>
                  <a:pt x="227387" y="92761"/>
                </a:lnTo>
                <a:lnTo>
                  <a:pt x="274033" y="92761"/>
                </a:lnTo>
                <a:lnTo>
                  <a:pt x="274033" y="78807"/>
                </a:lnTo>
                <a:lnTo>
                  <a:pt x="282206" y="78807"/>
                </a:lnTo>
                <a:lnTo>
                  <a:pt x="282206" y="101001"/>
                </a:lnTo>
                <a:lnTo>
                  <a:pt x="201273" y="1010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A15B1-D8A1-46B7-BDF0-78303544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517" y="4032717"/>
            <a:ext cx="1416792" cy="416987"/>
          </a:xfrm>
          <a:custGeom xmlns:a="http://schemas.openxmlformats.org/drawingml/2006/main">
            <a:pathLst>
              <a:path w="1416792" h="416987">
                <a:moveTo>
                  <a:pt x="708650" y="416987"/>
                </a:moveTo>
                <a:lnTo>
                  <a:pt x="37481" y="416987"/>
                </a:lnTo>
                <a:cubicBezTo>
                  <a:pt x="16938" y="416987"/>
                  <a:pt x="0" y="400031"/>
                  <a:pt x="0" y="379488"/>
                </a:cubicBezTo>
                <a:lnTo>
                  <a:pt x="0" y="37499"/>
                </a:lnTo>
                <a:cubicBezTo>
                  <a:pt x="0" y="16956"/>
                  <a:pt x="16938" y="0"/>
                  <a:pt x="37481" y="0"/>
                </a:cubicBezTo>
                <a:lnTo>
                  <a:pt x="1379293" y="0"/>
                </a:lnTo>
                <a:cubicBezTo>
                  <a:pt x="1399836" y="0"/>
                  <a:pt x="1416792" y="16956"/>
                  <a:pt x="1416792" y="37499"/>
                </a:cubicBezTo>
                <a:lnTo>
                  <a:pt x="1416792" y="379488"/>
                </a:lnTo>
                <a:cubicBezTo>
                  <a:pt x="1416792" y="400031"/>
                  <a:pt x="1399836" y="416987"/>
                  <a:pt x="1379293" y="416987"/>
                </a:cubicBezTo>
                <a:lnTo>
                  <a:pt x="708650" y="41698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44">
            <a:extLst xmlns:a="http://schemas.openxmlformats.org/drawingml/2006/main">
              <a:ext uri="{FF2B5EF4-FFF2-40B4-BE49-F238E27FC236}">
                <a16:creationId xmlns:a16="http://schemas.microsoft.com/office/drawing/2014/main" id="{97E8157A-A5B8-45A8-80D0-BD3B5E4D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261" y="4116308"/>
            <a:ext cx="218433" cy="123871"/>
          </a:xfrm>
          <a:custGeom xmlns:a="http://schemas.openxmlformats.org/drawingml/2006/main">
            <a:pathLst>
              <a:path w="218433" h="123871">
                <a:moveTo>
                  <a:pt x="99667" y="123871"/>
                </a:moveTo>
                <a:lnTo>
                  <a:pt x="32679" y="123871"/>
                </a:lnTo>
                <a:lnTo>
                  <a:pt x="32679" y="113929"/>
                </a:lnTo>
                <a:lnTo>
                  <a:pt x="50771" y="113929"/>
                </a:lnTo>
                <a:lnTo>
                  <a:pt x="50771" y="91762"/>
                </a:lnTo>
                <a:lnTo>
                  <a:pt x="0" y="91762"/>
                </a:lnTo>
                <a:lnTo>
                  <a:pt x="0" y="82398"/>
                </a:lnTo>
                <a:lnTo>
                  <a:pt x="50934" y="0"/>
                </a:lnTo>
                <a:lnTo>
                  <a:pt x="81576" y="0"/>
                </a:lnTo>
                <a:lnTo>
                  <a:pt x="81576" y="81168"/>
                </a:lnTo>
                <a:lnTo>
                  <a:pt x="102438" y="81168"/>
                </a:lnTo>
                <a:lnTo>
                  <a:pt x="102438" y="91762"/>
                </a:lnTo>
                <a:lnTo>
                  <a:pt x="81576" y="91762"/>
                </a:lnTo>
                <a:lnTo>
                  <a:pt x="81576" y="113929"/>
                </a:lnTo>
                <a:lnTo>
                  <a:pt x="99667" y="113929"/>
                </a:lnTo>
                <a:lnTo>
                  <a:pt x="99667" y="123871"/>
                </a:lnTo>
                <a:moveTo>
                  <a:pt x="50771" y="81168"/>
                </a:moveTo>
                <a:lnTo>
                  <a:pt x="50771" y="22202"/>
                </a:lnTo>
                <a:lnTo>
                  <a:pt x="14506" y="81168"/>
                </a:lnTo>
                <a:lnTo>
                  <a:pt x="50771" y="81168"/>
                </a:lnTo>
                <a:close/>
                <a:moveTo>
                  <a:pt x="215663" y="123871"/>
                </a:moveTo>
                <a:lnTo>
                  <a:pt x="148674" y="123871"/>
                </a:lnTo>
                <a:lnTo>
                  <a:pt x="148674" y="113929"/>
                </a:lnTo>
                <a:lnTo>
                  <a:pt x="166766" y="113929"/>
                </a:lnTo>
                <a:lnTo>
                  <a:pt x="166766" y="91762"/>
                </a:lnTo>
                <a:lnTo>
                  <a:pt x="115995" y="91762"/>
                </a:lnTo>
                <a:lnTo>
                  <a:pt x="115995" y="82398"/>
                </a:lnTo>
                <a:lnTo>
                  <a:pt x="166929" y="0"/>
                </a:lnTo>
                <a:lnTo>
                  <a:pt x="197571" y="0"/>
                </a:lnTo>
                <a:lnTo>
                  <a:pt x="197571" y="81168"/>
                </a:lnTo>
                <a:lnTo>
                  <a:pt x="218433" y="81168"/>
                </a:lnTo>
                <a:lnTo>
                  <a:pt x="218433" y="91762"/>
                </a:lnTo>
                <a:lnTo>
                  <a:pt x="197571" y="91762"/>
                </a:lnTo>
                <a:lnTo>
                  <a:pt x="197571" y="113929"/>
                </a:lnTo>
                <a:lnTo>
                  <a:pt x="215663" y="113929"/>
                </a:lnTo>
                <a:lnTo>
                  <a:pt x="215663" y="123871"/>
                </a:lnTo>
                <a:moveTo>
                  <a:pt x="166766" y="81168"/>
                </a:moveTo>
                <a:lnTo>
                  <a:pt x="166766" y="22202"/>
                </a:lnTo>
                <a:lnTo>
                  <a:pt x="130501" y="81168"/>
                </a:lnTo>
                <a:lnTo>
                  <a:pt x="166766" y="811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ExternalOnlyBoth">
            <a:extLst xmlns:a="http://schemas.openxmlformats.org/drawingml/2006/main">
              <a:ext uri="{FF2B5EF4-FFF2-40B4-BE49-F238E27FC236}">
                <a16:creationId xmlns:a16="http://schemas.microsoft.com/office/drawing/2014/main" id="{52D25224-9F62-4DFC-8A70-E2C4FB27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174" y="4308812"/>
            <a:ext cx="1303701" cy="133693"/>
          </a:xfrm>
          <a:custGeom xmlns:a="http://schemas.openxmlformats.org/drawingml/2006/main">
            <a:pathLst>
              <a:path w="1303701" h="133693">
                <a:moveTo>
                  <a:pt x="0" y="103393"/>
                </a:moveTo>
                <a:lnTo>
                  <a:pt x="0" y="96349"/>
                </a:lnTo>
                <a:lnTo>
                  <a:pt x="12625" y="96349"/>
                </a:lnTo>
                <a:lnTo>
                  <a:pt x="12625" y="11296"/>
                </a:lnTo>
                <a:lnTo>
                  <a:pt x="0" y="11296"/>
                </a:lnTo>
                <a:lnTo>
                  <a:pt x="0" y="4120"/>
                </a:lnTo>
                <a:lnTo>
                  <a:pt x="79870" y="4120"/>
                </a:lnTo>
                <a:lnTo>
                  <a:pt x="79870" y="26313"/>
                </a:lnTo>
                <a:lnTo>
                  <a:pt x="71697" y="26313"/>
                </a:lnTo>
                <a:lnTo>
                  <a:pt x="71697" y="12359"/>
                </a:lnTo>
                <a:lnTo>
                  <a:pt x="26114" y="12359"/>
                </a:lnTo>
                <a:lnTo>
                  <a:pt x="26114" y="45583"/>
                </a:lnTo>
                <a:lnTo>
                  <a:pt x="58607" y="45583"/>
                </a:lnTo>
                <a:lnTo>
                  <a:pt x="58607" y="33091"/>
                </a:lnTo>
                <a:lnTo>
                  <a:pt x="66780" y="33091"/>
                </a:lnTo>
                <a:lnTo>
                  <a:pt x="66780" y="66182"/>
                </a:lnTo>
                <a:lnTo>
                  <a:pt x="58607" y="66182"/>
                </a:lnTo>
                <a:lnTo>
                  <a:pt x="58607" y="53690"/>
                </a:lnTo>
                <a:lnTo>
                  <a:pt x="26114" y="53690"/>
                </a:lnTo>
                <a:lnTo>
                  <a:pt x="26114" y="95153"/>
                </a:lnTo>
                <a:lnTo>
                  <a:pt x="72760" y="95153"/>
                </a:lnTo>
                <a:lnTo>
                  <a:pt x="72760" y="81199"/>
                </a:lnTo>
                <a:lnTo>
                  <a:pt x="80933" y="81199"/>
                </a:lnTo>
                <a:lnTo>
                  <a:pt x="80933" y="103393"/>
                </a:lnTo>
                <a:lnTo>
                  <a:pt x="0" y="103393"/>
                </a:lnTo>
                <a:close/>
                <a:moveTo>
                  <a:pt x="131708" y="60268"/>
                </a:moveTo>
                <a:lnTo>
                  <a:pt x="146526" y="39869"/>
                </a:lnTo>
                <a:lnTo>
                  <a:pt x="137024" y="39869"/>
                </a:lnTo>
                <a:lnTo>
                  <a:pt x="137024" y="32692"/>
                </a:lnTo>
                <a:lnTo>
                  <a:pt x="164201" y="32692"/>
                </a:lnTo>
                <a:lnTo>
                  <a:pt x="164201" y="39869"/>
                </a:lnTo>
                <a:lnTo>
                  <a:pt x="154832" y="39869"/>
                </a:lnTo>
                <a:lnTo>
                  <a:pt x="135895" y="65983"/>
                </a:lnTo>
                <a:lnTo>
                  <a:pt x="157955" y="96349"/>
                </a:lnTo>
                <a:lnTo>
                  <a:pt x="167192" y="96349"/>
                </a:lnTo>
                <a:lnTo>
                  <a:pt x="167192" y="103393"/>
                </a:lnTo>
                <a:lnTo>
                  <a:pt x="134566" y="103393"/>
                </a:lnTo>
                <a:lnTo>
                  <a:pt x="134566" y="96349"/>
                </a:lnTo>
                <a:lnTo>
                  <a:pt x="143536" y="96349"/>
                </a:lnTo>
                <a:lnTo>
                  <a:pt x="128187" y="75219"/>
                </a:lnTo>
                <a:lnTo>
                  <a:pt x="112771" y="96349"/>
                </a:lnTo>
                <a:lnTo>
                  <a:pt x="121941" y="96349"/>
                </a:lnTo>
                <a:lnTo>
                  <a:pt x="121941" y="103393"/>
                </a:lnTo>
                <a:lnTo>
                  <a:pt x="95096" y="103393"/>
                </a:lnTo>
                <a:lnTo>
                  <a:pt x="95096" y="96349"/>
                </a:lnTo>
                <a:lnTo>
                  <a:pt x="104465" y="96349"/>
                </a:lnTo>
                <a:lnTo>
                  <a:pt x="123934" y="69504"/>
                </a:lnTo>
                <a:lnTo>
                  <a:pt x="102471" y="39869"/>
                </a:lnTo>
                <a:lnTo>
                  <a:pt x="93767" y="39869"/>
                </a:lnTo>
                <a:lnTo>
                  <a:pt x="93767" y="32692"/>
                </a:lnTo>
                <a:lnTo>
                  <a:pt x="125329" y="32692"/>
                </a:lnTo>
                <a:lnTo>
                  <a:pt x="125329" y="39869"/>
                </a:lnTo>
                <a:lnTo>
                  <a:pt x="116891" y="39869"/>
                </a:lnTo>
                <a:lnTo>
                  <a:pt x="131708" y="60268"/>
                </a:lnTo>
                <a:close/>
                <a:moveTo>
                  <a:pt x="182998" y="39869"/>
                </a:moveTo>
                <a:lnTo>
                  <a:pt x="172234" y="39869"/>
                </a:lnTo>
                <a:lnTo>
                  <a:pt x="172234" y="32692"/>
                </a:lnTo>
                <a:lnTo>
                  <a:pt x="182998" y="32692"/>
                </a:lnTo>
                <a:lnTo>
                  <a:pt x="182998" y="10765"/>
                </a:lnTo>
                <a:lnTo>
                  <a:pt x="195291" y="10765"/>
                </a:lnTo>
                <a:lnTo>
                  <a:pt x="195291" y="32692"/>
                </a:lnTo>
                <a:lnTo>
                  <a:pt x="218282" y="32692"/>
                </a:lnTo>
                <a:lnTo>
                  <a:pt x="218282" y="39869"/>
                </a:lnTo>
                <a:lnTo>
                  <a:pt x="195291" y="39869"/>
                </a:lnTo>
                <a:lnTo>
                  <a:pt x="195291" y="84721"/>
                </a:lnTo>
                <a:cubicBezTo>
                  <a:pt x="195291" y="90701"/>
                  <a:pt x="195867" y="94533"/>
                  <a:pt x="197019" y="96216"/>
                </a:cubicBezTo>
                <a:cubicBezTo>
                  <a:pt x="198171" y="97900"/>
                  <a:pt x="200297" y="98741"/>
                  <a:pt x="203398" y="98741"/>
                </a:cubicBezTo>
                <a:cubicBezTo>
                  <a:pt x="206587" y="98741"/>
                  <a:pt x="208913" y="97800"/>
                  <a:pt x="210375" y="95917"/>
                </a:cubicBezTo>
                <a:cubicBezTo>
                  <a:pt x="211837" y="94035"/>
                  <a:pt x="212612" y="90989"/>
                  <a:pt x="212701" y="86781"/>
                </a:cubicBezTo>
                <a:lnTo>
                  <a:pt x="221937" y="86781"/>
                </a:lnTo>
                <a:cubicBezTo>
                  <a:pt x="221582" y="93228"/>
                  <a:pt x="219833" y="97941"/>
                  <a:pt x="216687" y="100920"/>
                </a:cubicBezTo>
                <a:cubicBezTo>
                  <a:pt x="213542" y="103897"/>
                  <a:pt x="208758" y="105386"/>
                  <a:pt x="202335" y="105386"/>
                </a:cubicBezTo>
                <a:cubicBezTo>
                  <a:pt x="195291" y="105386"/>
                  <a:pt x="190308" y="103820"/>
                  <a:pt x="187384" y="100687"/>
                </a:cubicBezTo>
                <a:cubicBezTo>
                  <a:pt x="184460" y="97553"/>
                  <a:pt x="182998" y="92231"/>
                  <a:pt x="182998" y="84721"/>
                </a:cubicBezTo>
                <a:lnTo>
                  <a:pt x="182998" y="39869"/>
                </a:lnTo>
                <a:close/>
                <a:moveTo>
                  <a:pt x="296505" y="69371"/>
                </a:moveTo>
                <a:lnTo>
                  <a:pt x="243812" y="69371"/>
                </a:lnTo>
                <a:lnTo>
                  <a:pt x="243812" y="69903"/>
                </a:lnTo>
                <a:cubicBezTo>
                  <a:pt x="243812" y="79427"/>
                  <a:pt x="245606" y="86615"/>
                  <a:pt x="249194" y="91465"/>
                </a:cubicBezTo>
                <a:cubicBezTo>
                  <a:pt x="252782" y="96316"/>
                  <a:pt x="258076" y="98741"/>
                  <a:pt x="265075" y="98741"/>
                </a:cubicBezTo>
                <a:cubicBezTo>
                  <a:pt x="270435" y="98741"/>
                  <a:pt x="274832" y="97335"/>
                  <a:pt x="278265" y="94522"/>
                </a:cubicBezTo>
                <a:cubicBezTo>
                  <a:pt x="281698" y="91709"/>
                  <a:pt x="284101" y="87534"/>
                  <a:pt x="285474" y="81997"/>
                </a:cubicBezTo>
                <a:lnTo>
                  <a:pt x="295309" y="81997"/>
                </a:lnTo>
                <a:cubicBezTo>
                  <a:pt x="293359" y="89771"/>
                  <a:pt x="289760" y="95613"/>
                  <a:pt x="284511" y="99522"/>
                </a:cubicBezTo>
                <a:cubicBezTo>
                  <a:pt x="279261" y="103432"/>
                  <a:pt x="272362" y="105386"/>
                  <a:pt x="263812" y="105386"/>
                </a:cubicBezTo>
                <a:cubicBezTo>
                  <a:pt x="253491" y="105386"/>
                  <a:pt x="245196" y="101984"/>
                  <a:pt x="238928" y="95178"/>
                </a:cubicBezTo>
                <a:cubicBezTo>
                  <a:pt x="232659" y="88371"/>
                  <a:pt x="229525" y="79337"/>
                  <a:pt x="229525" y="68076"/>
                </a:cubicBezTo>
                <a:cubicBezTo>
                  <a:pt x="229525" y="56903"/>
                  <a:pt x="232604" y="47903"/>
                  <a:pt x="238762" y="41075"/>
                </a:cubicBezTo>
                <a:cubicBezTo>
                  <a:pt x="244919" y="34246"/>
                  <a:pt x="253004" y="30832"/>
                  <a:pt x="263015" y="30832"/>
                </a:cubicBezTo>
                <a:cubicBezTo>
                  <a:pt x="273691" y="30832"/>
                  <a:pt x="281886" y="34121"/>
                  <a:pt x="287601" y="40699"/>
                </a:cubicBezTo>
                <a:cubicBezTo>
                  <a:pt x="293315" y="47278"/>
                  <a:pt x="296283" y="56835"/>
                  <a:pt x="296505" y="69371"/>
                </a:cubicBezTo>
                <a:moveTo>
                  <a:pt x="282085" y="62328"/>
                </a:moveTo>
                <a:cubicBezTo>
                  <a:pt x="281820" y="54111"/>
                  <a:pt x="280081" y="47914"/>
                  <a:pt x="276869" y="43739"/>
                </a:cubicBezTo>
                <a:cubicBezTo>
                  <a:pt x="273658" y="39564"/>
                  <a:pt x="269040" y="37477"/>
                  <a:pt x="263015" y="37477"/>
                </a:cubicBezTo>
                <a:cubicBezTo>
                  <a:pt x="257389" y="37477"/>
                  <a:pt x="252959" y="39575"/>
                  <a:pt x="249725" y="43772"/>
                </a:cubicBezTo>
                <a:cubicBezTo>
                  <a:pt x="246492" y="47970"/>
                  <a:pt x="244520" y="54155"/>
                  <a:pt x="243812" y="62328"/>
                </a:cubicBezTo>
                <a:lnTo>
                  <a:pt x="282085" y="62328"/>
                </a:lnTo>
                <a:close/>
                <a:moveTo>
                  <a:pt x="367682" y="32692"/>
                </a:moveTo>
                <a:lnTo>
                  <a:pt x="367682" y="50367"/>
                </a:lnTo>
                <a:lnTo>
                  <a:pt x="360639" y="50367"/>
                </a:lnTo>
                <a:cubicBezTo>
                  <a:pt x="360417" y="46846"/>
                  <a:pt x="359442" y="44215"/>
                  <a:pt x="357715" y="42477"/>
                </a:cubicBezTo>
                <a:cubicBezTo>
                  <a:pt x="355987" y="40738"/>
                  <a:pt x="353462" y="39869"/>
                  <a:pt x="350140" y="39869"/>
                </a:cubicBezTo>
                <a:cubicBezTo>
                  <a:pt x="344115" y="39869"/>
                  <a:pt x="339497" y="41955"/>
                  <a:pt x="336285" y="46127"/>
                </a:cubicBezTo>
                <a:cubicBezTo>
                  <a:pt x="333074" y="50298"/>
                  <a:pt x="331468" y="56290"/>
                  <a:pt x="331468" y="64101"/>
                </a:cubicBezTo>
                <a:lnTo>
                  <a:pt x="331468" y="96349"/>
                </a:lnTo>
                <a:lnTo>
                  <a:pt x="345621" y="96349"/>
                </a:lnTo>
                <a:lnTo>
                  <a:pt x="345621" y="103393"/>
                </a:lnTo>
                <a:lnTo>
                  <a:pt x="308211" y="103393"/>
                </a:lnTo>
                <a:lnTo>
                  <a:pt x="308211" y="96349"/>
                </a:lnTo>
                <a:lnTo>
                  <a:pt x="319242" y="96349"/>
                </a:lnTo>
                <a:lnTo>
                  <a:pt x="319242" y="39736"/>
                </a:lnTo>
                <a:lnTo>
                  <a:pt x="307547" y="39736"/>
                </a:lnTo>
                <a:lnTo>
                  <a:pt x="307547" y="32692"/>
                </a:lnTo>
                <a:lnTo>
                  <a:pt x="331468" y="32692"/>
                </a:lnTo>
                <a:lnTo>
                  <a:pt x="331468" y="45353"/>
                </a:lnTo>
                <a:cubicBezTo>
                  <a:pt x="333860" y="40423"/>
                  <a:pt x="336939" y="36771"/>
                  <a:pt x="340704" y="34395"/>
                </a:cubicBezTo>
                <a:cubicBezTo>
                  <a:pt x="344470" y="32020"/>
                  <a:pt x="349054" y="30832"/>
                  <a:pt x="354459" y="30832"/>
                </a:cubicBezTo>
                <a:cubicBezTo>
                  <a:pt x="356452" y="30832"/>
                  <a:pt x="358545" y="30993"/>
                  <a:pt x="360738" y="31316"/>
                </a:cubicBezTo>
                <a:cubicBezTo>
                  <a:pt x="362931" y="31637"/>
                  <a:pt x="365246" y="32096"/>
                  <a:pt x="367682" y="32692"/>
                </a:cubicBezTo>
                <a:close/>
                <a:moveTo>
                  <a:pt x="373396" y="103393"/>
                </a:moveTo>
                <a:lnTo>
                  <a:pt x="373396" y="96349"/>
                </a:lnTo>
                <a:lnTo>
                  <a:pt x="384426" y="96349"/>
                </a:lnTo>
                <a:lnTo>
                  <a:pt x="384426" y="39869"/>
                </a:lnTo>
                <a:lnTo>
                  <a:pt x="372731" y="39869"/>
                </a:lnTo>
                <a:lnTo>
                  <a:pt x="372731" y="32692"/>
                </a:lnTo>
                <a:lnTo>
                  <a:pt x="396652" y="32692"/>
                </a:lnTo>
                <a:lnTo>
                  <a:pt x="396652" y="45317"/>
                </a:lnTo>
                <a:cubicBezTo>
                  <a:pt x="398912" y="40533"/>
                  <a:pt x="401846" y="36923"/>
                  <a:pt x="405457" y="34486"/>
                </a:cubicBezTo>
                <a:cubicBezTo>
                  <a:pt x="409067" y="32050"/>
                  <a:pt x="413264" y="30832"/>
                  <a:pt x="418049" y="30832"/>
                </a:cubicBezTo>
                <a:cubicBezTo>
                  <a:pt x="425845" y="30832"/>
                  <a:pt x="431582" y="33069"/>
                  <a:pt x="435259" y="37543"/>
                </a:cubicBezTo>
                <a:cubicBezTo>
                  <a:pt x="438935" y="42017"/>
                  <a:pt x="440774" y="48994"/>
                  <a:pt x="440774" y="58474"/>
                </a:cubicBezTo>
                <a:lnTo>
                  <a:pt x="440774" y="96349"/>
                </a:lnTo>
                <a:lnTo>
                  <a:pt x="451671" y="96349"/>
                </a:lnTo>
                <a:lnTo>
                  <a:pt x="451671" y="103393"/>
                </a:lnTo>
                <a:lnTo>
                  <a:pt x="417916" y="103393"/>
                </a:lnTo>
                <a:lnTo>
                  <a:pt x="417916" y="96349"/>
                </a:lnTo>
                <a:lnTo>
                  <a:pt x="428481" y="96349"/>
                </a:lnTo>
                <a:lnTo>
                  <a:pt x="428481" y="62328"/>
                </a:lnTo>
                <a:cubicBezTo>
                  <a:pt x="428481" y="53690"/>
                  <a:pt x="427418" y="47765"/>
                  <a:pt x="425291" y="44553"/>
                </a:cubicBezTo>
                <a:cubicBezTo>
                  <a:pt x="423165" y="41342"/>
                  <a:pt x="419422" y="39736"/>
                  <a:pt x="414062" y="39736"/>
                </a:cubicBezTo>
                <a:cubicBezTo>
                  <a:pt x="408391" y="39736"/>
                  <a:pt x="404072" y="41807"/>
                  <a:pt x="401104" y="45949"/>
                </a:cubicBezTo>
                <a:cubicBezTo>
                  <a:pt x="398136" y="50091"/>
                  <a:pt x="396652" y="56126"/>
                  <a:pt x="396652" y="64056"/>
                </a:cubicBezTo>
                <a:lnTo>
                  <a:pt x="396652" y="96349"/>
                </a:lnTo>
                <a:lnTo>
                  <a:pt x="407284" y="96349"/>
                </a:lnTo>
                <a:lnTo>
                  <a:pt x="407284" y="103393"/>
                </a:lnTo>
                <a:lnTo>
                  <a:pt x="373396" y="103393"/>
                </a:lnTo>
                <a:close/>
                <a:moveTo>
                  <a:pt x="509064" y="81232"/>
                </a:moveTo>
                <a:lnTo>
                  <a:pt x="509064" y="66315"/>
                </a:lnTo>
                <a:lnTo>
                  <a:pt x="493315" y="66315"/>
                </a:lnTo>
                <a:cubicBezTo>
                  <a:pt x="487247" y="66315"/>
                  <a:pt x="482728" y="67619"/>
                  <a:pt x="479760" y="70227"/>
                </a:cubicBezTo>
                <a:cubicBezTo>
                  <a:pt x="476792" y="72835"/>
                  <a:pt x="475308" y="76836"/>
                  <a:pt x="475308" y="82229"/>
                </a:cubicBezTo>
                <a:cubicBezTo>
                  <a:pt x="475308" y="87137"/>
                  <a:pt x="476814" y="91027"/>
                  <a:pt x="479827" y="93901"/>
                </a:cubicBezTo>
                <a:cubicBezTo>
                  <a:pt x="482839" y="96774"/>
                  <a:pt x="486914" y="98210"/>
                  <a:pt x="492053" y="98210"/>
                </a:cubicBezTo>
                <a:cubicBezTo>
                  <a:pt x="497147" y="98210"/>
                  <a:pt x="501256" y="96641"/>
                  <a:pt x="504379" y="93502"/>
                </a:cubicBezTo>
                <a:cubicBezTo>
                  <a:pt x="507502" y="90363"/>
                  <a:pt x="509064" y="86273"/>
                  <a:pt x="509064" y="81232"/>
                </a:cubicBezTo>
                <a:moveTo>
                  <a:pt x="521290" y="59274"/>
                </a:moveTo>
                <a:lnTo>
                  <a:pt x="521290" y="96349"/>
                </a:lnTo>
                <a:lnTo>
                  <a:pt x="532187" y="96349"/>
                </a:lnTo>
                <a:lnTo>
                  <a:pt x="532187" y="103393"/>
                </a:lnTo>
                <a:lnTo>
                  <a:pt x="509064" y="103393"/>
                </a:lnTo>
                <a:lnTo>
                  <a:pt x="509064" y="95753"/>
                </a:lnTo>
                <a:cubicBezTo>
                  <a:pt x="506361" y="99054"/>
                  <a:pt x="503238" y="101484"/>
                  <a:pt x="499694" y="103046"/>
                </a:cubicBezTo>
                <a:cubicBezTo>
                  <a:pt x="496151" y="104606"/>
                  <a:pt x="492009" y="105386"/>
                  <a:pt x="487269" y="105386"/>
                </a:cubicBezTo>
                <a:cubicBezTo>
                  <a:pt x="479428" y="105386"/>
                  <a:pt x="473204" y="103301"/>
                  <a:pt x="468597" y="99132"/>
                </a:cubicBezTo>
                <a:cubicBezTo>
                  <a:pt x="463990" y="94961"/>
                  <a:pt x="461686" y="89327"/>
                  <a:pt x="461686" y="82229"/>
                </a:cubicBezTo>
                <a:cubicBezTo>
                  <a:pt x="461686" y="74909"/>
                  <a:pt x="464322" y="69230"/>
                  <a:pt x="469594" y="65194"/>
                </a:cubicBezTo>
                <a:cubicBezTo>
                  <a:pt x="474865" y="61157"/>
                  <a:pt x="482307" y="59139"/>
                  <a:pt x="491920" y="59139"/>
                </a:cubicBezTo>
                <a:lnTo>
                  <a:pt x="509064" y="59139"/>
                </a:lnTo>
                <a:lnTo>
                  <a:pt x="509064" y="54325"/>
                </a:lnTo>
                <a:cubicBezTo>
                  <a:pt x="509064" y="48975"/>
                  <a:pt x="507436" y="44829"/>
                  <a:pt x="504180" y="41889"/>
                </a:cubicBezTo>
                <a:cubicBezTo>
                  <a:pt x="500924" y="38947"/>
                  <a:pt x="496350" y="37477"/>
                  <a:pt x="490458" y="37477"/>
                </a:cubicBezTo>
                <a:cubicBezTo>
                  <a:pt x="485585" y="37477"/>
                  <a:pt x="481709" y="38584"/>
                  <a:pt x="478830" y="40799"/>
                </a:cubicBezTo>
                <a:cubicBezTo>
                  <a:pt x="475950" y="43014"/>
                  <a:pt x="474156" y="46292"/>
                  <a:pt x="473448" y="50633"/>
                </a:cubicBezTo>
                <a:lnTo>
                  <a:pt x="467135" y="50633"/>
                </a:lnTo>
                <a:lnTo>
                  <a:pt x="467135" y="36280"/>
                </a:lnTo>
                <a:cubicBezTo>
                  <a:pt x="471388" y="34464"/>
                  <a:pt x="475519" y="33102"/>
                  <a:pt x="479528" y="32194"/>
                </a:cubicBezTo>
                <a:cubicBezTo>
                  <a:pt x="483537" y="31286"/>
                  <a:pt x="487446" y="30832"/>
                  <a:pt x="491256" y="30832"/>
                </a:cubicBezTo>
                <a:cubicBezTo>
                  <a:pt x="501046" y="30832"/>
                  <a:pt x="508499" y="33258"/>
                  <a:pt x="513615" y="38110"/>
                </a:cubicBezTo>
                <a:cubicBezTo>
                  <a:pt x="518732" y="42961"/>
                  <a:pt x="521290" y="50015"/>
                  <a:pt x="521290" y="59274"/>
                </a:cubicBezTo>
                <a:close/>
                <a:moveTo>
                  <a:pt x="564332" y="96349"/>
                </a:moveTo>
                <a:lnTo>
                  <a:pt x="575894" y="96349"/>
                </a:lnTo>
                <a:lnTo>
                  <a:pt x="575894" y="103393"/>
                </a:lnTo>
                <a:lnTo>
                  <a:pt x="540344" y="103393"/>
                </a:lnTo>
                <a:lnTo>
                  <a:pt x="540344" y="96349"/>
                </a:lnTo>
                <a:lnTo>
                  <a:pt x="552105" y="96349"/>
                </a:lnTo>
                <a:lnTo>
                  <a:pt x="552105" y="7043"/>
                </a:lnTo>
                <a:lnTo>
                  <a:pt x="540344" y="7043"/>
                </a:lnTo>
                <a:lnTo>
                  <a:pt x="540344" y="0"/>
                </a:lnTo>
                <a:lnTo>
                  <a:pt x="564332" y="0"/>
                </a:lnTo>
                <a:lnTo>
                  <a:pt x="564332" y="96349"/>
                </a:lnTo>
                <a:close/>
                <a:moveTo>
                  <a:pt x="679062" y="98210"/>
                </a:moveTo>
                <a:cubicBezTo>
                  <a:pt x="689915" y="98210"/>
                  <a:pt x="698111" y="94480"/>
                  <a:pt x="703648" y="87022"/>
                </a:cubicBezTo>
                <a:cubicBezTo>
                  <a:pt x="709185" y="79563"/>
                  <a:pt x="711954" y="68530"/>
                  <a:pt x="711954" y="53922"/>
                </a:cubicBezTo>
                <a:cubicBezTo>
                  <a:pt x="711954" y="39271"/>
                  <a:pt x="709185" y="28215"/>
                  <a:pt x="703648" y="20757"/>
                </a:cubicBezTo>
                <a:cubicBezTo>
                  <a:pt x="698111" y="13298"/>
                  <a:pt x="689915" y="9568"/>
                  <a:pt x="679062" y="9568"/>
                </a:cubicBezTo>
                <a:cubicBezTo>
                  <a:pt x="668165" y="9568"/>
                  <a:pt x="659948" y="13298"/>
                  <a:pt x="654410" y="20757"/>
                </a:cubicBezTo>
                <a:cubicBezTo>
                  <a:pt x="648873" y="28215"/>
                  <a:pt x="646104" y="39271"/>
                  <a:pt x="646104" y="53922"/>
                </a:cubicBezTo>
                <a:cubicBezTo>
                  <a:pt x="646104" y="68530"/>
                  <a:pt x="648873" y="79563"/>
                  <a:pt x="654410" y="87022"/>
                </a:cubicBezTo>
                <a:cubicBezTo>
                  <a:pt x="659948" y="94480"/>
                  <a:pt x="668165" y="98210"/>
                  <a:pt x="679062" y="98210"/>
                </a:cubicBezTo>
                <a:moveTo>
                  <a:pt x="679062" y="105386"/>
                </a:moveTo>
                <a:cubicBezTo>
                  <a:pt x="672329" y="105386"/>
                  <a:pt x="666138" y="104278"/>
                  <a:pt x="660490" y="102062"/>
                </a:cubicBezTo>
                <a:cubicBezTo>
                  <a:pt x="654842" y="99845"/>
                  <a:pt x="649870" y="96587"/>
                  <a:pt x="645573" y="92288"/>
                </a:cubicBezTo>
                <a:cubicBezTo>
                  <a:pt x="640611" y="87323"/>
                  <a:pt x="636923" y="81694"/>
                  <a:pt x="634509" y="75400"/>
                </a:cubicBezTo>
                <a:cubicBezTo>
                  <a:pt x="632095" y="69105"/>
                  <a:pt x="630888" y="61946"/>
                  <a:pt x="630888" y="53922"/>
                </a:cubicBezTo>
                <a:cubicBezTo>
                  <a:pt x="630888" y="45899"/>
                  <a:pt x="632095" y="38729"/>
                  <a:pt x="634509" y="32412"/>
                </a:cubicBezTo>
                <a:cubicBezTo>
                  <a:pt x="636923" y="26095"/>
                  <a:pt x="640611" y="20455"/>
                  <a:pt x="645573" y="15491"/>
                </a:cubicBezTo>
                <a:cubicBezTo>
                  <a:pt x="649914" y="11147"/>
                  <a:pt x="654875" y="7878"/>
                  <a:pt x="660457" y="5683"/>
                </a:cubicBezTo>
                <a:cubicBezTo>
                  <a:pt x="666039" y="3489"/>
                  <a:pt x="672240" y="2392"/>
                  <a:pt x="679062" y="2392"/>
                </a:cubicBezTo>
                <a:cubicBezTo>
                  <a:pt x="693459" y="2392"/>
                  <a:pt x="705088" y="7113"/>
                  <a:pt x="713947" y="16556"/>
                </a:cubicBezTo>
                <a:cubicBezTo>
                  <a:pt x="722807" y="25997"/>
                  <a:pt x="727237" y="38453"/>
                  <a:pt x="727237" y="53922"/>
                </a:cubicBezTo>
                <a:cubicBezTo>
                  <a:pt x="727237" y="61857"/>
                  <a:pt x="726019" y="69005"/>
                  <a:pt x="723582" y="75366"/>
                </a:cubicBezTo>
                <a:cubicBezTo>
                  <a:pt x="721146" y="81727"/>
                  <a:pt x="717447" y="87368"/>
                  <a:pt x="712486" y="92288"/>
                </a:cubicBezTo>
                <a:cubicBezTo>
                  <a:pt x="708144" y="96632"/>
                  <a:pt x="703183" y="99901"/>
                  <a:pt x="697601" y="102095"/>
                </a:cubicBezTo>
                <a:cubicBezTo>
                  <a:pt x="692020" y="104289"/>
                  <a:pt x="685840" y="105386"/>
                  <a:pt x="679062" y="105386"/>
                </a:cubicBezTo>
                <a:close/>
                <a:moveTo>
                  <a:pt x="739465" y="103393"/>
                </a:moveTo>
                <a:lnTo>
                  <a:pt x="739465" y="96349"/>
                </a:lnTo>
                <a:lnTo>
                  <a:pt x="750495" y="96349"/>
                </a:lnTo>
                <a:lnTo>
                  <a:pt x="750495" y="39869"/>
                </a:lnTo>
                <a:lnTo>
                  <a:pt x="738801" y="39869"/>
                </a:lnTo>
                <a:lnTo>
                  <a:pt x="738801" y="32692"/>
                </a:lnTo>
                <a:lnTo>
                  <a:pt x="762722" y="32692"/>
                </a:lnTo>
                <a:lnTo>
                  <a:pt x="762722" y="45317"/>
                </a:lnTo>
                <a:cubicBezTo>
                  <a:pt x="764981" y="40533"/>
                  <a:pt x="767916" y="36923"/>
                  <a:pt x="771526" y="34486"/>
                </a:cubicBezTo>
                <a:cubicBezTo>
                  <a:pt x="775136" y="32050"/>
                  <a:pt x="779334" y="30832"/>
                  <a:pt x="784118" y="30832"/>
                </a:cubicBezTo>
                <a:cubicBezTo>
                  <a:pt x="791915" y="30832"/>
                  <a:pt x="797651" y="33069"/>
                  <a:pt x="801328" y="37543"/>
                </a:cubicBezTo>
                <a:cubicBezTo>
                  <a:pt x="805005" y="42017"/>
                  <a:pt x="806843" y="48994"/>
                  <a:pt x="806843" y="58474"/>
                </a:cubicBezTo>
                <a:lnTo>
                  <a:pt x="806843" y="96349"/>
                </a:lnTo>
                <a:lnTo>
                  <a:pt x="817741" y="96349"/>
                </a:lnTo>
                <a:lnTo>
                  <a:pt x="817741" y="103393"/>
                </a:lnTo>
                <a:lnTo>
                  <a:pt x="783985" y="103393"/>
                </a:lnTo>
                <a:lnTo>
                  <a:pt x="783985" y="96349"/>
                </a:lnTo>
                <a:lnTo>
                  <a:pt x="794550" y="96349"/>
                </a:lnTo>
                <a:lnTo>
                  <a:pt x="794550" y="62328"/>
                </a:lnTo>
                <a:cubicBezTo>
                  <a:pt x="794550" y="53690"/>
                  <a:pt x="793487" y="47765"/>
                  <a:pt x="791361" y="44553"/>
                </a:cubicBezTo>
                <a:cubicBezTo>
                  <a:pt x="789234" y="41342"/>
                  <a:pt x="785491" y="39736"/>
                  <a:pt x="780131" y="39736"/>
                </a:cubicBezTo>
                <a:cubicBezTo>
                  <a:pt x="774461" y="39736"/>
                  <a:pt x="770142" y="41807"/>
                  <a:pt x="767174" y="45949"/>
                </a:cubicBezTo>
                <a:cubicBezTo>
                  <a:pt x="764206" y="50091"/>
                  <a:pt x="762722" y="56126"/>
                  <a:pt x="762722" y="64056"/>
                </a:cubicBezTo>
                <a:lnTo>
                  <a:pt x="762722" y="96349"/>
                </a:lnTo>
                <a:lnTo>
                  <a:pt x="773353" y="96349"/>
                </a:lnTo>
                <a:lnTo>
                  <a:pt x="773353" y="103393"/>
                </a:lnTo>
                <a:lnTo>
                  <a:pt x="739465" y="103393"/>
                </a:lnTo>
                <a:close/>
                <a:moveTo>
                  <a:pt x="848886" y="96349"/>
                </a:moveTo>
                <a:lnTo>
                  <a:pt x="860448" y="96349"/>
                </a:lnTo>
                <a:lnTo>
                  <a:pt x="860448" y="103393"/>
                </a:lnTo>
                <a:lnTo>
                  <a:pt x="824898" y="103393"/>
                </a:lnTo>
                <a:lnTo>
                  <a:pt x="824898" y="96349"/>
                </a:lnTo>
                <a:lnTo>
                  <a:pt x="836659" y="96349"/>
                </a:lnTo>
                <a:lnTo>
                  <a:pt x="836659" y="7043"/>
                </a:lnTo>
                <a:lnTo>
                  <a:pt x="824898" y="7043"/>
                </a:lnTo>
                <a:lnTo>
                  <a:pt x="824898" y="0"/>
                </a:lnTo>
                <a:lnTo>
                  <a:pt x="848886" y="0"/>
                </a:lnTo>
                <a:lnTo>
                  <a:pt x="848886" y="96349"/>
                </a:lnTo>
                <a:close/>
                <a:moveTo>
                  <a:pt x="893759" y="116286"/>
                </a:moveTo>
                <a:lnTo>
                  <a:pt x="898410" y="104535"/>
                </a:lnTo>
                <a:lnTo>
                  <a:pt x="872030" y="39869"/>
                </a:lnTo>
                <a:lnTo>
                  <a:pt x="863990" y="39869"/>
                </a:lnTo>
                <a:lnTo>
                  <a:pt x="863990" y="32692"/>
                </a:lnTo>
                <a:lnTo>
                  <a:pt x="896483" y="32692"/>
                </a:lnTo>
                <a:lnTo>
                  <a:pt x="896483" y="39869"/>
                </a:lnTo>
                <a:lnTo>
                  <a:pt x="885187" y="39869"/>
                </a:lnTo>
                <a:lnTo>
                  <a:pt x="905055" y="88442"/>
                </a:lnTo>
                <a:lnTo>
                  <a:pt x="924923" y="39869"/>
                </a:lnTo>
                <a:lnTo>
                  <a:pt x="914358" y="39869"/>
                </a:lnTo>
                <a:lnTo>
                  <a:pt x="914358" y="32692"/>
                </a:lnTo>
                <a:lnTo>
                  <a:pt x="940870" y="32692"/>
                </a:lnTo>
                <a:lnTo>
                  <a:pt x="940870" y="39869"/>
                </a:lnTo>
                <a:lnTo>
                  <a:pt x="932963" y="39869"/>
                </a:lnTo>
                <a:lnTo>
                  <a:pt x="900603" y="119284"/>
                </a:lnTo>
                <a:cubicBezTo>
                  <a:pt x="898388" y="124824"/>
                  <a:pt x="895929" y="128610"/>
                  <a:pt x="893227" y="130643"/>
                </a:cubicBezTo>
                <a:cubicBezTo>
                  <a:pt x="890525" y="132676"/>
                  <a:pt x="886715" y="133693"/>
                  <a:pt x="881798" y="133693"/>
                </a:cubicBezTo>
                <a:cubicBezTo>
                  <a:pt x="879716" y="133693"/>
                  <a:pt x="877579" y="133510"/>
                  <a:pt x="875386" y="133143"/>
                </a:cubicBezTo>
                <a:cubicBezTo>
                  <a:pt x="873193" y="132777"/>
                  <a:pt x="870989" y="132252"/>
                  <a:pt x="868774" y="131567"/>
                </a:cubicBezTo>
                <a:lnTo>
                  <a:pt x="868774" y="118011"/>
                </a:lnTo>
                <a:lnTo>
                  <a:pt x="875021" y="118011"/>
                </a:lnTo>
                <a:cubicBezTo>
                  <a:pt x="875286" y="121047"/>
                  <a:pt x="876051" y="123223"/>
                  <a:pt x="877313" y="124540"/>
                </a:cubicBezTo>
                <a:cubicBezTo>
                  <a:pt x="878576" y="125858"/>
                  <a:pt x="880536" y="126517"/>
                  <a:pt x="883194" y="126517"/>
                </a:cubicBezTo>
                <a:cubicBezTo>
                  <a:pt x="885630" y="126517"/>
                  <a:pt x="887590" y="125837"/>
                  <a:pt x="889074" y="124477"/>
                </a:cubicBezTo>
                <a:cubicBezTo>
                  <a:pt x="890558" y="123118"/>
                  <a:pt x="892120" y="120387"/>
                  <a:pt x="893759" y="116286"/>
                </a:cubicBezTo>
                <a:close/>
                <a:moveTo>
                  <a:pt x="1017630" y="96349"/>
                </a:moveTo>
                <a:lnTo>
                  <a:pt x="1037498" y="96349"/>
                </a:lnTo>
                <a:cubicBezTo>
                  <a:pt x="1045472" y="96349"/>
                  <a:pt x="1051297" y="94622"/>
                  <a:pt x="1054974" y="91166"/>
                </a:cubicBezTo>
                <a:cubicBezTo>
                  <a:pt x="1058651" y="87711"/>
                  <a:pt x="1060489" y="82218"/>
                  <a:pt x="1060489" y="74687"/>
                </a:cubicBezTo>
                <a:cubicBezTo>
                  <a:pt x="1060489" y="67201"/>
                  <a:pt x="1058662" y="61741"/>
                  <a:pt x="1055007" y="58308"/>
                </a:cubicBezTo>
                <a:cubicBezTo>
                  <a:pt x="1051353" y="54875"/>
                  <a:pt x="1045516" y="53158"/>
                  <a:pt x="1037498" y="53158"/>
                </a:cubicBezTo>
                <a:lnTo>
                  <a:pt x="1017630" y="53158"/>
                </a:lnTo>
                <a:lnTo>
                  <a:pt x="1017630" y="96349"/>
                </a:lnTo>
                <a:moveTo>
                  <a:pt x="1017630" y="46115"/>
                </a:moveTo>
                <a:lnTo>
                  <a:pt x="1034508" y="46115"/>
                </a:lnTo>
                <a:cubicBezTo>
                  <a:pt x="1041773" y="46115"/>
                  <a:pt x="1047078" y="44719"/>
                  <a:pt x="1050422" y="41929"/>
                </a:cubicBezTo>
                <a:cubicBezTo>
                  <a:pt x="1053767" y="39138"/>
                  <a:pt x="1055439" y="34730"/>
                  <a:pt x="1055439" y="28705"/>
                </a:cubicBezTo>
                <a:cubicBezTo>
                  <a:pt x="1055439" y="22637"/>
                  <a:pt x="1053767" y="18218"/>
                  <a:pt x="1050422" y="15449"/>
                </a:cubicBezTo>
                <a:cubicBezTo>
                  <a:pt x="1047078" y="12680"/>
                  <a:pt x="1041773" y="11296"/>
                  <a:pt x="1034508" y="11296"/>
                </a:cubicBezTo>
                <a:lnTo>
                  <a:pt x="1017630" y="11296"/>
                </a:lnTo>
                <a:lnTo>
                  <a:pt x="1017630" y="46115"/>
                </a:lnTo>
                <a:moveTo>
                  <a:pt x="991516" y="103393"/>
                </a:moveTo>
                <a:lnTo>
                  <a:pt x="991516" y="96349"/>
                </a:lnTo>
                <a:lnTo>
                  <a:pt x="1004142" y="96349"/>
                </a:lnTo>
                <a:lnTo>
                  <a:pt x="1004142" y="11296"/>
                </a:lnTo>
                <a:lnTo>
                  <a:pt x="991516" y="11296"/>
                </a:lnTo>
                <a:lnTo>
                  <a:pt x="991516" y="4120"/>
                </a:lnTo>
                <a:lnTo>
                  <a:pt x="1040489" y="4120"/>
                </a:lnTo>
                <a:cubicBezTo>
                  <a:pt x="1050500" y="4120"/>
                  <a:pt x="1058042" y="6172"/>
                  <a:pt x="1063114" y="10277"/>
                </a:cubicBezTo>
                <a:cubicBezTo>
                  <a:pt x="1068186" y="14380"/>
                  <a:pt x="1070722" y="20512"/>
                  <a:pt x="1070722" y="28674"/>
                </a:cubicBezTo>
                <a:cubicBezTo>
                  <a:pt x="1070722" y="34576"/>
                  <a:pt x="1068961" y="39279"/>
                  <a:pt x="1065440" y="42784"/>
                </a:cubicBezTo>
                <a:cubicBezTo>
                  <a:pt x="1061918" y="46288"/>
                  <a:pt x="1056768" y="48439"/>
                  <a:pt x="1049991" y="49238"/>
                </a:cubicBezTo>
                <a:cubicBezTo>
                  <a:pt x="1058407" y="50301"/>
                  <a:pt x="1064797" y="52992"/>
                  <a:pt x="1069161" y="57311"/>
                </a:cubicBezTo>
                <a:cubicBezTo>
                  <a:pt x="1073524" y="61630"/>
                  <a:pt x="1075706" y="67422"/>
                  <a:pt x="1075706" y="74687"/>
                </a:cubicBezTo>
                <a:cubicBezTo>
                  <a:pt x="1075706" y="84522"/>
                  <a:pt x="1072605" y="91764"/>
                  <a:pt x="1066403" y="96416"/>
                </a:cubicBezTo>
                <a:cubicBezTo>
                  <a:pt x="1060201" y="101067"/>
                  <a:pt x="1050522" y="103393"/>
                  <a:pt x="1037365" y="103393"/>
                </a:cubicBezTo>
                <a:lnTo>
                  <a:pt x="991516" y="103393"/>
                </a:lnTo>
                <a:close/>
                <a:moveTo>
                  <a:pt x="1124690" y="98741"/>
                </a:moveTo>
                <a:cubicBezTo>
                  <a:pt x="1131246" y="98741"/>
                  <a:pt x="1136197" y="96153"/>
                  <a:pt x="1139541" y="90975"/>
                </a:cubicBezTo>
                <a:cubicBezTo>
                  <a:pt x="1142886" y="85798"/>
                  <a:pt x="1144558" y="78165"/>
                  <a:pt x="1144558" y="68076"/>
                </a:cubicBezTo>
                <a:cubicBezTo>
                  <a:pt x="1144558" y="57987"/>
                  <a:pt x="1142886" y="50365"/>
                  <a:pt x="1139541" y="45209"/>
                </a:cubicBezTo>
                <a:cubicBezTo>
                  <a:pt x="1136197" y="40054"/>
                  <a:pt x="1131246" y="37477"/>
                  <a:pt x="1124690" y="37477"/>
                </a:cubicBezTo>
                <a:cubicBezTo>
                  <a:pt x="1118134" y="37477"/>
                  <a:pt x="1113184" y="40054"/>
                  <a:pt x="1109839" y="45209"/>
                </a:cubicBezTo>
                <a:cubicBezTo>
                  <a:pt x="1106495" y="50365"/>
                  <a:pt x="1104822" y="57987"/>
                  <a:pt x="1104822" y="68076"/>
                </a:cubicBezTo>
                <a:cubicBezTo>
                  <a:pt x="1104822" y="78165"/>
                  <a:pt x="1106506" y="85798"/>
                  <a:pt x="1109872" y="90975"/>
                </a:cubicBezTo>
                <a:cubicBezTo>
                  <a:pt x="1113239" y="96153"/>
                  <a:pt x="1118178" y="98741"/>
                  <a:pt x="1124690" y="98741"/>
                </a:cubicBezTo>
                <a:moveTo>
                  <a:pt x="1124690" y="105386"/>
                </a:moveTo>
                <a:cubicBezTo>
                  <a:pt x="1114413" y="105386"/>
                  <a:pt x="1106151" y="101984"/>
                  <a:pt x="1099905" y="95178"/>
                </a:cubicBezTo>
                <a:cubicBezTo>
                  <a:pt x="1093659" y="88371"/>
                  <a:pt x="1090536" y="79337"/>
                  <a:pt x="1090536" y="68076"/>
                </a:cubicBezTo>
                <a:cubicBezTo>
                  <a:pt x="1090536" y="56814"/>
                  <a:pt x="1093648" y="47792"/>
                  <a:pt x="1099872" y="41009"/>
                </a:cubicBezTo>
                <a:cubicBezTo>
                  <a:pt x="1106096" y="34224"/>
                  <a:pt x="1114369" y="30832"/>
                  <a:pt x="1124690" y="30832"/>
                </a:cubicBezTo>
                <a:cubicBezTo>
                  <a:pt x="1135012" y="30832"/>
                  <a:pt x="1143285" y="34224"/>
                  <a:pt x="1149508" y="41009"/>
                </a:cubicBezTo>
                <a:cubicBezTo>
                  <a:pt x="1155732" y="47792"/>
                  <a:pt x="1158844" y="56814"/>
                  <a:pt x="1158844" y="68076"/>
                </a:cubicBezTo>
                <a:cubicBezTo>
                  <a:pt x="1158844" y="79337"/>
                  <a:pt x="1155732" y="88371"/>
                  <a:pt x="1149508" y="95178"/>
                </a:cubicBezTo>
                <a:cubicBezTo>
                  <a:pt x="1143285" y="101984"/>
                  <a:pt x="1135012" y="105386"/>
                  <a:pt x="1124690" y="105386"/>
                </a:cubicBezTo>
                <a:close/>
                <a:moveTo>
                  <a:pt x="1180094" y="39869"/>
                </a:moveTo>
                <a:lnTo>
                  <a:pt x="1169330" y="39869"/>
                </a:lnTo>
                <a:lnTo>
                  <a:pt x="1169330" y="32692"/>
                </a:lnTo>
                <a:lnTo>
                  <a:pt x="1180094" y="32692"/>
                </a:lnTo>
                <a:lnTo>
                  <a:pt x="1180094" y="10765"/>
                </a:lnTo>
                <a:lnTo>
                  <a:pt x="1192387" y="10765"/>
                </a:lnTo>
                <a:lnTo>
                  <a:pt x="1192387" y="32692"/>
                </a:lnTo>
                <a:lnTo>
                  <a:pt x="1215378" y="32692"/>
                </a:lnTo>
                <a:lnTo>
                  <a:pt x="1215378" y="39869"/>
                </a:lnTo>
                <a:lnTo>
                  <a:pt x="1192387" y="39869"/>
                </a:lnTo>
                <a:lnTo>
                  <a:pt x="1192387" y="84721"/>
                </a:lnTo>
                <a:cubicBezTo>
                  <a:pt x="1192387" y="90701"/>
                  <a:pt x="1192963" y="94533"/>
                  <a:pt x="1194115" y="96216"/>
                </a:cubicBezTo>
                <a:cubicBezTo>
                  <a:pt x="1195267" y="97900"/>
                  <a:pt x="1197393" y="98741"/>
                  <a:pt x="1200494" y="98741"/>
                </a:cubicBezTo>
                <a:cubicBezTo>
                  <a:pt x="1203683" y="98741"/>
                  <a:pt x="1206009" y="97800"/>
                  <a:pt x="1207471" y="95917"/>
                </a:cubicBezTo>
                <a:cubicBezTo>
                  <a:pt x="1208933" y="94035"/>
                  <a:pt x="1209708" y="90989"/>
                  <a:pt x="1209797" y="86781"/>
                </a:cubicBezTo>
                <a:lnTo>
                  <a:pt x="1219033" y="86781"/>
                </a:lnTo>
                <a:cubicBezTo>
                  <a:pt x="1218678" y="93228"/>
                  <a:pt x="1216929" y="97941"/>
                  <a:pt x="1213783" y="100920"/>
                </a:cubicBezTo>
                <a:cubicBezTo>
                  <a:pt x="1210638" y="103897"/>
                  <a:pt x="1205854" y="105386"/>
                  <a:pt x="1199431" y="105386"/>
                </a:cubicBezTo>
                <a:cubicBezTo>
                  <a:pt x="1192387" y="105386"/>
                  <a:pt x="1187404" y="103820"/>
                  <a:pt x="1184480" y="100687"/>
                </a:cubicBezTo>
                <a:cubicBezTo>
                  <a:pt x="1181556" y="97553"/>
                  <a:pt x="1180094" y="92231"/>
                  <a:pt x="1180094" y="84721"/>
                </a:cubicBezTo>
                <a:lnTo>
                  <a:pt x="1180094" y="39869"/>
                </a:lnTo>
                <a:close/>
                <a:moveTo>
                  <a:pt x="1225425" y="103393"/>
                </a:moveTo>
                <a:lnTo>
                  <a:pt x="1225425" y="96349"/>
                </a:lnTo>
                <a:lnTo>
                  <a:pt x="1236456" y="96349"/>
                </a:lnTo>
                <a:lnTo>
                  <a:pt x="1236456" y="7043"/>
                </a:lnTo>
                <a:lnTo>
                  <a:pt x="1224761" y="7043"/>
                </a:lnTo>
                <a:lnTo>
                  <a:pt x="1224761" y="0"/>
                </a:lnTo>
                <a:lnTo>
                  <a:pt x="1248682" y="0"/>
                </a:lnTo>
                <a:lnTo>
                  <a:pt x="1248682" y="45317"/>
                </a:lnTo>
                <a:cubicBezTo>
                  <a:pt x="1250941" y="40533"/>
                  <a:pt x="1253876" y="36923"/>
                  <a:pt x="1257486" y="34486"/>
                </a:cubicBezTo>
                <a:cubicBezTo>
                  <a:pt x="1261097" y="32050"/>
                  <a:pt x="1265294" y="30832"/>
                  <a:pt x="1270078" y="30832"/>
                </a:cubicBezTo>
                <a:cubicBezTo>
                  <a:pt x="1277875" y="30832"/>
                  <a:pt x="1283611" y="33069"/>
                  <a:pt x="1287288" y="37543"/>
                </a:cubicBezTo>
                <a:cubicBezTo>
                  <a:pt x="1290965" y="42017"/>
                  <a:pt x="1292803" y="48994"/>
                  <a:pt x="1292803" y="58474"/>
                </a:cubicBezTo>
                <a:lnTo>
                  <a:pt x="1292803" y="96349"/>
                </a:lnTo>
                <a:lnTo>
                  <a:pt x="1303701" y="96349"/>
                </a:lnTo>
                <a:lnTo>
                  <a:pt x="1303701" y="103393"/>
                </a:lnTo>
                <a:lnTo>
                  <a:pt x="1269945" y="103393"/>
                </a:lnTo>
                <a:lnTo>
                  <a:pt x="1269945" y="96349"/>
                </a:lnTo>
                <a:lnTo>
                  <a:pt x="1280510" y="96349"/>
                </a:lnTo>
                <a:lnTo>
                  <a:pt x="1280510" y="62328"/>
                </a:lnTo>
                <a:cubicBezTo>
                  <a:pt x="1280510" y="53690"/>
                  <a:pt x="1279458" y="47787"/>
                  <a:pt x="1277354" y="44620"/>
                </a:cubicBezTo>
                <a:cubicBezTo>
                  <a:pt x="1275250" y="41452"/>
                  <a:pt x="1271496" y="39869"/>
                  <a:pt x="1266091" y="39869"/>
                </a:cubicBezTo>
                <a:cubicBezTo>
                  <a:pt x="1260421" y="39869"/>
                  <a:pt x="1256102" y="41929"/>
                  <a:pt x="1253134" y="46048"/>
                </a:cubicBezTo>
                <a:cubicBezTo>
                  <a:pt x="1250166" y="50168"/>
                  <a:pt x="1248682" y="56171"/>
                  <a:pt x="1248682" y="64056"/>
                </a:cubicBezTo>
                <a:lnTo>
                  <a:pt x="1248682" y="96349"/>
                </a:lnTo>
                <a:lnTo>
                  <a:pt x="1259314" y="96349"/>
                </a:lnTo>
                <a:lnTo>
                  <a:pt x="1259314" y="103393"/>
                </a:lnTo>
                <a:lnTo>
                  <a:pt x="1225425" y="1033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7C6DA4-35A7-42A4-8D0F-DB5B5339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759" y="3609589"/>
            <a:ext cx="761547" cy="417476"/>
          </a:xfrm>
          <a:custGeom xmlns:a="http://schemas.openxmlformats.org/drawingml/2006/main">
            <a:pathLst>
              <a:path w="761547" h="417476">
                <a:moveTo>
                  <a:pt x="381045" y="417476"/>
                </a:moveTo>
                <a:lnTo>
                  <a:pt x="38007" y="417476"/>
                </a:lnTo>
                <a:cubicBezTo>
                  <a:pt x="16956" y="417476"/>
                  <a:pt x="0" y="400538"/>
                  <a:pt x="0" y="379488"/>
                </a:cubicBezTo>
                <a:lnTo>
                  <a:pt x="0" y="37989"/>
                </a:lnTo>
                <a:cubicBezTo>
                  <a:pt x="0" y="16938"/>
                  <a:pt x="16956" y="0"/>
                  <a:pt x="38007" y="0"/>
                </a:cubicBezTo>
                <a:lnTo>
                  <a:pt x="724066" y="0"/>
                </a:lnTo>
                <a:cubicBezTo>
                  <a:pt x="745117" y="0"/>
                  <a:pt x="761547" y="16938"/>
                  <a:pt x="761547" y="37989"/>
                </a:cubicBezTo>
                <a:lnTo>
                  <a:pt x="761547" y="379488"/>
                </a:lnTo>
                <a:cubicBezTo>
                  <a:pt x="761547" y="400538"/>
                  <a:pt x="745117" y="417476"/>
                  <a:pt x="724066" y="417476"/>
                </a:cubicBezTo>
                <a:lnTo>
                  <a:pt x="381045" y="417476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107">
            <a:extLst xmlns:a="http://schemas.openxmlformats.org/drawingml/2006/main">
              <a:ext uri="{FF2B5EF4-FFF2-40B4-BE49-F238E27FC236}">
                <a16:creationId xmlns:a16="http://schemas.microsoft.com/office/drawing/2014/main" id="{2298566C-1BFC-40C7-B977-4B600325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737" y="3694193"/>
            <a:ext cx="313893" cy="126316"/>
          </a:xfrm>
          <a:custGeom xmlns:a="http://schemas.openxmlformats.org/drawingml/2006/main">
            <a:pathLst>
              <a:path w="313893" h="126316">
                <a:moveTo>
                  <a:pt x="2526" y="123871"/>
                </a:moveTo>
                <a:lnTo>
                  <a:pt x="2526" y="113929"/>
                </a:lnTo>
                <a:lnTo>
                  <a:pt x="25345" y="113929"/>
                </a:lnTo>
                <a:lnTo>
                  <a:pt x="25345" y="15555"/>
                </a:lnTo>
                <a:lnTo>
                  <a:pt x="0" y="30537"/>
                </a:lnTo>
                <a:lnTo>
                  <a:pt x="0" y="18405"/>
                </a:lnTo>
                <a:lnTo>
                  <a:pt x="30560" y="0"/>
                </a:lnTo>
                <a:lnTo>
                  <a:pt x="56231" y="0"/>
                </a:lnTo>
                <a:lnTo>
                  <a:pt x="56231" y="113929"/>
                </a:lnTo>
                <a:lnTo>
                  <a:pt x="79131" y="113929"/>
                </a:lnTo>
                <a:lnTo>
                  <a:pt x="79131" y="123871"/>
                </a:lnTo>
                <a:lnTo>
                  <a:pt x="2526" y="123871"/>
                </a:lnTo>
                <a:close/>
                <a:moveTo>
                  <a:pt x="153728" y="116700"/>
                </a:moveTo>
                <a:cubicBezTo>
                  <a:pt x="160247" y="116700"/>
                  <a:pt x="164716" y="113741"/>
                  <a:pt x="167133" y="107824"/>
                </a:cubicBezTo>
                <a:cubicBezTo>
                  <a:pt x="169551" y="101906"/>
                  <a:pt x="170760" y="87031"/>
                  <a:pt x="170760" y="63199"/>
                </a:cubicBezTo>
                <a:cubicBezTo>
                  <a:pt x="170760" y="39530"/>
                  <a:pt x="169551" y="24683"/>
                  <a:pt x="167133" y="18657"/>
                </a:cubicBezTo>
                <a:cubicBezTo>
                  <a:pt x="164716" y="12630"/>
                  <a:pt x="160247" y="9616"/>
                  <a:pt x="153728" y="9616"/>
                </a:cubicBezTo>
                <a:cubicBezTo>
                  <a:pt x="147208" y="9616"/>
                  <a:pt x="142740" y="12576"/>
                  <a:pt x="140322" y="18494"/>
                </a:cubicBezTo>
                <a:cubicBezTo>
                  <a:pt x="137904" y="24411"/>
                  <a:pt x="136695" y="39312"/>
                  <a:pt x="136695" y="63199"/>
                </a:cubicBezTo>
                <a:cubicBezTo>
                  <a:pt x="136695" y="87031"/>
                  <a:pt x="137904" y="101906"/>
                  <a:pt x="140322" y="107824"/>
                </a:cubicBezTo>
                <a:cubicBezTo>
                  <a:pt x="142740" y="113741"/>
                  <a:pt x="147208" y="116700"/>
                  <a:pt x="153728" y="116700"/>
                </a:cubicBezTo>
                <a:moveTo>
                  <a:pt x="153728" y="126316"/>
                </a:moveTo>
                <a:cubicBezTo>
                  <a:pt x="137483" y="126316"/>
                  <a:pt x="125042" y="120893"/>
                  <a:pt x="116403" y="110048"/>
                </a:cubicBezTo>
                <a:cubicBezTo>
                  <a:pt x="107765" y="99202"/>
                  <a:pt x="103446" y="83586"/>
                  <a:pt x="103446" y="63199"/>
                </a:cubicBezTo>
                <a:cubicBezTo>
                  <a:pt x="103446" y="42812"/>
                  <a:pt x="107765" y="27182"/>
                  <a:pt x="116403" y="16309"/>
                </a:cubicBezTo>
                <a:cubicBezTo>
                  <a:pt x="125042" y="5436"/>
                  <a:pt x="137483" y="0"/>
                  <a:pt x="153728" y="0"/>
                </a:cubicBezTo>
                <a:cubicBezTo>
                  <a:pt x="169918" y="0"/>
                  <a:pt x="182332" y="5436"/>
                  <a:pt x="190970" y="16309"/>
                </a:cubicBezTo>
                <a:cubicBezTo>
                  <a:pt x="199609" y="27182"/>
                  <a:pt x="203928" y="42812"/>
                  <a:pt x="203928" y="63199"/>
                </a:cubicBezTo>
                <a:cubicBezTo>
                  <a:pt x="203928" y="83586"/>
                  <a:pt x="199609" y="99202"/>
                  <a:pt x="190970" y="110048"/>
                </a:cubicBezTo>
                <a:cubicBezTo>
                  <a:pt x="182332" y="120893"/>
                  <a:pt x="169918" y="126316"/>
                  <a:pt x="153728" y="126316"/>
                </a:cubicBezTo>
                <a:close/>
                <a:moveTo>
                  <a:pt x="313893" y="22831"/>
                </a:moveTo>
                <a:lnTo>
                  <a:pt x="263692" y="123871"/>
                </a:lnTo>
                <a:lnTo>
                  <a:pt x="247149" y="123871"/>
                </a:lnTo>
                <a:lnTo>
                  <a:pt x="296046" y="25263"/>
                </a:lnTo>
                <a:lnTo>
                  <a:pt x="235984" y="25263"/>
                </a:lnTo>
                <a:lnTo>
                  <a:pt x="235984" y="41725"/>
                </a:lnTo>
                <a:lnTo>
                  <a:pt x="224820" y="41725"/>
                </a:lnTo>
                <a:lnTo>
                  <a:pt x="224820" y="2119"/>
                </a:lnTo>
                <a:lnTo>
                  <a:pt x="313893" y="2119"/>
                </a:lnTo>
                <a:lnTo>
                  <a:pt x="313893" y="228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Disclosed">
            <a:extLst xmlns:a="http://schemas.openxmlformats.org/drawingml/2006/main">
              <a:ext uri="{FF2B5EF4-FFF2-40B4-BE49-F238E27FC236}">
                <a16:creationId xmlns:a16="http://schemas.microsoft.com/office/drawing/2014/main" id="{3720578D-CE97-433F-94E3-CE9B23DF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593" y="3886716"/>
            <a:ext cx="647040" cy="105386"/>
          </a:xfrm>
          <a:custGeom xmlns:a="http://schemas.openxmlformats.org/drawingml/2006/main">
            <a:pathLst>
              <a:path w="647040" h="105386">
                <a:moveTo>
                  <a:pt x="26114" y="96349"/>
                </a:moveTo>
                <a:lnTo>
                  <a:pt x="38473" y="96349"/>
                </a:lnTo>
                <a:cubicBezTo>
                  <a:pt x="51364" y="96349"/>
                  <a:pt x="61254" y="92673"/>
                  <a:pt x="68142" y="85319"/>
                </a:cubicBezTo>
                <a:cubicBezTo>
                  <a:pt x="75031" y="77965"/>
                  <a:pt x="78475" y="67422"/>
                  <a:pt x="78475" y="53690"/>
                </a:cubicBezTo>
                <a:cubicBezTo>
                  <a:pt x="78475" y="39957"/>
                  <a:pt x="75042" y="29459"/>
                  <a:pt x="68175" y="22194"/>
                </a:cubicBezTo>
                <a:cubicBezTo>
                  <a:pt x="61309" y="14929"/>
                  <a:pt x="51408" y="11296"/>
                  <a:pt x="38473" y="11296"/>
                </a:cubicBezTo>
                <a:lnTo>
                  <a:pt x="26114" y="11296"/>
                </a:lnTo>
                <a:lnTo>
                  <a:pt x="26114" y="96349"/>
                </a:lnTo>
                <a:moveTo>
                  <a:pt x="0" y="103393"/>
                </a:moveTo>
                <a:lnTo>
                  <a:pt x="0" y="96349"/>
                </a:lnTo>
                <a:lnTo>
                  <a:pt x="12625" y="96349"/>
                </a:lnTo>
                <a:lnTo>
                  <a:pt x="12625" y="11296"/>
                </a:lnTo>
                <a:lnTo>
                  <a:pt x="0" y="11296"/>
                </a:lnTo>
                <a:lnTo>
                  <a:pt x="0" y="4120"/>
                </a:lnTo>
                <a:lnTo>
                  <a:pt x="39470" y="4120"/>
                </a:lnTo>
                <a:cubicBezTo>
                  <a:pt x="56569" y="4120"/>
                  <a:pt x="69892" y="8486"/>
                  <a:pt x="79438" y="17218"/>
                </a:cubicBezTo>
                <a:cubicBezTo>
                  <a:pt x="88985" y="25951"/>
                  <a:pt x="93758" y="38097"/>
                  <a:pt x="93758" y="53657"/>
                </a:cubicBezTo>
                <a:cubicBezTo>
                  <a:pt x="93758" y="69261"/>
                  <a:pt x="88974" y="81451"/>
                  <a:pt x="79405" y="90228"/>
                </a:cubicBezTo>
                <a:cubicBezTo>
                  <a:pt x="69837" y="99004"/>
                  <a:pt x="56525" y="103393"/>
                  <a:pt x="39470" y="103393"/>
                </a:cubicBezTo>
                <a:lnTo>
                  <a:pt x="0" y="103393"/>
                </a:lnTo>
                <a:close/>
                <a:moveTo>
                  <a:pt x="114583" y="10665"/>
                </a:moveTo>
                <a:cubicBezTo>
                  <a:pt x="114583" y="8619"/>
                  <a:pt x="115325" y="6839"/>
                  <a:pt x="116809" y="5326"/>
                </a:cubicBezTo>
                <a:cubicBezTo>
                  <a:pt x="118293" y="3813"/>
                  <a:pt x="120076" y="3057"/>
                  <a:pt x="122158" y="3057"/>
                </a:cubicBezTo>
                <a:cubicBezTo>
                  <a:pt x="124196" y="3057"/>
                  <a:pt x="125957" y="3813"/>
                  <a:pt x="127441" y="5326"/>
                </a:cubicBezTo>
                <a:cubicBezTo>
                  <a:pt x="128925" y="6839"/>
                  <a:pt x="129667" y="8619"/>
                  <a:pt x="129667" y="10665"/>
                </a:cubicBezTo>
                <a:cubicBezTo>
                  <a:pt x="129667" y="12757"/>
                  <a:pt x="128936" y="14537"/>
                  <a:pt x="127474" y="16006"/>
                </a:cubicBezTo>
                <a:cubicBezTo>
                  <a:pt x="126012" y="17473"/>
                  <a:pt x="124240" y="18207"/>
                  <a:pt x="122158" y="18207"/>
                </a:cubicBezTo>
                <a:cubicBezTo>
                  <a:pt x="120076" y="18207"/>
                  <a:pt x="118293" y="17473"/>
                  <a:pt x="116809" y="16006"/>
                </a:cubicBezTo>
                <a:cubicBezTo>
                  <a:pt x="115325" y="14537"/>
                  <a:pt x="114583" y="12757"/>
                  <a:pt x="114583" y="10665"/>
                </a:cubicBezTo>
                <a:moveTo>
                  <a:pt x="130198" y="96349"/>
                </a:moveTo>
                <a:lnTo>
                  <a:pt x="141760" y="96349"/>
                </a:lnTo>
                <a:lnTo>
                  <a:pt x="141760" y="103393"/>
                </a:lnTo>
                <a:lnTo>
                  <a:pt x="106277" y="103393"/>
                </a:lnTo>
                <a:lnTo>
                  <a:pt x="106277" y="96349"/>
                </a:lnTo>
                <a:lnTo>
                  <a:pt x="117972" y="96349"/>
                </a:lnTo>
                <a:lnTo>
                  <a:pt x="117972" y="39869"/>
                </a:lnTo>
                <a:lnTo>
                  <a:pt x="106277" y="39869"/>
                </a:lnTo>
                <a:lnTo>
                  <a:pt x="106277" y="32692"/>
                </a:lnTo>
                <a:lnTo>
                  <a:pt x="130198" y="32692"/>
                </a:lnTo>
                <a:lnTo>
                  <a:pt x="130198" y="96349"/>
                </a:lnTo>
                <a:close/>
                <a:moveTo>
                  <a:pt x="152412" y="99539"/>
                </a:moveTo>
                <a:lnTo>
                  <a:pt x="152412" y="83060"/>
                </a:lnTo>
                <a:lnTo>
                  <a:pt x="159456" y="83060"/>
                </a:lnTo>
                <a:cubicBezTo>
                  <a:pt x="159633" y="88309"/>
                  <a:pt x="161283" y="92235"/>
                  <a:pt x="164406" y="94838"/>
                </a:cubicBezTo>
                <a:cubicBezTo>
                  <a:pt x="167529" y="97440"/>
                  <a:pt x="172147" y="98741"/>
                  <a:pt x="178261" y="98741"/>
                </a:cubicBezTo>
                <a:cubicBezTo>
                  <a:pt x="183754" y="98741"/>
                  <a:pt x="187940" y="97714"/>
                  <a:pt x="190819" y="95658"/>
                </a:cubicBezTo>
                <a:cubicBezTo>
                  <a:pt x="193699" y="93601"/>
                  <a:pt x="195138" y="90604"/>
                  <a:pt x="195138" y="86669"/>
                </a:cubicBezTo>
                <a:cubicBezTo>
                  <a:pt x="195138" y="83573"/>
                  <a:pt x="194086" y="81075"/>
                  <a:pt x="191982" y="79175"/>
                </a:cubicBezTo>
                <a:cubicBezTo>
                  <a:pt x="189878" y="77273"/>
                  <a:pt x="185437" y="75238"/>
                  <a:pt x="178659" y="73072"/>
                </a:cubicBezTo>
                <a:lnTo>
                  <a:pt x="169822" y="70075"/>
                </a:lnTo>
                <a:cubicBezTo>
                  <a:pt x="163753" y="68125"/>
                  <a:pt x="159356" y="65686"/>
                  <a:pt x="156632" y="62760"/>
                </a:cubicBezTo>
                <a:cubicBezTo>
                  <a:pt x="153908" y="59832"/>
                  <a:pt x="152545" y="56107"/>
                  <a:pt x="152545" y="51584"/>
                </a:cubicBezTo>
                <a:cubicBezTo>
                  <a:pt x="152545" y="45110"/>
                  <a:pt x="154915" y="40033"/>
                  <a:pt x="159655" y="36353"/>
                </a:cubicBezTo>
                <a:cubicBezTo>
                  <a:pt x="164395" y="32672"/>
                  <a:pt x="170951" y="30832"/>
                  <a:pt x="179324" y="30832"/>
                </a:cubicBezTo>
                <a:cubicBezTo>
                  <a:pt x="183045" y="30832"/>
                  <a:pt x="186965" y="31319"/>
                  <a:pt x="191085" y="32294"/>
                </a:cubicBezTo>
                <a:cubicBezTo>
                  <a:pt x="195205" y="33268"/>
                  <a:pt x="199458" y="34686"/>
                  <a:pt x="203843" y="36546"/>
                </a:cubicBezTo>
                <a:lnTo>
                  <a:pt x="203843" y="51962"/>
                </a:lnTo>
                <a:lnTo>
                  <a:pt x="196800" y="51962"/>
                </a:lnTo>
                <a:cubicBezTo>
                  <a:pt x="196622" y="47420"/>
                  <a:pt x="195028" y="43871"/>
                  <a:pt x="192015" y="41314"/>
                </a:cubicBezTo>
                <a:cubicBezTo>
                  <a:pt x="189003" y="38756"/>
                  <a:pt x="184905" y="37477"/>
                  <a:pt x="179723" y="37477"/>
                </a:cubicBezTo>
                <a:cubicBezTo>
                  <a:pt x="174584" y="37477"/>
                  <a:pt x="170697" y="38383"/>
                  <a:pt x="168061" y="40197"/>
                </a:cubicBezTo>
                <a:cubicBezTo>
                  <a:pt x="165425" y="42009"/>
                  <a:pt x="164107" y="44727"/>
                  <a:pt x="164107" y="48351"/>
                </a:cubicBezTo>
                <a:cubicBezTo>
                  <a:pt x="164107" y="51314"/>
                  <a:pt x="165104" y="53691"/>
                  <a:pt x="167097" y="55482"/>
                </a:cubicBezTo>
                <a:cubicBezTo>
                  <a:pt x="169091" y="57272"/>
                  <a:pt x="173078" y="59095"/>
                  <a:pt x="179058" y="60951"/>
                </a:cubicBezTo>
                <a:lnTo>
                  <a:pt x="188759" y="63948"/>
                </a:lnTo>
                <a:cubicBezTo>
                  <a:pt x="195449" y="66032"/>
                  <a:pt x="200266" y="68638"/>
                  <a:pt x="203212" y="71764"/>
                </a:cubicBezTo>
                <a:cubicBezTo>
                  <a:pt x="206158" y="74889"/>
                  <a:pt x="207631" y="78914"/>
                  <a:pt x="207631" y="83836"/>
                </a:cubicBezTo>
                <a:cubicBezTo>
                  <a:pt x="207631" y="90531"/>
                  <a:pt x="205072" y="95796"/>
                  <a:pt x="199956" y="99632"/>
                </a:cubicBezTo>
                <a:cubicBezTo>
                  <a:pt x="194839" y="103468"/>
                  <a:pt x="187785" y="105386"/>
                  <a:pt x="178792" y="105386"/>
                </a:cubicBezTo>
                <a:cubicBezTo>
                  <a:pt x="174230" y="105386"/>
                  <a:pt x="169778" y="104899"/>
                  <a:pt x="165436" y="103924"/>
                </a:cubicBezTo>
                <a:cubicBezTo>
                  <a:pt x="161095" y="102950"/>
                  <a:pt x="156754" y="101488"/>
                  <a:pt x="152412" y="99539"/>
                </a:cubicBezTo>
                <a:close/>
                <a:moveTo>
                  <a:pt x="283736" y="82129"/>
                </a:moveTo>
                <a:cubicBezTo>
                  <a:pt x="282008" y="89703"/>
                  <a:pt x="278686" y="95473"/>
                  <a:pt x="273769" y="99439"/>
                </a:cubicBezTo>
                <a:cubicBezTo>
                  <a:pt x="268851" y="103404"/>
                  <a:pt x="262495" y="105386"/>
                  <a:pt x="254698" y="105386"/>
                </a:cubicBezTo>
                <a:cubicBezTo>
                  <a:pt x="244421" y="105386"/>
                  <a:pt x="236159" y="101984"/>
                  <a:pt x="229913" y="95178"/>
                </a:cubicBezTo>
                <a:cubicBezTo>
                  <a:pt x="223667" y="88371"/>
                  <a:pt x="220544" y="79337"/>
                  <a:pt x="220544" y="68076"/>
                </a:cubicBezTo>
                <a:cubicBezTo>
                  <a:pt x="220544" y="56770"/>
                  <a:pt x="223667" y="47737"/>
                  <a:pt x="229913" y="40975"/>
                </a:cubicBezTo>
                <a:cubicBezTo>
                  <a:pt x="236159" y="34213"/>
                  <a:pt x="244421" y="30832"/>
                  <a:pt x="254698" y="30832"/>
                </a:cubicBezTo>
                <a:cubicBezTo>
                  <a:pt x="259172" y="30832"/>
                  <a:pt x="263624" y="31358"/>
                  <a:pt x="268054" y="32410"/>
                </a:cubicBezTo>
                <a:cubicBezTo>
                  <a:pt x="272484" y="33462"/>
                  <a:pt x="276936" y="35062"/>
                  <a:pt x="281410" y="37211"/>
                </a:cubicBezTo>
                <a:lnTo>
                  <a:pt x="281410" y="55285"/>
                </a:lnTo>
                <a:lnTo>
                  <a:pt x="274300" y="55285"/>
                </a:lnTo>
                <a:cubicBezTo>
                  <a:pt x="273370" y="49083"/>
                  <a:pt x="271343" y="44564"/>
                  <a:pt x="268220" y="41729"/>
                </a:cubicBezTo>
                <a:cubicBezTo>
                  <a:pt x="265097" y="38894"/>
                  <a:pt x="260634" y="37477"/>
                  <a:pt x="254831" y="37477"/>
                </a:cubicBezTo>
                <a:cubicBezTo>
                  <a:pt x="248230" y="37477"/>
                  <a:pt x="243247" y="40032"/>
                  <a:pt x="239880" y="45143"/>
                </a:cubicBezTo>
                <a:cubicBezTo>
                  <a:pt x="236513" y="50254"/>
                  <a:pt x="234830" y="57898"/>
                  <a:pt x="234830" y="68076"/>
                </a:cubicBezTo>
                <a:cubicBezTo>
                  <a:pt x="234830" y="78253"/>
                  <a:pt x="236502" y="85909"/>
                  <a:pt x="239847" y="91042"/>
                </a:cubicBezTo>
                <a:cubicBezTo>
                  <a:pt x="243191" y="96175"/>
                  <a:pt x="248186" y="98741"/>
                  <a:pt x="254831" y="98741"/>
                </a:cubicBezTo>
                <a:cubicBezTo>
                  <a:pt x="260102" y="98741"/>
                  <a:pt x="264311" y="97363"/>
                  <a:pt x="267456" y="94605"/>
                </a:cubicBezTo>
                <a:cubicBezTo>
                  <a:pt x="270601" y="91847"/>
                  <a:pt x="272750" y="87689"/>
                  <a:pt x="273901" y="82129"/>
                </a:cubicBezTo>
                <a:lnTo>
                  <a:pt x="283736" y="82129"/>
                </a:lnTo>
                <a:close/>
                <a:moveTo>
                  <a:pt x="317882" y="96349"/>
                </a:moveTo>
                <a:lnTo>
                  <a:pt x="329444" y="96349"/>
                </a:lnTo>
                <a:lnTo>
                  <a:pt x="329444" y="103393"/>
                </a:lnTo>
                <a:lnTo>
                  <a:pt x="293895" y="103393"/>
                </a:lnTo>
                <a:lnTo>
                  <a:pt x="293895" y="96349"/>
                </a:lnTo>
                <a:lnTo>
                  <a:pt x="305656" y="96349"/>
                </a:lnTo>
                <a:lnTo>
                  <a:pt x="305656" y="7043"/>
                </a:lnTo>
                <a:lnTo>
                  <a:pt x="293895" y="7043"/>
                </a:lnTo>
                <a:lnTo>
                  <a:pt x="293895" y="0"/>
                </a:lnTo>
                <a:lnTo>
                  <a:pt x="317882" y="0"/>
                </a:lnTo>
                <a:lnTo>
                  <a:pt x="317882" y="96349"/>
                </a:lnTo>
                <a:close/>
                <a:moveTo>
                  <a:pt x="374317" y="98741"/>
                </a:moveTo>
                <a:cubicBezTo>
                  <a:pt x="380873" y="98741"/>
                  <a:pt x="385824" y="96153"/>
                  <a:pt x="389168" y="90975"/>
                </a:cubicBezTo>
                <a:cubicBezTo>
                  <a:pt x="392513" y="85798"/>
                  <a:pt x="394185" y="78165"/>
                  <a:pt x="394185" y="68076"/>
                </a:cubicBezTo>
                <a:cubicBezTo>
                  <a:pt x="394185" y="57987"/>
                  <a:pt x="392513" y="50365"/>
                  <a:pt x="389168" y="45209"/>
                </a:cubicBezTo>
                <a:cubicBezTo>
                  <a:pt x="385824" y="40054"/>
                  <a:pt x="380873" y="37477"/>
                  <a:pt x="374317" y="37477"/>
                </a:cubicBezTo>
                <a:cubicBezTo>
                  <a:pt x="367761" y="37477"/>
                  <a:pt x="362811" y="40054"/>
                  <a:pt x="359466" y="45209"/>
                </a:cubicBezTo>
                <a:cubicBezTo>
                  <a:pt x="356122" y="50365"/>
                  <a:pt x="354449" y="57987"/>
                  <a:pt x="354449" y="68076"/>
                </a:cubicBezTo>
                <a:cubicBezTo>
                  <a:pt x="354449" y="78165"/>
                  <a:pt x="356133" y="85798"/>
                  <a:pt x="359499" y="90975"/>
                </a:cubicBezTo>
                <a:cubicBezTo>
                  <a:pt x="362866" y="96153"/>
                  <a:pt x="367805" y="98741"/>
                  <a:pt x="374317" y="98741"/>
                </a:cubicBezTo>
                <a:moveTo>
                  <a:pt x="374317" y="105386"/>
                </a:moveTo>
                <a:cubicBezTo>
                  <a:pt x="364040" y="105386"/>
                  <a:pt x="355778" y="101984"/>
                  <a:pt x="349532" y="95178"/>
                </a:cubicBezTo>
                <a:cubicBezTo>
                  <a:pt x="343286" y="88371"/>
                  <a:pt x="340163" y="79337"/>
                  <a:pt x="340163" y="68076"/>
                </a:cubicBezTo>
                <a:cubicBezTo>
                  <a:pt x="340163" y="56814"/>
                  <a:pt x="343275" y="47792"/>
                  <a:pt x="349499" y="41009"/>
                </a:cubicBezTo>
                <a:cubicBezTo>
                  <a:pt x="355723" y="34224"/>
                  <a:pt x="363996" y="30832"/>
                  <a:pt x="374317" y="30832"/>
                </a:cubicBezTo>
                <a:cubicBezTo>
                  <a:pt x="384639" y="30832"/>
                  <a:pt x="392912" y="34224"/>
                  <a:pt x="399136" y="41009"/>
                </a:cubicBezTo>
                <a:cubicBezTo>
                  <a:pt x="405359" y="47792"/>
                  <a:pt x="408471" y="56814"/>
                  <a:pt x="408471" y="68076"/>
                </a:cubicBezTo>
                <a:cubicBezTo>
                  <a:pt x="408471" y="79337"/>
                  <a:pt x="405359" y="88371"/>
                  <a:pt x="399136" y="95178"/>
                </a:cubicBezTo>
                <a:cubicBezTo>
                  <a:pt x="392912" y="101984"/>
                  <a:pt x="384639" y="105386"/>
                  <a:pt x="374317" y="105386"/>
                </a:cubicBezTo>
                <a:close/>
                <a:moveTo>
                  <a:pt x="422678" y="99539"/>
                </a:moveTo>
                <a:lnTo>
                  <a:pt x="422678" y="83060"/>
                </a:lnTo>
                <a:lnTo>
                  <a:pt x="429721" y="83060"/>
                </a:lnTo>
                <a:cubicBezTo>
                  <a:pt x="429899" y="88309"/>
                  <a:pt x="431549" y="92235"/>
                  <a:pt x="434672" y="94838"/>
                </a:cubicBezTo>
                <a:cubicBezTo>
                  <a:pt x="437795" y="97440"/>
                  <a:pt x="442413" y="98741"/>
                  <a:pt x="448526" y="98741"/>
                </a:cubicBezTo>
                <a:cubicBezTo>
                  <a:pt x="454019" y="98741"/>
                  <a:pt x="458205" y="97714"/>
                  <a:pt x="461085" y="95658"/>
                </a:cubicBezTo>
                <a:cubicBezTo>
                  <a:pt x="463964" y="93601"/>
                  <a:pt x="465404" y="90604"/>
                  <a:pt x="465404" y="86669"/>
                </a:cubicBezTo>
                <a:cubicBezTo>
                  <a:pt x="465404" y="83573"/>
                  <a:pt x="464352" y="81075"/>
                  <a:pt x="462248" y="79175"/>
                </a:cubicBezTo>
                <a:cubicBezTo>
                  <a:pt x="460143" y="77273"/>
                  <a:pt x="455703" y="75238"/>
                  <a:pt x="448925" y="73072"/>
                </a:cubicBezTo>
                <a:lnTo>
                  <a:pt x="440087" y="70075"/>
                </a:lnTo>
                <a:cubicBezTo>
                  <a:pt x="434018" y="68125"/>
                  <a:pt x="429622" y="65686"/>
                  <a:pt x="426897" y="62760"/>
                </a:cubicBezTo>
                <a:cubicBezTo>
                  <a:pt x="424173" y="59832"/>
                  <a:pt x="422811" y="56107"/>
                  <a:pt x="422811" y="51584"/>
                </a:cubicBezTo>
                <a:cubicBezTo>
                  <a:pt x="422811" y="45110"/>
                  <a:pt x="425181" y="40033"/>
                  <a:pt x="429921" y="36353"/>
                </a:cubicBezTo>
                <a:cubicBezTo>
                  <a:pt x="434661" y="32672"/>
                  <a:pt x="441217" y="30832"/>
                  <a:pt x="449589" y="30832"/>
                </a:cubicBezTo>
                <a:cubicBezTo>
                  <a:pt x="453310" y="30832"/>
                  <a:pt x="457231" y="31319"/>
                  <a:pt x="461351" y="32294"/>
                </a:cubicBezTo>
                <a:cubicBezTo>
                  <a:pt x="465470" y="33268"/>
                  <a:pt x="469723" y="34686"/>
                  <a:pt x="474109" y="36546"/>
                </a:cubicBezTo>
                <a:lnTo>
                  <a:pt x="474109" y="51962"/>
                </a:lnTo>
                <a:lnTo>
                  <a:pt x="467065" y="51962"/>
                </a:lnTo>
                <a:cubicBezTo>
                  <a:pt x="466888" y="47420"/>
                  <a:pt x="465293" y="43871"/>
                  <a:pt x="462281" y="41314"/>
                </a:cubicBezTo>
                <a:cubicBezTo>
                  <a:pt x="459269" y="38756"/>
                  <a:pt x="455171" y="37477"/>
                  <a:pt x="449988" y="37477"/>
                </a:cubicBezTo>
                <a:cubicBezTo>
                  <a:pt x="444849" y="37477"/>
                  <a:pt x="440962" y="38383"/>
                  <a:pt x="438326" y="40197"/>
                </a:cubicBezTo>
                <a:cubicBezTo>
                  <a:pt x="435691" y="42009"/>
                  <a:pt x="434373" y="44727"/>
                  <a:pt x="434373" y="48351"/>
                </a:cubicBezTo>
                <a:cubicBezTo>
                  <a:pt x="434373" y="51314"/>
                  <a:pt x="435370" y="53691"/>
                  <a:pt x="437363" y="55482"/>
                </a:cubicBezTo>
                <a:cubicBezTo>
                  <a:pt x="439356" y="57272"/>
                  <a:pt x="443343" y="59095"/>
                  <a:pt x="449324" y="60951"/>
                </a:cubicBezTo>
                <a:lnTo>
                  <a:pt x="459025" y="63948"/>
                </a:lnTo>
                <a:cubicBezTo>
                  <a:pt x="465714" y="66032"/>
                  <a:pt x="470531" y="68638"/>
                  <a:pt x="473477" y="71764"/>
                </a:cubicBezTo>
                <a:cubicBezTo>
                  <a:pt x="476423" y="74889"/>
                  <a:pt x="477896" y="78914"/>
                  <a:pt x="477896" y="83836"/>
                </a:cubicBezTo>
                <a:cubicBezTo>
                  <a:pt x="477896" y="90531"/>
                  <a:pt x="475338" y="95796"/>
                  <a:pt x="470221" y="99632"/>
                </a:cubicBezTo>
                <a:cubicBezTo>
                  <a:pt x="465105" y="103468"/>
                  <a:pt x="458050" y="105386"/>
                  <a:pt x="449058" y="105386"/>
                </a:cubicBezTo>
                <a:cubicBezTo>
                  <a:pt x="444495" y="105386"/>
                  <a:pt x="440043" y="104899"/>
                  <a:pt x="435702" y="103924"/>
                </a:cubicBezTo>
                <a:cubicBezTo>
                  <a:pt x="431361" y="102950"/>
                  <a:pt x="427019" y="101488"/>
                  <a:pt x="422678" y="99539"/>
                </a:cubicBezTo>
                <a:close/>
                <a:moveTo>
                  <a:pt x="557789" y="69371"/>
                </a:moveTo>
                <a:lnTo>
                  <a:pt x="505096" y="69371"/>
                </a:lnTo>
                <a:lnTo>
                  <a:pt x="505096" y="69903"/>
                </a:lnTo>
                <a:cubicBezTo>
                  <a:pt x="505096" y="79427"/>
                  <a:pt x="506890" y="86615"/>
                  <a:pt x="510478" y="91465"/>
                </a:cubicBezTo>
                <a:cubicBezTo>
                  <a:pt x="514066" y="96316"/>
                  <a:pt x="519360" y="98741"/>
                  <a:pt x="526359" y="98741"/>
                </a:cubicBezTo>
                <a:cubicBezTo>
                  <a:pt x="531719" y="98741"/>
                  <a:pt x="536116" y="97335"/>
                  <a:pt x="539549" y="94522"/>
                </a:cubicBezTo>
                <a:cubicBezTo>
                  <a:pt x="542982" y="91709"/>
                  <a:pt x="545385" y="87534"/>
                  <a:pt x="546759" y="81997"/>
                </a:cubicBezTo>
                <a:lnTo>
                  <a:pt x="556593" y="81997"/>
                </a:lnTo>
                <a:cubicBezTo>
                  <a:pt x="554644" y="89771"/>
                  <a:pt x="551045" y="95613"/>
                  <a:pt x="545795" y="99522"/>
                </a:cubicBezTo>
                <a:cubicBezTo>
                  <a:pt x="540546" y="103432"/>
                  <a:pt x="533646" y="105386"/>
                  <a:pt x="525097" y="105386"/>
                </a:cubicBezTo>
                <a:cubicBezTo>
                  <a:pt x="514775" y="105386"/>
                  <a:pt x="506480" y="101984"/>
                  <a:pt x="500212" y="95178"/>
                </a:cubicBezTo>
                <a:cubicBezTo>
                  <a:pt x="493944" y="88371"/>
                  <a:pt x="490810" y="79337"/>
                  <a:pt x="490810" y="68076"/>
                </a:cubicBezTo>
                <a:cubicBezTo>
                  <a:pt x="490810" y="56903"/>
                  <a:pt x="493888" y="47903"/>
                  <a:pt x="500046" y="41075"/>
                </a:cubicBezTo>
                <a:cubicBezTo>
                  <a:pt x="506203" y="34246"/>
                  <a:pt x="514288" y="30832"/>
                  <a:pt x="524299" y="30832"/>
                </a:cubicBezTo>
                <a:cubicBezTo>
                  <a:pt x="534975" y="30832"/>
                  <a:pt x="543171" y="34121"/>
                  <a:pt x="548885" y="40699"/>
                </a:cubicBezTo>
                <a:cubicBezTo>
                  <a:pt x="554600" y="47278"/>
                  <a:pt x="557568" y="56835"/>
                  <a:pt x="557789" y="69371"/>
                </a:cubicBezTo>
                <a:moveTo>
                  <a:pt x="543370" y="62328"/>
                </a:moveTo>
                <a:cubicBezTo>
                  <a:pt x="543104" y="54111"/>
                  <a:pt x="541365" y="47914"/>
                  <a:pt x="538154" y="43739"/>
                </a:cubicBezTo>
                <a:cubicBezTo>
                  <a:pt x="534942" y="39564"/>
                  <a:pt x="530324" y="37477"/>
                  <a:pt x="524299" y="37477"/>
                </a:cubicBezTo>
                <a:cubicBezTo>
                  <a:pt x="518673" y="37477"/>
                  <a:pt x="514244" y="39575"/>
                  <a:pt x="511010" y="43772"/>
                </a:cubicBezTo>
                <a:cubicBezTo>
                  <a:pt x="507776" y="47970"/>
                  <a:pt x="505805" y="54155"/>
                  <a:pt x="505096" y="62328"/>
                </a:cubicBezTo>
                <a:lnTo>
                  <a:pt x="543370" y="62328"/>
                </a:lnTo>
                <a:close/>
                <a:moveTo>
                  <a:pt x="635345" y="96349"/>
                </a:moveTo>
                <a:lnTo>
                  <a:pt x="647040" y="96349"/>
                </a:lnTo>
                <a:lnTo>
                  <a:pt x="647040" y="103393"/>
                </a:lnTo>
                <a:lnTo>
                  <a:pt x="623119" y="103393"/>
                </a:lnTo>
                <a:lnTo>
                  <a:pt x="623119" y="92367"/>
                </a:lnTo>
                <a:cubicBezTo>
                  <a:pt x="620727" y="96817"/>
                  <a:pt x="617681" y="100100"/>
                  <a:pt x="613982" y="102215"/>
                </a:cubicBezTo>
                <a:cubicBezTo>
                  <a:pt x="610283" y="104329"/>
                  <a:pt x="605709" y="105386"/>
                  <a:pt x="600261" y="105386"/>
                </a:cubicBezTo>
                <a:cubicBezTo>
                  <a:pt x="591578" y="105386"/>
                  <a:pt x="584479" y="101939"/>
                  <a:pt x="578964" y="95045"/>
                </a:cubicBezTo>
                <a:cubicBezTo>
                  <a:pt x="573449" y="88150"/>
                  <a:pt x="570691" y="79160"/>
                  <a:pt x="570691" y="68076"/>
                </a:cubicBezTo>
                <a:cubicBezTo>
                  <a:pt x="570691" y="56991"/>
                  <a:pt x="573438" y="48013"/>
                  <a:pt x="578931" y="41142"/>
                </a:cubicBezTo>
                <a:cubicBezTo>
                  <a:pt x="584424" y="34268"/>
                  <a:pt x="591534" y="30832"/>
                  <a:pt x="600261" y="30832"/>
                </a:cubicBezTo>
                <a:cubicBezTo>
                  <a:pt x="605709" y="30832"/>
                  <a:pt x="610283" y="31889"/>
                  <a:pt x="613982" y="34003"/>
                </a:cubicBezTo>
                <a:cubicBezTo>
                  <a:pt x="617681" y="36116"/>
                  <a:pt x="620727" y="39399"/>
                  <a:pt x="623119" y="43849"/>
                </a:cubicBezTo>
                <a:lnTo>
                  <a:pt x="623119" y="7043"/>
                </a:lnTo>
                <a:lnTo>
                  <a:pt x="611557" y="7043"/>
                </a:lnTo>
                <a:lnTo>
                  <a:pt x="611557" y="0"/>
                </a:lnTo>
                <a:lnTo>
                  <a:pt x="635345" y="0"/>
                </a:lnTo>
                <a:lnTo>
                  <a:pt x="635345" y="96349"/>
                </a:lnTo>
                <a:moveTo>
                  <a:pt x="623119" y="71593"/>
                </a:moveTo>
                <a:lnTo>
                  <a:pt x="623119" y="64625"/>
                </a:lnTo>
                <a:cubicBezTo>
                  <a:pt x="623119" y="56173"/>
                  <a:pt x="621491" y="49713"/>
                  <a:pt x="618235" y="45245"/>
                </a:cubicBezTo>
                <a:cubicBezTo>
                  <a:pt x="614979" y="40775"/>
                  <a:pt x="610250" y="38540"/>
                  <a:pt x="604048" y="38540"/>
                </a:cubicBezTo>
                <a:cubicBezTo>
                  <a:pt x="597758" y="38540"/>
                  <a:pt x="593007" y="41018"/>
                  <a:pt x="589795" y="45974"/>
                </a:cubicBezTo>
                <a:cubicBezTo>
                  <a:pt x="586583" y="50929"/>
                  <a:pt x="584978" y="58297"/>
                  <a:pt x="584978" y="68076"/>
                </a:cubicBezTo>
                <a:cubicBezTo>
                  <a:pt x="584978" y="77810"/>
                  <a:pt x="586583" y="85178"/>
                  <a:pt x="589795" y="90178"/>
                </a:cubicBezTo>
                <a:cubicBezTo>
                  <a:pt x="593007" y="95178"/>
                  <a:pt x="597758" y="97678"/>
                  <a:pt x="604048" y="97678"/>
                </a:cubicBezTo>
                <a:cubicBezTo>
                  <a:pt x="610250" y="97678"/>
                  <a:pt x="614979" y="95455"/>
                  <a:pt x="618235" y="91009"/>
                </a:cubicBezTo>
                <a:cubicBezTo>
                  <a:pt x="621491" y="86561"/>
                  <a:pt x="623119" y="80089"/>
                  <a:pt x="623119" y="715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5520B-35DB-443F-848C-9B3E888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222" y="4516968"/>
            <a:ext cx="1584181" cy="416969"/>
          </a:xfrm>
          <a:custGeom xmlns:a="http://schemas.openxmlformats.org/drawingml/2006/main">
            <a:pathLst>
              <a:path w="1584181" h="416969">
                <a:moveTo>
                  <a:pt x="791837" y="416969"/>
                </a:moveTo>
                <a:lnTo>
                  <a:pt x="37481" y="416969"/>
                </a:lnTo>
                <a:cubicBezTo>
                  <a:pt x="16938" y="416969"/>
                  <a:pt x="0" y="400538"/>
                  <a:pt x="0" y="379488"/>
                </a:cubicBezTo>
                <a:lnTo>
                  <a:pt x="0" y="37481"/>
                </a:lnTo>
                <a:cubicBezTo>
                  <a:pt x="0" y="16938"/>
                  <a:pt x="16938" y="0"/>
                  <a:pt x="37481" y="0"/>
                </a:cubicBezTo>
                <a:lnTo>
                  <a:pt x="1546192" y="0"/>
                </a:lnTo>
                <a:cubicBezTo>
                  <a:pt x="1567243" y="0"/>
                  <a:pt x="1584181" y="16938"/>
                  <a:pt x="1584181" y="37481"/>
                </a:cubicBezTo>
                <a:lnTo>
                  <a:pt x="1584181" y="379488"/>
                </a:lnTo>
                <a:cubicBezTo>
                  <a:pt x="1584181" y="400538"/>
                  <a:pt x="1567243" y="416969"/>
                  <a:pt x="1546192" y="416969"/>
                </a:cubicBezTo>
                <a:lnTo>
                  <a:pt x="791837" y="416969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18">
            <a:extLst xmlns:a="http://schemas.openxmlformats.org/drawingml/2006/main">
              <a:ext uri="{FF2B5EF4-FFF2-40B4-BE49-F238E27FC236}">
                <a16:creationId xmlns:a16="http://schemas.microsoft.com/office/drawing/2014/main" id="{DD043360-0C96-45EF-BEF7-5E72C132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89" y="4602098"/>
            <a:ext cx="202787" cy="126316"/>
          </a:xfrm>
          <a:custGeom xmlns:a="http://schemas.openxmlformats.org/drawingml/2006/main">
            <a:pathLst>
              <a:path w="202787" h="126316">
                <a:moveTo>
                  <a:pt x="2526" y="123871"/>
                </a:moveTo>
                <a:lnTo>
                  <a:pt x="2526" y="113929"/>
                </a:lnTo>
                <a:lnTo>
                  <a:pt x="25345" y="113929"/>
                </a:lnTo>
                <a:lnTo>
                  <a:pt x="25345" y="15555"/>
                </a:lnTo>
                <a:lnTo>
                  <a:pt x="0" y="30537"/>
                </a:lnTo>
                <a:lnTo>
                  <a:pt x="0" y="18405"/>
                </a:lnTo>
                <a:lnTo>
                  <a:pt x="30560" y="0"/>
                </a:lnTo>
                <a:lnTo>
                  <a:pt x="56231" y="0"/>
                </a:lnTo>
                <a:lnTo>
                  <a:pt x="56231" y="113929"/>
                </a:lnTo>
                <a:lnTo>
                  <a:pt x="79131" y="113929"/>
                </a:lnTo>
                <a:lnTo>
                  <a:pt x="79131" y="123871"/>
                </a:lnTo>
                <a:lnTo>
                  <a:pt x="2526" y="123871"/>
                </a:lnTo>
                <a:close/>
                <a:moveTo>
                  <a:pt x="173204" y="59124"/>
                </a:moveTo>
                <a:cubicBezTo>
                  <a:pt x="182875" y="60701"/>
                  <a:pt x="190223" y="64262"/>
                  <a:pt x="195248" y="69807"/>
                </a:cubicBezTo>
                <a:cubicBezTo>
                  <a:pt x="200274" y="75352"/>
                  <a:pt x="202787" y="82610"/>
                  <a:pt x="202787" y="91579"/>
                </a:cubicBezTo>
                <a:cubicBezTo>
                  <a:pt x="202787" y="102778"/>
                  <a:pt x="198562" y="111367"/>
                  <a:pt x="190114" y="117346"/>
                </a:cubicBezTo>
                <a:cubicBezTo>
                  <a:pt x="181666" y="123326"/>
                  <a:pt x="169483" y="126316"/>
                  <a:pt x="153564" y="126316"/>
                </a:cubicBezTo>
                <a:cubicBezTo>
                  <a:pt x="137646" y="126316"/>
                  <a:pt x="125449" y="123326"/>
                  <a:pt x="116973" y="117346"/>
                </a:cubicBezTo>
                <a:cubicBezTo>
                  <a:pt x="108498" y="111367"/>
                  <a:pt x="104260" y="102778"/>
                  <a:pt x="104260" y="91579"/>
                </a:cubicBezTo>
                <a:cubicBezTo>
                  <a:pt x="104260" y="82610"/>
                  <a:pt x="106787" y="75352"/>
                  <a:pt x="111839" y="69807"/>
                </a:cubicBezTo>
                <a:cubicBezTo>
                  <a:pt x="116892" y="64262"/>
                  <a:pt x="124226" y="60701"/>
                  <a:pt x="133843" y="59124"/>
                </a:cubicBezTo>
                <a:cubicBezTo>
                  <a:pt x="125313" y="57166"/>
                  <a:pt x="118929" y="53891"/>
                  <a:pt x="114691" y="49296"/>
                </a:cubicBezTo>
                <a:cubicBezTo>
                  <a:pt x="110454" y="44702"/>
                  <a:pt x="108335" y="38872"/>
                  <a:pt x="108335" y="31806"/>
                </a:cubicBezTo>
                <a:cubicBezTo>
                  <a:pt x="108335" y="21475"/>
                  <a:pt x="112192" y="13591"/>
                  <a:pt x="119907" y="8154"/>
                </a:cubicBezTo>
                <a:cubicBezTo>
                  <a:pt x="127622" y="2718"/>
                  <a:pt x="138841" y="0"/>
                  <a:pt x="153564" y="0"/>
                </a:cubicBezTo>
                <a:cubicBezTo>
                  <a:pt x="168233" y="0"/>
                  <a:pt x="179439" y="2718"/>
                  <a:pt x="187180" y="8154"/>
                </a:cubicBezTo>
                <a:cubicBezTo>
                  <a:pt x="194922" y="13591"/>
                  <a:pt x="198793" y="21475"/>
                  <a:pt x="198793" y="31806"/>
                </a:cubicBezTo>
                <a:cubicBezTo>
                  <a:pt x="198793" y="38872"/>
                  <a:pt x="196661" y="44702"/>
                  <a:pt x="192396" y="49296"/>
                </a:cubicBezTo>
                <a:cubicBezTo>
                  <a:pt x="188131" y="53891"/>
                  <a:pt x="181734" y="57166"/>
                  <a:pt x="173204" y="59124"/>
                </a:cubicBezTo>
                <a:moveTo>
                  <a:pt x="167255" y="32149"/>
                </a:moveTo>
                <a:cubicBezTo>
                  <a:pt x="167255" y="23581"/>
                  <a:pt x="166223" y="17683"/>
                  <a:pt x="164158" y="14458"/>
                </a:cubicBezTo>
                <a:cubicBezTo>
                  <a:pt x="162094" y="11230"/>
                  <a:pt x="158562" y="9616"/>
                  <a:pt x="153564" y="9616"/>
                </a:cubicBezTo>
                <a:cubicBezTo>
                  <a:pt x="148511" y="9616"/>
                  <a:pt x="144967" y="11230"/>
                  <a:pt x="142929" y="14458"/>
                </a:cubicBezTo>
                <a:cubicBezTo>
                  <a:pt x="140892" y="17683"/>
                  <a:pt x="139873" y="23581"/>
                  <a:pt x="139873" y="32149"/>
                </a:cubicBezTo>
                <a:cubicBezTo>
                  <a:pt x="139873" y="40664"/>
                  <a:pt x="140892" y="46508"/>
                  <a:pt x="142929" y="49681"/>
                </a:cubicBezTo>
                <a:cubicBezTo>
                  <a:pt x="144967" y="52852"/>
                  <a:pt x="148511" y="54438"/>
                  <a:pt x="153564" y="54438"/>
                </a:cubicBezTo>
                <a:cubicBezTo>
                  <a:pt x="158617" y="54438"/>
                  <a:pt x="162162" y="52852"/>
                  <a:pt x="164199" y="49681"/>
                </a:cubicBezTo>
                <a:cubicBezTo>
                  <a:pt x="166236" y="46508"/>
                  <a:pt x="167255" y="40664"/>
                  <a:pt x="167255" y="32149"/>
                </a:cubicBezTo>
                <a:moveTo>
                  <a:pt x="170433" y="90173"/>
                </a:moveTo>
                <a:cubicBezTo>
                  <a:pt x="170433" y="80246"/>
                  <a:pt x="169170" y="73412"/>
                  <a:pt x="166644" y="69670"/>
                </a:cubicBezTo>
                <a:cubicBezTo>
                  <a:pt x="164118" y="65926"/>
                  <a:pt x="159758" y="64054"/>
                  <a:pt x="153564" y="64054"/>
                </a:cubicBezTo>
                <a:cubicBezTo>
                  <a:pt x="147316" y="64054"/>
                  <a:pt x="142943" y="65926"/>
                  <a:pt x="140444" y="69670"/>
                </a:cubicBezTo>
                <a:cubicBezTo>
                  <a:pt x="137944" y="73412"/>
                  <a:pt x="136695" y="80246"/>
                  <a:pt x="136695" y="90173"/>
                </a:cubicBezTo>
                <a:cubicBezTo>
                  <a:pt x="136695" y="100209"/>
                  <a:pt x="137958" y="107139"/>
                  <a:pt x="140484" y="110964"/>
                </a:cubicBezTo>
                <a:cubicBezTo>
                  <a:pt x="143011" y="114788"/>
                  <a:pt x="147371" y="116700"/>
                  <a:pt x="153564" y="116700"/>
                </a:cubicBezTo>
                <a:cubicBezTo>
                  <a:pt x="159703" y="116700"/>
                  <a:pt x="164050" y="114788"/>
                  <a:pt x="166603" y="110964"/>
                </a:cubicBezTo>
                <a:cubicBezTo>
                  <a:pt x="169157" y="107139"/>
                  <a:pt x="170433" y="100209"/>
                  <a:pt x="170433" y="901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ExternalOnlyV">
            <a:extLst xmlns:a="http://schemas.openxmlformats.org/drawingml/2006/main">
              <a:ext uri="{FF2B5EF4-FFF2-40B4-BE49-F238E27FC236}">
                <a16:creationId xmlns:a16="http://schemas.microsoft.com/office/drawing/2014/main" id="{F1CEAA25-8244-4442-8151-E4317A1A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531" y="4794602"/>
            <a:ext cx="1084277" cy="133693"/>
          </a:xfrm>
          <a:custGeom xmlns:a="http://schemas.openxmlformats.org/drawingml/2006/main">
            <a:pathLst>
              <a:path w="1084277" h="133693">
                <a:moveTo>
                  <a:pt x="0" y="103393"/>
                </a:moveTo>
                <a:lnTo>
                  <a:pt x="0" y="96349"/>
                </a:lnTo>
                <a:lnTo>
                  <a:pt x="12625" y="96349"/>
                </a:lnTo>
                <a:lnTo>
                  <a:pt x="12625" y="11296"/>
                </a:lnTo>
                <a:lnTo>
                  <a:pt x="0" y="11296"/>
                </a:lnTo>
                <a:lnTo>
                  <a:pt x="0" y="4120"/>
                </a:lnTo>
                <a:lnTo>
                  <a:pt x="79870" y="4120"/>
                </a:lnTo>
                <a:lnTo>
                  <a:pt x="79870" y="26313"/>
                </a:lnTo>
                <a:lnTo>
                  <a:pt x="71697" y="26313"/>
                </a:lnTo>
                <a:lnTo>
                  <a:pt x="71697" y="12359"/>
                </a:lnTo>
                <a:lnTo>
                  <a:pt x="26114" y="12359"/>
                </a:lnTo>
                <a:lnTo>
                  <a:pt x="26114" y="45583"/>
                </a:lnTo>
                <a:lnTo>
                  <a:pt x="58607" y="45583"/>
                </a:lnTo>
                <a:lnTo>
                  <a:pt x="58607" y="33091"/>
                </a:lnTo>
                <a:lnTo>
                  <a:pt x="66780" y="33091"/>
                </a:lnTo>
                <a:lnTo>
                  <a:pt x="66780" y="66182"/>
                </a:lnTo>
                <a:lnTo>
                  <a:pt x="58607" y="66182"/>
                </a:lnTo>
                <a:lnTo>
                  <a:pt x="58607" y="53690"/>
                </a:lnTo>
                <a:lnTo>
                  <a:pt x="26114" y="53690"/>
                </a:lnTo>
                <a:lnTo>
                  <a:pt x="26114" y="95153"/>
                </a:lnTo>
                <a:lnTo>
                  <a:pt x="72760" y="95153"/>
                </a:lnTo>
                <a:lnTo>
                  <a:pt x="72760" y="81199"/>
                </a:lnTo>
                <a:lnTo>
                  <a:pt x="80933" y="81199"/>
                </a:lnTo>
                <a:lnTo>
                  <a:pt x="80933" y="103393"/>
                </a:lnTo>
                <a:lnTo>
                  <a:pt x="0" y="103393"/>
                </a:lnTo>
                <a:close/>
                <a:moveTo>
                  <a:pt x="131708" y="60268"/>
                </a:moveTo>
                <a:lnTo>
                  <a:pt x="146526" y="39869"/>
                </a:lnTo>
                <a:lnTo>
                  <a:pt x="137024" y="39869"/>
                </a:lnTo>
                <a:lnTo>
                  <a:pt x="137024" y="32692"/>
                </a:lnTo>
                <a:lnTo>
                  <a:pt x="164201" y="32692"/>
                </a:lnTo>
                <a:lnTo>
                  <a:pt x="164201" y="39869"/>
                </a:lnTo>
                <a:lnTo>
                  <a:pt x="154832" y="39869"/>
                </a:lnTo>
                <a:lnTo>
                  <a:pt x="135895" y="65983"/>
                </a:lnTo>
                <a:lnTo>
                  <a:pt x="157955" y="96349"/>
                </a:lnTo>
                <a:lnTo>
                  <a:pt x="167192" y="96349"/>
                </a:lnTo>
                <a:lnTo>
                  <a:pt x="167192" y="103393"/>
                </a:lnTo>
                <a:lnTo>
                  <a:pt x="134566" y="103393"/>
                </a:lnTo>
                <a:lnTo>
                  <a:pt x="134566" y="96349"/>
                </a:lnTo>
                <a:lnTo>
                  <a:pt x="143536" y="96349"/>
                </a:lnTo>
                <a:lnTo>
                  <a:pt x="128187" y="75219"/>
                </a:lnTo>
                <a:lnTo>
                  <a:pt x="112771" y="96349"/>
                </a:lnTo>
                <a:lnTo>
                  <a:pt x="121941" y="96349"/>
                </a:lnTo>
                <a:lnTo>
                  <a:pt x="121941" y="103393"/>
                </a:lnTo>
                <a:lnTo>
                  <a:pt x="95096" y="103393"/>
                </a:lnTo>
                <a:lnTo>
                  <a:pt x="95096" y="96349"/>
                </a:lnTo>
                <a:lnTo>
                  <a:pt x="104465" y="96349"/>
                </a:lnTo>
                <a:lnTo>
                  <a:pt x="123934" y="69504"/>
                </a:lnTo>
                <a:lnTo>
                  <a:pt x="102471" y="39869"/>
                </a:lnTo>
                <a:lnTo>
                  <a:pt x="93767" y="39869"/>
                </a:lnTo>
                <a:lnTo>
                  <a:pt x="93767" y="32692"/>
                </a:lnTo>
                <a:lnTo>
                  <a:pt x="125329" y="32692"/>
                </a:lnTo>
                <a:lnTo>
                  <a:pt x="125329" y="39869"/>
                </a:lnTo>
                <a:lnTo>
                  <a:pt x="116891" y="39869"/>
                </a:lnTo>
                <a:lnTo>
                  <a:pt x="131708" y="60268"/>
                </a:lnTo>
                <a:close/>
                <a:moveTo>
                  <a:pt x="182998" y="39869"/>
                </a:moveTo>
                <a:lnTo>
                  <a:pt x="172234" y="39869"/>
                </a:lnTo>
                <a:lnTo>
                  <a:pt x="172234" y="32692"/>
                </a:lnTo>
                <a:lnTo>
                  <a:pt x="182998" y="32692"/>
                </a:lnTo>
                <a:lnTo>
                  <a:pt x="182998" y="10765"/>
                </a:lnTo>
                <a:lnTo>
                  <a:pt x="195291" y="10765"/>
                </a:lnTo>
                <a:lnTo>
                  <a:pt x="195291" y="32692"/>
                </a:lnTo>
                <a:lnTo>
                  <a:pt x="218282" y="32692"/>
                </a:lnTo>
                <a:lnTo>
                  <a:pt x="218282" y="39869"/>
                </a:lnTo>
                <a:lnTo>
                  <a:pt x="195291" y="39869"/>
                </a:lnTo>
                <a:lnTo>
                  <a:pt x="195291" y="84721"/>
                </a:lnTo>
                <a:cubicBezTo>
                  <a:pt x="195291" y="90701"/>
                  <a:pt x="195867" y="94533"/>
                  <a:pt x="197019" y="96216"/>
                </a:cubicBezTo>
                <a:cubicBezTo>
                  <a:pt x="198171" y="97900"/>
                  <a:pt x="200297" y="98741"/>
                  <a:pt x="203398" y="98741"/>
                </a:cubicBezTo>
                <a:cubicBezTo>
                  <a:pt x="206587" y="98741"/>
                  <a:pt x="208913" y="97800"/>
                  <a:pt x="210375" y="95917"/>
                </a:cubicBezTo>
                <a:cubicBezTo>
                  <a:pt x="211837" y="94035"/>
                  <a:pt x="212612" y="90989"/>
                  <a:pt x="212701" y="86781"/>
                </a:cubicBezTo>
                <a:lnTo>
                  <a:pt x="221937" y="86781"/>
                </a:lnTo>
                <a:cubicBezTo>
                  <a:pt x="221582" y="93228"/>
                  <a:pt x="219833" y="97941"/>
                  <a:pt x="216687" y="100920"/>
                </a:cubicBezTo>
                <a:cubicBezTo>
                  <a:pt x="213542" y="103897"/>
                  <a:pt x="208758" y="105386"/>
                  <a:pt x="202335" y="105386"/>
                </a:cubicBezTo>
                <a:cubicBezTo>
                  <a:pt x="195291" y="105386"/>
                  <a:pt x="190308" y="103820"/>
                  <a:pt x="187384" y="100687"/>
                </a:cubicBezTo>
                <a:cubicBezTo>
                  <a:pt x="184460" y="97553"/>
                  <a:pt x="182998" y="92231"/>
                  <a:pt x="182998" y="84721"/>
                </a:cubicBezTo>
                <a:lnTo>
                  <a:pt x="182998" y="39869"/>
                </a:lnTo>
                <a:close/>
                <a:moveTo>
                  <a:pt x="296505" y="69371"/>
                </a:moveTo>
                <a:lnTo>
                  <a:pt x="243812" y="69371"/>
                </a:lnTo>
                <a:lnTo>
                  <a:pt x="243812" y="69903"/>
                </a:lnTo>
                <a:cubicBezTo>
                  <a:pt x="243812" y="79427"/>
                  <a:pt x="245606" y="86615"/>
                  <a:pt x="249194" y="91465"/>
                </a:cubicBezTo>
                <a:cubicBezTo>
                  <a:pt x="252782" y="96316"/>
                  <a:pt x="258076" y="98741"/>
                  <a:pt x="265075" y="98741"/>
                </a:cubicBezTo>
                <a:cubicBezTo>
                  <a:pt x="270435" y="98741"/>
                  <a:pt x="274832" y="97335"/>
                  <a:pt x="278265" y="94522"/>
                </a:cubicBezTo>
                <a:cubicBezTo>
                  <a:pt x="281698" y="91709"/>
                  <a:pt x="284101" y="87534"/>
                  <a:pt x="285474" y="81997"/>
                </a:cubicBezTo>
                <a:lnTo>
                  <a:pt x="295309" y="81997"/>
                </a:lnTo>
                <a:cubicBezTo>
                  <a:pt x="293359" y="89771"/>
                  <a:pt x="289760" y="95613"/>
                  <a:pt x="284511" y="99522"/>
                </a:cubicBezTo>
                <a:cubicBezTo>
                  <a:pt x="279261" y="103432"/>
                  <a:pt x="272362" y="105386"/>
                  <a:pt x="263812" y="105386"/>
                </a:cubicBezTo>
                <a:cubicBezTo>
                  <a:pt x="253491" y="105386"/>
                  <a:pt x="245196" y="101984"/>
                  <a:pt x="238928" y="95178"/>
                </a:cubicBezTo>
                <a:cubicBezTo>
                  <a:pt x="232659" y="88371"/>
                  <a:pt x="229525" y="79337"/>
                  <a:pt x="229525" y="68076"/>
                </a:cubicBezTo>
                <a:cubicBezTo>
                  <a:pt x="229525" y="56903"/>
                  <a:pt x="232604" y="47903"/>
                  <a:pt x="238761" y="41075"/>
                </a:cubicBezTo>
                <a:cubicBezTo>
                  <a:pt x="244919" y="34246"/>
                  <a:pt x="253003" y="30832"/>
                  <a:pt x="263015" y="30832"/>
                </a:cubicBezTo>
                <a:cubicBezTo>
                  <a:pt x="273691" y="30832"/>
                  <a:pt x="281886" y="34121"/>
                  <a:pt x="287601" y="40699"/>
                </a:cubicBezTo>
                <a:cubicBezTo>
                  <a:pt x="293315" y="47278"/>
                  <a:pt x="296283" y="56835"/>
                  <a:pt x="296505" y="69371"/>
                </a:cubicBezTo>
                <a:moveTo>
                  <a:pt x="282085" y="62328"/>
                </a:moveTo>
                <a:cubicBezTo>
                  <a:pt x="281820" y="54111"/>
                  <a:pt x="280081" y="47914"/>
                  <a:pt x="276869" y="43739"/>
                </a:cubicBezTo>
                <a:cubicBezTo>
                  <a:pt x="273658" y="39564"/>
                  <a:pt x="269040" y="37477"/>
                  <a:pt x="263015" y="37477"/>
                </a:cubicBezTo>
                <a:cubicBezTo>
                  <a:pt x="257389" y="37477"/>
                  <a:pt x="252959" y="39575"/>
                  <a:pt x="249725" y="43772"/>
                </a:cubicBezTo>
                <a:cubicBezTo>
                  <a:pt x="246492" y="47970"/>
                  <a:pt x="244520" y="54155"/>
                  <a:pt x="243812" y="62328"/>
                </a:cubicBezTo>
                <a:lnTo>
                  <a:pt x="282085" y="62328"/>
                </a:lnTo>
                <a:close/>
                <a:moveTo>
                  <a:pt x="367682" y="32692"/>
                </a:moveTo>
                <a:lnTo>
                  <a:pt x="367682" y="50367"/>
                </a:lnTo>
                <a:lnTo>
                  <a:pt x="360639" y="50367"/>
                </a:lnTo>
                <a:cubicBezTo>
                  <a:pt x="360417" y="46846"/>
                  <a:pt x="359442" y="44215"/>
                  <a:pt x="357715" y="42477"/>
                </a:cubicBezTo>
                <a:cubicBezTo>
                  <a:pt x="355987" y="40738"/>
                  <a:pt x="353462" y="39869"/>
                  <a:pt x="350140" y="39869"/>
                </a:cubicBezTo>
                <a:cubicBezTo>
                  <a:pt x="344115" y="39869"/>
                  <a:pt x="339497" y="41955"/>
                  <a:pt x="336285" y="46127"/>
                </a:cubicBezTo>
                <a:cubicBezTo>
                  <a:pt x="333074" y="50298"/>
                  <a:pt x="331468" y="56290"/>
                  <a:pt x="331468" y="64101"/>
                </a:cubicBezTo>
                <a:lnTo>
                  <a:pt x="331468" y="96349"/>
                </a:lnTo>
                <a:lnTo>
                  <a:pt x="345621" y="96349"/>
                </a:lnTo>
                <a:lnTo>
                  <a:pt x="345621" y="103393"/>
                </a:lnTo>
                <a:lnTo>
                  <a:pt x="308211" y="103393"/>
                </a:lnTo>
                <a:lnTo>
                  <a:pt x="308211" y="96349"/>
                </a:lnTo>
                <a:lnTo>
                  <a:pt x="319242" y="96349"/>
                </a:lnTo>
                <a:lnTo>
                  <a:pt x="319242" y="39736"/>
                </a:lnTo>
                <a:lnTo>
                  <a:pt x="307547" y="39736"/>
                </a:lnTo>
                <a:lnTo>
                  <a:pt x="307547" y="32692"/>
                </a:lnTo>
                <a:lnTo>
                  <a:pt x="331468" y="32692"/>
                </a:lnTo>
                <a:lnTo>
                  <a:pt x="331468" y="45353"/>
                </a:lnTo>
                <a:cubicBezTo>
                  <a:pt x="333860" y="40423"/>
                  <a:pt x="336939" y="36771"/>
                  <a:pt x="340704" y="34395"/>
                </a:cubicBezTo>
                <a:cubicBezTo>
                  <a:pt x="344470" y="32020"/>
                  <a:pt x="349054" y="30832"/>
                  <a:pt x="354459" y="30832"/>
                </a:cubicBezTo>
                <a:cubicBezTo>
                  <a:pt x="356452" y="30832"/>
                  <a:pt x="358545" y="30993"/>
                  <a:pt x="360738" y="31316"/>
                </a:cubicBezTo>
                <a:cubicBezTo>
                  <a:pt x="362931" y="31637"/>
                  <a:pt x="365246" y="32096"/>
                  <a:pt x="367682" y="32692"/>
                </a:cubicBezTo>
                <a:close/>
                <a:moveTo>
                  <a:pt x="373396" y="103393"/>
                </a:moveTo>
                <a:lnTo>
                  <a:pt x="373396" y="96349"/>
                </a:lnTo>
                <a:lnTo>
                  <a:pt x="384426" y="96349"/>
                </a:lnTo>
                <a:lnTo>
                  <a:pt x="384426" y="39869"/>
                </a:lnTo>
                <a:lnTo>
                  <a:pt x="372731" y="39869"/>
                </a:lnTo>
                <a:lnTo>
                  <a:pt x="372731" y="32692"/>
                </a:lnTo>
                <a:lnTo>
                  <a:pt x="396652" y="32692"/>
                </a:lnTo>
                <a:lnTo>
                  <a:pt x="396652" y="45317"/>
                </a:lnTo>
                <a:cubicBezTo>
                  <a:pt x="398912" y="40533"/>
                  <a:pt x="401846" y="36923"/>
                  <a:pt x="405457" y="34486"/>
                </a:cubicBezTo>
                <a:cubicBezTo>
                  <a:pt x="409067" y="32050"/>
                  <a:pt x="413264" y="30832"/>
                  <a:pt x="418049" y="30832"/>
                </a:cubicBezTo>
                <a:cubicBezTo>
                  <a:pt x="425845" y="30832"/>
                  <a:pt x="431582" y="33069"/>
                  <a:pt x="435259" y="37543"/>
                </a:cubicBezTo>
                <a:cubicBezTo>
                  <a:pt x="438935" y="42017"/>
                  <a:pt x="440774" y="48994"/>
                  <a:pt x="440774" y="58474"/>
                </a:cubicBezTo>
                <a:lnTo>
                  <a:pt x="440774" y="96349"/>
                </a:lnTo>
                <a:lnTo>
                  <a:pt x="451671" y="96349"/>
                </a:lnTo>
                <a:lnTo>
                  <a:pt x="451671" y="103393"/>
                </a:lnTo>
                <a:lnTo>
                  <a:pt x="417916" y="103393"/>
                </a:lnTo>
                <a:lnTo>
                  <a:pt x="417916" y="96349"/>
                </a:lnTo>
                <a:lnTo>
                  <a:pt x="428481" y="96349"/>
                </a:lnTo>
                <a:lnTo>
                  <a:pt x="428481" y="62328"/>
                </a:lnTo>
                <a:cubicBezTo>
                  <a:pt x="428481" y="53690"/>
                  <a:pt x="427418" y="47765"/>
                  <a:pt x="425291" y="44553"/>
                </a:cubicBezTo>
                <a:cubicBezTo>
                  <a:pt x="423165" y="41342"/>
                  <a:pt x="419422" y="39736"/>
                  <a:pt x="414062" y="39736"/>
                </a:cubicBezTo>
                <a:cubicBezTo>
                  <a:pt x="408391" y="39736"/>
                  <a:pt x="404072" y="41807"/>
                  <a:pt x="401104" y="45949"/>
                </a:cubicBezTo>
                <a:cubicBezTo>
                  <a:pt x="398136" y="50091"/>
                  <a:pt x="396652" y="56126"/>
                  <a:pt x="396652" y="64056"/>
                </a:cubicBezTo>
                <a:lnTo>
                  <a:pt x="396652" y="96349"/>
                </a:lnTo>
                <a:lnTo>
                  <a:pt x="407284" y="96349"/>
                </a:lnTo>
                <a:lnTo>
                  <a:pt x="407284" y="103393"/>
                </a:lnTo>
                <a:lnTo>
                  <a:pt x="373396" y="103393"/>
                </a:lnTo>
                <a:close/>
                <a:moveTo>
                  <a:pt x="509063" y="81232"/>
                </a:moveTo>
                <a:lnTo>
                  <a:pt x="509063" y="66315"/>
                </a:lnTo>
                <a:lnTo>
                  <a:pt x="493315" y="66315"/>
                </a:lnTo>
                <a:cubicBezTo>
                  <a:pt x="487246" y="66315"/>
                  <a:pt x="482728" y="67619"/>
                  <a:pt x="479760" y="70227"/>
                </a:cubicBezTo>
                <a:cubicBezTo>
                  <a:pt x="476792" y="72835"/>
                  <a:pt x="475308" y="76836"/>
                  <a:pt x="475308" y="82229"/>
                </a:cubicBezTo>
                <a:cubicBezTo>
                  <a:pt x="475308" y="87137"/>
                  <a:pt x="476814" y="91027"/>
                  <a:pt x="479826" y="93901"/>
                </a:cubicBezTo>
                <a:cubicBezTo>
                  <a:pt x="482839" y="96774"/>
                  <a:pt x="486914" y="98210"/>
                  <a:pt x="492053" y="98210"/>
                </a:cubicBezTo>
                <a:cubicBezTo>
                  <a:pt x="497147" y="98210"/>
                  <a:pt x="501256" y="96641"/>
                  <a:pt x="504379" y="93502"/>
                </a:cubicBezTo>
                <a:cubicBezTo>
                  <a:pt x="507502" y="90363"/>
                  <a:pt x="509063" y="86273"/>
                  <a:pt x="509063" y="81232"/>
                </a:cubicBezTo>
                <a:moveTo>
                  <a:pt x="521290" y="59274"/>
                </a:moveTo>
                <a:lnTo>
                  <a:pt x="521290" y="96349"/>
                </a:lnTo>
                <a:lnTo>
                  <a:pt x="532187" y="96349"/>
                </a:lnTo>
                <a:lnTo>
                  <a:pt x="532187" y="103393"/>
                </a:lnTo>
                <a:lnTo>
                  <a:pt x="509063" y="103393"/>
                </a:lnTo>
                <a:lnTo>
                  <a:pt x="509063" y="95753"/>
                </a:lnTo>
                <a:cubicBezTo>
                  <a:pt x="506361" y="99054"/>
                  <a:pt x="503238" y="101484"/>
                  <a:pt x="499694" y="103046"/>
                </a:cubicBezTo>
                <a:cubicBezTo>
                  <a:pt x="496150" y="104606"/>
                  <a:pt x="492008" y="105386"/>
                  <a:pt x="487268" y="105386"/>
                </a:cubicBezTo>
                <a:cubicBezTo>
                  <a:pt x="479428" y="105386"/>
                  <a:pt x="473204" y="103301"/>
                  <a:pt x="468597" y="99132"/>
                </a:cubicBezTo>
                <a:cubicBezTo>
                  <a:pt x="463990" y="94961"/>
                  <a:pt x="461686" y="89327"/>
                  <a:pt x="461686" y="82229"/>
                </a:cubicBezTo>
                <a:cubicBezTo>
                  <a:pt x="461686" y="74909"/>
                  <a:pt x="464322" y="69230"/>
                  <a:pt x="469593" y="65194"/>
                </a:cubicBezTo>
                <a:cubicBezTo>
                  <a:pt x="474865" y="61157"/>
                  <a:pt x="482307" y="59139"/>
                  <a:pt x="491920" y="59139"/>
                </a:cubicBezTo>
                <a:lnTo>
                  <a:pt x="509063" y="59139"/>
                </a:lnTo>
                <a:lnTo>
                  <a:pt x="509063" y="54325"/>
                </a:lnTo>
                <a:cubicBezTo>
                  <a:pt x="509063" y="48975"/>
                  <a:pt x="507435" y="44829"/>
                  <a:pt x="504179" y="41889"/>
                </a:cubicBezTo>
                <a:cubicBezTo>
                  <a:pt x="500923" y="38947"/>
                  <a:pt x="496350" y="37477"/>
                  <a:pt x="490458" y="37477"/>
                </a:cubicBezTo>
                <a:cubicBezTo>
                  <a:pt x="485585" y="37477"/>
                  <a:pt x="481709" y="38584"/>
                  <a:pt x="478830" y="40799"/>
                </a:cubicBezTo>
                <a:cubicBezTo>
                  <a:pt x="475950" y="43014"/>
                  <a:pt x="474156" y="46292"/>
                  <a:pt x="473447" y="50633"/>
                </a:cubicBezTo>
                <a:lnTo>
                  <a:pt x="467135" y="50633"/>
                </a:lnTo>
                <a:lnTo>
                  <a:pt x="467135" y="36280"/>
                </a:lnTo>
                <a:cubicBezTo>
                  <a:pt x="471387" y="34464"/>
                  <a:pt x="475518" y="33102"/>
                  <a:pt x="479527" y="32194"/>
                </a:cubicBezTo>
                <a:cubicBezTo>
                  <a:pt x="483536" y="31286"/>
                  <a:pt x="487446" y="30832"/>
                  <a:pt x="491255" y="30832"/>
                </a:cubicBezTo>
                <a:cubicBezTo>
                  <a:pt x="501045" y="30832"/>
                  <a:pt x="508498" y="33258"/>
                  <a:pt x="513615" y="38110"/>
                </a:cubicBezTo>
                <a:cubicBezTo>
                  <a:pt x="518731" y="42961"/>
                  <a:pt x="521290" y="50015"/>
                  <a:pt x="521290" y="59274"/>
                </a:cubicBezTo>
                <a:close/>
                <a:moveTo>
                  <a:pt x="564332" y="96349"/>
                </a:moveTo>
                <a:lnTo>
                  <a:pt x="575894" y="96349"/>
                </a:lnTo>
                <a:lnTo>
                  <a:pt x="575894" y="103393"/>
                </a:lnTo>
                <a:lnTo>
                  <a:pt x="540344" y="103393"/>
                </a:lnTo>
                <a:lnTo>
                  <a:pt x="540344" y="96349"/>
                </a:lnTo>
                <a:lnTo>
                  <a:pt x="552105" y="96349"/>
                </a:lnTo>
                <a:lnTo>
                  <a:pt x="552105" y="7043"/>
                </a:lnTo>
                <a:lnTo>
                  <a:pt x="540344" y="7043"/>
                </a:lnTo>
                <a:lnTo>
                  <a:pt x="540344" y="0"/>
                </a:lnTo>
                <a:lnTo>
                  <a:pt x="564332" y="0"/>
                </a:lnTo>
                <a:lnTo>
                  <a:pt x="564332" y="96349"/>
                </a:lnTo>
                <a:close/>
                <a:moveTo>
                  <a:pt x="679062" y="98210"/>
                </a:moveTo>
                <a:cubicBezTo>
                  <a:pt x="689915" y="98210"/>
                  <a:pt x="698110" y="94480"/>
                  <a:pt x="703648" y="87022"/>
                </a:cubicBezTo>
                <a:cubicBezTo>
                  <a:pt x="709185" y="79563"/>
                  <a:pt x="711954" y="68530"/>
                  <a:pt x="711954" y="53922"/>
                </a:cubicBezTo>
                <a:cubicBezTo>
                  <a:pt x="711954" y="39271"/>
                  <a:pt x="709185" y="28215"/>
                  <a:pt x="703648" y="20757"/>
                </a:cubicBezTo>
                <a:cubicBezTo>
                  <a:pt x="698110" y="13298"/>
                  <a:pt x="689915" y="9568"/>
                  <a:pt x="679062" y="9568"/>
                </a:cubicBezTo>
                <a:cubicBezTo>
                  <a:pt x="668165" y="9568"/>
                  <a:pt x="659947" y="13298"/>
                  <a:pt x="654410" y="20757"/>
                </a:cubicBezTo>
                <a:cubicBezTo>
                  <a:pt x="648873" y="28215"/>
                  <a:pt x="646104" y="39271"/>
                  <a:pt x="646104" y="53922"/>
                </a:cubicBezTo>
                <a:cubicBezTo>
                  <a:pt x="646104" y="68530"/>
                  <a:pt x="648873" y="79563"/>
                  <a:pt x="654410" y="87022"/>
                </a:cubicBezTo>
                <a:cubicBezTo>
                  <a:pt x="659947" y="94480"/>
                  <a:pt x="668165" y="98210"/>
                  <a:pt x="679062" y="98210"/>
                </a:cubicBezTo>
                <a:moveTo>
                  <a:pt x="679062" y="105386"/>
                </a:moveTo>
                <a:cubicBezTo>
                  <a:pt x="672329" y="105386"/>
                  <a:pt x="666138" y="104278"/>
                  <a:pt x="660490" y="102062"/>
                </a:cubicBezTo>
                <a:cubicBezTo>
                  <a:pt x="654842" y="99845"/>
                  <a:pt x="649869" y="96587"/>
                  <a:pt x="645572" y="92288"/>
                </a:cubicBezTo>
                <a:cubicBezTo>
                  <a:pt x="640611" y="87323"/>
                  <a:pt x="636923" y="81694"/>
                  <a:pt x="634509" y="75400"/>
                </a:cubicBezTo>
                <a:cubicBezTo>
                  <a:pt x="632095" y="69105"/>
                  <a:pt x="630887" y="61946"/>
                  <a:pt x="630887" y="53922"/>
                </a:cubicBezTo>
                <a:cubicBezTo>
                  <a:pt x="630887" y="45899"/>
                  <a:pt x="632095" y="38729"/>
                  <a:pt x="634509" y="32412"/>
                </a:cubicBezTo>
                <a:cubicBezTo>
                  <a:pt x="636923" y="26095"/>
                  <a:pt x="640611" y="20455"/>
                  <a:pt x="645572" y="15491"/>
                </a:cubicBezTo>
                <a:cubicBezTo>
                  <a:pt x="649914" y="11147"/>
                  <a:pt x="654875" y="7878"/>
                  <a:pt x="660457" y="5683"/>
                </a:cubicBezTo>
                <a:cubicBezTo>
                  <a:pt x="666038" y="3489"/>
                  <a:pt x="672240" y="2392"/>
                  <a:pt x="679062" y="2392"/>
                </a:cubicBezTo>
                <a:cubicBezTo>
                  <a:pt x="693459" y="2392"/>
                  <a:pt x="705087" y="7113"/>
                  <a:pt x="713947" y="16556"/>
                </a:cubicBezTo>
                <a:cubicBezTo>
                  <a:pt x="722807" y="25997"/>
                  <a:pt x="727237" y="38453"/>
                  <a:pt x="727237" y="53922"/>
                </a:cubicBezTo>
                <a:cubicBezTo>
                  <a:pt x="727237" y="61857"/>
                  <a:pt x="726019" y="69005"/>
                  <a:pt x="723582" y="75366"/>
                </a:cubicBezTo>
                <a:cubicBezTo>
                  <a:pt x="721146" y="81727"/>
                  <a:pt x="717447" y="87368"/>
                  <a:pt x="712485" y="92288"/>
                </a:cubicBezTo>
                <a:cubicBezTo>
                  <a:pt x="708144" y="96632"/>
                  <a:pt x="703183" y="99901"/>
                  <a:pt x="697601" y="102095"/>
                </a:cubicBezTo>
                <a:cubicBezTo>
                  <a:pt x="692019" y="104289"/>
                  <a:pt x="685840" y="105386"/>
                  <a:pt x="679062" y="105386"/>
                </a:cubicBezTo>
                <a:close/>
                <a:moveTo>
                  <a:pt x="739465" y="103393"/>
                </a:moveTo>
                <a:lnTo>
                  <a:pt x="739465" y="96349"/>
                </a:lnTo>
                <a:lnTo>
                  <a:pt x="750495" y="96349"/>
                </a:lnTo>
                <a:lnTo>
                  <a:pt x="750495" y="39869"/>
                </a:lnTo>
                <a:lnTo>
                  <a:pt x="738800" y="39869"/>
                </a:lnTo>
                <a:lnTo>
                  <a:pt x="738800" y="32692"/>
                </a:lnTo>
                <a:lnTo>
                  <a:pt x="762722" y="32692"/>
                </a:lnTo>
                <a:lnTo>
                  <a:pt x="762722" y="45317"/>
                </a:lnTo>
                <a:cubicBezTo>
                  <a:pt x="764981" y="40533"/>
                  <a:pt x="767916" y="36923"/>
                  <a:pt x="771526" y="34486"/>
                </a:cubicBezTo>
                <a:cubicBezTo>
                  <a:pt x="775136" y="32050"/>
                  <a:pt x="779333" y="30832"/>
                  <a:pt x="784118" y="30832"/>
                </a:cubicBezTo>
                <a:cubicBezTo>
                  <a:pt x="791914" y="30832"/>
                  <a:pt x="797651" y="33069"/>
                  <a:pt x="801328" y="37543"/>
                </a:cubicBezTo>
                <a:cubicBezTo>
                  <a:pt x="805004" y="42017"/>
                  <a:pt x="806843" y="48994"/>
                  <a:pt x="806843" y="58474"/>
                </a:cubicBezTo>
                <a:lnTo>
                  <a:pt x="806843" y="96349"/>
                </a:lnTo>
                <a:lnTo>
                  <a:pt x="817740" y="96349"/>
                </a:lnTo>
                <a:lnTo>
                  <a:pt x="817740" y="103393"/>
                </a:lnTo>
                <a:lnTo>
                  <a:pt x="783985" y="103393"/>
                </a:lnTo>
                <a:lnTo>
                  <a:pt x="783985" y="96349"/>
                </a:lnTo>
                <a:lnTo>
                  <a:pt x="794550" y="96349"/>
                </a:lnTo>
                <a:lnTo>
                  <a:pt x="794550" y="62328"/>
                </a:lnTo>
                <a:cubicBezTo>
                  <a:pt x="794550" y="53690"/>
                  <a:pt x="793487" y="47765"/>
                  <a:pt x="791361" y="44553"/>
                </a:cubicBezTo>
                <a:cubicBezTo>
                  <a:pt x="789234" y="41342"/>
                  <a:pt x="785491" y="39736"/>
                  <a:pt x="780131" y="39736"/>
                </a:cubicBezTo>
                <a:cubicBezTo>
                  <a:pt x="774461" y="39736"/>
                  <a:pt x="770142" y="41807"/>
                  <a:pt x="767174" y="45949"/>
                </a:cubicBezTo>
                <a:cubicBezTo>
                  <a:pt x="764206" y="50091"/>
                  <a:pt x="762722" y="56126"/>
                  <a:pt x="762722" y="64056"/>
                </a:cubicBezTo>
                <a:lnTo>
                  <a:pt x="762722" y="96349"/>
                </a:lnTo>
                <a:lnTo>
                  <a:pt x="773353" y="96349"/>
                </a:lnTo>
                <a:lnTo>
                  <a:pt x="773353" y="103393"/>
                </a:lnTo>
                <a:lnTo>
                  <a:pt x="739465" y="103393"/>
                </a:lnTo>
                <a:close/>
                <a:moveTo>
                  <a:pt x="848886" y="96349"/>
                </a:moveTo>
                <a:lnTo>
                  <a:pt x="860448" y="96349"/>
                </a:lnTo>
                <a:lnTo>
                  <a:pt x="860448" y="103393"/>
                </a:lnTo>
                <a:lnTo>
                  <a:pt x="824898" y="103393"/>
                </a:lnTo>
                <a:lnTo>
                  <a:pt x="824898" y="96349"/>
                </a:lnTo>
                <a:lnTo>
                  <a:pt x="836659" y="96349"/>
                </a:lnTo>
                <a:lnTo>
                  <a:pt x="836659" y="7043"/>
                </a:lnTo>
                <a:lnTo>
                  <a:pt x="824898" y="7043"/>
                </a:lnTo>
                <a:lnTo>
                  <a:pt x="824898" y="0"/>
                </a:lnTo>
                <a:lnTo>
                  <a:pt x="848886" y="0"/>
                </a:lnTo>
                <a:lnTo>
                  <a:pt x="848886" y="96349"/>
                </a:lnTo>
                <a:close/>
                <a:moveTo>
                  <a:pt x="893759" y="116286"/>
                </a:moveTo>
                <a:lnTo>
                  <a:pt x="898410" y="104535"/>
                </a:lnTo>
                <a:lnTo>
                  <a:pt x="872030" y="39869"/>
                </a:lnTo>
                <a:lnTo>
                  <a:pt x="863990" y="39869"/>
                </a:lnTo>
                <a:lnTo>
                  <a:pt x="863990" y="32692"/>
                </a:lnTo>
                <a:lnTo>
                  <a:pt x="896483" y="32692"/>
                </a:lnTo>
                <a:lnTo>
                  <a:pt x="896483" y="39869"/>
                </a:lnTo>
                <a:lnTo>
                  <a:pt x="885187" y="39869"/>
                </a:lnTo>
                <a:lnTo>
                  <a:pt x="905055" y="88442"/>
                </a:lnTo>
                <a:lnTo>
                  <a:pt x="924923" y="39869"/>
                </a:lnTo>
                <a:lnTo>
                  <a:pt x="914357" y="39869"/>
                </a:lnTo>
                <a:lnTo>
                  <a:pt x="914357" y="32692"/>
                </a:lnTo>
                <a:lnTo>
                  <a:pt x="940870" y="32692"/>
                </a:lnTo>
                <a:lnTo>
                  <a:pt x="940870" y="39869"/>
                </a:lnTo>
                <a:lnTo>
                  <a:pt x="932963" y="39869"/>
                </a:lnTo>
                <a:lnTo>
                  <a:pt x="900603" y="119284"/>
                </a:lnTo>
                <a:cubicBezTo>
                  <a:pt x="898388" y="124824"/>
                  <a:pt x="895929" y="128610"/>
                  <a:pt x="893227" y="130643"/>
                </a:cubicBezTo>
                <a:cubicBezTo>
                  <a:pt x="890525" y="132676"/>
                  <a:pt x="886715" y="133693"/>
                  <a:pt x="881798" y="133693"/>
                </a:cubicBezTo>
                <a:cubicBezTo>
                  <a:pt x="879716" y="133693"/>
                  <a:pt x="877579" y="133510"/>
                  <a:pt x="875386" y="133143"/>
                </a:cubicBezTo>
                <a:cubicBezTo>
                  <a:pt x="873193" y="132777"/>
                  <a:pt x="870989" y="132252"/>
                  <a:pt x="868774" y="131567"/>
                </a:cubicBezTo>
                <a:lnTo>
                  <a:pt x="868774" y="118011"/>
                </a:lnTo>
                <a:lnTo>
                  <a:pt x="875020" y="118011"/>
                </a:lnTo>
                <a:cubicBezTo>
                  <a:pt x="875286" y="121047"/>
                  <a:pt x="876050" y="123223"/>
                  <a:pt x="877313" y="124540"/>
                </a:cubicBezTo>
                <a:cubicBezTo>
                  <a:pt x="878575" y="125858"/>
                  <a:pt x="880535" y="126517"/>
                  <a:pt x="883193" y="126517"/>
                </a:cubicBezTo>
                <a:cubicBezTo>
                  <a:pt x="885630" y="126517"/>
                  <a:pt x="887590" y="125837"/>
                  <a:pt x="889074" y="124477"/>
                </a:cubicBezTo>
                <a:cubicBezTo>
                  <a:pt x="890558" y="123118"/>
                  <a:pt x="892120" y="120387"/>
                  <a:pt x="893759" y="116286"/>
                </a:cubicBezTo>
                <a:close/>
                <a:moveTo>
                  <a:pt x="1007796" y="11296"/>
                </a:moveTo>
                <a:lnTo>
                  <a:pt x="1037099" y="87445"/>
                </a:lnTo>
                <a:lnTo>
                  <a:pt x="1066336" y="11296"/>
                </a:lnTo>
                <a:lnTo>
                  <a:pt x="1055173" y="11296"/>
                </a:lnTo>
                <a:lnTo>
                  <a:pt x="1055173" y="4120"/>
                </a:lnTo>
                <a:lnTo>
                  <a:pt x="1084277" y="4120"/>
                </a:lnTo>
                <a:lnTo>
                  <a:pt x="1084277" y="11296"/>
                </a:lnTo>
                <a:lnTo>
                  <a:pt x="1074642" y="11296"/>
                </a:lnTo>
                <a:lnTo>
                  <a:pt x="1039226" y="103393"/>
                </a:lnTo>
                <a:lnTo>
                  <a:pt x="1027797" y="103393"/>
                </a:lnTo>
                <a:lnTo>
                  <a:pt x="992579" y="11296"/>
                </a:lnTo>
                <a:lnTo>
                  <a:pt x="982679" y="11296"/>
                </a:lnTo>
                <a:lnTo>
                  <a:pt x="982679" y="4120"/>
                </a:lnTo>
                <a:lnTo>
                  <a:pt x="1018826" y="4120"/>
                </a:lnTo>
                <a:lnTo>
                  <a:pt x="1018826" y="11296"/>
                </a:lnTo>
                <a:lnTo>
                  <a:pt x="1007796" y="112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endor">
            <a:extLst xmlns:a="http://schemas.openxmlformats.org/drawingml/2006/main">
              <a:ext uri="{FF2B5EF4-FFF2-40B4-BE49-F238E27FC236}">
                <a16:creationId xmlns:a16="http://schemas.microsoft.com/office/drawing/2014/main" id="{CE561661-FA02-410D-9CF1-004F5731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642" y="4794602"/>
            <a:ext cx="393996" cy="105386"/>
          </a:xfrm>
          <a:custGeom xmlns:a="http://schemas.openxmlformats.org/drawingml/2006/main">
            <a:pathLst>
              <a:path w="393996" h="105386">
                <a:moveTo>
                  <a:pt x="66979" y="69371"/>
                </a:moveTo>
                <a:lnTo>
                  <a:pt x="14286" y="69371"/>
                </a:lnTo>
                <a:lnTo>
                  <a:pt x="14286" y="69903"/>
                </a:lnTo>
                <a:cubicBezTo>
                  <a:pt x="14286" y="79427"/>
                  <a:pt x="16080" y="86615"/>
                  <a:pt x="19669" y="91465"/>
                </a:cubicBezTo>
                <a:cubicBezTo>
                  <a:pt x="23257" y="96316"/>
                  <a:pt x="28550" y="98741"/>
                  <a:pt x="35550" y="98741"/>
                </a:cubicBezTo>
                <a:cubicBezTo>
                  <a:pt x="40910" y="98741"/>
                  <a:pt x="45306" y="97335"/>
                  <a:pt x="48739" y="94522"/>
                </a:cubicBezTo>
                <a:cubicBezTo>
                  <a:pt x="52173" y="91709"/>
                  <a:pt x="54576" y="87534"/>
                  <a:pt x="55949" y="81997"/>
                </a:cubicBezTo>
                <a:lnTo>
                  <a:pt x="65783" y="81997"/>
                </a:lnTo>
                <a:cubicBezTo>
                  <a:pt x="63834" y="89771"/>
                  <a:pt x="60235" y="95613"/>
                  <a:pt x="54986" y="99522"/>
                </a:cubicBezTo>
                <a:cubicBezTo>
                  <a:pt x="49736" y="103432"/>
                  <a:pt x="42837" y="105386"/>
                  <a:pt x="34287" y="105386"/>
                </a:cubicBezTo>
                <a:cubicBezTo>
                  <a:pt x="23966" y="105386"/>
                  <a:pt x="15671" y="101984"/>
                  <a:pt x="9402" y="95178"/>
                </a:cubicBezTo>
                <a:cubicBezTo>
                  <a:pt x="3134" y="88371"/>
                  <a:pt x="0" y="79337"/>
                  <a:pt x="0" y="68076"/>
                </a:cubicBezTo>
                <a:cubicBezTo>
                  <a:pt x="0" y="56903"/>
                  <a:pt x="3079" y="47903"/>
                  <a:pt x="9236" y="41075"/>
                </a:cubicBezTo>
                <a:cubicBezTo>
                  <a:pt x="15394" y="34246"/>
                  <a:pt x="23478" y="30832"/>
                  <a:pt x="33490" y="30832"/>
                </a:cubicBezTo>
                <a:cubicBezTo>
                  <a:pt x="44166" y="30832"/>
                  <a:pt x="52361" y="34121"/>
                  <a:pt x="58075" y="40699"/>
                </a:cubicBezTo>
                <a:cubicBezTo>
                  <a:pt x="63790" y="47278"/>
                  <a:pt x="66758" y="56835"/>
                  <a:pt x="66979" y="69371"/>
                </a:cubicBezTo>
                <a:moveTo>
                  <a:pt x="52560" y="62328"/>
                </a:moveTo>
                <a:cubicBezTo>
                  <a:pt x="52294" y="54111"/>
                  <a:pt x="50556" y="47914"/>
                  <a:pt x="47344" y="43739"/>
                </a:cubicBezTo>
                <a:cubicBezTo>
                  <a:pt x="44132" y="39564"/>
                  <a:pt x="39514" y="37477"/>
                  <a:pt x="33490" y="37477"/>
                </a:cubicBezTo>
                <a:cubicBezTo>
                  <a:pt x="27864" y="37477"/>
                  <a:pt x="23434" y="39575"/>
                  <a:pt x="20200" y="43772"/>
                </a:cubicBezTo>
                <a:cubicBezTo>
                  <a:pt x="16966" y="47970"/>
                  <a:pt x="14995" y="54155"/>
                  <a:pt x="14286" y="62328"/>
                </a:cubicBezTo>
                <a:lnTo>
                  <a:pt x="52560" y="62328"/>
                </a:lnTo>
                <a:close/>
                <a:moveTo>
                  <a:pt x="78686" y="103393"/>
                </a:moveTo>
                <a:lnTo>
                  <a:pt x="78686" y="96349"/>
                </a:lnTo>
                <a:lnTo>
                  <a:pt x="89716" y="96349"/>
                </a:lnTo>
                <a:lnTo>
                  <a:pt x="89716" y="39869"/>
                </a:lnTo>
                <a:lnTo>
                  <a:pt x="78021" y="39869"/>
                </a:lnTo>
                <a:lnTo>
                  <a:pt x="78021" y="32692"/>
                </a:lnTo>
                <a:lnTo>
                  <a:pt x="101943" y="32692"/>
                </a:lnTo>
                <a:lnTo>
                  <a:pt x="101943" y="45317"/>
                </a:lnTo>
                <a:cubicBezTo>
                  <a:pt x="104202" y="40533"/>
                  <a:pt x="107137" y="36923"/>
                  <a:pt x="110747" y="34486"/>
                </a:cubicBezTo>
                <a:cubicBezTo>
                  <a:pt x="114357" y="32050"/>
                  <a:pt x="118555" y="30832"/>
                  <a:pt x="123339" y="30832"/>
                </a:cubicBezTo>
                <a:cubicBezTo>
                  <a:pt x="131135" y="30832"/>
                  <a:pt x="136872" y="33069"/>
                  <a:pt x="140549" y="37543"/>
                </a:cubicBezTo>
                <a:cubicBezTo>
                  <a:pt x="144226" y="42017"/>
                  <a:pt x="146064" y="48994"/>
                  <a:pt x="146064" y="58474"/>
                </a:cubicBezTo>
                <a:lnTo>
                  <a:pt x="146064" y="96349"/>
                </a:lnTo>
                <a:lnTo>
                  <a:pt x="156961" y="96349"/>
                </a:lnTo>
                <a:lnTo>
                  <a:pt x="156961" y="103393"/>
                </a:lnTo>
                <a:lnTo>
                  <a:pt x="123206" y="103393"/>
                </a:lnTo>
                <a:lnTo>
                  <a:pt x="123206" y="96349"/>
                </a:lnTo>
                <a:lnTo>
                  <a:pt x="133771" y="96349"/>
                </a:lnTo>
                <a:lnTo>
                  <a:pt x="133771" y="62328"/>
                </a:lnTo>
                <a:cubicBezTo>
                  <a:pt x="133771" y="53690"/>
                  <a:pt x="132708" y="47765"/>
                  <a:pt x="130582" y="44553"/>
                </a:cubicBezTo>
                <a:cubicBezTo>
                  <a:pt x="128455" y="41342"/>
                  <a:pt x="124712" y="39736"/>
                  <a:pt x="119352" y="39736"/>
                </a:cubicBezTo>
                <a:cubicBezTo>
                  <a:pt x="113682" y="39736"/>
                  <a:pt x="109363" y="41807"/>
                  <a:pt x="106395" y="45949"/>
                </a:cubicBezTo>
                <a:cubicBezTo>
                  <a:pt x="103427" y="50091"/>
                  <a:pt x="101943" y="56126"/>
                  <a:pt x="101943" y="64056"/>
                </a:cubicBezTo>
                <a:lnTo>
                  <a:pt x="101943" y="96349"/>
                </a:lnTo>
                <a:lnTo>
                  <a:pt x="112574" y="96349"/>
                </a:lnTo>
                <a:lnTo>
                  <a:pt x="112574" y="103393"/>
                </a:lnTo>
                <a:lnTo>
                  <a:pt x="78686" y="103393"/>
                </a:lnTo>
                <a:close/>
                <a:moveTo>
                  <a:pt x="231630" y="96349"/>
                </a:moveTo>
                <a:lnTo>
                  <a:pt x="243325" y="96349"/>
                </a:lnTo>
                <a:lnTo>
                  <a:pt x="243325" y="103393"/>
                </a:lnTo>
                <a:lnTo>
                  <a:pt x="219404" y="103393"/>
                </a:lnTo>
                <a:lnTo>
                  <a:pt x="219404" y="92367"/>
                </a:lnTo>
                <a:cubicBezTo>
                  <a:pt x="217011" y="96817"/>
                  <a:pt x="213966" y="100100"/>
                  <a:pt x="210267" y="102215"/>
                </a:cubicBezTo>
                <a:cubicBezTo>
                  <a:pt x="206568" y="104329"/>
                  <a:pt x="201994" y="105386"/>
                  <a:pt x="196546" y="105386"/>
                </a:cubicBezTo>
                <a:cubicBezTo>
                  <a:pt x="187863" y="105386"/>
                  <a:pt x="180764" y="101939"/>
                  <a:pt x="175249" y="95045"/>
                </a:cubicBezTo>
                <a:cubicBezTo>
                  <a:pt x="169734" y="88150"/>
                  <a:pt x="166976" y="79160"/>
                  <a:pt x="166976" y="68076"/>
                </a:cubicBezTo>
                <a:cubicBezTo>
                  <a:pt x="166976" y="56991"/>
                  <a:pt x="169723" y="48013"/>
                  <a:pt x="175216" y="41142"/>
                </a:cubicBezTo>
                <a:cubicBezTo>
                  <a:pt x="180709" y="34268"/>
                  <a:pt x="187819" y="30832"/>
                  <a:pt x="196546" y="30832"/>
                </a:cubicBezTo>
                <a:cubicBezTo>
                  <a:pt x="201994" y="30832"/>
                  <a:pt x="206568" y="31889"/>
                  <a:pt x="210267" y="34003"/>
                </a:cubicBezTo>
                <a:cubicBezTo>
                  <a:pt x="213966" y="36116"/>
                  <a:pt x="217011" y="39399"/>
                  <a:pt x="219404" y="43849"/>
                </a:cubicBezTo>
                <a:lnTo>
                  <a:pt x="219404" y="7043"/>
                </a:lnTo>
                <a:lnTo>
                  <a:pt x="207842" y="7043"/>
                </a:lnTo>
                <a:lnTo>
                  <a:pt x="207842" y="0"/>
                </a:lnTo>
                <a:lnTo>
                  <a:pt x="231630" y="0"/>
                </a:lnTo>
                <a:lnTo>
                  <a:pt x="231630" y="96349"/>
                </a:lnTo>
                <a:moveTo>
                  <a:pt x="219404" y="71593"/>
                </a:moveTo>
                <a:lnTo>
                  <a:pt x="219404" y="64625"/>
                </a:lnTo>
                <a:cubicBezTo>
                  <a:pt x="219404" y="56173"/>
                  <a:pt x="217776" y="49713"/>
                  <a:pt x="214520" y="45245"/>
                </a:cubicBezTo>
                <a:cubicBezTo>
                  <a:pt x="211264" y="40775"/>
                  <a:pt x="206535" y="38540"/>
                  <a:pt x="200333" y="38540"/>
                </a:cubicBezTo>
                <a:cubicBezTo>
                  <a:pt x="194043" y="38540"/>
                  <a:pt x="189292" y="41018"/>
                  <a:pt x="186080" y="45974"/>
                </a:cubicBezTo>
                <a:cubicBezTo>
                  <a:pt x="182868" y="50929"/>
                  <a:pt x="181263" y="58297"/>
                  <a:pt x="181263" y="68076"/>
                </a:cubicBezTo>
                <a:cubicBezTo>
                  <a:pt x="181263" y="77810"/>
                  <a:pt x="182868" y="85178"/>
                  <a:pt x="186080" y="90178"/>
                </a:cubicBezTo>
                <a:cubicBezTo>
                  <a:pt x="189292" y="95178"/>
                  <a:pt x="194043" y="97678"/>
                  <a:pt x="200333" y="97678"/>
                </a:cubicBezTo>
                <a:cubicBezTo>
                  <a:pt x="206535" y="97678"/>
                  <a:pt x="211264" y="95455"/>
                  <a:pt x="214520" y="91009"/>
                </a:cubicBezTo>
                <a:cubicBezTo>
                  <a:pt x="217776" y="86561"/>
                  <a:pt x="219404" y="80089"/>
                  <a:pt x="219404" y="71593"/>
                </a:cubicBezTo>
                <a:close/>
                <a:moveTo>
                  <a:pt x="288225" y="98741"/>
                </a:moveTo>
                <a:cubicBezTo>
                  <a:pt x="294781" y="98741"/>
                  <a:pt x="299731" y="96153"/>
                  <a:pt x="303076" y="90975"/>
                </a:cubicBezTo>
                <a:cubicBezTo>
                  <a:pt x="306420" y="85798"/>
                  <a:pt x="308093" y="78165"/>
                  <a:pt x="308093" y="68076"/>
                </a:cubicBezTo>
                <a:cubicBezTo>
                  <a:pt x="308093" y="57987"/>
                  <a:pt x="306420" y="50365"/>
                  <a:pt x="303076" y="45209"/>
                </a:cubicBezTo>
                <a:cubicBezTo>
                  <a:pt x="299731" y="40054"/>
                  <a:pt x="294781" y="37477"/>
                  <a:pt x="288225" y="37477"/>
                </a:cubicBezTo>
                <a:cubicBezTo>
                  <a:pt x="281669" y="37477"/>
                  <a:pt x="276718" y="40054"/>
                  <a:pt x="273374" y="45209"/>
                </a:cubicBezTo>
                <a:cubicBezTo>
                  <a:pt x="270029" y="50365"/>
                  <a:pt x="268357" y="57987"/>
                  <a:pt x="268357" y="68076"/>
                </a:cubicBezTo>
                <a:cubicBezTo>
                  <a:pt x="268357" y="78165"/>
                  <a:pt x="270040" y="85798"/>
                  <a:pt x="273407" y="90975"/>
                </a:cubicBezTo>
                <a:cubicBezTo>
                  <a:pt x="276774" y="96153"/>
                  <a:pt x="281713" y="98741"/>
                  <a:pt x="288225" y="98741"/>
                </a:cubicBezTo>
                <a:moveTo>
                  <a:pt x="288225" y="105386"/>
                </a:moveTo>
                <a:cubicBezTo>
                  <a:pt x="277948" y="105386"/>
                  <a:pt x="269686" y="101984"/>
                  <a:pt x="263440" y="95178"/>
                </a:cubicBezTo>
                <a:cubicBezTo>
                  <a:pt x="257194" y="88371"/>
                  <a:pt x="254071" y="79337"/>
                  <a:pt x="254071" y="68076"/>
                </a:cubicBezTo>
                <a:cubicBezTo>
                  <a:pt x="254071" y="56814"/>
                  <a:pt x="257183" y="47792"/>
                  <a:pt x="263407" y="41009"/>
                </a:cubicBezTo>
                <a:cubicBezTo>
                  <a:pt x="269630" y="34224"/>
                  <a:pt x="277903" y="30832"/>
                  <a:pt x="288225" y="30832"/>
                </a:cubicBezTo>
                <a:cubicBezTo>
                  <a:pt x="298546" y="30832"/>
                  <a:pt x="306819" y="34224"/>
                  <a:pt x="313043" y="41009"/>
                </a:cubicBezTo>
                <a:cubicBezTo>
                  <a:pt x="319267" y="47792"/>
                  <a:pt x="322379" y="56814"/>
                  <a:pt x="322379" y="68076"/>
                </a:cubicBezTo>
                <a:cubicBezTo>
                  <a:pt x="322379" y="79337"/>
                  <a:pt x="319267" y="88371"/>
                  <a:pt x="313043" y="95178"/>
                </a:cubicBezTo>
                <a:cubicBezTo>
                  <a:pt x="306819" y="101984"/>
                  <a:pt x="298546" y="105386"/>
                  <a:pt x="288225" y="105386"/>
                </a:cubicBezTo>
                <a:close/>
                <a:moveTo>
                  <a:pt x="393996" y="32692"/>
                </a:moveTo>
                <a:lnTo>
                  <a:pt x="393996" y="50367"/>
                </a:lnTo>
                <a:lnTo>
                  <a:pt x="386953" y="50367"/>
                </a:lnTo>
                <a:cubicBezTo>
                  <a:pt x="386731" y="46846"/>
                  <a:pt x="385757" y="44215"/>
                  <a:pt x="384029" y="42477"/>
                </a:cubicBezTo>
                <a:cubicBezTo>
                  <a:pt x="382301" y="40738"/>
                  <a:pt x="379776" y="39869"/>
                  <a:pt x="376454" y="39869"/>
                </a:cubicBezTo>
                <a:cubicBezTo>
                  <a:pt x="370429" y="39869"/>
                  <a:pt x="365811" y="41955"/>
                  <a:pt x="362600" y="46127"/>
                </a:cubicBezTo>
                <a:cubicBezTo>
                  <a:pt x="359388" y="50298"/>
                  <a:pt x="357782" y="56290"/>
                  <a:pt x="357782" y="64101"/>
                </a:cubicBezTo>
                <a:lnTo>
                  <a:pt x="357782" y="96349"/>
                </a:lnTo>
                <a:lnTo>
                  <a:pt x="371935" y="96349"/>
                </a:lnTo>
                <a:lnTo>
                  <a:pt x="371935" y="103393"/>
                </a:lnTo>
                <a:lnTo>
                  <a:pt x="334525" y="103393"/>
                </a:lnTo>
                <a:lnTo>
                  <a:pt x="334525" y="96349"/>
                </a:lnTo>
                <a:lnTo>
                  <a:pt x="345556" y="96349"/>
                </a:lnTo>
                <a:lnTo>
                  <a:pt x="345556" y="39736"/>
                </a:lnTo>
                <a:lnTo>
                  <a:pt x="333861" y="39736"/>
                </a:lnTo>
                <a:lnTo>
                  <a:pt x="333861" y="32692"/>
                </a:lnTo>
                <a:lnTo>
                  <a:pt x="357782" y="32692"/>
                </a:lnTo>
                <a:lnTo>
                  <a:pt x="357782" y="45353"/>
                </a:lnTo>
                <a:cubicBezTo>
                  <a:pt x="360174" y="40423"/>
                  <a:pt x="363253" y="36771"/>
                  <a:pt x="367018" y="34395"/>
                </a:cubicBezTo>
                <a:cubicBezTo>
                  <a:pt x="370784" y="32020"/>
                  <a:pt x="375369" y="30832"/>
                  <a:pt x="380773" y="30832"/>
                </a:cubicBezTo>
                <a:cubicBezTo>
                  <a:pt x="382766" y="30832"/>
                  <a:pt x="384860" y="30993"/>
                  <a:pt x="387052" y="31316"/>
                </a:cubicBezTo>
                <a:cubicBezTo>
                  <a:pt x="389245" y="31637"/>
                  <a:pt x="391560" y="32096"/>
                  <a:pt x="393996" y="326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52773-694E-4C8A-8DCD-CE667E58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514" y="4059945"/>
            <a:ext cx="1194947" cy="580264"/>
          </a:xfrm>
          <a:custGeom xmlns:a="http://schemas.openxmlformats.org/drawingml/2006/main">
            <a:pathLst>
              <a:path w="1194947" h="580264">
                <a:moveTo>
                  <a:pt x="597220" y="580264"/>
                </a:moveTo>
                <a:lnTo>
                  <a:pt x="37481" y="580264"/>
                </a:lnTo>
                <a:cubicBezTo>
                  <a:pt x="16956" y="580264"/>
                  <a:pt x="0" y="563326"/>
                  <a:pt x="0" y="542782"/>
                </a:cubicBezTo>
                <a:lnTo>
                  <a:pt x="0" y="37989"/>
                </a:lnTo>
                <a:cubicBezTo>
                  <a:pt x="0" y="16938"/>
                  <a:pt x="16956" y="0"/>
                  <a:pt x="37481" y="0"/>
                </a:cubicBezTo>
                <a:lnTo>
                  <a:pt x="1156959" y="0"/>
                </a:lnTo>
                <a:cubicBezTo>
                  <a:pt x="1178009" y="0"/>
                  <a:pt x="1194947" y="16938"/>
                  <a:pt x="1194947" y="37989"/>
                </a:cubicBezTo>
                <a:lnTo>
                  <a:pt x="1194947" y="542782"/>
                </a:lnTo>
                <a:cubicBezTo>
                  <a:pt x="1194947" y="563326"/>
                  <a:pt x="1178009" y="580264"/>
                  <a:pt x="1156959" y="580264"/>
                </a:cubicBezTo>
                <a:lnTo>
                  <a:pt x="597220" y="580264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18">
            <a:extLst xmlns:a="http://schemas.openxmlformats.org/drawingml/2006/main">
              <a:ext uri="{FF2B5EF4-FFF2-40B4-BE49-F238E27FC236}">
                <a16:creationId xmlns:a16="http://schemas.microsoft.com/office/drawing/2014/main" id="{1B995046-920F-4777-A545-0AC5B47D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01" y="4225183"/>
            <a:ext cx="202787" cy="126316"/>
          </a:xfrm>
          <a:custGeom xmlns:a="http://schemas.openxmlformats.org/drawingml/2006/main">
            <a:pathLst>
              <a:path w="202787" h="126316">
                <a:moveTo>
                  <a:pt x="2526" y="123871"/>
                </a:moveTo>
                <a:lnTo>
                  <a:pt x="2526" y="113929"/>
                </a:lnTo>
                <a:lnTo>
                  <a:pt x="25345" y="113929"/>
                </a:lnTo>
                <a:lnTo>
                  <a:pt x="25345" y="15555"/>
                </a:lnTo>
                <a:lnTo>
                  <a:pt x="0" y="30537"/>
                </a:lnTo>
                <a:lnTo>
                  <a:pt x="0" y="18405"/>
                </a:lnTo>
                <a:lnTo>
                  <a:pt x="30560" y="0"/>
                </a:lnTo>
                <a:lnTo>
                  <a:pt x="56231" y="0"/>
                </a:lnTo>
                <a:lnTo>
                  <a:pt x="56231" y="113929"/>
                </a:lnTo>
                <a:lnTo>
                  <a:pt x="79131" y="113929"/>
                </a:lnTo>
                <a:lnTo>
                  <a:pt x="79131" y="123871"/>
                </a:lnTo>
                <a:lnTo>
                  <a:pt x="2526" y="123871"/>
                </a:lnTo>
                <a:close/>
                <a:moveTo>
                  <a:pt x="173205" y="59124"/>
                </a:moveTo>
                <a:cubicBezTo>
                  <a:pt x="182875" y="60701"/>
                  <a:pt x="190223" y="64262"/>
                  <a:pt x="195249" y="69807"/>
                </a:cubicBezTo>
                <a:cubicBezTo>
                  <a:pt x="200274" y="75352"/>
                  <a:pt x="202787" y="82610"/>
                  <a:pt x="202787" y="91579"/>
                </a:cubicBezTo>
                <a:cubicBezTo>
                  <a:pt x="202787" y="102778"/>
                  <a:pt x="198563" y="111367"/>
                  <a:pt x="190115" y="117346"/>
                </a:cubicBezTo>
                <a:cubicBezTo>
                  <a:pt x="181667" y="123326"/>
                  <a:pt x="169483" y="126316"/>
                  <a:pt x="153565" y="126316"/>
                </a:cubicBezTo>
                <a:cubicBezTo>
                  <a:pt x="137646" y="126316"/>
                  <a:pt x="125449" y="123326"/>
                  <a:pt x="116974" y="117346"/>
                </a:cubicBezTo>
                <a:cubicBezTo>
                  <a:pt x="108498" y="111367"/>
                  <a:pt x="104261" y="102778"/>
                  <a:pt x="104261" y="91579"/>
                </a:cubicBezTo>
                <a:cubicBezTo>
                  <a:pt x="104261" y="82610"/>
                  <a:pt x="106787" y="75352"/>
                  <a:pt x="111840" y="69807"/>
                </a:cubicBezTo>
                <a:cubicBezTo>
                  <a:pt x="116892" y="64262"/>
                  <a:pt x="124227" y="60701"/>
                  <a:pt x="133843" y="59124"/>
                </a:cubicBezTo>
                <a:cubicBezTo>
                  <a:pt x="125313" y="57166"/>
                  <a:pt x="118930" y="53891"/>
                  <a:pt x="114692" y="49296"/>
                </a:cubicBezTo>
                <a:cubicBezTo>
                  <a:pt x="110454" y="44702"/>
                  <a:pt x="108335" y="38872"/>
                  <a:pt x="108335" y="31806"/>
                </a:cubicBezTo>
                <a:cubicBezTo>
                  <a:pt x="108335" y="21475"/>
                  <a:pt x="112193" y="13591"/>
                  <a:pt x="119908" y="8154"/>
                </a:cubicBezTo>
                <a:cubicBezTo>
                  <a:pt x="127622" y="2718"/>
                  <a:pt x="138841" y="0"/>
                  <a:pt x="153565" y="0"/>
                </a:cubicBezTo>
                <a:cubicBezTo>
                  <a:pt x="168234" y="0"/>
                  <a:pt x="179439" y="2718"/>
                  <a:pt x="187181" y="8154"/>
                </a:cubicBezTo>
                <a:cubicBezTo>
                  <a:pt x="194923" y="13591"/>
                  <a:pt x="198794" y="21475"/>
                  <a:pt x="198794" y="31806"/>
                </a:cubicBezTo>
                <a:cubicBezTo>
                  <a:pt x="198794" y="38872"/>
                  <a:pt x="196661" y="44702"/>
                  <a:pt x="192397" y="49296"/>
                </a:cubicBezTo>
                <a:cubicBezTo>
                  <a:pt x="188132" y="53891"/>
                  <a:pt x="181734" y="57166"/>
                  <a:pt x="173205" y="59124"/>
                </a:cubicBezTo>
                <a:moveTo>
                  <a:pt x="167256" y="32149"/>
                </a:moveTo>
                <a:cubicBezTo>
                  <a:pt x="167256" y="23581"/>
                  <a:pt x="166223" y="17683"/>
                  <a:pt x="164159" y="14458"/>
                </a:cubicBezTo>
                <a:cubicBezTo>
                  <a:pt x="162094" y="11230"/>
                  <a:pt x="158563" y="9616"/>
                  <a:pt x="153565" y="9616"/>
                </a:cubicBezTo>
                <a:cubicBezTo>
                  <a:pt x="148512" y="9616"/>
                  <a:pt x="144967" y="11230"/>
                  <a:pt x="142930" y="14458"/>
                </a:cubicBezTo>
                <a:cubicBezTo>
                  <a:pt x="140892" y="17683"/>
                  <a:pt x="139874" y="23581"/>
                  <a:pt x="139874" y="32149"/>
                </a:cubicBezTo>
                <a:cubicBezTo>
                  <a:pt x="139874" y="40664"/>
                  <a:pt x="140892" y="46508"/>
                  <a:pt x="142930" y="49681"/>
                </a:cubicBezTo>
                <a:cubicBezTo>
                  <a:pt x="144967" y="52852"/>
                  <a:pt x="148512" y="54438"/>
                  <a:pt x="153565" y="54438"/>
                </a:cubicBezTo>
                <a:cubicBezTo>
                  <a:pt x="158617" y="54438"/>
                  <a:pt x="162162" y="52852"/>
                  <a:pt x="164200" y="49681"/>
                </a:cubicBezTo>
                <a:cubicBezTo>
                  <a:pt x="166237" y="46508"/>
                  <a:pt x="167256" y="40664"/>
                  <a:pt x="167256" y="32149"/>
                </a:cubicBezTo>
                <a:moveTo>
                  <a:pt x="170434" y="90173"/>
                </a:moveTo>
                <a:cubicBezTo>
                  <a:pt x="170434" y="80246"/>
                  <a:pt x="169171" y="73412"/>
                  <a:pt x="166644" y="69670"/>
                </a:cubicBezTo>
                <a:cubicBezTo>
                  <a:pt x="164118" y="65926"/>
                  <a:pt x="159758" y="64054"/>
                  <a:pt x="153565" y="64054"/>
                </a:cubicBezTo>
                <a:cubicBezTo>
                  <a:pt x="147317" y="64054"/>
                  <a:pt x="142943" y="65926"/>
                  <a:pt x="140444" y="69670"/>
                </a:cubicBezTo>
                <a:cubicBezTo>
                  <a:pt x="137945" y="73412"/>
                  <a:pt x="136695" y="80246"/>
                  <a:pt x="136695" y="90173"/>
                </a:cubicBezTo>
                <a:cubicBezTo>
                  <a:pt x="136695" y="100209"/>
                  <a:pt x="137959" y="107139"/>
                  <a:pt x="140485" y="110964"/>
                </a:cubicBezTo>
                <a:cubicBezTo>
                  <a:pt x="143011" y="114788"/>
                  <a:pt x="147371" y="116700"/>
                  <a:pt x="153565" y="116700"/>
                </a:cubicBezTo>
                <a:cubicBezTo>
                  <a:pt x="159704" y="116700"/>
                  <a:pt x="164050" y="114788"/>
                  <a:pt x="166604" y="110964"/>
                </a:cubicBezTo>
                <a:cubicBezTo>
                  <a:pt x="169157" y="107139"/>
                  <a:pt x="170434" y="100209"/>
                  <a:pt x="170434" y="901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V">
            <a:extLst xmlns:a="http://schemas.openxmlformats.org/drawingml/2006/main">
              <a:ext uri="{FF2B5EF4-FFF2-40B4-BE49-F238E27FC236}">
                <a16:creationId xmlns:a16="http://schemas.microsoft.com/office/drawing/2014/main" id="{B60C842C-3E73-47CE-919B-77A4E35F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776" y="4421807"/>
            <a:ext cx="101599" cy="99273"/>
          </a:xfrm>
          <a:custGeom xmlns:a="http://schemas.openxmlformats.org/drawingml/2006/main">
            <a:pathLst>
              <a:path w="101599" h="99273">
                <a:moveTo>
                  <a:pt x="25117" y="7176"/>
                </a:moveTo>
                <a:lnTo>
                  <a:pt x="54421" y="83326"/>
                </a:lnTo>
                <a:lnTo>
                  <a:pt x="83658" y="7176"/>
                </a:lnTo>
                <a:lnTo>
                  <a:pt x="72495" y="7176"/>
                </a:lnTo>
                <a:lnTo>
                  <a:pt x="72495" y="0"/>
                </a:lnTo>
                <a:lnTo>
                  <a:pt x="101599" y="0"/>
                </a:lnTo>
                <a:lnTo>
                  <a:pt x="101599" y="7176"/>
                </a:lnTo>
                <a:lnTo>
                  <a:pt x="91964" y="7176"/>
                </a:lnTo>
                <a:lnTo>
                  <a:pt x="56547" y="99273"/>
                </a:lnTo>
                <a:lnTo>
                  <a:pt x="45118" y="99273"/>
                </a:lnTo>
                <a:lnTo>
                  <a:pt x="9901" y="7176"/>
                </a:lnTo>
                <a:lnTo>
                  <a:pt x="0" y="7176"/>
                </a:lnTo>
                <a:lnTo>
                  <a:pt x="0" y="0"/>
                </a:lnTo>
                <a:lnTo>
                  <a:pt x="36148" y="0"/>
                </a:lnTo>
                <a:lnTo>
                  <a:pt x="36148" y="7176"/>
                </a:lnTo>
                <a:lnTo>
                  <a:pt x="25117" y="71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endorSources">
            <a:extLst xmlns:a="http://schemas.openxmlformats.org/drawingml/2006/main">
              <a:ext uri="{FF2B5EF4-FFF2-40B4-BE49-F238E27FC236}">
                <a16:creationId xmlns:a16="http://schemas.microsoft.com/office/drawing/2014/main" id="{807150FF-B992-458F-923B-E3CD1FB0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208" y="4417687"/>
            <a:ext cx="982957" cy="105386"/>
          </a:xfrm>
          <a:custGeom xmlns:a="http://schemas.openxmlformats.org/drawingml/2006/main">
            <a:pathLst>
              <a:path w="982957" h="105386">
                <a:moveTo>
                  <a:pt x="66979" y="69371"/>
                </a:moveTo>
                <a:lnTo>
                  <a:pt x="14286" y="69371"/>
                </a:lnTo>
                <a:lnTo>
                  <a:pt x="14286" y="69903"/>
                </a:lnTo>
                <a:cubicBezTo>
                  <a:pt x="14286" y="79427"/>
                  <a:pt x="16080" y="86615"/>
                  <a:pt x="19669" y="91465"/>
                </a:cubicBezTo>
                <a:cubicBezTo>
                  <a:pt x="23257" y="96316"/>
                  <a:pt x="28550" y="98741"/>
                  <a:pt x="35550" y="98741"/>
                </a:cubicBezTo>
                <a:cubicBezTo>
                  <a:pt x="40910" y="98741"/>
                  <a:pt x="45306" y="97335"/>
                  <a:pt x="48739" y="94522"/>
                </a:cubicBezTo>
                <a:cubicBezTo>
                  <a:pt x="52173" y="91709"/>
                  <a:pt x="54576" y="87534"/>
                  <a:pt x="55949" y="81997"/>
                </a:cubicBezTo>
                <a:lnTo>
                  <a:pt x="65783" y="81997"/>
                </a:lnTo>
                <a:cubicBezTo>
                  <a:pt x="63834" y="89771"/>
                  <a:pt x="60235" y="95613"/>
                  <a:pt x="54986" y="99522"/>
                </a:cubicBezTo>
                <a:cubicBezTo>
                  <a:pt x="49736" y="103432"/>
                  <a:pt x="42837" y="105386"/>
                  <a:pt x="34287" y="105386"/>
                </a:cubicBezTo>
                <a:cubicBezTo>
                  <a:pt x="23966" y="105386"/>
                  <a:pt x="15671" y="101984"/>
                  <a:pt x="9402" y="95178"/>
                </a:cubicBezTo>
                <a:cubicBezTo>
                  <a:pt x="3134" y="88371"/>
                  <a:pt x="0" y="79337"/>
                  <a:pt x="0" y="68076"/>
                </a:cubicBezTo>
                <a:cubicBezTo>
                  <a:pt x="0" y="56903"/>
                  <a:pt x="3079" y="47903"/>
                  <a:pt x="9236" y="41075"/>
                </a:cubicBezTo>
                <a:cubicBezTo>
                  <a:pt x="15394" y="34246"/>
                  <a:pt x="23478" y="30832"/>
                  <a:pt x="33490" y="30832"/>
                </a:cubicBezTo>
                <a:cubicBezTo>
                  <a:pt x="44166" y="30832"/>
                  <a:pt x="52361" y="34121"/>
                  <a:pt x="58075" y="40699"/>
                </a:cubicBezTo>
                <a:cubicBezTo>
                  <a:pt x="63790" y="47278"/>
                  <a:pt x="66758" y="56835"/>
                  <a:pt x="66979" y="69371"/>
                </a:cubicBezTo>
                <a:moveTo>
                  <a:pt x="52560" y="62328"/>
                </a:moveTo>
                <a:cubicBezTo>
                  <a:pt x="52294" y="54111"/>
                  <a:pt x="50556" y="47914"/>
                  <a:pt x="47344" y="43739"/>
                </a:cubicBezTo>
                <a:cubicBezTo>
                  <a:pt x="44132" y="39564"/>
                  <a:pt x="39514" y="37477"/>
                  <a:pt x="33490" y="37477"/>
                </a:cubicBezTo>
                <a:cubicBezTo>
                  <a:pt x="27864" y="37477"/>
                  <a:pt x="23434" y="39575"/>
                  <a:pt x="20200" y="43772"/>
                </a:cubicBezTo>
                <a:cubicBezTo>
                  <a:pt x="16966" y="47970"/>
                  <a:pt x="14995" y="54155"/>
                  <a:pt x="14286" y="62328"/>
                </a:cubicBezTo>
                <a:lnTo>
                  <a:pt x="52560" y="62328"/>
                </a:lnTo>
                <a:close/>
                <a:moveTo>
                  <a:pt x="78686" y="103393"/>
                </a:moveTo>
                <a:lnTo>
                  <a:pt x="78686" y="96349"/>
                </a:lnTo>
                <a:lnTo>
                  <a:pt x="89716" y="96349"/>
                </a:lnTo>
                <a:lnTo>
                  <a:pt x="89716" y="39869"/>
                </a:lnTo>
                <a:lnTo>
                  <a:pt x="78021" y="39869"/>
                </a:lnTo>
                <a:lnTo>
                  <a:pt x="78021" y="32692"/>
                </a:lnTo>
                <a:lnTo>
                  <a:pt x="101943" y="32692"/>
                </a:lnTo>
                <a:lnTo>
                  <a:pt x="101943" y="45317"/>
                </a:lnTo>
                <a:cubicBezTo>
                  <a:pt x="104202" y="40533"/>
                  <a:pt x="107137" y="36923"/>
                  <a:pt x="110747" y="34486"/>
                </a:cubicBezTo>
                <a:cubicBezTo>
                  <a:pt x="114357" y="32050"/>
                  <a:pt x="118555" y="30832"/>
                  <a:pt x="123339" y="30832"/>
                </a:cubicBezTo>
                <a:cubicBezTo>
                  <a:pt x="131135" y="30832"/>
                  <a:pt x="136872" y="33069"/>
                  <a:pt x="140549" y="37543"/>
                </a:cubicBezTo>
                <a:cubicBezTo>
                  <a:pt x="144226" y="42017"/>
                  <a:pt x="146064" y="48994"/>
                  <a:pt x="146064" y="58474"/>
                </a:cubicBezTo>
                <a:lnTo>
                  <a:pt x="146064" y="96349"/>
                </a:lnTo>
                <a:lnTo>
                  <a:pt x="156961" y="96349"/>
                </a:lnTo>
                <a:lnTo>
                  <a:pt x="156961" y="103393"/>
                </a:lnTo>
                <a:lnTo>
                  <a:pt x="123206" y="103393"/>
                </a:lnTo>
                <a:lnTo>
                  <a:pt x="123206" y="96349"/>
                </a:lnTo>
                <a:lnTo>
                  <a:pt x="133771" y="96349"/>
                </a:lnTo>
                <a:lnTo>
                  <a:pt x="133771" y="62328"/>
                </a:lnTo>
                <a:cubicBezTo>
                  <a:pt x="133771" y="53690"/>
                  <a:pt x="132708" y="47765"/>
                  <a:pt x="130582" y="44553"/>
                </a:cubicBezTo>
                <a:cubicBezTo>
                  <a:pt x="128455" y="41342"/>
                  <a:pt x="124712" y="39736"/>
                  <a:pt x="119352" y="39736"/>
                </a:cubicBezTo>
                <a:cubicBezTo>
                  <a:pt x="113682" y="39736"/>
                  <a:pt x="109363" y="41807"/>
                  <a:pt x="106395" y="45949"/>
                </a:cubicBezTo>
                <a:cubicBezTo>
                  <a:pt x="103427" y="50091"/>
                  <a:pt x="101943" y="56126"/>
                  <a:pt x="101943" y="64056"/>
                </a:cubicBezTo>
                <a:lnTo>
                  <a:pt x="101943" y="96349"/>
                </a:lnTo>
                <a:lnTo>
                  <a:pt x="112574" y="96349"/>
                </a:lnTo>
                <a:lnTo>
                  <a:pt x="112574" y="103393"/>
                </a:lnTo>
                <a:lnTo>
                  <a:pt x="78686" y="103393"/>
                </a:lnTo>
                <a:close/>
                <a:moveTo>
                  <a:pt x="231630" y="96349"/>
                </a:moveTo>
                <a:lnTo>
                  <a:pt x="243325" y="96349"/>
                </a:lnTo>
                <a:lnTo>
                  <a:pt x="243325" y="103393"/>
                </a:lnTo>
                <a:lnTo>
                  <a:pt x="219404" y="103393"/>
                </a:lnTo>
                <a:lnTo>
                  <a:pt x="219404" y="92367"/>
                </a:lnTo>
                <a:cubicBezTo>
                  <a:pt x="217011" y="96817"/>
                  <a:pt x="213966" y="100100"/>
                  <a:pt x="210267" y="102215"/>
                </a:cubicBezTo>
                <a:cubicBezTo>
                  <a:pt x="206568" y="104329"/>
                  <a:pt x="201994" y="105386"/>
                  <a:pt x="196546" y="105386"/>
                </a:cubicBezTo>
                <a:cubicBezTo>
                  <a:pt x="187863" y="105386"/>
                  <a:pt x="180764" y="101939"/>
                  <a:pt x="175249" y="95045"/>
                </a:cubicBezTo>
                <a:cubicBezTo>
                  <a:pt x="169734" y="88150"/>
                  <a:pt x="166976" y="79160"/>
                  <a:pt x="166976" y="68076"/>
                </a:cubicBezTo>
                <a:cubicBezTo>
                  <a:pt x="166976" y="56991"/>
                  <a:pt x="169723" y="48013"/>
                  <a:pt x="175216" y="41142"/>
                </a:cubicBezTo>
                <a:cubicBezTo>
                  <a:pt x="180709" y="34268"/>
                  <a:pt x="187819" y="30832"/>
                  <a:pt x="196546" y="30832"/>
                </a:cubicBezTo>
                <a:cubicBezTo>
                  <a:pt x="201994" y="30832"/>
                  <a:pt x="206568" y="31889"/>
                  <a:pt x="210267" y="34003"/>
                </a:cubicBezTo>
                <a:cubicBezTo>
                  <a:pt x="213966" y="36116"/>
                  <a:pt x="217011" y="39399"/>
                  <a:pt x="219404" y="43849"/>
                </a:cubicBezTo>
                <a:lnTo>
                  <a:pt x="219404" y="7043"/>
                </a:lnTo>
                <a:lnTo>
                  <a:pt x="207842" y="7043"/>
                </a:lnTo>
                <a:lnTo>
                  <a:pt x="207842" y="0"/>
                </a:lnTo>
                <a:lnTo>
                  <a:pt x="231630" y="0"/>
                </a:lnTo>
                <a:lnTo>
                  <a:pt x="231630" y="96349"/>
                </a:lnTo>
                <a:moveTo>
                  <a:pt x="219404" y="71593"/>
                </a:moveTo>
                <a:lnTo>
                  <a:pt x="219404" y="64625"/>
                </a:lnTo>
                <a:cubicBezTo>
                  <a:pt x="219404" y="56173"/>
                  <a:pt x="217776" y="49713"/>
                  <a:pt x="214520" y="45245"/>
                </a:cubicBezTo>
                <a:cubicBezTo>
                  <a:pt x="211264" y="40775"/>
                  <a:pt x="206535" y="38540"/>
                  <a:pt x="200333" y="38540"/>
                </a:cubicBezTo>
                <a:cubicBezTo>
                  <a:pt x="194043" y="38540"/>
                  <a:pt x="189292" y="41018"/>
                  <a:pt x="186080" y="45974"/>
                </a:cubicBezTo>
                <a:cubicBezTo>
                  <a:pt x="182868" y="50929"/>
                  <a:pt x="181263" y="58297"/>
                  <a:pt x="181263" y="68076"/>
                </a:cubicBezTo>
                <a:cubicBezTo>
                  <a:pt x="181263" y="77810"/>
                  <a:pt x="182868" y="85178"/>
                  <a:pt x="186080" y="90178"/>
                </a:cubicBezTo>
                <a:cubicBezTo>
                  <a:pt x="189292" y="95178"/>
                  <a:pt x="194043" y="97678"/>
                  <a:pt x="200333" y="97678"/>
                </a:cubicBezTo>
                <a:cubicBezTo>
                  <a:pt x="206535" y="97678"/>
                  <a:pt x="211264" y="95455"/>
                  <a:pt x="214520" y="91009"/>
                </a:cubicBezTo>
                <a:cubicBezTo>
                  <a:pt x="217776" y="86561"/>
                  <a:pt x="219404" y="80089"/>
                  <a:pt x="219404" y="71593"/>
                </a:cubicBezTo>
                <a:close/>
                <a:moveTo>
                  <a:pt x="288225" y="98741"/>
                </a:moveTo>
                <a:cubicBezTo>
                  <a:pt x="294781" y="98741"/>
                  <a:pt x="299731" y="96153"/>
                  <a:pt x="303076" y="90975"/>
                </a:cubicBezTo>
                <a:cubicBezTo>
                  <a:pt x="306420" y="85798"/>
                  <a:pt x="308093" y="78165"/>
                  <a:pt x="308093" y="68076"/>
                </a:cubicBezTo>
                <a:cubicBezTo>
                  <a:pt x="308093" y="57987"/>
                  <a:pt x="306420" y="50365"/>
                  <a:pt x="303076" y="45209"/>
                </a:cubicBezTo>
                <a:cubicBezTo>
                  <a:pt x="299731" y="40054"/>
                  <a:pt x="294781" y="37477"/>
                  <a:pt x="288225" y="37477"/>
                </a:cubicBezTo>
                <a:cubicBezTo>
                  <a:pt x="281669" y="37477"/>
                  <a:pt x="276718" y="40054"/>
                  <a:pt x="273374" y="45209"/>
                </a:cubicBezTo>
                <a:cubicBezTo>
                  <a:pt x="270029" y="50365"/>
                  <a:pt x="268357" y="57987"/>
                  <a:pt x="268357" y="68076"/>
                </a:cubicBezTo>
                <a:cubicBezTo>
                  <a:pt x="268357" y="78165"/>
                  <a:pt x="270040" y="85798"/>
                  <a:pt x="273407" y="90975"/>
                </a:cubicBezTo>
                <a:cubicBezTo>
                  <a:pt x="276774" y="96153"/>
                  <a:pt x="281713" y="98741"/>
                  <a:pt x="288225" y="98741"/>
                </a:cubicBezTo>
                <a:moveTo>
                  <a:pt x="288225" y="105386"/>
                </a:moveTo>
                <a:cubicBezTo>
                  <a:pt x="277948" y="105386"/>
                  <a:pt x="269686" y="101984"/>
                  <a:pt x="263440" y="95178"/>
                </a:cubicBezTo>
                <a:cubicBezTo>
                  <a:pt x="257194" y="88371"/>
                  <a:pt x="254071" y="79337"/>
                  <a:pt x="254071" y="68076"/>
                </a:cubicBezTo>
                <a:cubicBezTo>
                  <a:pt x="254071" y="56814"/>
                  <a:pt x="257183" y="47792"/>
                  <a:pt x="263407" y="41009"/>
                </a:cubicBezTo>
                <a:cubicBezTo>
                  <a:pt x="269630" y="34224"/>
                  <a:pt x="277903" y="30832"/>
                  <a:pt x="288225" y="30832"/>
                </a:cubicBezTo>
                <a:cubicBezTo>
                  <a:pt x="298546" y="30832"/>
                  <a:pt x="306819" y="34224"/>
                  <a:pt x="313043" y="41009"/>
                </a:cubicBezTo>
                <a:cubicBezTo>
                  <a:pt x="319267" y="47792"/>
                  <a:pt x="322379" y="56814"/>
                  <a:pt x="322379" y="68076"/>
                </a:cubicBezTo>
                <a:cubicBezTo>
                  <a:pt x="322379" y="79337"/>
                  <a:pt x="319267" y="88371"/>
                  <a:pt x="313043" y="95178"/>
                </a:cubicBezTo>
                <a:cubicBezTo>
                  <a:pt x="306819" y="101984"/>
                  <a:pt x="298546" y="105386"/>
                  <a:pt x="288225" y="105386"/>
                </a:cubicBezTo>
                <a:close/>
                <a:moveTo>
                  <a:pt x="393997" y="32692"/>
                </a:moveTo>
                <a:lnTo>
                  <a:pt x="393997" y="50367"/>
                </a:lnTo>
                <a:lnTo>
                  <a:pt x="386953" y="50367"/>
                </a:lnTo>
                <a:cubicBezTo>
                  <a:pt x="386732" y="46846"/>
                  <a:pt x="385757" y="44215"/>
                  <a:pt x="384030" y="42477"/>
                </a:cubicBezTo>
                <a:cubicBezTo>
                  <a:pt x="382302" y="40738"/>
                  <a:pt x="379777" y="39869"/>
                  <a:pt x="376454" y="39869"/>
                </a:cubicBezTo>
                <a:cubicBezTo>
                  <a:pt x="370430" y="39869"/>
                  <a:pt x="365812" y="41955"/>
                  <a:pt x="362600" y="46127"/>
                </a:cubicBezTo>
                <a:cubicBezTo>
                  <a:pt x="359388" y="50298"/>
                  <a:pt x="357783" y="56290"/>
                  <a:pt x="357783" y="64101"/>
                </a:cubicBezTo>
                <a:lnTo>
                  <a:pt x="357783" y="96349"/>
                </a:lnTo>
                <a:lnTo>
                  <a:pt x="371936" y="96349"/>
                </a:lnTo>
                <a:lnTo>
                  <a:pt x="371936" y="103393"/>
                </a:lnTo>
                <a:lnTo>
                  <a:pt x="334526" y="103393"/>
                </a:lnTo>
                <a:lnTo>
                  <a:pt x="334526" y="96349"/>
                </a:lnTo>
                <a:lnTo>
                  <a:pt x="345556" y="96349"/>
                </a:lnTo>
                <a:lnTo>
                  <a:pt x="345556" y="39736"/>
                </a:lnTo>
                <a:lnTo>
                  <a:pt x="333861" y="39736"/>
                </a:lnTo>
                <a:lnTo>
                  <a:pt x="333861" y="32692"/>
                </a:lnTo>
                <a:lnTo>
                  <a:pt x="357783" y="32692"/>
                </a:lnTo>
                <a:lnTo>
                  <a:pt x="357783" y="45353"/>
                </a:lnTo>
                <a:cubicBezTo>
                  <a:pt x="360175" y="40423"/>
                  <a:pt x="363253" y="36771"/>
                  <a:pt x="367019" y="34395"/>
                </a:cubicBezTo>
                <a:cubicBezTo>
                  <a:pt x="370784" y="32020"/>
                  <a:pt x="375369" y="30832"/>
                  <a:pt x="380774" y="30832"/>
                </a:cubicBezTo>
                <a:cubicBezTo>
                  <a:pt x="382767" y="30832"/>
                  <a:pt x="384860" y="30993"/>
                  <a:pt x="387053" y="31316"/>
                </a:cubicBezTo>
                <a:cubicBezTo>
                  <a:pt x="389246" y="31637"/>
                  <a:pt x="391560" y="32096"/>
                  <a:pt x="393997" y="32692"/>
                </a:cubicBezTo>
                <a:close/>
                <a:moveTo>
                  <a:pt x="450165" y="98609"/>
                </a:moveTo>
                <a:lnTo>
                  <a:pt x="450165" y="76016"/>
                </a:lnTo>
                <a:lnTo>
                  <a:pt x="457806" y="76083"/>
                </a:lnTo>
                <a:cubicBezTo>
                  <a:pt x="458028" y="83613"/>
                  <a:pt x="460210" y="89184"/>
                  <a:pt x="464352" y="92794"/>
                </a:cubicBezTo>
                <a:cubicBezTo>
                  <a:pt x="468493" y="96405"/>
                  <a:pt x="474795" y="98210"/>
                  <a:pt x="483256" y="98210"/>
                </a:cubicBezTo>
                <a:cubicBezTo>
                  <a:pt x="491141" y="98210"/>
                  <a:pt x="497155" y="96648"/>
                  <a:pt x="501297" y="93525"/>
                </a:cubicBezTo>
                <a:cubicBezTo>
                  <a:pt x="505438" y="90402"/>
                  <a:pt x="507509" y="85851"/>
                  <a:pt x="507509" y="79870"/>
                </a:cubicBezTo>
                <a:cubicBezTo>
                  <a:pt x="507509" y="75086"/>
                  <a:pt x="506258" y="71409"/>
                  <a:pt x="503755" y="68840"/>
                </a:cubicBezTo>
                <a:cubicBezTo>
                  <a:pt x="501252" y="66271"/>
                  <a:pt x="495970" y="63768"/>
                  <a:pt x="487907" y="61331"/>
                </a:cubicBezTo>
                <a:lnTo>
                  <a:pt x="474817" y="57411"/>
                </a:lnTo>
                <a:cubicBezTo>
                  <a:pt x="465337" y="54531"/>
                  <a:pt x="458659" y="50943"/>
                  <a:pt x="454783" y="46646"/>
                </a:cubicBezTo>
                <a:cubicBezTo>
                  <a:pt x="450907" y="42349"/>
                  <a:pt x="448969" y="36458"/>
                  <a:pt x="448969" y="28971"/>
                </a:cubicBezTo>
                <a:cubicBezTo>
                  <a:pt x="448969" y="20555"/>
                  <a:pt x="451959" y="14020"/>
                  <a:pt x="457939" y="9369"/>
                </a:cubicBezTo>
                <a:cubicBezTo>
                  <a:pt x="463920" y="4718"/>
                  <a:pt x="472314" y="2392"/>
                  <a:pt x="483123" y="2392"/>
                </a:cubicBezTo>
                <a:cubicBezTo>
                  <a:pt x="487730" y="2392"/>
                  <a:pt x="492780" y="2890"/>
                  <a:pt x="498273" y="3887"/>
                </a:cubicBezTo>
                <a:cubicBezTo>
                  <a:pt x="503766" y="4884"/>
                  <a:pt x="509614" y="6335"/>
                  <a:pt x="515815" y="8240"/>
                </a:cubicBezTo>
                <a:lnTo>
                  <a:pt x="515815" y="29370"/>
                </a:lnTo>
                <a:lnTo>
                  <a:pt x="508307" y="29370"/>
                </a:lnTo>
                <a:cubicBezTo>
                  <a:pt x="507554" y="22394"/>
                  <a:pt x="505217" y="17350"/>
                  <a:pt x="501297" y="14239"/>
                </a:cubicBezTo>
                <a:cubicBezTo>
                  <a:pt x="497376" y="11125"/>
                  <a:pt x="491407" y="9568"/>
                  <a:pt x="483389" y="9568"/>
                </a:cubicBezTo>
                <a:cubicBezTo>
                  <a:pt x="476390" y="9568"/>
                  <a:pt x="471063" y="10994"/>
                  <a:pt x="467408" y="13846"/>
                </a:cubicBezTo>
                <a:cubicBezTo>
                  <a:pt x="463754" y="16698"/>
                  <a:pt x="461926" y="20843"/>
                  <a:pt x="461926" y="26282"/>
                </a:cubicBezTo>
                <a:cubicBezTo>
                  <a:pt x="461926" y="31014"/>
                  <a:pt x="463299" y="34729"/>
                  <a:pt x="466046" y="37427"/>
                </a:cubicBezTo>
                <a:cubicBezTo>
                  <a:pt x="468792" y="40123"/>
                  <a:pt x="474618" y="42798"/>
                  <a:pt x="483522" y="45450"/>
                </a:cubicBezTo>
                <a:lnTo>
                  <a:pt x="495815" y="49105"/>
                </a:lnTo>
                <a:cubicBezTo>
                  <a:pt x="504807" y="51810"/>
                  <a:pt x="511219" y="55258"/>
                  <a:pt x="515051" y="59450"/>
                </a:cubicBezTo>
                <a:cubicBezTo>
                  <a:pt x="518883" y="63640"/>
                  <a:pt x="520799" y="69261"/>
                  <a:pt x="520799" y="76313"/>
                </a:cubicBezTo>
                <a:cubicBezTo>
                  <a:pt x="520799" y="85938"/>
                  <a:pt x="517720" y="93190"/>
                  <a:pt x="511563" y="98069"/>
                </a:cubicBezTo>
                <a:cubicBezTo>
                  <a:pt x="505405" y="102947"/>
                  <a:pt x="496235" y="105386"/>
                  <a:pt x="484053" y="105386"/>
                </a:cubicBezTo>
                <a:cubicBezTo>
                  <a:pt x="478605" y="105386"/>
                  <a:pt x="473056" y="104827"/>
                  <a:pt x="467408" y="103708"/>
                </a:cubicBezTo>
                <a:cubicBezTo>
                  <a:pt x="461760" y="102590"/>
                  <a:pt x="456012" y="100890"/>
                  <a:pt x="450165" y="98609"/>
                </a:cubicBezTo>
                <a:close/>
                <a:moveTo>
                  <a:pt x="571009" y="98741"/>
                </a:moveTo>
                <a:cubicBezTo>
                  <a:pt x="577565" y="98741"/>
                  <a:pt x="582516" y="96153"/>
                  <a:pt x="585860" y="90975"/>
                </a:cubicBezTo>
                <a:cubicBezTo>
                  <a:pt x="589205" y="85798"/>
                  <a:pt x="590877" y="78165"/>
                  <a:pt x="590877" y="68076"/>
                </a:cubicBezTo>
                <a:cubicBezTo>
                  <a:pt x="590877" y="57987"/>
                  <a:pt x="589205" y="50365"/>
                  <a:pt x="585860" y="45209"/>
                </a:cubicBezTo>
                <a:cubicBezTo>
                  <a:pt x="582516" y="40054"/>
                  <a:pt x="577565" y="37477"/>
                  <a:pt x="571009" y="37477"/>
                </a:cubicBezTo>
                <a:cubicBezTo>
                  <a:pt x="564453" y="37477"/>
                  <a:pt x="559503" y="40054"/>
                  <a:pt x="556158" y="45209"/>
                </a:cubicBezTo>
                <a:cubicBezTo>
                  <a:pt x="552814" y="50365"/>
                  <a:pt x="551141" y="57987"/>
                  <a:pt x="551141" y="68076"/>
                </a:cubicBezTo>
                <a:cubicBezTo>
                  <a:pt x="551141" y="78165"/>
                  <a:pt x="552825" y="85798"/>
                  <a:pt x="556191" y="90975"/>
                </a:cubicBezTo>
                <a:cubicBezTo>
                  <a:pt x="559558" y="96153"/>
                  <a:pt x="564497" y="98741"/>
                  <a:pt x="571009" y="98741"/>
                </a:cubicBezTo>
                <a:moveTo>
                  <a:pt x="571009" y="105386"/>
                </a:moveTo>
                <a:cubicBezTo>
                  <a:pt x="560732" y="105386"/>
                  <a:pt x="552470" y="101984"/>
                  <a:pt x="546224" y="95178"/>
                </a:cubicBezTo>
                <a:cubicBezTo>
                  <a:pt x="539978" y="88371"/>
                  <a:pt x="536855" y="79337"/>
                  <a:pt x="536855" y="68076"/>
                </a:cubicBezTo>
                <a:cubicBezTo>
                  <a:pt x="536855" y="56814"/>
                  <a:pt x="539967" y="47792"/>
                  <a:pt x="546191" y="41009"/>
                </a:cubicBezTo>
                <a:cubicBezTo>
                  <a:pt x="552415" y="34224"/>
                  <a:pt x="560688" y="30832"/>
                  <a:pt x="571009" y="30832"/>
                </a:cubicBezTo>
                <a:cubicBezTo>
                  <a:pt x="581331" y="30832"/>
                  <a:pt x="589604" y="34224"/>
                  <a:pt x="595828" y="41009"/>
                </a:cubicBezTo>
                <a:cubicBezTo>
                  <a:pt x="602051" y="47792"/>
                  <a:pt x="605163" y="56814"/>
                  <a:pt x="605163" y="68076"/>
                </a:cubicBezTo>
                <a:cubicBezTo>
                  <a:pt x="605163" y="79337"/>
                  <a:pt x="602051" y="88371"/>
                  <a:pt x="595828" y="95178"/>
                </a:cubicBezTo>
                <a:cubicBezTo>
                  <a:pt x="589604" y="101984"/>
                  <a:pt x="581331" y="105386"/>
                  <a:pt x="571009" y="105386"/>
                </a:cubicBezTo>
                <a:close/>
                <a:moveTo>
                  <a:pt x="659903" y="32692"/>
                </a:moveTo>
                <a:lnTo>
                  <a:pt x="682761" y="32692"/>
                </a:lnTo>
                <a:lnTo>
                  <a:pt x="682761" y="96349"/>
                </a:lnTo>
                <a:lnTo>
                  <a:pt x="694323" y="96349"/>
                </a:lnTo>
                <a:lnTo>
                  <a:pt x="694323" y="103393"/>
                </a:lnTo>
                <a:lnTo>
                  <a:pt x="670535" y="103393"/>
                </a:lnTo>
                <a:lnTo>
                  <a:pt x="670535" y="90901"/>
                </a:lnTo>
                <a:cubicBezTo>
                  <a:pt x="668276" y="95618"/>
                  <a:pt x="665352" y="99212"/>
                  <a:pt x="661764" y="101682"/>
                </a:cubicBezTo>
                <a:cubicBezTo>
                  <a:pt x="658176" y="104151"/>
                  <a:pt x="654012" y="105386"/>
                  <a:pt x="649272" y="105386"/>
                </a:cubicBezTo>
                <a:cubicBezTo>
                  <a:pt x="641431" y="105386"/>
                  <a:pt x="635661" y="103155"/>
                  <a:pt x="631962" y="98694"/>
                </a:cubicBezTo>
                <a:cubicBezTo>
                  <a:pt x="628263" y="94231"/>
                  <a:pt x="626414" y="87225"/>
                  <a:pt x="626414" y="77677"/>
                </a:cubicBezTo>
                <a:lnTo>
                  <a:pt x="626414" y="39869"/>
                </a:lnTo>
                <a:lnTo>
                  <a:pt x="615383" y="39869"/>
                </a:lnTo>
                <a:lnTo>
                  <a:pt x="615383" y="32692"/>
                </a:lnTo>
                <a:lnTo>
                  <a:pt x="638707" y="32692"/>
                </a:lnTo>
                <a:lnTo>
                  <a:pt x="638707" y="73890"/>
                </a:lnTo>
                <a:cubicBezTo>
                  <a:pt x="638707" y="82484"/>
                  <a:pt x="639759" y="88376"/>
                  <a:pt x="641863" y="91565"/>
                </a:cubicBezTo>
                <a:cubicBezTo>
                  <a:pt x="643967" y="94755"/>
                  <a:pt x="647721" y="96349"/>
                  <a:pt x="653126" y="96349"/>
                </a:cubicBezTo>
                <a:cubicBezTo>
                  <a:pt x="658796" y="96349"/>
                  <a:pt x="663115" y="94267"/>
                  <a:pt x="666083" y="90103"/>
                </a:cubicBezTo>
                <a:cubicBezTo>
                  <a:pt x="669051" y="85939"/>
                  <a:pt x="670535" y="79892"/>
                  <a:pt x="670535" y="71963"/>
                </a:cubicBezTo>
                <a:lnTo>
                  <a:pt x="670535" y="39869"/>
                </a:lnTo>
                <a:lnTo>
                  <a:pt x="659903" y="39869"/>
                </a:lnTo>
                <a:lnTo>
                  <a:pt x="659903" y="32692"/>
                </a:lnTo>
                <a:close/>
                <a:moveTo>
                  <a:pt x="763875" y="32692"/>
                </a:moveTo>
                <a:lnTo>
                  <a:pt x="763875" y="50367"/>
                </a:lnTo>
                <a:lnTo>
                  <a:pt x="756832" y="50367"/>
                </a:lnTo>
                <a:cubicBezTo>
                  <a:pt x="756610" y="46846"/>
                  <a:pt x="755636" y="44215"/>
                  <a:pt x="753908" y="42477"/>
                </a:cubicBezTo>
                <a:cubicBezTo>
                  <a:pt x="752180" y="40738"/>
                  <a:pt x="749655" y="39869"/>
                  <a:pt x="746333" y="39869"/>
                </a:cubicBezTo>
                <a:cubicBezTo>
                  <a:pt x="740308" y="39869"/>
                  <a:pt x="735690" y="41955"/>
                  <a:pt x="732479" y="46127"/>
                </a:cubicBezTo>
                <a:cubicBezTo>
                  <a:pt x="729267" y="50298"/>
                  <a:pt x="727661" y="56290"/>
                  <a:pt x="727661" y="64101"/>
                </a:cubicBezTo>
                <a:lnTo>
                  <a:pt x="727661" y="96349"/>
                </a:lnTo>
                <a:lnTo>
                  <a:pt x="741815" y="96349"/>
                </a:lnTo>
                <a:lnTo>
                  <a:pt x="741815" y="103393"/>
                </a:lnTo>
                <a:lnTo>
                  <a:pt x="704404" y="103393"/>
                </a:lnTo>
                <a:lnTo>
                  <a:pt x="704404" y="96349"/>
                </a:lnTo>
                <a:lnTo>
                  <a:pt x="715435" y="96349"/>
                </a:lnTo>
                <a:lnTo>
                  <a:pt x="715435" y="39736"/>
                </a:lnTo>
                <a:lnTo>
                  <a:pt x="703740" y="39736"/>
                </a:lnTo>
                <a:lnTo>
                  <a:pt x="703740" y="32692"/>
                </a:lnTo>
                <a:lnTo>
                  <a:pt x="727661" y="32692"/>
                </a:lnTo>
                <a:lnTo>
                  <a:pt x="727661" y="45353"/>
                </a:lnTo>
                <a:cubicBezTo>
                  <a:pt x="730053" y="40423"/>
                  <a:pt x="733132" y="36771"/>
                  <a:pt x="736897" y="34395"/>
                </a:cubicBezTo>
                <a:cubicBezTo>
                  <a:pt x="740663" y="32020"/>
                  <a:pt x="745248" y="30832"/>
                  <a:pt x="750652" y="30832"/>
                </a:cubicBezTo>
                <a:cubicBezTo>
                  <a:pt x="752646" y="30832"/>
                  <a:pt x="754739" y="30993"/>
                  <a:pt x="756931" y="31316"/>
                </a:cubicBezTo>
                <a:cubicBezTo>
                  <a:pt x="759124" y="31637"/>
                  <a:pt x="761439" y="32096"/>
                  <a:pt x="763875" y="32692"/>
                </a:cubicBezTo>
                <a:close/>
                <a:moveTo>
                  <a:pt x="833977" y="82129"/>
                </a:moveTo>
                <a:cubicBezTo>
                  <a:pt x="832249" y="89703"/>
                  <a:pt x="828927" y="95473"/>
                  <a:pt x="824010" y="99439"/>
                </a:cubicBezTo>
                <a:cubicBezTo>
                  <a:pt x="819093" y="103404"/>
                  <a:pt x="812736" y="105386"/>
                  <a:pt x="804939" y="105386"/>
                </a:cubicBezTo>
                <a:cubicBezTo>
                  <a:pt x="794662" y="105386"/>
                  <a:pt x="786400" y="101984"/>
                  <a:pt x="780154" y="95178"/>
                </a:cubicBezTo>
                <a:cubicBezTo>
                  <a:pt x="773908" y="88371"/>
                  <a:pt x="770785" y="79337"/>
                  <a:pt x="770785" y="68076"/>
                </a:cubicBezTo>
                <a:cubicBezTo>
                  <a:pt x="770785" y="56770"/>
                  <a:pt x="773908" y="47737"/>
                  <a:pt x="780154" y="40975"/>
                </a:cubicBezTo>
                <a:cubicBezTo>
                  <a:pt x="786400" y="34213"/>
                  <a:pt x="794662" y="30832"/>
                  <a:pt x="804939" y="30832"/>
                </a:cubicBezTo>
                <a:cubicBezTo>
                  <a:pt x="809414" y="30832"/>
                  <a:pt x="813866" y="31358"/>
                  <a:pt x="818295" y="32410"/>
                </a:cubicBezTo>
                <a:cubicBezTo>
                  <a:pt x="822725" y="33462"/>
                  <a:pt x="827177" y="35062"/>
                  <a:pt x="831651" y="37211"/>
                </a:cubicBezTo>
                <a:lnTo>
                  <a:pt x="831651" y="55285"/>
                </a:lnTo>
                <a:lnTo>
                  <a:pt x="824541" y="55285"/>
                </a:lnTo>
                <a:cubicBezTo>
                  <a:pt x="823611" y="49083"/>
                  <a:pt x="821585" y="44564"/>
                  <a:pt x="818461" y="41729"/>
                </a:cubicBezTo>
                <a:cubicBezTo>
                  <a:pt x="815338" y="38894"/>
                  <a:pt x="810875" y="37477"/>
                  <a:pt x="805072" y="37477"/>
                </a:cubicBezTo>
                <a:cubicBezTo>
                  <a:pt x="798472" y="37477"/>
                  <a:pt x="793488" y="40032"/>
                  <a:pt x="790122" y="45143"/>
                </a:cubicBezTo>
                <a:cubicBezTo>
                  <a:pt x="786755" y="50254"/>
                  <a:pt x="785071" y="57898"/>
                  <a:pt x="785071" y="68076"/>
                </a:cubicBezTo>
                <a:cubicBezTo>
                  <a:pt x="785071" y="78253"/>
                  <a:pt x="786744" y="85909"/>
                  <a:pt x="790088" y="91042"/>
                </a:cubicBezTo>
                <a:cubicBezTo>
                  <a:pt x="793433" y="96175"/>
                  <a:pt x="798427" y="98741"/>
                  <a:pt x="805072" y="98741"/>
                </a:cubicBezTo>
                <a:cubicBezTo>
                  <a:pt x="810344" y="98741"/>
                  <a:pt x="814552" y="97363"/>
                  <a:pt x="817697" y="94605"/>
                </a:cubicBezTo>
                <a:cubicBezTo>
                  <a:pt x="820843" y="91847"/>
                  <a:pt x="822991" y="87689"/>
                  <a:pt x="824143" y="82129"/>
                </a:cubicBezTo>
                <a:lnTo>
                  <a:pt x="833977" y="82129"/>
                </a:lnTo>
                <a:close/>
                <a:moveTo>
                  <a:pt x="913972" y="69371"/>
                </a:moveTo>
                <a:lnTo>
                  <a:pt x="861279" y="69371"/>
                </a:lnTo>
                <a:lnTo>
                  <a:pt x="861279" y="69903"/>
                </a:lnTo>
                <a:cubicBezTo>
                  <a:pt x="861279" y="79427"/>
                  <a:pt x="863073" y="86615"/>
                  <a:pt x="866661" y="91465"/>
                </a:cubicBezTo>
                <a:cubicBezTo>
                  <a:pt x="870249" y="96316"/>
                  <a:pt x="875543" y="98741"/>
                  <a:pt x="882542" y="98741"/>
                </a:cubicBezTo>
                <a:cubicBezTo>
                  <a:pt x="887902" y="98741"/>
                  <a:pt x="892299" y="97335"/>
                  <a:pt x="895732" y="94522"/>
                </a:cubicBezTo>
                <a:cubicBezTo>
                  <a:pt x="899165" y="91709"/>
                  <a:pt x="901569" y="87534"/>
                  <a:pt x="902942" y="81997"/>
                </a:cubicBezTo>
                <a:lnTo>
                  <a:pt x="912776" y="81997"/>
                </a:lnTo>
                <a:cubicBezTo>
                  <a:pt x="910827" y="89771"/>
                  <a:pt x="907228" y="95613"/>
                  <a:pt x="901978" y="99522"/>
                </a:cubicBezTo>
                <a:cubicBezTo>
                  <a:pt x="896729" y="103432"/>
                  <a:pt x="889829" y="105386"/>
                  <a:pt x="881280" y="105386"/>
                </a:cubicBezTo>
                <a:cubicBezTo>
                  <a:pt x="870958" y="105386"/>
                  <a:pt x="862663" y="101984"/>
                  <a:pt x="856395" y="95178"/>
                </a:cubicBezTo>
                <a:cubicBezTo>
                  <a:pt x="850127" y="88371"/>
                  <a:pt x="846993" y="79337"/>
                  <a:pt x="846993" y="68076"/>
                </a:cubicBezTo>
                <a:cubicBezTo>
                  <a:pt x="846993" y="56903"/>
                  <a:pt x="850071" y="47903"/>
                  <a:pt x="856229" y="41075"/>
                </a:cubicBezTo>
                <a:cubicBezTo>
                  <a:pt x="862386" y="34246"/>
                  <a:pt x="870471" y="30832"/>
                  <a:pt x="880482" y="30832"/>
                </a:cubicBezTo>
                <a:cubicBezTo>
                  <a:pt x="891158" y="30832"/>
                  <a:pt x="899354" y="34121"/>
                  <a:pt x="905068" y="40699"/>
                </a:cubicBezTo>
                <a:cubicBezTo>
                  <a:pt x="910783" y="47278"/>
                  <a:pt x="913751" y="56835"/>
                  <a:pt x="913972" y="69371"/>
                </a:cubicBezTo>
                <a:moveTo>
                  <a:pt x="899553" y="62328"/>
                </a:moveTo>
                <a:cubicBezTo>
                  <a:pt x="899287" y="54111"/>
                  <a:pt x="897548" y="47914"/>
                  <a:pt x="894337" y="43739"/>
                </a:cubicBezTo>
                <a:cubicBezTo>
                  <a:pt x="891125" y="39564"/>
                  <a:pt x="886507" y="37477"/>
                  <a:pt x="880482" y="37477"/>
                </a:cubicBezTo>
                <a:cubicBezTo>
                  <a:pt x="874856" y="37477"/>
                  <a:pt x="870427" y="39575"/>
                  <a:pt x="867193" y="43772"/>
                </a:cubicBezTo>
                <a:cubicBezTo>
                  <a:pt x="863959" y="47970"/>
                  <a:pt x="861988" y="54155"/>
                  <a:pt x="861279" y="62328"/>
                </a:cubicBezTo>
                <a:lnTo>
                  <a:pt x="899553" y="62328"/>
                </a:lnTo>
                <a:close/>
                <a:moveTo>
                  <a:pt x="927739" y="99539"/>
                </a:moveTo>
                <a:lnTo>
                  <a:pt x="927739" y="83060"/>
                </a:lnTo>
                <a:lnTo>
                  <a:pt x="934782" y="83060"/>
                </a:lnTo>
                <a:cubicBezTo>
                  <a:pt x="934959" y="88309"/>
                  <a:pt x="936610" y="92235"/>
                  <a:pt x="939733" y="94838"/>
                </a:cubicBezTo>
                <a:cubicBezTo>
                  <a:pt x="942856" y="97440"/>
                  <a:pt x="947474" y="98741"/>
                  <a:pt x="953587" y="98741"/>
                </a:cubicBezTo>
                <a:cubicBezTo>
                  <a:pt x="959080" y="98741"/>
                  <a:pt x="963266" y="97714"/>
                  <a:pt x="966146" y="95658"/>
                </a:cubicBezTo>
                <a:cubicBezTo>
                  <a:pt x="969025" y="93601"/>
                  <a:pt x="970465" y="90604"/>
                  <a:pt x="970465" y="86669"/>
                </a:cubicBezTo>
                <a:cubicBezTo>
                  <a:pt x="970465" y="83573"/>
                  <a:pt x="969413" y="81075"/>
                  <a:pt x="967308" y="79175"/>
                </a:cubicBezTo>
                <a:cubicBezTo>
                  <a:pt x="965204" y="77273"/>
                  <a:pt x="960763" y="75238"/>
                  <a:pt x="953986" y="73072"/>
                </a:cubicBezTo>
                <a:lnTo>
                  <a:pt x="945148" y="70075"/>
                </a:lnTo>
                <a:cubicBezTo>
                  <a:pt x="939079" y="68125"/>
                  <a:pt x="934683" y="65686"/>
                  <a:pt x="931958" y="62760"/>
                </a:cubicBezTo>
                <a:cubicBezTo>
                  <a:pt x="929234" y="59832"/>
                  <a:pt x="927872" y="56107"/>
                  <a:pt x="927872" y="51584"/>
                </a:cubicBezTo>
                <a:cubicBezTo>
                  <a:pt x="927872" y="45110"/>
                  <a:pt x="930242" y="40033"/>
                  <a:pt x="934982" y="36353"/>
                </a:cubicBezTo>
                <a:cubicBezTo>
                  <a:pt x="939722" y="32672"/>
                  <a:pt x="946278" y="30832"/>
                  <a:pt x="954650" y="30832"/>
                </a:cubicBezTo>
                <a:cubicBezTo>
                  <a:pt x="958371" y="30832"/>
                  <a:pt x="962292" y="31319"/>
                  <a:pt x="966411" y="32294"/>
                </a:cubicBezTo>
                <a:cubicBezTo>
                  <a:pt x="970531" y="33268"/>
                  <a:pt x="974784" y="34686"/>
                  <a:pt x="979169" y="36546"/>
                </a:cubicBezTo>
                <a:lnTo>
                  <a:pt x="979169" y="51962"/>
                </a:lnTo>
                <a:lnTo>
                  <a:pt x="972126" y="51962"/>
                </a:lnTo>
                <a:cubicBezTo>
                  <a:pt x="971949" y="47420"/>
                  <a:pt x="970354" y="43871"/>
                  <a:pt x="967342" y="41314"/>
                </a:cubicBezTo>
                <a:cubicBezTo>
                  <a:pt x="964329" y="38756"/>
                  <a:pt x="960232" y="37477"/>
                  <a:pt x="955049" y="37477"/>
                </a:cubicBezTo>
                <a:cubicBezTo>
                  <a:pt x="949910" y="37477"/>
                  <a:pt x="946023" y="38383"/>
                  <a:pt x="943387" y="40197"/>
                </a:cubicBezTo>
                <a:cubicBezTo>
                  <a:pt x="940752" y="42009"/>
                  <a:pt x="939434" y="44727"/>
                  <a:pt x="939434" y="48351"/>
                </a:cubicBezTo>
                <a:cubicBezTo>
                  <a:pt x="939434" y="51314"/>
                  <a:pt x="940430" y="53691"/>
                  <a:pt x="942424" y="55482"/>
                </a:cubicBezTo>
                <a:cubicBezTo>
                  <a:pt x="944417" y="57272"/>
                  <a:pt x="948404" y="59095"/>
                  <a:pt x="954384" y="60951"/>
                </a:cubicBezTo>
                <a:lnTo>
                  <a:pt x="964086" y="63948"/>
                </a:lnTo>
                <a:cubicBezTo>
                  <a:pt x="970775" y="66032"/>
                  <a:pt x="975592" y="68638"/>
                  <a:pt x="978538" y="71764"/>
                </a:cubicBezTo>
                <a:cubicBezTo>
                  <a:pt x="981484" y="74889"/>
                  <a:pt x="982957" y="78914"/>
                  <a:pt x="982957" y="83836"/>
                </a:cubicBezTo>
                <a:cubicBezTo>
                  <a:pt x="982957" y="90531"/>
                  <a:pt x="980399" y="95796"/>
                  <a:pt x="975282" y="99632"/>
                </a:cubicBezTo>
                <a:cubicBezTo>
                  <a:pt x="970166" y="103468"/>
                  <a:pt x="963111" y="105386"/>
                  <a:pt x="954119" y="105386"/>
                </a:cubicBezTo>
                <a:cubicBezTo>
                  <a:pt x="949556" y="105386"/>
                  <a:pt x="945104" y="104899"/>
                  <a:pt x="940763" y="103924"/>
                </a:cubicBezTo>
                <a:cubicBezTo>
                  <a:pt x="936421" y="102950"/>
                  <a:pt x="932080" y="101488"/>
                  <a:pt x="927739" y="995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Only">
            <a:extLst xmlns:a="http://schemas.openxmlformats.org/drawingml/2006/main">
              <a:ext uri="{FF2B5EF4-FFF2-40B4-BE49-F238E27FC236}">
                <a16:creationId xmlns:a16="http://schemas.microsoft.com/office/drawing/2014/main" id="{F13FDF1E-F2A8-4D7D-9B41-BC7526BC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268" y="4580475"/>
            <a:ext cx="309983" cy="133693"/>
          </a:xfrm>
          <a:custGeom xmlns:a="http://schemas.openxmlformats.org/drawingml/2006/main">
            <a:pathLst>
              <a:path w="309983" h="133693">
                <a:moveTo>
                  <a:pt x="48175" y="98210"/>
                </a:moveTo>
                <a:cubicBezTo>
                  <a:pt x="59028" y="98210"/>
                  <a:pt x="67223" y="94480"/>
                  <a:pt x="72760" y="87022"/>
                </a:cubicBezTo>
                <a:cubicBezTo>
                  <a:pt x="78298" y="79563"/>
                  <a:pt x="81066" y="68530"/>
                  <a:pt x="81066" y="53922"/>
                </a:cubicBezTo>
                <a:cubicBezTo>
                  <a:pt x="81066" y="39271"/>
                  <a:pt x="78298" y="28215"/>
                  <a:pt x="72760" y="20757"/>
                </a:cubicBezTo>
                <a:cubicBezTo>
                  <a:pt x="67223" y="13298"/>
                  <a:pt x="59028" y="9568"/>
                  <a:pt x="48175" y="9568"/>
                </a:cubicBezTo>
                <a:cubicBezTo>
                  <a:pt x="37277" y="9568"/>
                  <a:pt x="29060" y="13298"/>
                  <a:pt x="23523" y="20757"/>
                </a:cubicBezTo>
                <a:cubicBezTo>
                  <a:pt x="17985" y="28215"/>
                  <a:pt x="15217" y="39271"/>
                  <a:pt x="15217" y="53922"/>
                </a:cubicBezTo>
                <a:cubicBezTo>
                  <a:pt x="15217" y="68530"/>
                  <a:pt x="17985" y="79563"/>
                  <a:pt x="23523" y="87022"/>
                </a:cubicBezTo>
                <a:cubicBezTo>
                  <a:pt x="29060" y="94480"/>
                  <a:pt x="37277" y="98210"/>
                  <a:pt x="48175" y="98210"/>
                </a:cubicBezTo>
                <a:moveTo>
                  <a:pt x="48175" y="105386"/>
                </a:moveTo>
                <a:cubicBezTo>
                  <a:pt x="41441" y="105386"/>
                  <a:pt x="35251" y="104278"/>
                  <a:pt x="29602" y="102062"/>
                </a:cubicBezTo>
                <a:cubicBezTo>
                  <a:pt x="23954" y="99845"/>
                  <a:pt x="18982" y="96587"/>
                  <a:pt x="14685" y="92288"/>
                </a:cubicBezTo>
                <a:cubicBezTo>
                  <a:pt x="9724" y="87323"/>
                  <a:pt x="6036" y="81694"/>
                  <a:pt x="3621" y="75400"/>
                </a:cubicBezTo>
                <a:cubicBezTo>
                  <a:pt x="1207" y="69105"/>
                  <a:pt x="0" y="61946"/>
                  <a:pt x="0" y="53922"/>
                </a:cubicBezTo>
                <a:cubicBezTo>
                  <a:pt x="0" y="45899"/>
                  <a:pt x="1207" y="38729"/>
                  <a:pt x="3621" y="32412"/>
                </a:cubicBezTo>
                <a:cubicBezTo>
                  <a:pt x="6036" y="26095"/>
                  <a:pt x="9724" y="20455"/>
                  <a:pt x="14685" y="15491"/>
                </a:cubicBezTo>
                <a:cubicBezTo>
                  <a:pt x="19026" y="11147"/>
                  <a:pt x="23988" y="7878"/>
                  <a:pt x="29569" y="5683"/>
                </a:cubicBezTo>
                <a:cubicBezTo>
                  <a:pt x="35151" y="3489"/>
                  <a:pt x="41353" y="2392"/>
                  <a:pt x="48175" y="2392"/>
                </a:cubicBezTo>
                <a:cubicBezTo>
                  <a:pt x="62572" y="2392"/>
                  <a:pt x="74200" y="7113"/>
                  <a:pt x="83060" y="16556"/>
                </a:cubicBezTo>
                <a:cubicBezTo>
                  <a:pt x="91919" y="25997"/>
                  <a:pt x="96349" y="38453"/>
                  <a:pt x="96349" y="53922"/>
                </a:cubicBezTo>
                <a:cubicBezTo>
                  <a:pt x="96349" y="61857"/>
                  <a:pt x="95131" y="69005"/>
                  <a:pt x="92695" y="75366"/>
                </a:cubicBezTo>
                <a:cubicBezTo>
                  <a:pt x="90258" y="81727"/>
                  <a:pt x="86559" y="87368"/>
                  <a:pt x="81598" y="92288"/>
                </a:cubicBezTo>
                <a:cubicBezTo>
                  <a:pt x="77257" y="96632"/>
                  <a:pt x="72295" y="99901"/>
                  <a:pt x="66714" y="102095"/>
                </a:cubicBezTo>
                <a:cubicBezTo>
                  <a:pt x="61132" y="104289"/>
                  <a:pt x="54952" y="105386"/>
                  <a:pt x="48175" y="105386"/>
                </a:cubicBezTo>
                <a:close/>
                <a:moveTo>
                  <a:pt x="108578" y="103393"/>
                </a:moveTo>
                <a:lnTo>
                  <a:pt x="108578" y="96349"/>
                </a:lnTo>
                <a:lnTo>
                  <a:pt x="119608" y="96349"/>
                </a:lnTo>
                <a:lnTo>
                  <a:pt x="119608" y="39869"/>
                </a:lnTo>
                <a:lnTo>
                  <a:pt x="107913" y="39869"/>
                </a:lnTo>
                <a:lnTo>
                  <a:pt x="107913" y="32692"/>
                </a:lnTo>
                <a:lnTo>
                  <a:pt x="131834" y="32692"/>
                </a:lnTo>
                <a:lnTo>
                  <a:pt x="131834" y="45317"/>
                </a:lnTo>
                <a:cubicBezTo>
                  <a:pt x="134094" y="40533"/>
                  <a:pt x="137028" y="36923"/>
                  <a:pt x="140639" y="34486"/>
                </a:cubicBezTo>
                <a:cubicBezTo>
                  <a:pt x="144249" y="32050"/>
                  <a:pt x="148446" y="30832"/>
                  <a:pt x="153231" y="30832"/>
                </a:cubicBezTo>
                <a:cubicBezTo>
                  <a:pt x="161027" y="30832"/>
                  <a:pt x="166764" y="33069"/>
                  <a:pt x="170441" y="37543"/>
                </a:cubicBezTo>
                <a:cubicBezTo>
                  <a:pt x="174117" y="42017"/>
                  <a:pt x="175956" y="48994"/>
                  <a:pt x="175956" y="58474"/>
                </a:cubicBezTo>
                <a:lnTo>
                  <a:pt x="175956" y="96349"/>
                </a:lnTo>
                <a:lnTo>
                  <a:pt x="186853" y="96349"/>
                </a:lnTo>
                <a:lnTo>
                  <a:pt x="186853" y="103393"/>
                </a:lnTo>
                <a:lnTo>
                  <a:pt x="153098" y="103393"/>
                </a:lnTo>
                <a:lnTo>
                  <a:pt x="153098" y="96349"/>
                </a:lnTo>
                <a:lnTo>
                  <a:pt x="163663" y="96349"/>
                </a:lnTo>
                <a:lnTo>
                  <a:pt x="163663" y="62328"/>
                </a:lnTo>
                <a:cubicBezTo>
                  <a:pt x="163663" y="53690"/>
                  <a:pt x="162600" y="47765"/>
                  <a:pt x="160473" y="44553"/>
                </a:cubicBezTo>
                <a:cubicBezTo>
                  <a:pt x="158347" y="41342"/>
                  <a:pt x="154604" y="39736"/>
                  <a:pt x="149244" y="39736"/>
                </a:cubicBezTo>
                <a:cubicBezTo>
                  <a:pt x="143574" y="39736"/>
                  <a:pt x="139254" y="41807"/>
                  <a:pt x="136286" y="45949"/>
                </a:cubicBezTo>
                <a:cubicBezTo>
                  <a:pt x="133318" y="50091"/>
                  <a:pt x="131834" y="56126"/>
                  <a:pt x="131834" y="64056"/>
                </a:cubicBezTo>
                <a:lnTo>
                  <a:pt x="131834" y="96349"/>
                </a:lnTo>
                <a:lnTo>
                  <a:pt x="142466" y="96349"/>
                </a:lnTo>
                <a:lnTo>
                  <a:pt x="142466" y="103393"/>
                </a:lnTo>
                <a:lnTo>
                  <a:pt x="108578" y="103393"/>
                </a:lnTo>
                <a:close/>
                <a:moveTo>
                  <a:pt x="217999" y="96349"/>
                </a:moveTo>
                <a:lnTo>
                  <a:pt x="229561" y="96349"/>
                </a:lnTo>
                <a:lnTo>
                  <a:pt x="229561" y="103393"/>
                </a:lnTo>
                <a:lnTo>
                  <a:pt x="194011" y="103393"/>
                </a:lnTo>
                <a:lnTo>
                  <a:pt x="194011" y="96349"/>
                </a:lnTo>
                <a:lnTo>
                  <a:pt x="205772" y="96349"/>
                </a:lnTo>
                <a:lnTo>
                  <a:pt x="205772" y="7043"/>
                </a:lnTo>
                <a:lnTo>
                  <a:pt x="194011" y="7043"/>
                </a:lnTo>
                <a:lnTo>
                  <a:pt x="194011" y="0"/>
                </a:lnTo>
                <a:lnTo>
                  <a:pt x="217999" y="0"/>
                </a:lnTo>
                <a:lnTo>
                  <a:pt x="217999" y="96349"/>
                </a:lnTo>
                <a:close/>
                <a:moveTo>
                  <a:pt x="262871" y="116286"/>
                </a:moveTo>
                <a:lnTo>
                  <a:pt x="267523" y="104535"/>
                </a:lnTo>
                <a:lnTo>
                  <a:pt x="241143" y="39869"/>
                </a:lnTo>
                <a:lnTo>
                  <a:pt x="233103" y="39869"/>
                </a:lnTo>
                <a:lnTo>
                  <a:pt x="233103" y="32692"/>
                </a:lnTo>
                <a:lnTo>
                  <a:pt x="265596" y="32692"/>
                </a:lnTo>
                <a:lnTo>
                  <a:pt x="265596" y="39869"/>
                </a:lnTo>
                <a:lnTo>
                  <a:pt x="254300" y="39869"/>
                </a:lnTo>
                <a:lnTo>
                  <a:pt x="274168" y="88442"/>
                </a:lnTo>
                <a:lnTo>
                  <a:pt x="294035" y="39869"/>
                </a:lnTo>
                <a:lnTo>
                  <a:pt x="283470" y="39869"/>
                </a:lnTo>
                <a:lnTo>
                  <a:pt x="283470" y="32692"/>
                </a:lnTo>
                <a:lnTo>
                  <a:pt x="309983" y="32692"/>
                </a:lnTo>
                <a:lnTo>
                  <a:pt x="309983" y="39869"/>
                </a:lnTo>
                <a:lnTo>
                  <a:pt x="302076" y="39869"/>
                </a:lnTo>
                <a:lnTo>
                  <a:pt x="269716" y="119284"/>
                </a:lnTo>
                <a:cubicBezTo>
                  <a:pt x="267501" y="124824"/>
                  <a:pt x="265042" y="128610"/>
                  <a:pt x="262340" y="130643"/>
                </a:cubicBezTo>
                <a:cubicBezTo>
                  <a:pt x="259638" y="132676"/>
                  <a:pt x="255828" y="133693"/>
                  <a:pt x="250911" y="133693"/>
                </a:cubicBezTo>
                <a:cubicBezTo>
                  <a:pt x="248829" y="133693"/>
                  <a:pt x="246691" y="133510"/>
                  <a:pt x="244499" y="133143"/>
                </a:cubicBezTo>
                <a:cubicBezTo>
                  <a:pt x="242306" y="132777"/>
                  <a:pt x="240102" y="132252"/>
                  <a:pt x="237887" y="131567"/>
                </a:cubicBezTo>
                <a:lnTo>
                  <a:pt x="237887" y="118011"/>
                </a:lnTo>
                <a:lnTo>
                  <a:pt x="244133" y="118011"/>
                </a:lnTo>
                <a:cubicBezTo>
                  <a:pt x="244399" y="121047"/>
                  <a:pt x="245163" y="123223"/>
                  <a:pt x="246426" y="124540"/>
                </a:cubicBezTo>
                <a:cubicBezTo>
                  <a:pt x="247688" y="125858"/>
                  <a:pt x="249648" y="126517"/>
                  <a:pt x="252306" y="126517"/>
                </a:cubicBezTo>
                <a:cubicBezTo>
                  <a:pt x="254743" y="126517"/>
                  <a:pt x="256703" y="125837"/>
                  <a:pt x="258187" y="124477"/>
                </a:cubicBezTo>
                <a:cubicBezTo>
                  <a:pt x="259671" y="123118"/>
                  <a:pt x="261232" y="120387"/>
                  <a:pt x="262871" y="1162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5F233-59F7-493D-85AB-D97AA9DE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106" y="1547824"/>
            <a:ext cx="1046544" cy="579757"/>
          </a:xfrm>
          <a:custGeom xmlns:a="http://schemas.openxmlformats.org/drawingml/2006/main">
            <a:pathLst>
              <a:path w="1046544" h="579757">
                <a:moveTo>
                  <a:pt x="523272" y="579757"/>
                </a:moveTo>
                <a:lnTo>
                  <a:pt x="37989" y="579757"/>
                </a:lnTo>
                <a:cubicBezTo>
                  <a:pt x="16938" y="579757"/>
                  <a:pt x="0" y="562818"/>
                  <a:pt x="0" y="542275"/>
                </a:cubicBezTo>
                <a:lnTo>
                  <a:pt x="0" y="37481"/>
                </a:lnTo>
                <a:cubicBezTo>
                  <a:pt x="0" y="16938"/>
                  <a:pt x="16938" y="0"/>
                  <a:pt x="37989" y="0"/>
                </a:cubicBezTo>
                <a:lnTo>
                  <a:pt x="1008537" y="0"/>
                </a:lnTo>
                <a:cubicBezTo>
                  <a:pt x="1029587" y="0"/>
                  <a:pt x="1046544" y="16938"/>
                  <a:pt x="1046544" y="37481"/>
                </a:cubicBezTo>
                <a:lnTo>
                  <a:pt x="1046544" y="542275"/>
                </a:lnTo>
                <a:cubicBezTo>
                  <a:pt x="1046544" y="562818"/>
                  <a:pt x="1029587" y="579757"/>
                  <a:pt x="1008537" y="579757"/>
                </a:cubicBezTo>
                <a:lnTo>
                  <a:pt x="523272" y="57975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422">
            <a:extLst xmlns:a="http://schemas.openxmlformats.org/drawingml/2006/main">
              <a:ext uri="{FF2B5EF4-FFF2-40B4-BE49-F238E27FC236}">
                <a16:creationId xmlns:a16="http://schemas.microsoft.com/office/drawing/2014/main" id="{AFBAB891-3910-4B42-A80E-52EFA7FA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9567" y="1712554"/>
            <a:ext cx="326281" cy="123871"/>
          </a:xfrm>
          <a:custGeom xmlns:a="http://schemas.openxmlformats.org/drawingml/2006/main">
            <a:pathLst>
              <a:path w="326281" h="123871">
                <a:moveTo>
                  <a:pt x="99667" y="123871"/>
                </a:moveTo>
                <a:lnTo>
                  <a:pt x="32679" y="123871"/>
                </a:lnTo>
                <a:lnTo>
                  <a:pt x="32679" y="113929"/>
                </a:lnTo>
                <a:lnTo>
                  <a:pt x="50771" y="113929"/>
                </a:lnTo>
                <a:lnTo>
                  <a:pt x="50771" y="91762"/>
                </a:lnTo>
                <a:lnTo>
                  <a:pt x="0" y="91762"/>
                </a:lnTo>
                <a:lnTo>
                  <a:pt x="0" y="82398"/>
                </a:lnTo>
                <a:lnTo>
                  <a:pt x="50934" y="0"/>
                </a:lnTo>
                <a:lnTo>
                  <a:pt x="81576" y="0"/>
                </a:lnTo>
                <a:lnTo>
                  <a:pt x="81576" y="81168"/>
                </a:lnTo>
                <a:lnTo>
                  <a:pt x="102438" y="81168"/>
                </a:lnTo>
                <a:lnTo>
                  <a:pt x="102438" y="91762"/>
                </a:lnTo>
                <a:lnTo>
                  <a:pt x="81576" y="91762"/>
                </a:lnTo>
                <a:lnTo>
                  <a:pt x="81576" y="113929"/>
                </a:lnTo>
                <a:lnTo>
                  <a:pt x="99667" y="113929"/>
                </a:lnTo>
                <a:lnTo>
                  <a:pt x="99667" y="123871"/>
                </a:lnTo>
                <a:moveTo>
                  <a:pt x="50771" y="81168"/>
                </a:moveTo>
                <a:lnTo>
                  <a:pt x="50771" y="22202"/>
                </a:lnTo>
                <a:lnTo>
                  <a:pt x="14506" y="81168"/>
                </a:lnTo>
                <a:lnTo>
                  <a:pt x="50771" y="81168"/>
                </a:lnTo>
                <a:close/>
                <a:moveTo>
                  <a:pt x="131154" y="32435"/>
                </a:moveTo>
                <a:lnTo>
                  <a:pt x="121375" y="32435"/>
                </a:lnTo>
                <a:lnTo>
                  <a:pt x="121375" y="6031"/>
                </a:lnTo>
                <a:cubicBezTo>
                  <a:pt x="128003" y="4020"/>
                  <a:pt x="134563" y="2513"/>
                  <a:pt x="141055" y="1508"/>
                </a:cubicBezTo>
                <a:cubicBezTo>
                  <a:pt x="147548" y="503"/>
                  <a:pt x="154108" y="0"/>
                  <a:pt x="160736" y="0"/>
                </a:cubicBezTo>
                <a:cubicBezTo>
                  <a:pt x="176220" y="0"/>
                  <a:pt x="188295" y="3166"/>
                  <a:pt x="196960" y="9497"/>
                </a:cubicBezTo>
                <a:cubicBezTo>
                  <a:pt x="205626" y="15828"/>
                  <a:pt x="209959" y="24645"/>
                  <a:pt x="209959" y="35949"/>
                </a:cubicBezTo>
                <a:cubicBezTo>
                  <a:pt x="209959" y="43992"/>
                  <a:pt x="207568" y="51206"/>
                  <a:pt x="202787" y="57593"/>
                </a:cubicBezTo>
                <a:cubicBezTo>
                  <a:pt x="198006" y="63979"/>
                  <a:pt x="188879" y="71546"/>
                  <a:pt x="175405" y="80295"/>
                </a:cubicBezTo>
                <a:lnTo>
                  <a:pt x="141504" y="102520"/>
                </a:lnTo>
                <a:lnTo>
                  <a:pt x="199120" y="102520"/>
                </a:lnTo>
                <a:lnTo>
                  <a:pt x="199120" y="88177"/>
                </a:lnTo>
                <a:lnTo>
                  <a:pt x="210285" y="88177"/>
                </a:lnTo>
                <a:lnTo>
                  <a:pt x="210285" y="123871"/>
                </a:lnTo>
                <a:lnTo>
                  <a:pt x="120315" y="123871"/>
                </a:lnTo>
                <a:lnTo>
                  <a:pt x="120315" y="103986"/>
                </a:lnTo>
                <a:lnTo>
                  <a:pt x="138325" y="91518"/>
                </a:lnTo>
                <a:cubicBezTo>
                  <a:pt x="153701" y="80934"/>
                  <a:pt x="163942" y="71924"/>
                  <a:pt x="169049" y="64490"/>
                </a:cubicBezTo>
                <a:cubicBezTo>
                  <a:pt x="174156" y="57053"/>
                  <a:pt x="176709" y="48369"/>
                  <a:pt x="176709" y="38437"/>
                </a:cubicBezTo>
                <a:cubicBezTo>
                  <a:pt x="176709" y="29047"/>
                  <a:pt x="174767" y="21896"/>
                  <a:pt x="170882" y="16984"/>
                </a:cubicBezTo>
                <a:cubicBezTo>
                  <a:pt x="166998" y="12072"/>
                  <a:pt x="161334" y="9616"/>
                  <a:pt x="153891" y="9616"/>
                </a:cubicBezTo>
                <a:cubicBezTo>
                  <a:pt x="147480" y="9616"/>
                  <a:pt x="142346" y="11565"/>
                  <a:pt x="138488" y="15463"/>
                </a:cubicBezTo>
                <a:cubicBezTo>
                  <a:pt x="134631" y="19362"/>
                  <a:pt x="132186" y="25019"/>
                  <a:pt x="131154" y="32435"/>
                </a:cubicBezTo>
                <a:close/>
                <a:moveTo>
                  <a:pt x="247150" y="32435"/>
                </a:moveTo>
                <a:lnTo>
                  <a:pt x="237370" y="32435"/>
                </a:lnTo>
                <a:lnTo>
                  <a:pt x="237370" y="6031"/>
                </a:lnTo>
                <a:cubicBezTo>
                  <a:pt x="243999" y="4020"/>
                  <a:pt x="250559" y="2513"/>
                  <a:pt x="257051" y="1508"/>
                </a:cubicBezTo>
                <a:cubicBezTo>
                  <a:pt x="263544" y="503"/>
                  <a:pt x="270104" y="0"/>
                  <a:pt x="276732" y="0"/>
                </a:cubicBezTo>
                <a:cubicBezTo>
                  <a:pt x="292216" y="0"/>
                  <a:pt x="304291" y="3166"/>
                  <a:pt x="312956" y="9497"/>
                </a:cubicBezTo>
                <a:cubicBezTo>
                  <a:pt x="321622" y="15828"/>
                  <a:pt x="325955" y="24645"/>
                  <a:pt x="325955" y="35949"/>
                </a:cubicBezTo>
                <a:cubicBezTo>
                  <a:pt x="325955" y="43992"/>
                  <a:pt x="323564" y="51206"/>
                  <a:pt x="318783" y="57593"/>
                </a:cubicBezTo>
                <a:cubicBezTo>
                  <a:pt x="314002" y="63979"/>
                  <a:pt x="304875" y="71546"/>
                  <a:pt x="291401" y="80295"/>
                </a:cubicBezTo>
                <a:lnTo>
                  <a:pt x="257500" y="102520"/>
                </a:lnTo>
                <a:lnTo>
                  <a:pt x="315116" y="102520"/>
                </a:lnTo>
                <a:lnTo>
                  <a:pt x="315116" y="88177"/>
                </a:lnTo>
                <a:lnTo>
                  <a:pt x="326281" y="88177"/>
                </a:lnTo>
                <a:lnTo>
                  <a:pt x="326281" y="123871"/>
                </a:lnTo>
                <a:lnTo>
                  <a:pt x="236311" y="123871"/>
                </a:lnTo>
                <a:lnTo>
                  <a:pt x="236311" y="103986"/>
                </a:lnTo>
                <a:lnTo>
                  <a:pt x="254321" y="91518"/>
                </a:lnTo>
                <a:cubicBezTo>
                  <a:pt x="269696" y="80934"/>
                  <a:pt x="279938" y="71924"/>
                  <a:pt x="285045" y="64490"/>
                </a:cubicBezTo>
                <a:cubicBezTo>
                  <a:pt x="290151" y="57053"/>
                  <a:pt x="292705" y="48369"/>
                  <a:pt x="292705" y="38437"/>
                </a:cubicBezTo>
                <a:cubicBezTo>
                  <a:pt x="292705" y="29047"/>
                  <a:pt x="290763" y="21896"/>
                  <a:pt x="286878" y="16984"/>
                </a:cubicBezTo>
                <a:cubicBezTo>
                  <a:pt x="282994" y="12072"/>
                  <a:pt x="277330" y="9616"/>
                  <a:pt x="269887" y="9616"/>
                </a:cubicBezTo>
                <a:cubicBezTo>
                  <a:pt x="263476" y="9616"/>
                  <a:pt x="258342" y="11565"/>
                  <a:pt x="254484" y="15463"/>
                </a:cubicBezTo>
                <a:cubicBezTo>
                  <a:pt x="250627" y="19362"/>
                  <a:pt x="248182" y="25019"/>
                  <a:pt x="247150" y="324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N-days">
            <a:extLst xmlns:a="http://schemas.openxmlformats.org/drawingml/2006/main">
              <a:ext uri="{FF2B5EF4-FFF2-40B4-BE49-F238E27FC236}">
                <a16:creationId xmlns:a16="http://schemas.microsoft.com/office/drawing/2014/main" id="{DB513A41-2081-42C5-8B92-E09199DB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172" y="1905059"/>
            <a:ext cx="465966" cy="133693"/>
          </a:xfrm>
          <a:custGeom xmlns:a="http://schemas.openxmlformats.org/drawingml/2006/main">
            <a:pathLst>
              <a:path w="465966" h="133693">
                <a:moveTo>
                  <a:pt x="0" y="103393"/>
                </a:moveTo>
                <a:lnTo>
                  <a:pt x="0" y="96349"/>
                </a:lnTo>
                <a:lnTo>
                  <a:pt x="13356" y="96349"/>
                </a:lnTo>
                <a:lnTo>
                  <a:pt x="13356" y="11296"/>
                </a:lnTo>
                <a:lnTo>
                  <a:pt x="0" y="11296"/>
                </a:lnTo>
                <a:lnTo>
                  <a:pt x="0" y="4120"/>
                </a:lnTo>
                <a:lnTo>
                  <a:pt x="25450" y="4120"/>
                </a:lnTo>
                <a:lnTo>
                  <a:pt x="84920" y="82462"/>
                </a:lnTo>
                <a:lnTo>
                  <a:pt x="84920" y="11296"/>
                </a:lnTo>
                <a:lnTo>
                  <a:pt x="71631" y="11296"/>
                </a:lnTo>
                <a:lnTo>
                  <a:pt x="71631" y="4120"/>
                </a:lnTo>
                <a:lnTo>
                  <a:pt x="106449" y="4120"/>
                </a:lnTo>
                <a:lnTo>
                  <a:pt x="106449" y="11296"/>
                </a:lnTo>
                <a:lnTo>
                  <a:pt x="93093" y="11296"/>
                </a:lnTo>
                <a:lnTo>
                  <a:pt x="93093" y="105386"/>
                </a:lnTo>
                <a:lnTo>
                  <a:pt x="85053" y="105386"/>
                </a:lnTo>
                <a:lnTo>
                  <a:pt x="21529" y="21728"/>
                </a:lnTo>
                <a:lnTo>
                  <a:pt x="21529" y="96349"/>
                </a:lnTo>
                <a:lnTo>
                  <a:pt x="34885" y="96349"/>
                </a:lnTo>
                <a:lnTo>
                  <a:pt x="34885" y="103393"/>
                </a:lnTo>
                <a:lnTo>
                  <a:pt x="0" y="103393"/>
                </a:lnTo>
                <a:close/>
                <a:moveTo>
                  <a:pt x="118955" y="61664"/>
                </a:moveTo>
                <a:lnTo>
                  <a:pt x="152976" y="61664"/>
                </a:lnTo>
                <a:lnTo>
                  <a:pt x="152976" y="72029"/>
                </a:lnTo>
                <a:lnTo>
                  <a:pt x="118955" y="72029"/>
                </a:lnTo>
                <a:lnTo>
                  <a:pt x="118955" y="61664"/>
                </a:lnTo>
                <a:close/>
                <a:moveTo>
                  <a:pt x="229723" y="96349"/>
                </a:moveTo>
                <a:lnTo>
                  <a:pt x="241417" y="96349"/>
                </a:lnTo>
                <a:lnTo>
                  <a:pt x="241417" y="103393"/>
                </a:lnTo>
                <a:lnTo>
                  <a:pt x="217496" y="103393"/>
                </a:lnTo>
                <a:lnTo>
                  <a:pt x="217496" y="92367"/>
                </a:lnTo>
                <a:cubicBezTo>
                  <a:pt x="215104" y="96817"/>
                  <a:pt x="212059" y="100100"/>
                  <a:pt x="208360" y="102215"/>
                </a:cubicBezTo>
                <a:cubicBezTo>
                  <a:pt x="204661" y="104329"/>
                  <a:pt x="200087" y="105386"/>
                  <a:pt x="194638" y="105386"/>
                </a:cubicBezTo>
                <a:cubicBezTo>
                  <a:pt x="185956" y="105386"/>
                  <a:pt x="178857" y="101939"/>
                  <a:pt x="173342" y="95045"/>
                </a:cubicBezTo>
                <a:cubicBezTo>
                  <a:pt x="167827" y="88150"/>
                  <a:pt x="165069" y="79160"/>
                  <a:pt x="165069" y="68076"/>
                </a:cubicBezTo>
                <a:cubicBezTo>
                  <a:pt x="165069" y="56991"/>
                  <a:pt x="167815" y="48013"/>
                  <a:pt x="173308" y="41142"/>
                </a:cubicBezTo>
                <a:cubicBezTo>
                  <a:pt x="178801" y="34268"/>
                  <a:pt x="185911" y="30832"/>
                  <a:pt x="194638" y="30832"/>
                </a:cubicBezTo>
                <a:cubicBezTo>
                  <a:pt x="200087" y="30832"/>
                  <a:pt x="204661" y="31889"/>
                  <a:pt x="208360" y="34003"/>
                </a:cubicBezTo>
                <a:cubicBezTo>
                  <a:pt x="212059" y="36116"/>
                  <a:pt x="215104" y="39399"/>
                  <a:pt x="217496" y="43849"/>
                </a:cubicBezTo>
                <a:lnTo>
                  <a:pt x="217496" y="7043"/>
                </a:lnTo>
                <a:lnTo>
                  <a:pt x="205934" y="7043"/>
                </a:lnTo>
                <a:lnTo>
                  <a:pt x="205934" y="0"/>
                </a:lnTo>
                <a:lnTo>
                  <a:pt x="229723" y="0"/>
                </a:lnTo>
                <a:lnTo>
                  <a:pt x="229723" y="96349"/>
                </a:lnTo>
                <a:moveTo>
                  <a:pt x="217496" y="71593"/>
                </a:moveTo>
                <a:lnTo>
                  <a:pt x="217496" y="64625"/>
                </a:lnTo>
                <a:cubicBezTo>
                  <a:pt x="217496" y="56173"/>
                  <a:pt x="215868" y="49713"/>
                  <a:pt x="212612" y="45245"/>
                </a:cubicBezTo>
                <a:cubicBezTo>
                  <a:pt x="209356" y="40775"/>
                  <a:pt x="204628" y="38540"/>
                  <a:pt x="198426" y="38540"/>
                </a:cubicBezTo>
                <a:cubicBezTo>
                  <a:pt x="192135" y="38540"/>
                  <a:pt x="187384" y="41018"/>
                  <a:pt x="184173" y="45974"/>
                </a:cubicBezTo>
                <a:cubicBezTo>
                  <a:pt x="180961" y="50929"/>
                  <a:pt x="179355" y="58297"/>
                  <a:pt x="179355" y="68076"/>
                </a:cubicBezTo>
                <a:cubicBezTo>
                  <a:pt x="179355" y="77810"/>
                  <a:pt x="180961" y="85178"/>
                  <a:pt x="184173" y="90178"/>
                </a:cubicBezTo>
                <a:cubicBezTo>
                  <a:pt x="187384" y="95178"/>
                  <a:pt x="192135" y="97678"/>
                  <a:pt x="198426" y="97678"/>
                </a:cubicBezTo>
                <a:cubicBezTo>
                  <a:pt x="204628" y="97678"/>
                  <a:pt x="209356" y="95455"/>
                  <a:pt x="212612" y="91009"/>
                </a:cubicBezTo>
                <a:cubicBezTo>
                  <a:pt x="215868" y="86561"/>
                  <a:pt x="217496" y="80089"/>
                  <a:pt x="217496" y="71593"/>
                </a:cubicBezTo>
                <a:close/>
                <a:moveTo>
                  <a:pt x="299540" y="81232"/>
                </a:moveTo>
                <a:lnTo>
                  <a:pt x="299540" y="66315"/>
                </a:lnTo>
                <a:lnTo>
                  <a:pt x="283792" y="66315"/>
                </a:lnTo>
                <a:cubicBezTo>
                  <a:pt x="277723" y="66315"/>
                  <a:pt x="273205" y="67619"/>
                  <a:pt x="270237" y="70227"/>
                </a:cubicBezTo>
                <a:cubicBezTo>
                  <a:pt x="267269" y="72835"/>
                  <a:pt x="265785" y="76836"/>
                  <a:pt x="265785" y="82229"/>
                </a:cubicBezTo>
                <a:cubicBezTo>
                  <a:pt x="265785" y="87137"/>
                  <a:pt x="267291" y="91027"/>
                  <a:pt x="270303" y="93901"/>
                </a:cubicBezTo>
                <a:cubicBezTo>
                  <a:pt x="273316" y="96774"/>
                  <a:pt x="277391" y="98210"/>
                  <a:pt x="282530" y="98210"/>
                </a:cubicBezTo>
                <a:cubicBezTo>
                  <a:pt x="287624" y="98210"/>
                  <a:pt x="291733" y="96641"/>
                  <a:pt x="294856" y="93502"/>
                </a:cubicBezTo>
                <a:cubicBezTo>
                  <a:pt x="297979" y="90363"/>
                  <a:pt x="299540" y="86273"/>
                  <a:pt x="299540" y="81232"/>
                </a:cubicBezTo>
                <a:moveTo>
                  <a:pt x="311767" y="59274"/>
                </a:moveTo>
                <a:lnTo>
                  <a:pt x="311767" y="96349"/>
                </a:lnTo>
                <a:lnTo>
                  <a:pt x="322664" y="96349"/>
                </a:lnTo>
                <a:lnTo>
                  <a:pt x="322664" y="103393"/>
                </a:lnTo>
                <a:lnTo>
                  <a:pt x="299540" y="103393"/>
                </a:lnTo>
                <a:lnTo>
                  <a:pt x="299540" y="95753"/>
                </a:lnTo>
                <a:cubicBezTo>
                  <a:pt x="296838" y="99054"/>
                  <a:pt x="293715" y="101484"/>
                  <a:pt x="290171" y="103046"/>
                </a:cubicBezTo>
                <a:cubicBezTo>
                  <a:pt x="286627" y="104606"/>
                  <a:pt x="282485" y="105386"/>
                  <a:pt x="277745" y="105386"/>
                </a:cubicBezTo>
                <a:cubicBezTo>
                  <a:pt x="269905" y="105386"/>
                  <a:pt x="263681" y="103301"/>
                  <a:pt x="259074" y="99132"/>
                </a:cubicBezTo>
                <a:cubicBezTo>
                  <a:pt x="254466" y="94961"/>
                  <a:pt x="252163" y="89327"/>
                  <a:pt x="252163" y="82229"/>
                </a:cubicBezTo>
                <a:cubicBezTo>
                  <a:pt x="252163" y="74909"/>
                  <a:pt x="254799" y="69230"/>
                  <a:pt x="260070" y="65194"/>
                </a:cubicBezTo>
                <a:cubicBezTo>
                  <a:pt x="265342" y="61157"/>
                  <a:pt x="272784" y="59139"/>
                  <a:pt x="282397" y="59139"/>
                </a:cubicBezTo>
                <a:lnTo>
                  <a:pt x="299540" y="59139"/>
                </a:lnTo>
                <a:lnTo>
                  <a:pt x="299540" y="54325"/>
                </a:lnTo>
                <a:cubicBezTo>
                  <a:pt x="299540" y="48975"/>
                  <a:pt x="297912" y="44829"/>
                  <a:pt x="294656" y="41889"/>
                </a:cubicBezTo>
                <a:cubicBezTo>
                  <a:pt x="291400" y="38947"/>
                  <a:pt x="286827" y="37477"/>
                  <a:pt x="280935" y="37477"/>
                </a:cubicBezTo>
                <a:cubicBezTo>
                  <a:pt x="276062" y="37477"/>
                  <a:pt x="272186" y="38584"/>
                  <a:pt x="269306" y="40799"/>
                </a:cubicBezTo>
                <a:cubicBezTo>
                  <a:pt x="266427" y="43014"/>
                  <a:pt x="264633" y="46292"/>
                  <a:pt x="263924" y="50633"/>
                </a:cubicBezTo>
                <a:lnTo>
                  <a:pt x="257612" y="50633"/>
                </a:lnTo>
                <a:lnTo>
                  <a:pt x="257612" y="36280"/>
                </a:lnTo>
                <a:cubicBezTo>
                  <a:pt x="261864" y="34464"/>
                  <a:pt x="265995" y="33102"/>
                  <a:pt x="270004" y="32194"/>
                </a:cubicBezTo>
                <a:cubicBezTo>
                  <a:pt x="274013" y="31286"/>
                  <a:pt x="277923" y="30832"/>
                  <a:pt x="281732" y="30832"/>
                </a:cubicBezTo>
                <a:cubicBezTo>
                  <a:pt x="291522" y="30832"/>
                  <a:pt x="298975" y="33258"/>
                  <a:pt x="304092" y="38110"/>
                </a:cubicBezTo>
                <a:cubicBezTo>
                  <a:pt x="309208" y="42961"/>
                  <a:pt x="311767" y="50015"/>
                  <a:pt x="311767" y="59274"/>
                </a:cubicBezTo>
                <a:close/>
                <a:moveTo>
                  <a:pt x="356270" y="116286"/>
                </a:moveTo>
                <a:lnTo>
                  <a:pt x="360921" y="104535"/>
                </a:lnTo>
                <a:lnTo>
                  <a:pt x="334542" y="39869"/>
                </a:lnTo>
                <a:lnTo>
                  <a:pt x="326501" y="39869"/>
                </a:lnTo>
                <a:lnTo>
                  <a:pt x="326501" y="32692"/>
                </a:lnTo>
                <a:lnTo>
                  <a:pt x="358994" y="32692"/>
                </a:lnTo>
                <a:lnTo>
                  <a:pt x="358994" y="39869"/>
                </a:lnTo>
                <a:lnTo>
                  <a:pt x="347698" y="39869"/>
                </a:lnTo>
                <a:lnTo>
                  <a:pt x="367566" y="88442"/>
                </a:lnTo>
                <a:lnTo>
                  <a:pt x="387434" y="39869"/>
                </a:lnTo>
                <a:lnTo>
                  <a:pt x="376869" y="39869"/>
                </a:lnTo>
                <a:lnTo>
                  <a:pt x="376869" y="32692"/>
                </a:lnTo>
                <a:lnTo>
                  <a:pt x="403381" y="32692"/>
                </a:lnTo>
                <a:lnTo>
                  <a:pt x="403381" y="39869"/>
                </a:lnTo>
                <a:lnTo>
                  <a:pt x="395474" y="39869"/>
                </a:lnTo>
                <a:lnTo>
                  <a:pt x="363114" y="119284"/>
                </a:lnTo>
                <a:cubicBezTo>
                  <a:pt x="360899" y="124824"/>
                  <a:pt x="358441" y="128610"/>
                  <a:pt x="355738" y="130643"/>
                </a:cubicBezTo>
                <a:cubicBezTo>
                  <a:pt x="353036" y="132676"/>
                  <a:pt x="349227" y="133693"/>
                  <a:pt x="344309" y="133693"/>
                </a:cubicBezTo>
                <a:cubicBezTo>
                  <a:pt x="342227" y="133693"/>
                  <a:pt x="340090" y="133510"/>
                  <a:pt x="337897" y="133143"/>
                </a:cubicBezTo>
                <a:cubicBezTo>
                  <a:pt x="335704" y="132777"/>
                  <a:pt x="333501" y="132252"/>
                  <a:pt x="331286" y="131567"/>
                </a:cubicBezTo>
                <a:lnTo>
                  <a:pt x="331286" y="118011"/>
                </a:lnTo>
                <a:lnTo>
                  <a:pt x="337532" y="118011"/>
                </a:lnTo>
                <a:cubicBezTo>
                  <a:pt x="337797" y="121047"/>
                  <a:pt x="338562" y="123223"/>
                  <a:pt x="339824" y="124540"/>
                </a:cubicBezTo>
                <a:cubicBezTo>
                  <a:pt x="341087" y="125858"/>
                  <a:pt x="343047" y="126517"/>
                  <a:pt x="345705" y="126517"/>
                </a:cubicBezTo>
                <a:cubicBezTo>
                  <a:pt x="348141" y="126517"/>
                  <a:pt x="350101" y="125837"/>
                  <a:pt x="351585" y="124477"/>
                </a:cubicBezTo>
                <a:cubicBezTo>
                  <a:pt x="353069" y="123118"/>
                  <a:pt x="354631" y="120387"/>
                  <a:pt x="356270" y="116286"/>
                </a:cubicBezTo>
                <a:close/>
                <a:moveTo>
                  <a:pt x="410748" y="99539"/>
                </a:moveTo>
                <a:lnTo>
                  <a:pt x="410748" y="83060"/>
                </a:lnTo>
                <a:lnTo>
                  <a:pt x="417792" y="83060"/>
                </a:lnTo>
                <a:cubicBezTo>
                  <a:pt x="417969" y="88309"/>
                  <a:pt x="419619" y="92235"/>
                  <a:pt x="422742" y="94838"/>
                </a:cubicBezTo>
                <a:cubicBezTo>
                  <a:pt x="425865" y="97440"/>
                  <a:pt x="430483" y="98741"/>
                  <a:pt x="436596" y="98741"/>
                </a:cubicBezTo>
                <a:cubicBezTo>
                  <a:pt x="442089" y="98741"/>
                  <a:pt x="446276" y="97714"/>
                  <a:pt x="449155" y="95658"/>
                </a:cubicBezTo>
                <a:cubicBezTo>
                  <a:pt x="452034" y="93601"/>
                  <a:pt x="453474" y="90604"/>
                  <a:pt x="453474" y="86669"/>
                </a:cubicBezTo>
                <a:cubicBezTo>
                  <a:pt x="453474" y="83573"/>
                  <a:pt x="452422" y="81075"/>
                  <a:pt x="450318" y="79175"/>
                </a:cubicBezTo>
                <a:cubicBezTo>
                  <a:pt x="448214" y="77273"/>
                  <a:pt x="443773" y="75238"/>
                  <a:pt x="436995" y="73072"/>
                </a:cubicBezTo>
                <a:lnTo>
                  <a:pt x="428158" y="70075"/>
                </a:lnTo>
                <a:cubicBezTo>
                  <a:pt x="422089" y="68125"/>
                  <a:pt x="417692" y="65686"/>
                  <a:pt x="414968" y="62760"/>
                </a:cubicBezTo>
                <a:cubicBezTo>
                  <a:pt x="412243" y="59832"/>
                  <a:pt x="410881" y="56107"/>
                  <a:pt x="410881" y="51584"/>
                </a:cubicBezTo>
                <a:cubicBezTo>
                  <a:pt x="410881" y="45110"/>
                  <a:pt x="413251" y="40033"/>
                  <a:pt x="417991" y="36353"/>
                </a:cubicBezTo>
                <a:cubicBezTo>
                  <a:pt x="422731" y="32672"/>
                  <a:pt x="429287" y="30832"/>
                  <a:pt x="437660" y="30832"/>
                </a:cubicBezTo>
                <a:cubicBezTo>
                  <a:pt x="441381" y="30832"/>
                  <a:pt x="445301" y="31319"/>
                  <a:pt x="449421" y="32294"/>
                </a:cubicBezTo>
                <a:cubicBezTo>
                  <a:pt x="453541" y="33268"/>
                  <a:pt x="457793" y="34686"/>
                  <a:pt x="462179" y="36546"/>
                </a:cubicBezTo>
                <a:lnTo>
                  <a:pt x="462179" y="51962"/>
                </a:lnTo>
                <a:lnTo>
                  <a:pt x="455135" y="51962"/>
                </a:lnTo>
                <a:cubicBezTo>
                  <a:pt x="454958" y="47420"/>
                  <a:pt x="453363" y="43871"/>
                  <a:pt x="450351" y="41314"/>
                </a:cubicBezTo>
                <a:cubicBezTo>
                  <a:pt x="447339" y="38756"/>
                  <a:pt x="443241" y="37477"/>
                  <a:pt x="438058" y="37477"/>
                </a:cubicBezTo>
                <a:cubicBezTo>
                  <a:pt x="432920" y="37477"/>
                  <a:pt x="429032" y="38383"/>
                  <a:pt x="426397" y="40197"/>
                </a:cubicBezTo>
                <a:cubicBezTo>
                  <a:pt x="423761" y="42009"/>
                  <a:pt x="422443" y="44727"/>
                  <a:pt x="422443" y="48351"/>
                </a:cubicBezTo>
                <a:cubicBezTo>
                  <a:pt x="422443" y="51314"/>
                  <a:pt x="423440" y="53691"/>
                  <a:pt x="425433" y="55482"/>
                </a:cubicBezTo>
                <a:cubicBezTo>
                  <a:pt x="427427" y="57272"/>
                  <a:pt x="431413" y="59095"/>
                  <a:pt x="437394" y="60951"/>
                </a:cubicBezTo>
                <a:lnTo>
                  <a:pt x="447095" y="63948"/>
                </a:lnTo>
                <a:cubicBezTo>
                  <a:pt x="453784" y="66032"/>
                  <a:pt x="458602" y="68638"/>
                  <a:pt x="461548" y="71764"/>
                </a:cubicBezTo>
                <a:cubicBezTo>
                  <a:pt x="464493" y="74889"/>
                  <a:pt x="465966" y="78914"/>
                  <a:pt x="465966" y="83836"/>
                </a:cubicBezTo>
                <a:cubicBezTo>
                  <a:pt x="465966" y="90531"/>
                  <a:pt x="463408" y="95796"/>
                  <a:pt x="458292" y="99632"/>
                </a:cubicBezTo>
                <a:cubicBezTo>
                  <a:pt x="453175" y="103468"/>
                  <a:pt x="446121" y="105386"/>
                  <a:pt x="437128" y="105386"/>
                </a:cubicBezTo>
                <a:cubicBezTo>
                  <a:pt x="432565" y="105386"/>
                  <a:pt x="428113" y="104899"/>
                  <a:pt x="423772" y="103924"/>
                </a:cubicBezTo>
                <a:cubicBezTo>
                  <a:pt x="419431" y="102950"/>
                  <a:pt x="415089" y="101488"/>
                  <a:pt x="410748" y="995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(Undisclosed)">
            <a:extLst xmlns:a="http://schemas.openxmlformats.org/drawingml/2006/main">
              <a:ext uri="{FF2B5EF4-FFF2-40B4-BE49-F238E27FC236}">
                <a16:creationId xmlns:a16="http://schemas.microsoft.com/office/drawing/2014/main" id="{50609470-6E87-45AA-90F0-71FFE9F8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324" y="2067828"/>
            <a:ext cx="922377" cy="124656"/>
          </a:xfrm>
          <a:custGeom xmlns:a="http://schemas.openxmlformats.org/drawingml/2006/main">
            <a:pathLst>
              <a:path w="922377" h="124656">
                <a:moveTo>
                  <a:pt x="32626" y="124656"/>
                </a:moveTo>
                <a:cubicBezTo>
                  <a:pt x="21861" y="119825"/>
                  <a:pt x="13733" y="112168"/>
                  <a:pt x="8240" y="101686"/>
                </a:cubicBezTo>
                <a:cubicBezTo>
                  <a:pt x="2747" y="91204"/>
                  <a:pt x="0" y="78096"/>
                  <a:pt x="0" y="62361"/>
                </a:cubicBezTo>
                <a:cubicBezTo>
                  <a:pt x="0" y="46583"/>
                  <a:pt x="2747" y="33452"/>
                  <a:pt x="8240" y="22970"/>
                </a:cubicBezTo>
                <a:cubicBezTo>
                  <a:pt x="13733" y="12488"/>
                  <a:pt x="21861" y="4831"/>
                  <a:pt x="32626" y="0"/>
                </a:cubicBezTo>
                <a:lnTo>
                  <a:pt x="32626" y="6516"/>
                </a:lnTo>
                <a:cubicBezTo>
                  <a:pt x="25804" y="11214"/>
                  <a:pt x="20909" y="17829"/>
                  <a:pt x="17941" y="26361"/>
                </a:cubicBezTo>
                <a:cubicBezTo>
                  <a:pt x="14973" y="34893"/>
                  <a:pt x="13489" y="46893"/>
                  <a:pt x="13489" y="62361"/>
                </a:cubicBezTo>
                <a:cubicBezTo>
                  <a:pt x="13489" y="77785"/>
                  <a:pt x="14973" y="89763"/>
                  <a:pt x="17941" y="98295"/>
                </a:cubicBezTo>
                <a:cubicBezTo>
                  <a:pt x="20909" y="106827"/>
                  <a:pt x="25804" y="113442"/>
                  <a:pt x="32626" y="118140"/>
                </a:cubicBezTo>
                <a:lnTo>
                  <a:pt x="32626" y="124656"/>
                </a:lnTo>
                <a:close/>
                <a:moveTo>
                  <a:pt x="60971" y="11296"/>
                </a:moveTo>
                <a:lnTo>
                  <a:pt x="48280" y="11296"/>
                </a:lnTo>
                <a:lnTo>
                  <a:pt x="48280" y="4120"/>
                </a:lnTo>
                <a:lnTo>
                  <a:pt x="87085" y="4120"/>
                </a:lnTo>
                <a:lnTo>
                  <a:pt x="87085" y="11296"/>
                </a:lnTo>
                <a:lnTo>
                  <a:pt x="74394" y="11296"/>
                </a:lnTo>
                <a:lnTo>
                  <a:pt x="74394" y="62594"/>
                </a:lnTo>
                <a:cubicBezTo>
                  <a:pt x="74394" y="75263"/>
                  <a:pt x="76465" y="84101"/>
                  <a:pt x="80606" y="89106"/>
                </a:cubicBezTo>
                <a:cubicBezTo>
                  <a:pt x="84748" y="94112"/>
                  <a:pt x="91892" y="96615"/>
                  <a:pt x="102036" y="96615"/>
                </a:cubicBezTo>
                <a:cubicBezTo>
                  <a:pt x="112180" y="96615"/>
                  <a:pt x="119323" y="94112"/>
                  <a:pt x="123465" y="89106"/>
                </a:cubicBezTo>
                <a:cubicBezTo>
                  <a:pt x="127607" y="84101"/>
                  <a:pt x="129678" y="75263"/>
                  <a:pt x="129678" y="62594"/>
                </a:cubicBezTo>
                <a:lnTo>
                  <a:pt x="129678" y="11296"/>
                </a:lnTo>
                <a:lnTo>
                  <a:pt x="116987" y="11296"/>
                </a:lnTo>
                <a:lnTo>
                  <a:pt x="116987" y="4120"/>
                </a:lnTo>
                <a:lnTo>
                  <a:pt x="150476" y="4120"/>
                </a:lnTo>
                <a:lnTo>
                  <a:pt x="150476" y="11296"/>
                </a:lnTo>
                <a:lnTo>
                  <a:pt x="137851" y="11296"/>
                </a:lnTo>
                <a:lnTo>
                  <a:pt x="137851" y="63923"/>
                </a:lnTo>
                <a:cubicBezTo>
                  <a:pt x="137851" y="79053"/>
                  <a:pt x="134950" y="89747"/>
                  <a:pt x="129147" y="96003"/>
                </a:cubicBezTo>
                <a:cubicBezTo>
                  <a:pt x="123343" y="102258"/>
                  <a:pt x="113487" y="105386"/>
                  <a:pt x="99577" y="105386"/>
                </a:cubicBezTo>
                <a:cubicBezTo>
                  <a:pt x="85668" y="105386"/>
                  <a:pt x="75756" y="102236"/>
                  <a:pt x="69842" y="95936"/>
                </a:cubicBezTo>
                <a:cubicBezTo>
                  <a:pt x="63928" y="89635"/>
                  <a:pt x="60971" y="78964"/>
                  <a:pt x="60971" y="63923"/>
                </a:cubicBezTo>
                <a:lnTo>
                  <a:pt x="60971" y="11296"/>
                </a:lnTo>
                <a:close/>
                <a:moveTo>
                  <a:pt x="161794" y="103393"/>
                </a:moveTo>
                <a:lnTo>
                  <a:pt x="161794" y="96349"/>
                </a:lnTo>
                <a:lnTo>
                  <a:pt x="172824" y="96349"/>
                </a:lnTo>
                <a:lnTo>
                  <a:pt x="172824" y="39869"/>
                </a:lnTo>
                <a:lnTo>
                  <a:pt x="161129" y="39869"/>
                </a:lnTo>
                <a:lnTo>
                  <a:pt x="161129" y="32692"/>
                </a:lnTo>
                <a:lnTo>
                  <a:pt x="185050" y="32692"/>
                </a:lnTo>
                <a:lnTo>
                  <a:pt x="185050" y="45317"/>
                </a:lnTo>
                <a:cubicBezTo>
                  <a:pt x="187310" y="40533"/>
                  <a:pt x="190244" y="36923"/>
                  <a:pt x="193855" y="34486"/>
                </a:cubicBezTo>
                <a:cubicBezTo>
                  <a:pt x="197465" y="32050"/>
                  <a:pt x="201662" y="30832"/>
                  <a:pt x="206447" y="30832"/>
                </a:cubicBezTo>
                <a:cubicBezTo>
                  <a:pt x="214243" y="30832"/>
                  <a:pt x="219980" y="33069"/>
                  <a:pt x="223657" y="37543"/>
                </a:cubicBezTo>
                <a:cubicBezTo>
                  <a:pt x="227333" y="42017"/>
                  <a:pt x="229172" y="48994"/>
                  <a:pt x="229172" y="58474"/>
                </a:cubicBezTo>
                <a:lnTo>
                  <a:pt x="229172" y="96349"/>
                </a:lnTo>
                <a:lnTo>
                  <a:pt x="240069" y="96349"/>
                </a:lnTo>
                <a:lnTo>
                  <a:pt x="240069" y="103393"/>
                </a:lnTo>
                <a:lnTo>
                  <a:pt x="206314" y="103393"/>
                </a:lnTo>
                <a:lnTo>
                  <a:pt x="206314" y="96349"/>
                </a:lnTo>
                <a:lnTo>
                  <a:pt x="216879" y="96349"/>
                </a:lnTo>
                <a:lnTo>
                  <a:pt x="216879" y="62328"/>
                </a:lnTo>
                <a:cubicBezTo>
                  <a:pt x="216879" y="53690"/>
                  <a:pt x="215816" y="47765"/>
                  <a:pt x="213689" y="44553"/>
                </a:cubicBezTo>
                <a:cubicBezTo>
                  <a:pt x="211563" y="41342"/>
                  <a:pt x="207820" y="39736"/>
                  <a:pt x="202460" y="39736"/>
                </a:cubicBezTo>
                <a:cubicBezTo>
                  <a:pt x="196789" y="39736"/>
                  <a:pt x="192470" y="41807"/>
                  <a:pt x="189502" y="45949"/>
                </a:cubicBezTo>
                <a:cubicBezTo>
                  <a:pt x="186534" y="50091"/>
                  <a:pt x="185050" y="56126"/>
                  <a:pt x="185050" y="64056"/>
                </a:cubicBezTo>
                <a:lnTo>
                  <a:pt x="185050" y="96349"/>
                </a:lnTo>
                <a:lnTo>
                  <a:pt x="195682" y="96349"/>
                </a:lnTo>
                <a:lnTo>
                  <a:pt x="195682" y="103393"/>
                </a:lnTo>
                <a:lnTo>
                  <a:pt x="161794" y="103393"/>
                </a:lnTo>
                <a:close/>
                <a:moveTo>
                  <a:pt x="314738" y="96349"/>
                </a:moveTo>
                <a:lnTo>
                  <a:pt x="326433" y="96349"/>
                </a:lnTo>
                <a:lnTo>
                  <a:pt x="326433" y="103393"/>
                </a:lnTo>
                <a:lnTo>
                  <a:pt x="302512" y="103393"/>
                </a:lnTo>
                <a:lnTo>
                  <a:pt x="302512" y="92367"/>
                </a:lnTo>
                <a:cubicBezTo>
                  <a:pt x="300120" y="96817"/>
                  <a:pt x="297074" y="100100"/>
                  <a:pt x="293375" y="102215"/>
                </a:cubicBezTo>
                <a:cubicBezTo>
                  <a:pt x="289676" y="104329"/>
                  <a:pt x="285103" y="105386"/>
                  <a:pt x="279654" y="105386"/>
                </a:cubicBezTo>
                <a:cubicBezTo>
                  <a:pt x="270971" y="105386"/>
                  <a:pt x="263873" y="101939"/>
                  <a:pt x="258357" y="95045"/>
                </a:cubicBezTo>
                <a:cubicBezTo>
                  <a:pt x="252842" y="88150"/>
                  <a:pt x="250085" y="79160"/>
                  <a:pt x="250085" y="68076"/>
                </a:cubicBezTo>
                <a:cubicBezTo>
                  <a:pt x="250085" y="56991"/>
                  <a:pt x="252831" y="48013"/>
                  <a:pt x="258324" y="41142"/>
                </a:cubicBezTo>
                <a:cubicBezTo>
                  <a:pt x="263817" y="34268"/>
                  <a:pt x="270927" y="30832"/>
                  <a:pt x="279654" y="30832"/>
                </a:cubicBezTo>
                <a:cubicBezTo>
                  <a:pt x="285103" y="30832"/>
                  <a:pt x="289676" y="31889"/>
                  <a:pt x="293375" y="34003"/>
                </a:cubicBezTo>
                <a:cubicBezTo>
                  <a:pt x="297074" y="36116"/>
                  <a:pt x="300120" y="39399"/>
                  <a:pt x="302512" y="43849"/>
                </a:cubicBezTo>
                <a:lnTo>
                  <a:pt x="302512" y="7043"/>
                </a:lnTo>
                <a:lnTo>
                  <a:pt x="290950" y="7043"/>
                </a:lnTo>
                <a:lnTo>
                  <a:pt x="290950" y="0"/>
                </a:lnTo>
                <a:lnTo>
                  <a:pt x="314738" y="0"/>
                </a:lnTo>
                <a:lnTo>
                  <a:pt x="314738" y="96349"/>
                </a:lnTo>
                <a:moveTo>
                  <a:pt x="302512" y="71593"/>
                </a:moveTo>
                <a:lnTo>
                  <a:pt x="302512" y="64625"/>
                </a:lnTo>
                <a:cubicBezTo>
                  <a:pt x="302512" y="56173"/>
                  <a:pt x="300884" y="49713"/>
                  <a:pt x="297628" y="45245"/>
                </a:cubicBezTo>
                <a:cubicBezTo>
                  <a:pt x="294372" y="40775"/>
                  <a:pt x="289643" y="38540"/>
                  <a:pt x="283441" y="38540"/>
                </a:cubicBezTo>
                <a:cubicBezTo>
                  <a:pt x="277151" y="38540"/>
                  <a:pt x="272400" y="41018"/>
                  <a:pt x="269188" y="45974"/>
                </a:cubicBezTo>
                <a:cubicBezTo>
                  <a:pt x="265977" y="50929"/>
                  <a:pt x="264371" y="58297"/>
                  <a:pt x="264371" y="68076"/>
                </a:cubicBezTo>
                <a:cubicBezTo>
                  <a:pt x="264371" y="77810"/>
                  <a:pt x="265977" y="85178"/>
                  <a:pt x="269188" y="90178"/>
                </a:cubicBezTo>
                <a:cubicBezTo>
                  <a:pt x="272400" y="95178"/>
                  <a:pt x="277151" y="97678"/>
                  <a:pt x="283441" y="97678"/>
                </a:cubicBezTo>
                <a:cubicBezTo>
                  <a:pt x="289643" y="97678"/>
                  <a:pt x="294372" y="95455"/>
                  <a:pt x="297628" y="91009"/>
                </a:cubicBezTo>
                <a:cubicBezTo>
                  <a:pt x="300884" y="86561"/>
                  <a:pt x="302512" y="80089"/>
                  <a:pt x="302512" y="71593"/>
                </a:cubicBezTo>
                <a:close/>
                <a:moveTo>
                  <a:pt x="343624" y="10665"/>
                </a:moveTo>
                <a:cubicBezTo>
                  <a:pt x="343624" y="8619"/>
                  <a:pt x="344366" y="6839"/>
                  <a:pt x="345850" y="5326"/>
                </a:cubicBezTo>
                <a:cubicBezTo>
                  <a:pt x="347334" y="3813"/>
                  <a:pt x="349117" y="3057"/>
                  <a:pt x="351199" y="3057"/>
                </a:cubicBezTo>
                <a:cubicBezTo>
                  <a:pt x="353237" y="3057"/>
                  <a:pt x="354998" y="3813"/>
                  <a:pt x="356482" y="5326"/>
                </a:cubicBezTo>
                <a:cubicBezTo>
                  <a:pt x="357966" y="6839"/>
                  <a:pt x="358708" y="8619"/>
                  <a:pt x="358708" y="10665"/>
                </a:cubicBezTo>
                <a:cubicBezTo>
                  <a:pt x="358708" y="12757"/>
                  <a:pt x="357977" y="14537"/>
                  <a:pt x="356515" y="16006"/>
                </a:cubicBezTo>
                <a:cubicBezTo>
                  <a:pt x="355053" y="17473"/>
                  <a:pt x="353281" y="18207"/>
                  <a:pt x="351199" y="18207"/>
                </a:cubicBezTo>
                <a:cubicBezTo>
                  <a:pt x="349117" y="18207"/>
                  <a:pt x="347334" y="17473"/>
                  <a:pt x="345850" y="16006"/>
                </a:cubicBezTo>
                <a:cubicBezTo>
                  <a:pt x="344366" y="14537"/>
                  <a:pt x="343624" y="12757"/>
                  <a:pt x="343624" y="10665"/>
                </a:cubicBezTo>
                <a:moveTo>
                  <a:pt x="359239" y="96349"/>
                </a:moveTo>
                <a:lnTo>
                  <a:pt x="370801" y="96349"/>
                </a:lnTo>
                <a:lnTo>
                  <a:pt x="370801" y="103393"/>
                </a:lnTo>
                <a:lnTo>
                  <a:pt x="335318" y="103393"/>
                </a:lnTo>
                <a:lnTo>
                  <a:pt x="335318" y="96349"/>
                </a:lnTo>
                <a:lnTo>
                  <a:pt x="347013" y="96349"/>
                </a:lnTo>
                <a:lnTo>
                  <a:pt x="347013" y="39869"/>
                </a:lnTo>
                <a:lnTo>
                  <a:pt x="335318" y="39869"/>
                </a:lnTo>
                <a:lnTo>
                  <a:pt x="335318" y="32692"/>
                </a:lnTo>
                <a:lnTo>
                  <a:pt x="359239" y="32692"/>
                </a:lnTo>
                <a:lnTo>
                  <a:pt x="359239" y="96349"/>
                </a:lnTo>
                <a:close/>
                <a:moveTo>
                  <a:pt x="381454" y="99539"/>
                </a:moveTo>
                <a:lnTo>
                  <a:pt x="381454" y="83060"/>
                </a:lnTo>
                <a:lnTo>
                  <a:pt x="388497" y="83060"/>
                </a:lnTo>
                <a:cubicBezTo>
                  <a:pt x="388674" y="88309"/>
                  <a:pt x="390324" y="92235"/>
                  <a:pt x="393447" y="94838"/>
                </a:cubicBezTo>
                <a:cubicBezTo>
                  <a:pt x="396570" y="97440"/>
                  <a:pt x="401189" y="98741"/>
                  <a:pt x="407302" y="98741"/>
                </a:cubicBezTo>
                <a:cubicBezTo>
                  <a:pt x="412795" y="98741"/>
                  <a:pt x="416981" y="97714"/>
                  <a:pt x="419860" y="95658"/>
                </a:cubicBezTo>
                <a:cubicBezTo>
                  <a:pt x="422740" y="93601"/>
                  <a:pt x="424180" y="90604"/>
                  <a:pt x="424180" y="86669"/>
                </a:cubicBezTo>
                <a:cubicBezTo>
                  <a:pt x="424180" y="83573"/>
                  <a:pt x="423127" y="81075"/>
                  <a:pt x="421023" y="79175"/>
                </a:cubicBezTo>
                <a:cubicBezTo>
                  <a:pt x="418919" y="77273"/>
                  <a:pt x="414478" y="75238"/>
                  <a:pt x="407700" y="73072"/>
                </a:cubicBezTo>
                <a:lnTo>
                  <a:pt x="398863" y="70075"/>
                </a:lnTo>
                <a:cubicBezTo>
                  <a:pt x="392794" y="68125"/>
                  <a:pt x="388397" y="65686"/>
                  <a:pt x="385673" y="62760"/>
                </a:cubicBezTo>
                <a:cubicBezTo>
                  <a:pt x="382949" y="59832"/>
                  <a:pt x="381586" y="56107"/>
                  <a:pt x="381586" y="51584"/>
                </a:cubicBezTo>
                <a:cubicBezTo>
                  <a:pt x="381586" y="45110"/>
                  <a:pt x="383956" y="40033"/>
                  <a:pt x="388696" y="36353"/>
                </a:cubicBezTo>
                <a:cubicBezTo>
                  <a:pt x="393436" y="32672"/>
                  <a:pt x="399993" y="30832"/>
                  <a:pt x="408365" y="30832"/>
                </a:cubicBezTo>
                <a:cubicBezTo>
                  <a:pt x="412086" y="30832"/>
                  <a:pt x="416006" y="31319"/>
                  <a:pt x="420126" y="32294"/>
                </a:cubicBezTo>
                <a:cubicBezTo>
                  <a:pt x="424246" y="33268"/>
                  <a:pt x="428499" y="34686"/>
                  <a:pt x="432884" y="36546"/>
                </a:cubicBezTo>
                <a:lnTo>
                  <a:pt x="432884" y="51962"/>
                </a:lnTo>
                <a:lnTo>
                  <a:pt x="425841" y="51962"/>
                </a:lnTo>
                <a:cubicBezTo>
                  <a:pt x="425664" y="47420"/>
                  <a:pt x="424069" y="43871"/>
                  <a:pt x="421056" y="41314"/>
                </a:cubicBezTo>
                <a:cubicBezTo>
                  <a:pt x="418044" y="38756"/>
                  <a:pt x="413947" y="37477"/>
                  <a:pt x="408764" y="37477"/>
                </a:cubicBezTo>
                <a:cubicBezTo>
                  <a:pt x="403625" y="37477"/>
                  <a:pt x="399738" y="38383"/>
                  <a:pt x="397102" y="40197"/>
                </a:cubicBezTo>
                <a:cubicBezTo>
                  <a:pt x="394466" y="42009"/>
                  <a:pt x="393148" y="44727"/>
                  <a:pt x="393148" y="48351"/>
                </a:cubicBezTo>
                <a:cubicBezTo>
                  <a:pt x="393148" y="51314"/>
                  <a:pt x="394145" y="53691"/>
                  <a:pt x="396139" y="55482"/>
                </a:cubicBezTo>
                <a:cubicBezTo>
                  <a:pt x="398132" y="57272"/>
                  <a:pt x="402119" y="59095"/>
                  <a:pt x="408099" y="60951"/>
                </a:cubicBezTo>
                <a:lnTo>
                  <a:pt x="417801" y="63948"/>
                </a:lnTo>
                <a:cubicBezTo>
                  <a:pt x="424490" y="66032"/>
                  <a:pt x="429307" y="68638"/>
                  <a:pt x="432253" y="71764"/>
                </a:cubicBezTo>
                <a:cubicBezTo>
                  <a:pt x="435199" y="74889"/>
                  <a:pt x="436672" y="78914"/>
                  <a:pt x="436672" y="83836"/>
                </a:cubicBezTo>
                <a:cubicBezTo>
                  <a:pt x="436672" y="90531"/>
                  <a:pt x="434113" y="95796"/>
                  <a:pt x="428997" y="99632"/>
                </a:cubicBezTo>
                <a:cubicBezTo>
                  <a:pt x="423881" y="103468"/>
                  <a:pt x="416826" y="105386"/>
                  <a:pt x="407833" y="105386"/>
                </a:cubicBezTo>
                <a:cubicBezTo>
                  <a:pt x="403271" y="105386"/>
                  <a:pt x="398819" y="104899"/>
                  <a:pt x="394477" y="103924"/>
                </a:cubicBezTo>
                <a:cubicBezTo>
                  <a:pt x="390136" y="102950"/>
                  <a:pt x="385795" y="101488"/>
                  <a:pt x="381454" y="99539"/>
                </a:cubicBezTo>
                <a:close/>
                <a:moveTo>
                  <a:pt x="512777" y="82129"/>
                </a:moveTo>
                <a:cubicBezTo>
                  <a:pt x="511050" y="89703"/>
                  <a:pt x="507727" y="95473"/>
                  <a:pt x="502810" y="99439"/>
                </a:cubicBezTo>
                <a:cubicBezTo>
                  <a:pt x="497893" y="103404"/>
                  <a:pt x="491536" y="105386"/>
                  <a:pt x="483740" y="105386"/>
                </a:cubicBezTo>
                <a:cubicBezTo>
                  <a:pt x="473462" y="105386"/>
                  <a:pt x="465201" y="101984"/>
                  <a:pt x="458955" y="95178"/>
                </a:cubicBezTo>
                <a:cubicBezTo>
                  <a:pt x="452709" y="88371"/>
                  <a:pt x="449586" y="79337"/>
                  <a:pt x="449586" y="68076"/>
                </a:cubicBezTo>
                <a:cubicBezTo>
                  <a:pt x="449586" y="56770"/>
                  <a:pt x="452709" y="47737"/>
                  <a:pt x="458955" y="40975"/>
                </a:cubicBezTo>
                <a:cubicBezTo>
                  <a:pt x="465201" y="34213"/>
                  <a:pt x="473462" y="30832"/>
                  <a:pt x="483740" y="30832"/>
                </a:cubicBezTo>
                <a:cubicBezTo>
                  <a:pt x="488214" y="30832"/>
                  <a:pt x="492666" y="31358"/>
                  <a:pt x="497096" y="32410"/>
                </a:cubicBezTo>
                <a:cubicBezTo>
                  <a:pt x="501526" y="33462"/>
                  <a:pt x="505978" y="35062"/>
                  <a:pt x="510452" y="37211"/>
                </a:cubicBezTo>
                <a:lnTo>
                  <a:pt x="510452" y="55285"/>
                </a:lnTo>
                <a:lnTo>
                  <a:pt x="503342" y="55285"/>
                </a:lnTo>
                <a:cubicBezTo>
                  <a:pt x="502412" y="49083"/>
                  <a:pt x="500385" y="44564"/>
                  <a:pt x="497262" y="41729"/>
                </a:cubicBezTo>
                <a:cubicBezTo>
                  <a:pt x="494139" y="38894"/>
                  <a:pt x="489676" y="37477"/>
                  <a:pt x="483873" y="37477"/>
                </a:cubicBezTo>
                <a:cubicBezTo>
                  <a:pt x="477272" y="37477"/>
                  <a:pt x="472289" y="40032"/>
                  <a:pt x="468922" y="45143"/>
                </a:cubicBezTo>
                <a:cubicBezTo>
                  <a:pt x="465555" y="50254"/>
                  <a:pt x="463872" y="57898"/>
                  <a:pt x="463872" y="68076"/>
                </a:cubicBezTo>
                <a:cubicBezTo>
                  <a:pt x="463872" y="78253"/>
                  <a:pt x="465544" y="85909"/>
                  <a:pt x="468889" y="91042"/>
                </a:cubicBezTo>
                <a:cubicBezTo>
                  <a:pt x="472233" y="96175"/>
                  <a:pt x="477228" y="98741"/>
                  <a:pt x="483873" y="98741"/>
                </a:cubicBezTo>
                <a:cubicBezTo>
                  <a:pt x="489144" y="98741"/>
                  <a:pt x="493352" y="97363"/>
                  <a:pt x="496498" y="94605"/>
                </a:cubicBezTo>
                <a:cubicBezTo>
                  <a:pt x="499643" y="91847"/>
                  <a:pt x="501791" y="87689"/>
                  <a:pt x="502943" y="82129"/>
                </a:cubicBezTo>
                <a:lnTo>
                  <a:pt x="512777" y="82129"/>
                </a:lnTo>
                <a:close/>
                <a:moveTo>
                  <a:pt x="546923" y="96349"/>
                </a:moveTo>
                <a:lnTo>
                  <a:pt x="558485" y="96349"/>
                </a:lnTo>
                <a:lnTo>
                  <a:pt x="558485" y="103393"/>
                </a:lnTo>
                <a:lnTo>
                  <a:pt x="522936" y="103393"/>
                </a:lnTo>
                <a:lnTo>
                  <a:pt x="522936" y="96349"/>
                </a:lnTo>
                <a:lnTo>
                  <a:pt x="534697" y="96349"/>
                </a:lnTo>
                <a:lnTo>
                  <a:pt x="534697" y="7043"/>
                </a:lnTo>
                <a:lnTo>
                  <a:pt x="522936" y="7043"/>
                </a:lnTo>
                <a:lnTo>
                  <a:pt x="522936" y="0"/>
                </a:lnTo>
                <a:lnTo>
                  <a:pt x="546923" y="0"/>
                </a:lnTo>
                <a:lnTo>
                  <a:pt x="546923" y="96349"/>
                </a:lnTo>
                <a:close/>
                <a:moveTo>
                  <a:pt x="603358" y="98741"/>
                </a:moveTo>
                <a:cubicBezTo>
                  <a:pt x="609914" y="98741"/>
                  <a:pt x="614865" y="96153"/>
                  <a:pt x="618209" y="90975"/>
                </a:cubicBezTo>
                <a:cubicBezTo>
                  <a:pt x="621554" y="85798"/>
                  <a:pt x="623226" y="78165"/>
                  <a:pt x="623226" y="68076"/>
                </a:cubicBezTo>
                <a:cubicBezTo>
                  <a:pt x="623226" y="57987"/>
                  <a:pt x="621554" y="50365"/>
                  <a:pt x="618209" y="45209"/>
                </a:cubicBezTo>
                <a:cubicBezTo>
                  <a:pt x="614865" y="40054"/>
                  <a:pt x="609914" y="37477"/>
                  <a:pt x="603358" y="37477"/>
                </a:cubicBezTo>
                <a:cubicBezTo>
                  <a:pt x="596802" y="37477"/>
                  <a:pt x="591852" y="40054"/>
                  <a:pt x="588507" y="45209"/>
                </a:cubicBezTo>
                <a:cubicBezTo>
                  <a:pt x="585162" y="50365"/>
                  <a:pt x="583490" y="57987"/>
                  <a:pt x="583490" y="68076"/>
                </a:cubicBezTo>
                <a:cubicBezTo>
                  <a:pt x="583490" y="78165"/>
                  <a:pt x="585174" y="85798"/>
                  <a:pt x="588540" y="90975"/>
                </a:cubicBezTo>
                <a:cubicBezTo>
                  <a:pt x="591907" y="96153"/>
                  <a:pt x="596846" y="98741"/>
                  <a:pt x="603358" y="98741"/>
                </a:cubicBezTo>
                <a:moveTo>
                  <a:pt x="603358" y="105386"/>
                </a:moveTo>
                <a:cubicBezTo>
                  <a:pt x="593081" y="105386"/>
                  <a:pt x="584819" y="101984"/>
                  <a:pt x="578573" y="95178"/>
                </a:cubicBezTo>
                <a:cubicBezTo>
                  <a:pt x="572327" y="88371"/>
                  <a:pt x="569204" y="79337"/>
                  <a:pt x="569204" y="68076"/>
                </a:cubicBezTo>
                <a:cubicBezTo>
                  <a:pt x="569204" y="56814"/>
                  <a:pt x="572316" y="47792"/>
                  <a:pt x="578540" y="41009"/>
                </a:cubicBezTo>
                <a:cubicBezTo>
                  <a:pt x="584764" y="34224"/>
                  <a:pt x="593037" y="30832"/>
                  <a:pt x="603358" y="30832"/>
                </a:cubicBezTo>
                <a:cubicBezTo>
                  <a:pt x="613680" y="30832"/>
                  <a:pt x="621952" y="34224"/>
                  <a:pt x="628176" y="41009"/>
                </a:cubicBezTo>
                <a:cubicBezTo>
                  <a:pt x="634400" y="47792"/>
                  <a:pt x="637512" y="56814"/>
                  <a:pt x="637512" y="68076"/>
                </a:cubicBezTo>
                <a:cubicBezTo>
                  <a:pt x="637512" y="79337"/>
                  <a:pt x="634400" y="88371"/>
                  <a:pt x="628176" y="95178"/>
                </a:cubicBezTo>
                <a:cubicBezTo>
                  <a:pt x="621952" y="101984"/>
                  <a:pt x="613680" y="105386"/>
                  <a:pt x="603358" y="105386"/>
                </a:cubicBezTo>
                <a:close/>
                <a:moveTo>
                  <a:pt x="651719" y="99539"/>
                </a:moveTo>
                <a:lnTo>
                  <a:pt x="651719" y="83060"/>
                </a:lnTo>
                <a:lnTo>
                  <a:pt x="658763" y="83060"/>
                </a:lnTo>
                <a:cubicBezTo>
                  <a:pt x="658940" y="88309"/>
                  <a:pt x="660590" y="92235"/>
                  <a:pt x="663713" y="94838"/>
                </a:cubicBezTo>
                <a:cubicBezTo>
                  <a:pt x="666836" y="97440"/>
                  <a:pt x="671454" y="98741"/>
                  <a:pt x="677568" y="98741"/>
                </a:cubicBezTo>
                <a:cubicBezTo>
                  <a:pt x="683061" y="98741"/>
                  <a:pt x="687247" y="97714"/>
                  <a:pt x="690126" y="95658"/>
                </a:cubicBezTo>
                <a:cubicBezTo>
                  <a:pt x="693006" y="93601"/>
                  <a:pt x="694445" y="90604"/>
                  <a:pt x="694445" y="86669"/>
                </a:cubicBezTo>
                <a:cubicBezTo>
                  <a:pt x="694445" y="83573"/>
                  <a:pt x="693393" y="81075"/>
                  <a:pt x="691289" y="79175"/>
                </a:cubicBezTo>
                <a:cubicBezTo>
                  <a:pt x="689185" y="77273"/>
                  <a:pt x="684744" y="75238"/>
                  <a:pt x="677966" y="73072"/>
                </a:cubicBezTo>
                <a:lnTo>
                  <a:pt x="669129" y="70075"/>
                </a:lnTo>
                <a:cubicBezTo>
                  <a:pt x="663060" y="68125"/>
                  <a:pt x="658663" y="65686"/>
                  <a:pt x="655939" y="62760"/>
                </a:cubicBezTo>
                <a:cubicBezTo>
                  <a:pt x="653214" y="59832"/>
                  <a:pt x="651852" y="56107"/>
                  <a:pt x="651852" y="51584"/>
                </a:cubicBezTo>
                <a:cubicBezTo>
                  <a:pt x="651852" y="45110"/>
                  <a:pt x="654222" y="40033"/>
                  <a:pt x="658962" y="36353"/>
                </a:cubicBezTo>
                <a:cubicBezTo>
                  <a:pt x="663702" y="32672"/>
                  <a:pt x="670258" y="30832"/>
                  <a:pt x="678631" y="30832"/>
                </a:cubicBezTo>
                <a:cubicBezTo>
                  <a:pt x="682352" y="30832"/>
                  <a:pt x="686272" y="31319"/>
                  <a:pt x="690392" y="32294"/>
                </a:cubicBezTo>
                <a:cubicBezTo>
                  <a:pt x="694512" y="33268"/>
                  <a:pt x="698764" y="34686"/>
                  <a:pt x="703150" y="36546"/>
                </a:cubicBezTo>
                <a:lnTo>
                  <a:pt x="703150" y="51962"/>
                </a:lnTo>
                <a:lnTo>
                  <a:pt x="696107" y="51962"/>
                </a:lnTo>
                <a:cubicBezTo>
                  <a:pt x="695929" y="47420"/>
                  <a:pt x="694335" y="43871"/>
                  <a:pt x="691322" y="41314"/>
                </a:cubicBezTo>
                <a:cubicBezTo>
                  <a:pt x="688310" y="38756"/>
                  <a:pt x="684212" y="37477"/>
                  <a:pt x="679029" y="37477"/>
                </a:cubicBezTo>
                <a:cubicBezTo>
                  <a:pt x="673891" y="37477"/>
                  <a:pt x="670004" y="38383"/>
                  <a:pt x="667368" y="40197"/>
                </a:cubicBezTo>
                <a:cubicBezTo>
                  <a:pt x="664732" y="42009"/>
                  <a:pt x="663414" y="44727"/>
                  <a:pt x="663414" y="48351"/>
                </a:cubicBezTo>
                <a:cubicBezTo>
                  <a:pt x="663414" y="51314"/>
                  <a:pt x="664411" y="53691"/>
                  <a:pt x="666404" y="55482"/>
                </a:cubicBezTo>
                <a:cubicBezTo>
                  <a:pt x="668398" y="57272"/>
                  <a:pt x="672385" y="59095"/>
                  <a:pt x="678365" y="60951"/>
                </a:cubicBezTo>
                <a:lnTo>
                  <a:pt x="688066" y="63948"/>
                </a:lnTo>
                <a:cubicBezTo>
                  <a:pt x="694755" y="66032"/>
                  <a:pt x="699573" y="68638"/>
                  <a:pt x="702519" y="71764"/>
                </a:cubicBezTo>
                <a:cubicBezTo>
                  <a:pt x="705465" y="74889"/>
                  <a:pt x="706937" y="78914"/>
                  <a:pt x="706937" y="83836"/>
                </a:cubicBezTo>
                <a:cubicBezTo>
                  <a:pt x="706937" y="90531"/>
                  <a:pt x="704379" y="95796"/>
                  <a:pt x="699263" y="99632"/>
                </a:cubicBezTo>
                <a:cubicBezTo>
                  <a:pt x="694146" y="103468"/>
                  <a:pt x="687092" y="105386"/>
                  <a:pt x="678099" y="105386"/>
                </a:cubicBezTo>
                <a:cubicBezTo>
                  <a:pt x="673536" y="105386"/>
                  <a:pt x="669084" y="104899"/>
                  <a:pt x="664743" y="103924"/>
                </a:cubicBezTo>
                <a:cubicBezTo>
                  <a:pt x="660402" y="102950"/>
                  <a:pt x="656061" y="101488"/>
                  <a:pt x="651719" y="99539"/>
                </a:cubicBezTo>
                <a:close/>
                <a:moveTo>
                  <a:pt x="786830" y="69371"/>
                </a:moveTo>
                <a:lnTo>
                  <a:pt x="734137" y="69371"/>
                </a:lnTo>
                <a:lnTo>
                  <a:pt x="734137" y="69903"/>
                </a:lnTo>
                <a:cubicBezTo>
                  <a:pt x="734137" y="79427"/>
                  <a:pt x="735931" y="86615"/>
                  <a:pt x="739519" y="91465"/>
                </a:cubicBezTo>
                <a:cubicBezTo>
                  <a:pt x="743107" y="96316"/>
                  <a:pt x="748401" y="98741"/>
                  <a:pt x="755400" y="98741"/>
                </a:cubicBezTo>
                <a:cubicBezTo>
                  <a:pt x="760760" y="98741"/>
                  <a:pt x="765157" y="97335"/>
                  <a:pt x="768590" y="94522"/>
                </a:cubicBezTo>
                <a:cubicBezTo>
                  <a:pt x="772023" y="91709"/>
                  <a:pt x="774427" y="87534"/>
                  <a:pt x="775800" y="81997"/>
                </a:cubicBezTo>
                <a:lnTo>
                  <a:pt x="785634" y="81997"/>
                </a:lnTo>
                <a:cubicBezTo>
                  <a:pt x="783685" y="89771"/>
                  <a:pt x="780086" y="95613"/>
                  <a:pt x="774836" y="99522"/>
                </a:cubicBezTo>
                <a:cubicBezTo>
                  <a:pt x="769587" y="103432"/>
                  <a:pt x="762687" y="105386"/>
                  <a:pt x="754138" y="105386"/>
                </a:cubicBezTo>
                <a:cubicBezTo>
                  <a:pt x="743816" y="105386"/>
                  <a:pt x="735521" y="101984"/>
                  <a:pt x="729253" y="95178"/>
                </a:cubicBezTo>
                <a:cubicBezTo>
                  <a:pt x="722985" y="88371"/>
                  <a:pt x="719851" y="79337"/>
                  <a:pt x="719851" y="68076"/>
                </a:cubicBezTo>
                <a:cubicBezTo>
                  <a:pt x="719851" y="56903"/>
                  <a:pt x="722929" y="47903"/>
                  <a:pt x="729087" y="41075"/>
                </a:cubicBezTo>
                <a:cubicBezTo>
                  <a:pt x="735244" y="34246"/>
                  <a:pt x="743329" y="30832"/>
                  <a:pt x="753340" y="30832"/>
                </a:cubicBezTo>
                <a:cubicBezTo>
                  <a:pt x="764016" y="30832"/>
                  <a:pt x="772212" y="34121"/>
                  <a:pt x="777926" y="40699"/>
                </a:cubicBezTo>
                <a:cubicBezTo>
                  <a:pt x="783641" y="47278"/>
                  <a:pt x="786609" y="56835"/>
                  <a:pt x="786830" y="69371"/>
                </a:cubicBezTo>
                <a:moveTo>
                  <a:pt x="772411" y="62328"/>
                </a:moveTo>
                <a:cubicBezTo>
                  <a:pt x="772145" y="54111"/>
                  <a:pt x="770406" y="47914"/>
                  <a:pt x="767195" y="43739"/>
                </a:cubicBezTo>
                <a:cubicBezTo>
                  <a:pt x="763983" y="39564"/>
                  <a:pt x="759365" y="37477"/>
                  <a:pt x="753340" y="37477"/>
                </a:cubicBezTo>
                <a:cubicBezTo>
                  <a:pt x="747715" y="37477"/>
                  <a:pt x="743285" y="39575"/>
                  <a:pt x="740051" y="43772"/>
                </a:cubicBezTo>
                <a:cubicBezTo>
                  <a:pt x="736817" y="47970"/>
                  <a:pt x="734846" y="54155"/>
                  <a:pt x="734137" y="62328"/>
                </a:cubicBezTo>
                <a:lnTo>
                  <a:pt x="772411" y="62328"/>
                </a:lnTo>
                <a:close/>
                <a:moveTo>
                  <a:pt x="864387" y="96349"/>
                </a:moveTo>
                <a:lnTo>
                  <a:pt x="876082" y="96349"/>
                </a:lnTo>
                <a:lnTo>
                  <a:pt x="876082" y="103393"/>
                </a:lnTo>
                <a:lnTo>
                  <a:pt x="852160" y="103393"/>
                </a:lnTo>
                <a:lnTo>
                  <a:pt x="852160" y="92367"/>
                </a:lnTo>
                <a:cubicBezTo>
                  <a:pt x="849768" y="96817"/>
                  <a:pt x="846723" y="100100"/>
                  <a:pt x="843024" y="102215"/>
                </a:cubicBezTo>
                <a:cubicBezTo>
                  <a:pt x="839325" y="104329"/>
                  <a:pt x="834751" y="105386"/>
                  <a:pt x="829302" y="105386"/>
                </a:cubicBezTo>
                <a:cubicBezTo>
                  <a:pt x="820620" y="105386"/>
                  <a:pt x="813521" y="101939"/>
                  <a:pt x="808006" y="95045"/>
                </a:cubicBezTo>
                <a:cubicBezTo>
                  <a:pt x="802491" y="88150"/>
                  <a:pt x="799733" y="79160"/>
                  <a:pt x="799733" y="68076"/>
                </a:cubicBezTo>
                <a:cubicBezTo>
                  <a:pt x="799733" y="56991"/>
                  <a:pt x="802480" y="48013"/>
                  <a:pt x="807973" y="41142"/>
                </a:cubicBezTo>
                <a:cubicBezTo>
                  <a:pt x="813466" y="34268"/>
                  <a:pt x="820575" y="30832"/>
                  <a:pt x="829302" y="30832"/>
                </a:cubicBezTo>
                <a:cubicBezTo>
                  <a:pt x="834751" y="30832"/>
                  <a:pt x="839325" y="31889"/>
                  <a:pt x="843024" y="34003"/>
                </a:cubicBezTo>
                <a:cubicBezTo>
                  <a:pt x="846723" y="36116"/>
                  <a:pt x="849768" y="39399"/>
                  <a:pt x="852160" y="43849"/>
                </a:cubicBezTo>
                <a:lnTo>
                  <a:pt x="852160" y="7043"/>
                </a:lnTo>
                <a:lnTo>
                  <a:pt x="840598" y="7043"/>
                </a:lnTo>
                <a:lnTo>
                  <a:pt x="840598" y="0"/>
                </a:lnTo>
                <a:lnTo>
                  <a:pt x="864387" y="0"/>
                </a:lnTo>
                <a:lnTo>
                  <a:pt x="864387" y="96349"/>
                </a:lnTo>
                <a:moveTo>
                  <a:pt x="852160" y="71593"/>
                </a:moveTo>
                <a:lnTo>
                  <a:pt x="852160" y="64625"/>
                </a:lnTo>
                <a:cubicBezTo>
                  <a:pt x="852160" y="56173"/>
                  <a:pt x="850532" y="49713"/>
                  <a:pt x="847276" y="45245"/>
                </a:cubicBezTo>
                <a:cubicBezTo>
                  <a:pt x="844020" y="40775"/>
                  <a:pt x="839292" y="38540"/>
                  <a:pt x="833090" y="38540"/>
                </a:cubicBezTo>
                <a:cubicBezTo>
                  <a:pt x="826799" y="38540"/>
                  <a:pt x="822048" y="41018"/>
                  <a:pt x="818837" y="45974"/>
                </a:cubicBezTo>
                <a:cubicBezTo>
                  <a:pt x="815625" y="50929"/>
                  <a:pt x="814019" y="58297"/>
                  <a:pt x="814019" y="68076"/>
                </a:cubicBezTo>
                <a:cubicBezTo>
                  <a:pt x="814019" y="77810"/>
                  <a:pt x="815625" y="85178"/>
                  <a:pt x="818837" y="90178"/>
                </a:cubicBezTo>
                <a:cubicBezTo>
                  <a:pt x="822048" y="95178"/>
                  <a:pt x="826799" y="97678"/>
                  <a:pt x="833090" y="97678"/>
                </a:cubicBezTo>
                <a:cubicBezTo>
                  <a:pt x="839292" y="97678"/>
                  <a:pt x="844020" y="95455"/>
                  <a:pt x="847276" y="91009"/>
                </a:cubicBezTo>
                <a:cubicBezTo>
                  <a:pt x="850532" y="86561"/>
                  <a:pt x="852160" y="80089"/>
                  <a:pt x="852160" y="71593"/>
                </a:cubicBezTo>
                <a:close/>
                <a:moveTo>
                  <a:pt x="889684" y="124656"/>
                </a:moveTo>
                <a:lnTo>
                  <a:pt x="889684" y="118140"/>
                </a:lnTo>
                <a:cubicBezTo>
                  <a:pt x="896506" y="113442"/>
                  <a:pt x="901412" y="106827"/>
                  <a:pt x="904402" y="98295"/>
                </a:cubicBezTo>
                <a:cubicBezTo>
                  <a:pt x="907393" y="89763"/>
                  <a:pt x="908888" y="77785"/>
                  <a:pt x="908888" y="62361"/>
                </a:cubicBezTo>
                <a:cubicBezTo>
                  <a:pt x="908888" y="46893"/>
                  <a:pt x="907393" y="34893"/>
                  <a:pt x="904402" y="26361"/>
                </a:cubicBezTo>
                <a:cubicBezTo>
                  <a:pt x="901412" y="17829"/>
                  <a:pt x="896506" y="11214"/>
                  <a:pt x="889684" y="6516"/>
                </a:cubicBezTo>
                <a:lnTo>
                  <a:pt x="889684" y="0"/>
                </a:lnTo>
                <a:cubicBezTo>
                  <a:pt x="900493" y="4831"/>
                  <a:pt x="908644" y="12488"/>
                  <a:pt x="914137" y="22970"/>
                </a:cubicBezTo>
                <a:cubicBezTo>
                  <a:pt x="919630" y="33452"/>
                  <a:pt x="922377" y="46583"/>
                  <a:pt x="922377" y="62361"/>
                </a:cubicBezTo>
                <a:cubicBezTo>
                  <a:pt x="922377" y="78096"/>
                  <a:pt x="919630" y="91204"/>
                  <a:pt x="914137" y="101686"/>
                </a:cubicBezTo>
                <a:cubicBezTo>
                  <a:pt x="908644" y="112168"/>
                  <a:pt x="900493" y="119825"/>
                  <a:pt x="889684" y="1246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61923E-E5DF-4A1D-A64A-FA1077FE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209" y="1547299"/>
            <a:ext cx="768232" cy="580282"/>
          </a:xfrm>
          <a:custGeom xmlns:a="http://schemas.openxmlformats.org/drawingml/2006/main">
            <a:pathLst>
              <a:path w="768232" h="580282">
                <a:moveTo>
                  <a:pt x="384107" y="580282"/>
                </a:moveTo>
                <a:lnTo>
                  <a:pt x="37499" y="580282"/>
                </a:lnTo>
                <a:cubicBezTo>
                  <a:pt x="16956" y="580282"/>
                  <a:pt x="0" y="563344"/>
                  <a:pt x="0" y="542801"/>
                </a:cubicBezTo>
                <a:lnTo>
                  <a:pt x="0" y="38007"/>
                </a:lnTo>
                <a:cubicBezTo>
                  <a:pt x="0" y="16956"/>
                  <a:pt x="16956" y="0"/>
                  <a:pt x="37499" y="0"/>
                </a:cubicBezTo>
                <a:lnTo>
                  <a:pt x="730733" y="0"/>
                </a:lnTo>
                <a:cubicBezTo>
                  <a:pt x="751783" y="0"/>
                  <a:pt x="768232" y="16956"/>
                  <a:pt x="768232" y="38007"/>
                </a:cubicBezTo>
                <a:lnTo>
                  <a:pt x="768232" y="542801"/>
                </a:lnTo>
                <a:cubicBezTo>
                  <a:pt x="768232" y="563344"/>
                  <a:pt x="751783" y="580282"/>
                  <a:pt x="730733" y="580282"/>
                </a:cubicBezTo>
                <a:lnTo>
                  <a:pt x="384107" y="580282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422">
            <a:extLst xmlns:a="http://schemas.openxmlformats.org/drawingml/2006/main">
              <a:ext uri="{FF2B5EF4-FFF2-40B4-BE49-F238E27FC236}">
                <a16:creationId xmlns:a16="http://schemas.microsoft.com/office/drawing/2014/main" id="{214E5732-695C-4605-AA97-716B0D79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359" y="1712554"/>
            <a:ext cx="326280" cy="123871"/>
          </a:xfrm>
          <a:custGeom xmlns:a="http://schemas.openxmlformats.org/drawingml/2006/main">
            <a:pathLst>
              <a:path w="326280" h="123871">
                <a:moveTo>
                  <a:pt x="99667" y="123871"/>
                </a:moveTo>
                <a:lnTo>
                  <a:pt x="32679" y="123871"/>
                </a:lnTo>
                <a:lnTo>
                  <a:pt x="32679" y="113929"/>
                </a:lnTo>
                <a:lnTo>
                  <a:pt x="50771" y="113929"/>
                </a:lnTo>
                <a:lnTo>
                  <a:pt x="50771" y="91762"/>
                </a:lnTo>
                <a:lnTo>
                  <a:pt x="0" y="91762"/>
                </a:lnTo>
                <a:lnTo>
                  <a:pt x="0" y="82398"/>
                </a:lnTo>
                <a:lnTo>
                  <a:pt x="50934" y="0"/>
                </a:lnTo>
                <a:lnTo>
                  <a:pt x="81576" y="0"/>
                </a:lnTo>
                <a:lnTo>
                  <a:pt x="81576" y="81168"/>
                </a:lnTo>
                <a:lnTo>
                  <a:pt x="102438" y="81168"/>
                </a:lnTo>
                <a:lnTo>
                  <a:pt x="102438" y="91762"/>
                </a:lnTo>
                <a:lnTo>
                  <a:pt x="81576" y="91762"/>
                </a:lnTo>
                <a:lnTo>
                  <a:pt x="81576" y="113929"/>
                </a:lnTo>
                <a:lnTo>
                  <a:pt x="99667" y="113929"/>
                </a:lnTo>
                <a:lnTo>
                  <a:pt x="99667" y="123871"/>
                </a:lnTo>
                <a:moveTo>
                  <a:pt x="50771" y="81168"/>
                </a:moveTo>
                <a:lnTo>
                  <a:pt x="50771" y="22202"/>
                </a:lnTo>
                <a:lnTo>
                  <a:pt x="14506" y="81168"/>
                </a:lnTo>
                <a:lnTo>
                  <a:pt x="50771" y="81168"/>
                </a:lnTo>
                <a:close/>
                <a:moveTo>
                  <a:pt x="131153" y="32435"/>
                </a:moveTo>
                <a:lnTo>
                  <a:pt x="121374" y="32435"/>
                </a:lnTo>
                <a:lnTo>
                  <a:pt x="121374" y="6031"/>
                </a:lnTo>
                <a:cubicBezTo>
                  <a:pt x="128002" y="4020"/>
                  <a:pt x="134562" y="2513"/>
                  <a:pt x="141055" y="1508"/>
                </a:cubicBezTo>
                <a:cubicBezTo>
                  <a:pt x="147547" y="503"/>
                  <a:pt x="154107" y="0"/>
                  <a:pt x="160735" y="0"/>
                </a:cubicBezTo>
                <a:cubicBezTo>
                  <a:pt x="176219" y="0"/>
                  <a:pt x="188294" y="3166"/>
                  <a:pt x="196959" y="9497"/>
                </a:cubicBezTo>
                <a:cubicBezTo>
                  <a:pt x="205625" y="15828"/>
                  <a:pt x="209958" y="24645"/>
                  <a:pt x="209958" y="35949"/>
                </a:cubicBezTo>
                <a:cubicBezTo>
                  <a:pt x="209958" y="43992"/>
                  <a:pt x="207567" y="51206"/>
                  <a:pt x="202786" y="57593"/>
                </a:cubicBezTo>
                <a:cubicBezTo>
                  <a:pt x="198005" y="63979"/>
                  <a:pt x="188878" y="71546"/>
                  <a:pt x="175404" y="80295"/>
                </a:cubicBezTo>
                <a:lnTo>
                  <a:pt x="141503" y="102520"/>
                </a:lnTo>
                <a:lnTo>
                  <a:pt x="199119" y="102520"/>
                </a:lnTo>
                <a:lnTo>
                  <a:pt x="199119" y="88177"/>
                </a:lnTo>
                <a:lnTo>
                  <a:pt x="210284" y="88177"/>
                </a:lnTo>
                <a:lnTo>
                  <a:pt x="210284" y="123871"/>
                </a:lnTo>
                <a:lnTo>
                  <a:pt x="120314" y="123871"/>
                </a:lnTo>
                <a:lnTo>
                  <a:pt x="120314" y="103986"/>
                </a:lnTo>
                <a:lnTo>
                  <a:pt x="138324" y="91518"/>
                </a:lnTo>
                <a:cubicBezTo>
                  <a:pt x="153700" y="80934"/>
                  <a:pt x="163941" y="71924"/>
                  <a:pt x="169048" y="64490"/>
                </a:cubicBezTo>
                <a:cubicBezTo>
                  <a:pt x="174155" y="57053"/>
                  <a:pt x="176708" y="48369"/>
                  <a:pt x="176708" y="38437"/>
                </a:cubicBezTo>
                <a:cubicBezTo>
                  <a:pt x="176708" y="29047"/>
                  <a:pt x="174766" y="21896"/>
                  <a:pt x="170881" y="16984"/>
                </a:cubicBezTo>
                <a:cubicBezTo>
                  <a:pt x="166997" y="12072"/>
                  <a:pt x="161333" y="9616"/>
                  <a:pt x="153890" y="9616"/>
                </a:cubicBezTo>
                <a:cubicBezTo>
                  <a:pt x="147479" y="9616"/>
                  <a:pt x="142345" y="11565"/>
                  <a:pt x="138487" y="15463"/>
                </a:cubicBezTo>
                <a:cubicBezTo>
                  <a:pt x="134630" y="19362"/>
                  <a:pt x="132185" y="25019"/>
                  <a:pt x="131153" y="32435"/>
                </a:cubicBezTo>
                <a:close/>
                <a:moveTo>
                  <a:pt x="247149" y="32435"/>
                </a:moveTo>
                <a:lnTo>
                  <a:pt x="237370" y="32435"/>
                </a:lnTo>
                <a:lnTo>
                  <a:pt x="237370" y="6031"/>
                </a:lnTo>
                <a:cubicBezTo>
                  <a:pt x="243998" y="4020"/>
                  <a:pt x="250558" y="2513"/>
                  <a:pt x="257051" y="1508"/>
                </a:cubicBezTo>
                <a:cubicBezTo>
                  <a:pt x="263543" y="503"/>
                  <a:pt x="270103" y="0"/>
                  <a:pt x="276732" y="0"/>
                </a:cubicBezTo>
                <a:cubicBezTo>
                  <a:pt x="292215" y="0"/>
                  <a:pt x="304290" y="3166"/>
                  <a:pt x="312956" y="9497"/>
                </a:cubicBezTo>
                <a:cubicBezTo>
                  <a:pt x="321621" y="15828"/>
                  <a:pt x="325954" y="24645"/>
                  <a:pt x="325954" y="35949"/>
                </a:cubicBezTo>
                <a:cubicBezTo>
                  <a:pt x="325954" y="43992"/>
                  <a:pt x="323563" y="51206"/>
                  <a:pt x="318782" y="57593"/>
                </a:cubicBezTo>
                <a:cubicBezTo>
                  <a:pt x="314002" y="63979"/>
                  <a:pt x="304874" y="71546"/>
                  <a:pt x="291400" y="80295"/>
                </a:cubicBezTo>
                <a:lnTo>
                  <a:pt x="257499" y="102520"/>
                </a:lnTo>
                <a:lnTo>
                  <a:pt x="315115" y="102520"/>
                </a:lnTo>
                <a:lnTo>
                  <a:pt x="315115" y="88177"/>
                </a:lnTo>
                <a:lnTo>
                  <a:pt x="326280" y="88177"/>
                </a:lnTo>
                <a:lnTo>
                  <a:pt x="326280" y="123871"/>
                </a:lnTo>
                <a:lnTo>
                  <a:pt x="236310" y="123871"/>
                </a:lnTo>
                <a:lnTo>
                  <a:pt x="236310" y="103986"/>
                </a:lnTo>
                <a:lnTo>
                  <a:pt x="254321" y="91518"/>
                </a:lnTo>
                <a:cubicBezTo>
                  <a:pt x="269696" y="80934"/>
                  <a:pt x="279937" y="71924"/>
                  <a:pt x="285044" y="64490"/>
                </a:cubicBezTo>
                <a:cubicBezTo>
                  <a:pt x="290151" y="57053"/>
                  <a:pt x="292704" y="48369"/>
                  <a:pt x="292704" y="38437"/>
                </a:cubicBezTo>
                <a:cubicBezTo>
                  <a:pt x="292704" y="29047"/>
                  <a:pt x="290762" y="21896"/>
                  <a:pt x="286878" y="16984"/>
                </a:cubicBezTo>
                <a:cubicBezTo>
                  <a:pt x="282993" y="12072"/>
                  <a:pt x="277329" y="9616"/>
                  <a:pt x="269886" y="9616"/>
                </a:cubicBezTo>
                <a:cubicBezTo>
                  <a:pt x="263475" y="9616"/>
                  <a:pt x="258341" y="11565"/>
                  <a:pt x="254484" y="15463"/>
                </a:cubicBezTo>
                <a:cubicBezTo>
                  <a:pt x="250626" y="19362"/>
                  <a:pt x="248181" y="25019"/>
                  <a:pt x="247149" y="324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Empirical">
            <a:extLst xmlns:a="http://schemas.openxmlformats.org/drawingml/2006/main">
              <a:ext uri="{FF2B5EF4-FFF2-40B4-BE49-F238E27FC236}">
                <a16:creationId xmlns:a16="http://schemas.microsoft.com/office/drawing/2014/main" id="{0A319D01-DD1A-42D7-A5C7-AD1AD0CC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4370" y="1905059"/>
            <a:ext cx="657273" cy="131700"/>
          </a:xfrm>
          <a:custGeom xmlns:a="http://schemas.openxmlformats.org/drawingml/2006/main">
            <a:pathLst>
              <a:path w="657273" h="131700">
                <a:moveTo>
                  <a:pt x="0" y="103393"/>
                </a:moveTo>
                <a:lnTo>
                  <a:pt x="0" y="96349"/>
                </a:lnTo>
                <a:lnTo>
                  <a:pt x="12625" y="96349"/>
                </a:lnTo>
                <a:lnTo>
                  <a:pt x="12625" y="11296"/>
                </a:lnTo>
                <a:lnTo>
                  <a:pt x="0" y="11296"/>
                </a:lnTo>
                <a:lnTo>
                  <a:pt x="0" y="4120"/>
                </a:lnTo>
                <a:lnTo>
                  <a:pt x="79870" y="4120"/>
                </a:lnTo>
                <a:lnTo>
                  <a:pt x="79870" y="26313"/>
                </a:lnTo>
                <a:lnTo>
                  <a:pt x="71697" y="26313"/>
                </a:lnTo>
                <a:lnTo>
                  <a:pt x="71697" y="12359"/>
                </a:lnTo>
                <a:lnTo>
                  <a:pt x="26114" y="12359"/>
                </a:lnTo>
                <a:lnTo>
                  <a:pt x="26114" y="45583"/>
                </a:lnTo>
                <a:lnTo>
                  <a:pt x="58607" y="45583"/>
                </a:lnTo>
                <a:lnTo>
                  <a:pt x="58607" y="33091"/>
                </a:lnTo>
                <a:lnTo>
                  <a:pt x="66780" y="33091"/>
                </a:lnTo>
                <a:lnTo>
                  <a:pt x="66780" y="66182"/>
                </a:lnTo>
                <a:lnTo>
                  <a:pt x="58607" y="66182"/>
                </a:lnTo>
                <a:lnTo>
                  <a:pt x="58607" y="53690"/>
                </a:lnTo>
                <a:lnTo>
                  <a:pt x="26114" y="53690"/>
                </a:lnTo>
                <a:lnTo>
                  <a:pt x="26114" y="95153"/>
                </a:lnTo>
                <a:lnTo>
                  <a:pt x="72760" y="95153"/>
                </a:lnTo>
                <a:lnTo>
                  <a:pt x="72760" y="81199"/>
                </a:lnTo>
                <a:lnTo>
                  <a:pt x="80933" y="81199"/>
                </a:lnTo>
                <a:lnTo>
                  <a:pt x="80933" y="103393"/>
                </a:lnTo>
                <a:lnTo>
                  <a:pt x="0" y="103393"/>
                </a:lnTo>
                <a:close/>
                <a:moveTo>
                  <a:pt x="162608" y="46513"/>
                </a:moveTo>
                <a:cubicBezTo>
                  <a:pt x="164956" y="41331"/>
                  <a:pt x="167957" y="37421"/>
                  <a:pt x="171611" y="34785"/>
                </a:cubicBezTo>
                <a:cubicBezTo>
                  <a:pt x="175266" y="32150"/>
                  <a:pt x="179530" y="30832"/>
                  <a:pt x="184403" y="30832"/>
                </a:cubicBezTo>
                <a:cubicBezTo>
                  <a:pt x="191801" y="30832"/>
                  <a:pt x="197316" y="33124"/>
                  <a:pt x="200948" y="37709"/>
                </a:cubicBezTo>
                <a:cubicBezTo>
                  <a:pt x="204581" y="42294"/>
                  <a:pt x="206397" y="49216"/>
                  <a:pt x="206397" y="58474"/>
                </a:cubicBezTo>
                <a:lnTo>
                  <a:pt x="206397" y="96349"/>
                </a:lnTo>
                <a:lnTo>
                  <a:pt x="217427" y="96349"/>
                </a:lnTo>
                <a:lnTo>
                  <a:pt x="217427" y="103393"/>
                </a:lnTo>
                <a:lnTo>
                  <a:pt x="183539" y="103393"/>
                </a:lnTo>
                <a:lnTo>
                  <a:pt x="183539" y="96349"/>
                </a:lnTo>
                <a:lnTo>
                  <a:pt x="194171" y="96349"/>
                </a:lnTo>
                <a:lnTo>
                  <a:pt x="194171" y="59869"/>
                </a:lnTo>
                <a:cubicBezTo>
                  <a:pt x="194171" y="52649"/>
                  <a:pt x="193107" y="47510"/>
                  <a:pt x="190981" y="44454"/>
                </a:cubicBezTo>
                <a:cubicBezTo>
                  <a:pt x="188855" y="41397"/>
                  <a:pt x="185333" y="39869"/>
                  <a:pt x="180416" y="39869"/>
                </a:cubicBezTo>
                <a:cubicBezTo>
                  <a:pt x="174967" y="39869"/>
                  <a:pt x="170814" y="41929"/>
                  <a:pt x="167957" y="46048"/>
                </a:cubicBezTo>
                <a:cubicBezTo>
                  <a:pt x="165100" y="50168"/>
                  <a:pt x="163671" y="56171"/>
                  <a:pt x="163671" y="64056"/>
                </a:cubicBezTo>
                <a:lnTo>
                  <a:pt x="163671" y="96349"/>
                </a:lnTo>
                <a:lnTo>
                  <a:pt x="174303" y="96349"/>
                </a:lnTo>
                <a:lnTo>
                  <a:pt x="174303" y="103393"/>
                </a:lnTo>
                <a:lnTo>
                  <a:pt x="140813" y="103393"/>
                </a:lnTo>
                <a:lnTo>
                  <a:pt x="140813" y="96349"/>
                </a:lnTo>
                <a:lnTo>
                  <a:pt x="151445" y="96349"/>
                </a:lnTo>
                <a:lnTo>
                  <a:pt x="151445" y="59404"/>
                </a:lnTo>
                <a:cubicBezTo>
                  <a:pt x="151445" y="52361"/>
                  <a:pt x="150381" y="47344"/>
                  <a:pt x="148255" y="44354"/>
                </a:cubicBezTo>
                <a:cubicBezTo>
                  <a:pt x="146129" y="41364"/>
                  <a:pt x="142607" y="39869"/>
                  <a:pt x="137690" y="39869"/>
                </a:cubicBezTo>
                <a:cubicBezTo>
                  <a:pt x="132241" y="39869"/>
                  <a:pt x="128088" y="41929"/>
                  <a:pt x="125231" y="46048"/>
                </a:cubicBezTo>
                <a:cubicBezTo>
                  <a:pt x="122374" y="50168"/>
                  <a:pt x="120945" y="56171"/>
                  <a:pt x="120945" y="64056"/>
                </a:cubicBezTo>
                <a:lnTo>
                  <a:pt x="120945" y="96349"/>
                </a:lnTo>
                <a:lnTo>
                  <a:pt x="131577" y="96349"/>
                </a:lnTo>
                <a:lnTo>
                  <a:pt x="131577" y="103393"/>
                </a:lnTo>
                <a:lnTo>
                  <a:pt x="97688" y="103393"/>
                </a:lnTo>
                <a:lnTo>
                  <a:pt x="97688" y="96349"/>
                </a:lnTo>
                <a:lnTo>
                  <a:pt x="108719" y="96349"/>
                </a:lnTo>
                <a:lnTo>
                  <a:pt x="108719" y="39736"/>
                </a:lnTo>
                <a:lnTo>
                  <a:pt x="97024" y="39736"/>
                </a:lnTo>
                <a:lnTo>
                  <a:pt x="97024" y="32692"/>
                </a:lnTo>
                <a:lnTo>
                  <a:pt x="120945" y="32692"/>
                </a:lnTo>
                <a:lnTo>
                  <a:pt x="120945" y="45317"/>
                </a:lnTo>
                <a:cubicBezTo>
                  <a:pt x="123204" y="40622"/>
                  <a:pt x="126084" y="37034"/>
                  <a:pt x="129583" y="34553"/>
                </a:cubicBezTo>
                <a:cubicBezTo>
                  <a:pt x="133083" y="32072"/>
                  <a:pt x="137048" y="30832"/>
                  <a:pt x="141477" y="30832"/>
                </a:cubicBezTo>
                <a:cubicBezTo>
                  <a:pt x="146970" y="30832"/>
                  <a:pt x="151555" y="32194"/>
                  <a:pt x="155232" y="34918"/>
                </a:cubicBezTo>
                <a:cubicBezTo>
                  <a:pt x="158909" y="37643"/>
                  <a:pt x="161367" y="41508"/>
                  <a:pt x="162608" y="46513"/>
                </a:cubicBezTo>
                <a:close/>
                <a:moveTo>
                  <a:pt x="248887" y="64587"/>
                </a:moveTo>
                <a:lnTo>
                  <a:pt x="248887" y="71564"/>
                </a:lnTo>
                <a:cubicBezTo>
                  <a:pt x="248887" y="80070"/>
                  <a:pt x="250515" y="86548"/>
                  <a:pt x="253771" y="91000"/>
                </a:cubicBezTo>
                <a:cubicBezTo>
                  <a:pt x="257026" y="95452"/>
                  <a:pt x="261755" y="97678"/>
                  <a:pt x="267957" y="97678"/>
                </a:cubicBezTo>
                <a:cubicBezTo>
                  <a:pt x="274203" y="97678"/>
                  <a:pt x="278932" y="95178"/>
                  <a:pt x="282144" y="90178"/>
                </a:cubicBezTo>
                <a:cubicBezTo>
                  <a:pt x="285355" y="85178"/>
                  <a:pt x="286961" y="77810"/>
                  <a:pt x="286961" y="68076"/>
                </a:cubicBezTo>
                <a:cubicBezTo>
                  <a:pt x="286961" y="58297"/>
                  <a:pt x="285355" y="50929"/>
                  <a:pt x="282144" y="45974"/>
                </a:cubicBezTo>
                <a:cubicBezTo>
                  <a:pt x="278932" y="41018"/>
                  <a:pt x="274203" y="38540"/>
                  <a:pt x="267957" y="38540"/>
                </a:cubicBezTo>
                <a:cubicBezTo>
                  <a:pt x="261755" y="38540"/>
                  <a:pt x="257026" y="40771"/>
                  <a:pt x="253771" y="45234"/>
                </a:cubicBezTo>
                <a:cubicBezTo>
                  <a:pt x="250515" y="49697"/>
                  <a:pt x="248887" y="56148"/>
                  <a:pt x="248887" y="64587"/>
                </a:cubicBezTo>
                <a:moveTo>
                  <a:pt x="236660" y="39869"/>
                </a:moveTo>
                <a:lnTo>
                  <a:pt x="224899" y="39869"/>
                </a:lnTo>
                <a:lnTo>
                  <a:pt x="224899" y="32692"/>
                </a:lnTo>
                <a:lnTo>
                  <a:pt x="248887" y="32692"/>
                </a:lnTo>
                <a:lnTo>
                  <a:pt x="248887" y="43789"/>
                </a:lnTo>
                <a:cubicBezTo>
                  <a:pt x="251279" y="39359"/>
                  <a:pt x="254324" y="36092"/>
                  <a:pt x="258023" y="33988"/>
                </a:cubicBezTo>
                <a:cubicBezTo>
                  <a:pt x="261722" y="31884"/>
                  <a:pt x="266296" y="30832"/>
                  <a:pt x="271745" y="30832"/>
                </a:cubicBezTo>
                <a:cubicBezTo>
                  <a:pt x="280427" y="30832"/>
                  <a:pt x="287515" y="34268"/>
                  <a:pt x="293008" y="41142"/>
                </a:cubicBezTo>
                <a:cubicBezTo>
                  <a:pt x="298501" y="48013"/>
                  <a:pt x="301247" y="56991"/>
                  <a:pt x="301247" y="68076"/>
                </a:cubicBezTo>
                <a:cubicBezTo>
                  <a:pt x="301247" y="79160"/>
                  <a:pt x="298501" y="88150"/>
                  <a:pt x="293008" y="95045"/>
                </a:cubicBezTo>
                <a:cubicBezTo>
                  <a:pt x="287515" y="101939"/>
                  <a:pt x="280427" y="105386"/>
                  <a:pt x="271745" y="105386"/>
                </a:cubicBezTo>
                <a:cubicBezTo>
                  <a:pt x="266296" y="105386"/>
                  <a:pt x="261722" y="104329"/>
                  <a:pt x="258023" y="102213"/>
                </a:cubicBezTo>
                <a:cubicBezTo>
                  <a:pt x="254324" y="100098"/>
                  <a:pt x="251279" y="96814"/>
                  <a:pt x="248887" y="92362"/>
                </a:cubicBezTo>
                <a:lnTo>
                  <a:pt x="248887" y="124523"/>
                </a:lnTo>
                <a:lnTo>
                  <a:pt x="260449" y="124523"/>
                </a:lnTo>
                <a:lnTo>
                  <a:pt x="260449" y="131700"/>
                </a:lnTo>
                <a:lnTo>
                  <a:pt x="224899" y="131700"/>
                </a:lnTo>
                <a:lnTo>
                  <a:pt x="224899" y="124523"/>
                </a:lnTo>
                <a:lnTo>
                  <a:pt x="236660" y="124523"/>
                </a:lnTo>
                <a:lnTo>
                  <a:pt x="236660" y="39869"/>
                </a:lnTo>
                <a:close/>
                <a:moveTo>
                  <a:pt x="321297" y="10665"/>
                </a:moveTo>
                <a:cubicBezTo>
                  <a:pt x="321297" y="8619"/>
                  <a:pt x="322039" y="6839"/>
                  <a:pt x="323523" y="5326"/>
                </a:cubicBezTo>
                <a:cubicBezTo>
                  <a:pt x="325007" y="3813"/>
                  <a:pt x="326790" y="3057"/>
                  <a:pt x="328872" y="3057"/>
                </a:cubicBezTo>
                <a:cubicBezTo>
                  <a:pt x="330910" y="3057"/>
                  <a:pt x="332670" y="3813"/>
                  <a:pt x="334154" y="5326"/>
                </a:cubicBezTo>
                <a:cubicBezTo>
                  <a:pt x="335638" y="6839"/>
                  <a:pt x="336380" y="8619"/>
                  <a:pt x="336380" y="10665"/>
                </a:cubicBezTo>
                <a:cubicBezTo>
                  <a:pt x="336380" y="12757"/>
                  <a:pt x="335650" y="14537"/>
                  <a:pt x="334188" y="16006"/>
                </a:cubicBezTo>
                <a:cubicBezTo>
                  <a:pt x="332726" y="17473"/>
                  <a:pt x="330954" y="18207"/>
                  <a:pt x="328872" y="18207"/>
                </a:cubicBezTo>
                <a:cubicBezTo>
                  <a:pt x="326790" y="18207"/>
                  <a:pt x="325007" y="17473"/>
                  <a:pt x="323523" y="16006"/>
                </a:cubicBezTo>
                <a:cubicBezTo>
                  <a:pt x="322039" y="14537"/>
                  <a:pt x="321297" y="12757"/>
                  <a:pt x="321297" y="10665"/>
                </a:cubicBezTo>
                <a:moveTo>
                  <a:pt x="336912" y="96349"/>
                </a:moveTo>
                <a:lnTo>
                  <a:pt x="348474" y="96349"/>
                </a:lnTo>
                <a:lnTo>
                  <a:pt x="348474" y="103393"/>
                </a:lnTo>
                <a:lnTo>
                  <a:pt x="312991" y="103393"/>
                </a:lnTo>
                <a:lnTo>
                  <a:pt x="312991" y="96349"/>
                </a:lnTo>
                <a:lnTo>
                  <a:pt x="324686" y="96349"/>
                </a:lnTo>
                <a:lnTo>
                  <a:pt x="324686" y="39869"/>
                </a:lnTo>
                <a:lnTo>
                  <a:pt x="312991" y="39869"/>
                </a:lnTo>
                <a:lnTo>
                  <a:pt x="312991" y="32692"/>
                </a:lnTo>
                <a:lnTo>
                  <a:pt x="336912" y="32692"/>
                </a:lnTo>
                <a:lnTo>
                  <a:pt x="336912" y="96349"/>
                </a:lnTo>
                <a:close/>
                <a:moveTo>
                  <a:pt x="416537" y="32692"/>
                </a:moveTo>
                <a:lnTo>
                  <a:pt x="416537" y="50367"/>
                </a:lnTo>
                <a:lnTo>
                  <a:pt x="409493" y="50367"/>
                </a:lnTo>
                <a:cubicBezTo>
                  <a:pt x="409272" y="46846"/>
                  <a:pt x="408297" y="44215"/>
                  <a:pt x="406570" y="42477"/>
                </a:cubicBezTo>
                <a:cubicBezTo>
                  <a:pt x="404842" y="40738"/>
                  <a:pt x="402317" y="39869"/>
                  <a:pt x="398995" y="39869"/>
                </a:cubicBezTo>
                <a:cubicBezTo>
                  <a:pt x="392970" y="39869"/>
                  <a:pt x="388352" y="41955"/>
                  <a:pt x="385140" y="46127"/>
                </a:cubicBezTo>
                <a:cubicBezTo>
                  <a:pt x="381929" y="50298"/>
                  <a:pt x="380323" y="56290"/>
                  <a:pt x="380323" y="64101"/>
                </a:cubicBezTo>
                <a:lnTo>
                  <a:pt x="380323" y="96349"/>
                </a:lnTo>
                <a:lnTo>
                  <a:pt x="394476" y="96349"/>
                </a:lnTo>
                <a:lnTo>
                  <a:pt x="394476" y="103393"/>
                </a:lnTo>
                <a:lnTo>
                  <a:pt x="357066" y="103393"/>
                </a:lnTo>
                <a:lnTo>
                  <a:pt x="357066" y="96349"/>
                </a:lnTo>
                <a:lnTo>
                  <a:pt x="368097" y="96349"/>
                </a:lnTo>
                <a:lnTo>
                  <a:pt x="368097" y="39736"/>
                </a:lnTo>
                <a:lnTo>
                  <a:pt x="356402" y="39736"/>
                </a:lnTo>
                <a:lnTo>
                  <a:pt x="356402" y="32692"/>
                </a:lnTo>
                <a:lnTo>
                  <a:pt x="380323" y="32692"/>
                </a:lnTo>
                <a:lnTo>
                  <a:pt x="380323" y="45353"/>
                </a:lnTo>
                <a:cubicBezTo>
                  <a:pt x="382715" y="40423"/>
                  <a:pt x="385794" y="36771"/>
                  <a:pt x="389559" y="34395"/>
                </a:cubicBezTo>
                <a:cubicBezTo>
                  <a:pt x="393325" y="32020"/>
                  <a:pt x="397909" y="30832"/>
                  <a:pt x="403314" y="30832"/>
                </a:cubicBezTo>
                <a:cubicBezTo>
                  <a:pt x="405307" y="30832"/>
                  <a:pt x="407400" y="30993"/>
                  <a:pt x="409593" y="31316"/>
                </a:cubicBezTo>
                <a:cubicBezTo>
                  <a:pt x="411786" y="31637"/>
                  <a:pt x="414101" y="32096"/>
                  <a:pt x="416537" y="32692"/>
                </a:cubicBezTo>
                <a:close/>
                <a:moveTo>
                  <a:pt x="429893" y="10665"/>
                </a:moveTo>
                <a:cubicBezTo>
                  <a:pt x="429893" y="8619"/>
                  <a:pt x="430635" y="6839"/>
                  <a:pt x="432119" y="5326"/>
                </a:cubicBezTo>
                <a:cubicBezTo>
                  <a:pt x="433603" y="3813"/>
                  <a:pt x="435386" y="3057"/>
                  <a:pt x="437468" y="3057"/>
                </a:cubicBezTo>
                <a:cubicBezTo>
                  <a:pt x="439505" y="3057"/>
                  <a:pt x="441266" y="3813"/>
                  <a:pt x="442750" y="5326"/>
                </a:cubicBezTo>
                <a:cubicBezTo>
                  <a:pt x="444234" y="6839"/>
                  <a:pt x="444976" y="8619"/>
                  <a:pt x="444976" y="10665"/>
                </a:cubicBezTo>
                <a:cubicBezTo>
                  <a:pt x="444976" y="12757"/>
                  <a:pt x="444245" y="14537"/>
                  <a:pt x="442784" y="16006"/>
                </a:cubicBezTo>
                <a:cubicBezTo>
                  <a:pt x="441322" y="17473"/>
                  <a:pt x="439550" y="18207"/>
                  <a:pt x="437468" y="18207"/>
                </a:cubicBezTo>
                <a:cubicBezTo>
                  <a:pt x="435386" y="18207"/>
                  <a:pt x="433603" y="17473"/>
                  <a:pt x="432119" y="16006"/>
                </a:cubicBezTo>
                <a:cubicBezTo>
                  <a:pt x="430635" y="14537"/>
                  <a:pt x="429893" y="12757"/>
                  <a:pt x="429893" y="10665"/>
                </a:cubicBezTo>
                <a:moveTo>
                  <a:pt x="445508" y="96349"/>
                </a:moveTo>
                <a:lnTo>
                  <a:pt x="457070" y="96349"/>
                </a:lnTo>
                <a:lnTo>
                  <a:pt x="457070" y="103393"/>
                </a:lnTo>
                <a:lnTo>
                  <a:pt x="421587" y="103393"/>
                </a:lnTo>
                <a:lnTo>
                  <a:pt x="421587" y="96349"/>
                </a:lnTo>
                <a:lnTo>
                  <a:pt x="433282" y="96349"/>
                </a:lnTo>
                <a:lnTo>
                  <a:pt x="433282" y="39869"/>
                </a:lnTo>
                <a:lnTo>
                  <a:pt x="421587" y="39869"/>
                </a:lnTo>
                <a:lnTo>
                  <a:pt x="421587" y="32692"/>
                </a:lnTo>
                <a:lnTo>
                  <a:pt x="445508" y="32692"/>
                </a:lnTo>
                <a:lnTo>
                  <a:pt x="445508" y="96349"/>
                </a:lnTo>
                <a:close/>
                <a:moveTo>
                  <a:pt x="530050" y="82129"/>
                </a:moveTo>
                <a:cubicBezTo>
                  <a:pt x="528323" y="89703"/>
                  <a:pt x="525000" y="95473"/>
                  <a:pt x="520083" y="99439"/>
                </a:cubicBezTo>
                <a:cubicBezTo>
                  <a:pt x="515166" y="103404"/>
                  <a:pt x="508809" y="105386"/>
                  <a:pt x="501013" y="105386"/>
                </a:cubicBezTo>
                <a:cubicBezTo>
                  <a:pt x="490735" y="105386"/>
                  <a:pt x="482474" y="101984"/>
                  <a:pt x="476228" y="95178"/>
                </a:cubicBezTo>
                <a:cubicBezTo>
                  <a:pt x="469981" y="88371"/>
                  <a:pt x="466858" y="79337"/>
                  <a:pt x="466858" y="68076"/>
                </a:cubicBezTo>
                <a:cubicBezTo>
                  <a:pt x="466858" y="56770"/>
                  <a:pt x="469981" y="47737"/>
                  <a:pt x="476228" y="40975"/>
                </a:cubicBezTo>
                <a:cubicBezTo>
                  <a:pt x="482474" y="34213"/>
                  <a:pt x="490735" y="30832"/>
                  <a:pt x="501013" y="30832"/>
                </a:cubicBezTo>
                <a:cubicBezTo>
                  <a:pt x="505487" y="30832"/>
                  <a:pt x="509939" y="31358"/>
                  <a:pt x="514369" y="32410"/>
                </a:cubicBezTo>
                <a:cubicBezTo>
                  <a:pt x="518798" y="33462"/>
                  <a:pt x="523250" y="35062"/>
                  <a:pt x="527725" y="37211"/>
                </a:cubicBezTo>
                <a:lnTo>
                  <a:pt x="527725" y="55285"/>
                </a:lnTo>
                <a:lnTo>
                  <a:pt x="520615" y="55285"/>
                </a:lnTo>
                <a:cubicBezTo>
                  <a:pt x="519684" y="49083"/>
                  <a:pt x="517658" y="44564"/>
                  <a:pt x="514535" y="41729"/>
                </a:cubicBezTo>
                <a:cubicBezTo>
                  <a:pt x="511412" y="38894"/>
                  <a:pt x="506949" y="37477"/>
                  <a:pt x="501145" y="37477"/>
                </a:cubicBezTo>
                <a:cubicBezTo>
                  <a:pt x="494545" y="37477"/>
                  <a:pt x="489561" y="40032"/>
                  <a:pt x="486195" y="45143"/>
                </a:cubicBezTo>
                <a:cubicBezTo>
                  <a:pt x="482828" y="50254"/>
                  <a:pt x="481145" y="57898"/>
                  <a:pt x="481145" y="68076"/>
                </a:cubicBezTo>
                <a:cubicBezTo>
                  <a:pt x="481145" y="78253"/>
                  <a:pt x="482817" y="85909"/>
                  <a:pt x="486161" y="91042"/>
                </a:cubicBezTo>
                <a:cubicBezTo>
                  <a:pt x="489506" y="96175"/>
                  <a:pt x="494501" y="98741"/>
                  <a:pt x="501145" y="98741"/>
                </a:cubicBezTo>
                <a:cubicBezTo>
                  <a:pt x="506417" y="98741"/>
                  <a:pt x="510625" y="97363"/>
                  <a:pt x="513771" y="94605"/>
                </a:cubicBezTo>
                <a:cubicBezTo>
                  <a:pt x="516916" y="91847"/>
                  <a:pt x="519064" y="87689"/>
                  <a:pt x="520216" y="82129"/>
                </a:cubicBezTo>
                <a:lnTo>
                  <a:pt x="530050" y="82129"/>
                </a:lnTo>
                <a:close/>
                <a:moveTo>
                  <a:pt x="590443" y="81232"/>
                </a:moveTo>
                <a:lnTo>
                  <a:pt x="590443" y="66315"/>
                </a:lnTo>
                <a:lnTo>
                  <a:pt x="574695" y="66315"/>
                </a:lnTo>
                <a:cubicBezTo>
                  <a:pt x="568626" y="66315"/>
                  <a:pt x="564107" y="67619"/>
                  <a:pt x="561139" y="70227"/>
                </a:cubicBezTo>
                <a:cubicBezTo>
                  <a:pt x="558171" y="72835"/>
                  <a:pt x="556687" y="76836"/>
                  <a:pt x="556687" y="82229"/>
                </a:cubicBezTo>
                <a:cubicBezTo>
                  <a:pt x="556687" y="87137"/>
                  <a:pt x="558194" y="91027"/>
                  <a:pt x="561206" y="93901"/>
                </a:cubicBezTo>
                <a:cubicBezTo>
                  <a:pt x="564218" y="96774"/>
                  <a:pt x="568294" y="98210"/>
                  <a:pt x="573432" y="98210"/>
                </a:cubicBezTo>
                <a:cubicBezTo>
                  <a:pt x="578527" y="98210"/>
                  <a:pt x="582635" y="96641"/>
                  <a:pt x="585758" y="93502"/>
                </a:cubicBezTo>
                <a:cubicBezTo>
                  <a:pt x="588881" y="90363"/>
                  <a:pt x="590443" y="86273"/>
                  <a:pt x="590443" y="81232"/>
                </a:cubicBezTo>
                <a:moveTo>
                  <a:pt x="602669" y="59274"/>
                </a:moveTo>
                <a:lnTo>
                  <a:pt x="602669" y="96349"/>
                </a:lnTo>
                <a:lnTo>
                  <a:pt x="613567" y="96349"/>
                </a:lnTo>
                <a:lnTo>
                  <a:pt x="613567" y="103393"/>
                </a:lnTo>
                <a:lnTo>
                  <a:pt x="590443" y="103393"/>
                </a:lnTo>
                <a:lnTo>
                  <a:pt x="590443" y="95753"/>
                </a:lnTo>
                <a:cubicBezTo>
                  <a:pt x="587741" y="99054"/>
                  <a:pt x="584618" y="101484"/>
                  <a:pt x="581074" y="103046"/>
                </a:cubicBezTo>
                <a:cubicBezTo>
                  <a:pt x="577530" y="104606"/>
                  <a:pt x="573388" y="105386"/>
                  <a:pt x="568648" y="105386"/>
                </a:cubicBezTo>
                <a:cubicBezTo>
                  <a:pt x="560807" y="105386"/>
                  <a:pt x="554583" y="103301"/>
                  <a:pt x="549976" y="99132"/>
                </a:cubicBezTo>
                <a:cubicBezTo>
                  <a:pt x="545369" y="94961"/>
                  <a:pt x="543066" y="89327"/>
                  <a:pt x="543066" y="82229"/>
                </a:cubicBezTo>
                <a:cubicBezTo>
                  <a:pt x="543066" y="74909"/>
                  <a:pt x="545701" y="69230"/>
                  <a:pt x="550973" y="65194"/>
                </a:cubicBezTo>
                <a:cubicBezTo>
                  <a:pt x="556244" y="61157"/>
                  <a:pt x="563687" y="59139"/>
                  <a:pt x="573299" y="59139"/>
                </a:cubicBezTo>
                <a:lnTo>
                  <a:pt x="590443" y="59139"/>
                </a:lnTo>
                <a:lnTo>
                  <a:pt x="590443" y="54325"/>
                </a:lnTo>
                <a:cubicBezTo>
                  <a:pt x="590443" y="48975"/>
                  <a:pt x="588815" y="44829"/>
                  <a:pt x="585559" y="41889"/>
                </a:cubicBezTo>
                <a:cubicBezTo>
                  <a:pt x="582303" y="38947"/>
                  <a:pt x="577729" y="37477"/>
                  <a:pt x="571838" y="37477"/>
                </a:cubicBezTo>
                <a:cubicBezTo>
                  <a:pt x="566965" y="37477"/>
                  <a:pt x="563089" y="38584"/>
                  <a:pt x="560209" y="40799"/>
                </a:cubicBezTo>
                <a:cubicBezTo>
                  <a:pt x="557330" y="43014"/>
                  <a:pt x="555536" y="46292"/>
                  <a:pt x="554827" y="50633"/>
                </a:cubicBezTo>
                <a:lnTo>
                  <a:pt x="548514" y="50633"/>
                </a:lnTo>
                <a:lnTo>
                  <a:pt x="548514" y="36280"/>
                </a:lnTo>
                <a:cubicBezTo>
                  <a:pt x="552767" y="34464"/>
                  <a:pt x="556898" y="33102"/>
                  <a:pt x="560907" y="32194"/>
                </a:cubicBezTo>
                <a:cubicBezTo>
                  <a:pt x="564916" y="31286"/>
                  <a:pt x="568825" y="30832"/>
                  <a:pt x="572635" y="30832"/>
                </a:cubicBezTo>
                <a:cubicBezTo>
                  <a:pt x="582425" y="30832"/>
                  <a:pt x="589878" y="33258"/>
                  <a:pt x="594995" y="38110"/>
                </a:cubicBezTo>
                <a:cubicBezTo>
                  <a:pt x="600111" y="42961"/>
                  <a:pt x="602669" y="50015"/>
                  <a:pt x="602669" y="59274"/>
                </a:cubicBezTo>
                <a:close/>
                <a:moveTo>
                  <a:pt x="645711" y="96349"/>
                </a:moveTo>
                <a:lnTo>
                  <a:pt x="657273" y="96349"/>
                </a:lnTo>
                <a:lnTo>
                  <a:pt x="657273" y="103393"/>
                </a:lnTo>
                <a:lnTo>
                  <a:pt x="621723" y="103393"/>
                </a:lnTo>
                <a:lnTo>
                  <a:pt x="621723" y="96349"/>
                </a:lnTo>
                <a:lnTo>
                  <a:pt x="633485" y="96349"/>
                </a:lnTo>
                <a:lnTo>
                  <a:pt x="633485" y="7043"/>
                </a:lnTo>
                <a:lnTo>
                  <a:pt x="621723" y="7043"/>
                </a:lnTo>
                <a:lnTo>
                  <a:pt x="621723" y="0"/>
                </a:lnTo>
                <a:lnTo>
                  <a:pt x="645711" y="0"/>
                </a:lnTo>
                <a:lnTo>
                  <a:pt x="645711" y="963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Testing">
            <a:extLst xmlns:a="http://schemas.openxmlformats.org/drawingml/2006/main">
              <a:ext uri="{FF2B5EF4-FFF2-40B4-BE49-F238E27FC236}">
                <a16:creationId xmlns:a16="http://schemas.microsoft.com/office/drawing/2014/main" id="{157C4CEA-890A-4180-8C44-A7683EFF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685" y="2070885"/>
            <a:ext cx="495496" cy="130636"/>
          </a:xfrm>
          <a:custGeom xmlns:a="http://schemas.openxmlformats.org/drawingml/2006/main">
            <a:pathLst>
              <a:path w="495496" h="130636">
                <a:moveTo>
                  <a:pt x="24652" y="100336"/>
                </a:moveTo>
                <a:lnTo>
                  <a:pt x="24652" y="93293"/>
                </a:lnTo>
                <a:lnTo>
                  <a:pt x="37344" y="93293"/>
                </a:lnTo>
                <a:lnTo>
                  <a:pt x="37344" y="9037"/>
                </a:lnTo>
                <a:lnTo>
                  <a:pt x="8173" y="9037"/>
                </a:lnTo>
                <a:lnTo>
                  <a:pt x="8173" y="24586"/>
                </a:lnTo>
                <a:lnTo>
                  <a:pt x="0" y="24586"/>
                </a:lnTo>
                <a:lnTo>
                  <a:pt x="0" y="1063"/>
                </a:lnTo>
                <a:lnTo>
                  <a:pt x="88110" y="1063"/>
                </a:lnTo>
                <a:lnTo>
                  <a:pt x="88110" y="24586"/>
                </a:lnTo>
                <a:lnTo>
                  <a:pt x="79937" y="24586"/>
                </a:lnTo>
                <a:lnTo>
                  <a:pt x="79937" y="9037"/>
                </a:lnTo>
                <a:lnTo>
                  <a:pt x="50766" y="9037"/>
                </a:lnTo>
                <a:lnTo>
                  <a:pt x="50766" y="93293"/>
                </a:lnTo>
                <a:lnTo>
                  <a:pt x="63458" y="93293"/>
                </a:lnTo>
                <a:lnTo>
                  <a:pt x="63458" y="100336"/>
                </a:lnTo>
                <a:lnTo>
                  <a:pt x="24652" y="100336"/>
                </a:lnTo>
                <a:close/>
                <a:moveTo>
                  <a:pt x="152310" y="66315"/>
                </a:moveTo>
                <a:lnTo>
                  <a:pt x="99616" y="66315"/>
                </a:lnTo>
                <a:lnTo>
                  <a:pt x="99616" y="66846"/>
                </a:lnTo>
                <a:cubicBezTo>
                  <a:pt x="99616" y="76371"/>
                  <a:pt x="101410" y="83558"/>
                  <a:pt x="104999" y="88409"/>
                </a:cubicBezTo>
                <a:cubicBezTo>
                  <a:pt x="108587" y="93259"/>
                  <a:pt x="113881" y="95685"/>
                  <a:pt x="120880" y="95685"/>
                </a:cubicBezTo>
                <a:cubicBezTo>
                  <a:pt x="126240" y="95685"/>
                  <a:pt x="130636" y="94278"/>
                  <a:pt x="134070" y="91465"/>
                </a:cubicBezTo>
                <a:cubicBezTo>
                  <a:pt x="137503" y="88652"/>
                  <a:pt x="139906" y="84477"/>
                  <a:pt x="141279" y="78940"/>
                </a:cubicBezTo>
                <a:lnTo>
                  <a:pt x="151113" y="78940"/>
                </a:lnTo>
                <a:cubicBezTo>
                  <a:pt x="149164" y="86714"/>
                  <a:pt x="145565" y="92556"/>
                  <a:pt x="140316" y="96466"/>
                </a:cubicBezTo>
                <a:cubicBezTo>
                  <a:pt x="135066" y="100375"/>
                  <a:pt x="128167" y="102330"/>
                  <a:pt x="119617" y="102330"/>
                </a:cubicBezTo>
                <a:cubicBezTo>
                  <a:pt x="109296" y="102330"/>
                  <a:pt x="101001" y="98927"/>
                  <a:pt x="94732" y="92122"/>
                </a:cubicBezTo>
                <a:cubicBezTo>
                  <a:pt x="88464" y="85315"/>
                  <a:pt x="85330" y="76281"/>
                  <a:pt x="85330" y="65019"/>
                </a:cubicBezTo>
                <a:cubicBezTo>
                  <a:pt x="85330" y="53846"/>
                  <a:pt x="88409" y="44846"/>
                  <a:pt x="94566" y="38019"/>
                </a:cubicBezTo>
                <a:cubicBezTo>
                  <a:pt x="100724" y="31190"/>
                  <a:pt x="108808" y="27775"/>
                  <a:pt x="118820" y="27775"/>
                </a:cubicBezTo>
                <a:cubicBezTo>
                  <a:pt x="129496" y="27775"/>
                  <a:pt x="137691" y="31064"/>
                  <a:pt x="143406" y="37643"/>
                </a:cubicBezTo>
                <a:cubicBezTo>
                  <a:pt x="149120" y="44221"/>
                  <a:pt x="152088" y="53778"/>
                  <a:pt x="152310" y="66315"/>
                </a:cubicBezTo>
                <a:moveTo>
                  <a:pt x="137890" y="59271"/>
                </a:moveTo>
                <a:cubicBezTo>
                  <a:pt x="137625" y="51054"/>
                  <a:pt x="135886" y="44858"/>
                  <a:pt x="132674" y="40683"/>
                </a:cubicBezTo>
                <a:cubicBezTo>
                  <a:pt x="129463" y="36508"/>
                  <a:pt x="124844" y="34420"/>
                  <a:pt x="118820" y="34420"/>
                </a:cubicBezTo>
                <a:cubicBezTo>
                  <a:pt x="113194" y="34420"/>
                  <a:pt x="108764" y="36519"/>
                  <a:pt x="105530" y="40716"/>
                </a:cubicBezTo>
                <a:cubicBezTo>
                  <a:pt x="102296" y="44913"/>
                  <a:pt x="100325" y="51098"/>
                  <a:pt x="99616" y="59271"/>
                </a:cubicBezTo>
                <a:lnTo>
                  <a:pt x="137890" y="59271"/>
                </a:lnTo>
                <a:close/>
                <a:moveTo>
                  <a:pt x="166077" y="96482"/>
                </a:moveTo>
                <a:lnTo>
                  <a:pt x="166077" y="80003"/>
                </a:lnTo>
                <a:lnTo>
                  <a:pt x="173120" y="80003"/>
                </a:lnTo>
                <a:cubicBezTo>
                  <a:pt x="173297" y="85253"/>
                  <a:pt x="174947" y="89178"/>
                  <a:pt x="178070" y="91781"/>
                </a:cubicBezTo>
                <a:cubicBezTo>
                  <a:pt x="181193" y="94384"/>
                  <a:pt x="185812" y="95685"/>
                  <a:pt x="191925" y="95685"/>
                </a:cubicBezTo>
                <a:cubicBezTo>
                  <a:pt x="197418" y="95685"/>
                  <a:pt x="201604" y="94657"/>
                  <a:pt x="204483" y="92601"/>
                </a:cubicBezTo>
                <a:cubicBezTo>
                  <a:pt x="207363" y="90544"/>
                  <a:pt x="208802" y="87548"/>
                  <a:pt x="208802" y="83612"/>
                </a:cubicBezTo>
                <a:cubicBezTo>
                  <a:pt x="208802" y="80517"/>
                  <a:pt x="207750" y="78019"/>
                  <a:pt x="205646" y="76118"/>
                </a:cubicBezTo>
                <a:cubicBezTo>
                  <a:pt x="203542" y="74216"/>
                  <a:pt x="199101" y="72182"/>
                  <a:pt x="192323" y="70015"/>
                </a:cubicBezTo>
                <a:lnTo>
                  <a:pt x="183486" y="67019"/>
                </a:lnTo>
                <a:cubicBezTo>
                  <a:pt x="177417" y="65068"/>
                  <a:pt x="173020" y="62630"/>
                  <a:pt x="170296" y="59703"/>
                </a:cubicBezTo>
                <a:cubicBezTo>
                  <a:pt x="167572" y="56775"/>
                  <a:pt x="166209" y="53050"/>
                  <a:pt x="166209" y="48528"/>
                </a:cubicBezTo>
                <a:cubicBezTo>
                  <a:pt x="166209" y="42053"/>
                  <a:pt x="168579" y="36976"/>
                  <a:pt x="173319" y="33297"/>
                </a:cubicBezTo>
                <a:cubicBezTo>
                  <a:pt x="178059" y="29616"/>
                  <a:pt x="184615" y="27775"/>
                  <a:pt x="192988" y="27775"/>
                </a:cubicBezTo>
                <a:cubicBezTo>
                  <a:pt x="196709" y="27775"/>
                  <a:pt x="200629" y="28262"/>
                  <a:pt x="204749" y="29237"/>
                </a:cubicBezTo>
                <a:cubicBezTo>
                  <a:pt x="208869" y="30212"/>
                  <a:pt x="213122" y="31629"/>
                  <a:pt x="217507" y="33490"/>
                </a:cubicBezTo>
                <a:lnTo>
                  <a:pt x="217507" y="48906"/>
                </a:lnTo>
                <a:lnTo>
                  <a:pt x="210464" y="48906"/>
                </a:lnTo>
                <a:cubicBezTo>
                  <a:pt x="210286" y="44364"/>
                  <a:pt x="208692" y="40814"/>
                  <a:pt x="205679" y="38257"/>
                </a:cubicBezTo>
                <a:cubicBezTo>
                  <a:pt x="202667" y="35699"/>
                  <a:pt x="198569" y="34420"/>
                  <a:pt x="193387" y="34420"/>
                </a:cubicBezTo>
                <a:cubicBezTo>
                  <a:pt x="188248" y="34420"/>
                  <a:pt x="184361" y="35327"/>
                  <a:pt x="181725" y="37140"/>
                </a:cubicBezTo>
                <a:cubicBezTo>
                  <a:pt x="179089" y="38952"/>
                  <a:pt x="177771" y="41670"/>
                  <a:pt x="177771" y="45295"/>
                </a:cubicBezTo>
                <a:cubicBezTo>
                  <a:pt x="177771" y="48257"/>
                  <a:pt x="178768" y="50634"/>
                  <a:pt x="180761" y="52425"/>
                </a:cubicBezTo>
                <a:cubicBezTo>
                  <a:pt x="182755" y="54215"/>
                  <a:pt x="186742" y="56038"/>
                  <a:pt x="192722" y="57895"/>
                </a:cubicBezTo>
                <a:lnTo>
                  <a:pt x="202423" y="60891"/>
                </a:lnTo>
                <a:cubicBezTo>
                  <a:pt x="209113" y="62976"/>
                  <a:pt x="213930" y="65581"/>
                  <a:pt x="216876" y="68707"/>
                </a:cubicBezTo>
                <a:cubicBezTo>
                  <a:pt x="219822" y="71833"/>
                  <a:pt x="221295" y="75857"/>
                  <a:pt x="221295" y="80780"/>
                </a:cubicBezTo>
                <a:cubicBezTo>
                  <a:pt x="221295" y="87474"/>
                  <a:pt x="218736" y="92740"/>
                  <a:pt x="213620" y="96576"/>
                </a:cubicBezTo>
                <a:cubicBezTo>
                  <a:pt x="208503" y="100412"/>
                  <a:pt x="201449" y="102330"/>
                  <a:pt x="192456" y="102330"/>
                </a:cubicBezTo>
                <a:cubicBezTo>
                  <a:pt x="187894" y="102330"/>
                  <a:pt x="183442" y="101842"/>
                  <a:pt x="179100" y="100868"/>
                </a:cubicBezTo>
                <a:cubicBezTo>
                  <a:pt x="174759" y="99893"/>
                  <a:pt x="170418" y="98431"/>
                  <a:pt x="166077" y="96482"/>
                </a:cubicBezTo>
                <a:close/>
                <a:moveTo>
                  <a:pt x="242115" y="36812"/>
                </a:moveTo>
                <a:lnTo>
                  <a:pt x="231350" y="36812"/>
                </a:lnTo>
                <a:lnTo>
                  <a:pt x="231350" y="29636"/>
                </a:lnTo>
                <a:lnTo>
                  <a:pt x="242115" y="29636"/>
                </a:lnTo>
                <a:lnTo>
                  <a:pt x="242115" y="7708"/>
                </a:lnTo>
                <a:lnTo>
                  <a:pt x="254408" y="7708"/>
                </a:lnTo>
                <a:lnTo>
                  <a:pt x="254408" y="29636"/>
                </a:lnTo>
                <a:lnTo>
                  <a:pt x="277399" y="29636"/>
                </a:lnTo>
                <a:lnTo>
                  <a:pt x="277399" y="36812"/>
                </a:lnTo>
                <a:lnTo>
                  <a:pt x="254408" y="36812"/>
                </a:lnTo>
                <a:lnTo>
                  <a:pt x="254408" y="81664"/>
                </a:lnTo>
                <a:cubicBezTo>
                  <a:pt x="254408" y="87645"/>
                  <a:pt x="254984" y="91476"/>
                  <a:pt x="256135" y="93160"/>
                </a:cubicBezTo>
                <a:cubicBezTo>
                  <a:pt x="257287" y="94843"/>
                  <a:pt x="259413" y="95685"/>
                  <a:pt x="262514" y="95685"/>
                </a:cubicBezTo>
                <a:cubicBezTo>
                  <a:pt x="265704" y="95685"/>
                  <a:pt x="268030" y="94743"/>
                  <a:pt x="269491" y="92861"/>
                </a:cubicBezTo>
                <a:cubicBezTo>
                  <a:pt x="270953" y="90978"/>
                  <a:pt x="271728" y="87933"/>
                  <a:pt x="271817" y="83724"/>
                </a:cubicBezTo>
                <a:lnTo>
                  <a:pt x="281053" y="83724"/>
                </a:lnTo>
                <a:cubicBezTo>
                  <a:pt x="280699" y="90171"/>
                  <a:pt x="278949" y="94884"/>
                  <a:pt x="275804" y="97863"/>
                </a:cubicBezTo>
                <a:cubicBezTo>
                  <a:pt x="272659" y="100841"/>
                  <a:pt x="267874" y="102330"/>
                  <a:pt x="261451" y="102330"/>
                </a:cubicBezTo>
                <a:cubicBezTo>
                  <a:pt x="254408" y="102330"/>
                  <a:pt x="249424" y="100763"/>
                  <a:pt x="246500" y="97631"/>
                </a:cubicBezTo>
                <a:cubicBezTo>
                  <a:pt x="243577" y="94496"/>
                  <a:pt x="242115" y="89174"/>
                  <a:pt x="242115" y="81664"/>
                </a:cubicBezTo>
                <a:lnTo>
                  <a:pt x="242115" y="36812"/>
                </a:lnTo>
                <a:close/>
                <a:moveTo>
                  <a:pt x="295088" y="7608"/>
                </a:moveTo>
                <a:cubicBezTo>
                  <a:pt x="295088" y="5562"/>
                  <a:pt x="295830" y="3783"/>
                  <a:pt x="297314" y="2270"/>
                </a:cubicBezTo>
                <a:cubicBezTo>
                  <a:pt x="298798" y="757"/>
                  <a:pt x="300581" y="0"/>
                  <a:pt x="302663" y="0"/>
                </a:cubicBezTo>
                <a:cubicBezTo>
                  <a:pt x="304700" y="0"/>
                  <a:pt x="306461" y="757"/>
                  <a:pt x="307945" y="2270"/>
                </a:cubicBezTo>
                <a:cubicBezTo>
                  <a:pt x="309429" y="3783"/>
                  <a:pt x="310171" y="5562"/>
                  <a:pt x="310171" y="7608"/>
                </a:cubicBezTo>
                <a:cubicBezTo>
                  <a:pt x="310171" y="9700"/>
                  <a:pt x="309440" y="11480"/>
                  <a:pt x="307978" y="12949"/>
                </a:cubicBezTo>
                <a:cubicBezTo>
                  <a:pt x="306517" y="14416"/>
                  <a:pt x="304745" y="15150"/>
                  <a:pt x="302663" y="15150"/>
                </a:cubicBezTo>
                <a:cubicBezTo>
                  <a:pt x="300581" y="15150"/>
                  <a:pt x="298798" y="14416"/>
                  <a:pt x="297314" y="12949"/>
                </a:cubicBezTo>
                <a:cubicBezTo>
                  <a:pt x="295830" y="11480"/>
                  <a:pt x="295088" y="9700"/>
                  <a:pt x="295088" y="7608"/>
                </a:cubicBezTo>
                <a:moveTo>
                  <a:pt x="310703" y="93293"/>
                </a:moveTo>
                <a:lnTo>
                  <a:pt x="322265" y="93293"/>
                </a:lnTo>
                <a:lnTo>
                  <a:pt x="322265" y="100336"/>
                </a:lnTo>
                <a:lnTo>
                  <a:pt x="286782" y="100336"/>
                </a:lnTo>
                <a:lnTo>
                  <a:pt x="286782" y="93293"/>
                </a:lnTo>
                <a:lnTo>
                  <a:pt x="298476" y="93293"/>
                </a:lnTo>
                <a:lnTo>
                  <a:pt x="298476" y="36812"/>
                </a:lnTo>
                <a:lnTo>
                  <a:pt x="286782" y="36812"/>
                </a:lnTo>
                <a:lnTo>
                  <a:pt x="286782" y="29636"/>
                </a:lnTo>
                <a:lnTo>
                  <a:pt x="310703" y="29636"/>
                </a:lnTo>
                <a:lnTo>
                  <a:pt x="310703" y="93293"/>
                </a:lnTo>
                <a:close/>
                <a:moveTo>
                  <a:pt x="330857" y="100336"/>
                </a:moveTo>
                <a:lnTo>
                  <a:pt x="330857" y="93293"/>
                </a:lnTo>
                <a:lnTo>
                  <a:pt x="341888" y="93293"/>
                </a:lnTo>
                <a:lnTo>
                  <a:pt x="341888" y="36812"/>
                </a:lnTo>
                <a:lnTo>
                  <a:pt x="330193" y="36812"/>
                </a:lnTo>
                <a:lnTo>
                  <a:pt x="330193" y="29636"/>
                </a:lnTo>
                <a:lnTo>
                  <a:pt x="354114" y="29636"/>
                </a:lnTo>
                <a:lnTo>
                  <a:pt x="354114" y="42261"/>
                </a:lnTo>
                <a:cubicBezTo>
                  <a:pt x="356373" y="37477"/>
                  <a:pt x="359308" y="33866"/>
                  <a:pt x="362918" y="31430"/>
                </a:cubicBezTo>
                <a:cubicBezTo>
                  <a:pt x="366529" y="28993"/>
                  <a:pt x="370726" y="27775"/>
                  <a:pt x="375510" y="27775"/>
                </a:cubicBezTo>
                <a:cubicBezTo>
                  <a:pt x="383307" y="27775"/>
                  <a:pt x="389043" y="30012"/>
                  <a:pt x="392720" y="34486"/>
                </a:cubicBezTo>
                <a:cubicBezTo>
                  <a:pt x="396397" y="38961"/>
                  <a:pt x="398235" y="45938"/>
                  <a:pt x="398235" y="55417"/>
                </a:cubicBezTo>
                <a:lnTo>
                  <a:pt x="398235" y="93293"/>
                </a:lnTo>
                <a:lnTo>
                  <a:pt x="409133" y="93293"/>
                </a:lnTo>
                <a:lnTo>
                  <a:pt x="409133" y="100336"/>
                </a:lnTo>
                <a:lnTo>
                  <a:pt x="375377" y="100336"/>
                </a:lnTo>
                <a:lnTo>
                  <a:pt x="375377" y="93293"/>
                </a:lnTo>
                <a:lnTo>
                  <a:pt x="385942" y="93293"/>
                </a:lnTo>
                <a:lnTo>
                  <a:pt x="385942" y="59271"/>
                </a:lnTo>
                <a:cubicBezTo>
                  <a:pt x="385942" y="50633"/>
                  <a:pt x="384879" y="44708"/>
                  <a:pt x="382753" y="41497"/>
                </a:cubicBezTo>
                <a:cubicBezTo>
                  <a:pt x="380627" y="38285"/>
                  <a:pt x="376883" y="36679"/>
                  <a:pt x="371523" y="36679"/>
                </a:cubicBezTo>
                <a:cubicBezTo>
                  <a:pt x="365853" y="36679"/>
                  <a:pt x="361534" y="38750"/>
                  <a:pt x="358566" y="42892"/>
                </a:cubicBezTo>
                <a:cubicBezTo>
                  <a:pt x="355598" y="47034"/>
                  <a:pt x="354114" y="53070"/>
                  <a:pt x="354114" y="60999"/>
                </a:cubicBezTo>
                <a:lnTo>
                  <a:pt x="354114" y="93293"/>
                </a:lnTo>
                <a:lnTo>
                  <a:pt x="364746" y="93293"/>
                </a:lnTo>
                <a:lnTo>
                  <a:pt x="364746" y="100336"/>
                </a:lnTo>
                <a:lnTo>
                  <a:pt x="330857" y="100336"/>
                </a:lnTo>
                <a:close/>
                <a:moveTo>
                  <a:pt x="483801" y="36812"/>
                </a:moveTo>
                <a:lnTo>
                  <a:pt x="483801" y="98845"/>
                </a:lnTo>
                <a:cubicBezTo>
                  <a:pt x="483801" y="108999"/>
                  <a:pt x="481010" y="116836"/>
                  <a:pt x="475429" y="122355"/>
                </a:cubicBezTo>
                <a:cubicBezTo>
                  <a:pt x="469847" y="127876"/>
                  <a:pt x="461895" y="130636"/>
                  <a:pt x="451574" y="130636"/>
                </a:cubicBezTo>
                <a:cubicBezTo>
                  <a:pt x="446922" y="130636"/>
                  <a:pt x="442470" y="130216"/>
                  <a:pt x="438218" y="129374"/>
                </a:cubicBezTo>
                <a:cubicBezTo>
                  <a:pt x="433965" y="128532"/>
                  <a:pt x="429890" y="127270"/>
                  <a:pt x="425991" y="125586"/>
                </a:cubicBezTo>
                <a:lnTo>
                  <a:pt x="425991" y="110702"/>
                </a:lnTo>
                <a:lnTo>
                  <a:pt x="432370" y="110702"/>
                </a:lnTo>
                <a:cubicBezTo>
                  <a:pt x="433168" y="115309"/>
                  <a:pt x="435050" y="118676"/>
                  <a:pt x="438018" y="120802"/>
                </a:cubicBezTo>
                <a:cubicBezTo>
                  <a:pt x="440986" y="122928"/>
                  <a:pt x="445239" y="123992"/>
                  <a:pt x="450776" y="123992"/>
                </a:cubicBezTo>
                <a:cubicBezTo>
                  <a:pt x="457953" y="123992"/>
                  <a:pt x="463213" y="121968"/>
                  <a:pt x="466558" y="117920"/>
                </a:cubicBezTo>
                <a:cubicBezTo>
                  <a:pt x="469902" y="113874"/>
                  <a:pt x="471575" y="107515"/>
                  <a:pt x="471575" y="98845"/>
                </a:cubicBezTo>
                <a:lnTo>
                  <a:pt x="471575" y="89306"/>
                </a:lnTo>
                <a:cubicBezTo>
                  <a:pt x="469182" y="93758"/>
                  <a:pt x="466137" y="97041"/>
                  <a:pt x="462438" y="99157"/>
                </a:cubicBezTo>
                <a:cubicBezTo>
                  <a:pt x="458739" y="101272"/>
                  <a:pt x="454165" y="102330"/>
                  <a:pt x="448717" y="102330"/>
                </a:cubicBezTo>
                <a:cubicBezTo>
                  <a:pt x="440034" y="102330"/>
                  <a:pt x="432935" y="98883"/>
                  <a:pt x="427420" y="91989"/>
                </a:cubicBezTo>
                <a:cubicBezTo>
                  <a:pt x="421905" y="85093"/>
                  <a:pt x="419147" y="76103"/>
                  <a:pt x="419147" y="65019"/>
                </a:cubicBezTo>
                <a:cubicBezTo>
                  <a:pt x="419147" y="53935"/>
                  <a:pt x="421894" y="44957"/>
                  <a:pt x="427387" y="38085"/>
                </a:cubicBezTo>
                <a:cubicBezTo>
                  <a:pt x="432880" y="31212"/>
                  <a:pt x="439990" y="27775"/>
                  <a:pt x="448717" y="27775"/>
                </a:cubicBezTo>
                <a:cubicBezTo>
                  <a:pt x="454165" y="27775"/>
                  <a:pt x="458739" y="28827"/>
                  <a:pt x="462438" y="30931"/>
                </a:cubicBezTo>
                <a:cubicBezTo>
                  <a:pt x="466137" y="33036"/>
                  <a:pt x="469182" y="36303"/>
                  <a:pt x="471575" y="40733"/>
                </a:cubicBezTo>
                <a:lnTo>
                  <a:pt x="471575" y="29636"/>
                </a:lnTo>
                <a:lnTo>
                  <a:pt x="495496" y="29636"/>
                </a:lnTo>
                <a:lnTo>
                  <a:pt x="495496" y="36812"/>
                </a:lnTo>
                <a:lnTo>
                  <a:pt x="483801" y="36812"/>
                </a:lnTo>
                <a:moveTo>
                  <a:pt x="471575" y="61531"/>
                </a:moveTo>
                <a:cubicBezTo>
                  <a:pt x="471575" y="53092"/>
                  <a:pt x="469947" y="46641"/>
                  <a:pt x="466691" y="42178"/>
                </a:cubicBezTo>
                <a:cubicBezTo>
                  <a:pt x="463435" y="37715"/>
                  <a:pt x="458706" y="35483"/>
                  <a:pt x="452504" y="35483"/>
                </a:cubicBezTo>
                <a:cubicBezTo>
                  <a:pt x="446214" y="35483"/>
                  <a:pt x="441463" y="37961"/>
                  <a:pt x="438251" y="42917"/>
                </a:cubicBezTo>
                <a:cubicBezTo>
                  <a:pt x="435039" y="47873"/>
                  <a:pt x="433434" y="55240"/>
                  <a:pt x="433434" y="65019"/>
                </a:cubicBezTo>
                <a:cubicBezTo>
                  <a:pt x="433434" y="74754"/>
                  <a:pt x="435039" y="82121"/>
                  <a:pt x="438251" y="87121"/>
                </a:cubicBezTo>
                <a:cubicBezTo>
                  <a:pt x="441463" y="92122"/>
                  <a:pt x="446214" y="94622"/>
                  <a:pt x="452504" y="94622"/>
                </a:cubicBezTo>
                <a:cubicBezTo>
                  <a:pt x="458706" y="94622"/>
                  <a:pt x="463435" y="92396"/>
                  <a:pt x="466691" y="87944"/>
                </a:cubicBezTo>
                <a:cubicBezTo>
                  <a:pt x="469947" y="83492"/>
                  <a:pt x="471575" y="77013"/>
                  <a:pt x="471575" y="68508"/>
                </a:cubicBezTo>
                <a:lnTo>
                  <a:pt x="471575" y="615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C89B21-4B4A-4FCD-A966-47D3DD3D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922" y="1470271"/>
            <a:ext cx="1783961" cy="417494"/>
          </a:xfrm>
          <a:custGeom xmlns:a="http://schemas.openxmlformats.org/drawingml/2006/main">
            <a:pathLst>
              <a:path w="1783961" h="417494">
                <a:moveTo>
                  <a:pt x="891980" y="417494"/>
                </a:moveTo>
                <a:lnTo>
                  <a:pt x="38007" y="417494"/>
                </a:lnTo>
                <a:cubicBezTo>
                  <a:pt x="16938" y="417494"/>
                  <a:pt x="0" y="400556"/>
                  <a:pt x="0" y="379506"/>
                </a:cubicBezTo>
                <a:lnTo>
                  <a:pt x="0" y="38007"/>
                </a:lnTo>
                <a:cubicBezTo>
                  <a:pt x="0" y="16956"/>
                  <a:pt x="16938" y="0"/>
                  <a:pt x="38007" y="0"/>
                </a:cubicBezTo>
                <a:lnTo>
                  <a:pt x="1746461" y="0"/>
                </a:lnTo>
                <a:cubicBezTo>
                  <a:pt x="1767005" y="0"/>
                  <a:pt x="1783961" y="16956"/>
                  <a:pt x="1783961" y="38007"/>
                </a:cubicBezTo>
                <a:lnTo>
                  <a:pt x="1783961" y="379506"/>
                </a:lnTo>
                <a:cubicBezTo>
                  <a:pt x="1783961" y="400556"/>
                  <a:pt x="1767005" y="417494"/>
                  <a:pt x="1746461" y="417494"/>
                </a:cubicBezTo>
                <a:lnTo>
                  <a:pt x="891980" y="417494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260">
            <a:extLst xmlns:a="http://schemas.openxmlformats.org/drawingml/2006/main">
              <a:ext uri="{FF2B5EF4-FFF2-40B4-BE49-F238E27FC236}">
                <a16:creationId xmlns:a16="http://schemas.microsoft.com/office/drawing/2014/main" id="{51270CBF-F296-471D-9C53-7CB0D1A2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627" y="1554893"/>
            <a:ext cx="329131" cy="126316"/>
          </a:xfrm>
          <a:custGeom xmlns:a="http://schemas.openxmlformats.org/drawingml/2006/main">
            <a:pathLst>
              <a:path w="329131" h="126316">
                <a:moveTo>
                  <a:pt x="10839" y="32435"/>
                </a:moveTo>
                <a:lnTo>
                  <a:pt x="1059" y="32435"/>
                </a:lnTo>
                <a:lnTo>
                  <a:pt x="1059" y="6031"/>
                </a:lnTo>
                <a:cubicBezTo>
                  <a:pt x="7688" y="4020"/>
                  <a:pt x="14248" y="2513"/>
                  <a:pt x="20740" y="1508"/>
                </a:cubicBezTo>
                <a:cubicBezTo>
                  <a:pt x="27233" y="503"/>
                  <a:pt x="33793" y="0"/>
                  <a:pt x="40421" y="0"/>
                </a:cubicBezTo>
                <a:cubicBezTo>
                  <a:pt x="55905" y="0"/>
                  <a:pt x="67980" y="3166"/>
                  <a:pt x="76645" y="9497"/>
                </a:cubicBezTo>
                <a:cubicBezTo>
                  <a:pt x="85311" y="15828"/>
                  <a:pt x="89643" y="24645"/>
                  <a:pt x="89643" y="35949"/>
                </a:cubicBezTo>
                <a:cubicBezTo>
                  <a:pt x="89643" y="43992"/>
                  <a:pt x="87253" y="51206"/>
                  <a:pt x="82472" y="57593"/>
                </a:cubicBezTo>
                <a:cubicBezTo>
                  <a:pt x="77691" y="63979"/>
                  <a:pt x="68564" y="71546"/>
                  <a:pt x="55090" y="80295"/>
                </a:cubicBezTo>
                <a:lnTo>
                  <a:pt x="21188" y="102520"/>
                </a:lnTo>
                <a:lnTo>
                  <a:pt x="78805" y="102520"/>
                </a:lnTo>
                <a:lnTo>
                  <a:pt x="78805" y="88177"/>
                </a:lnTo>
                <a:lnTo>
                  <a:pt x="89969" y="88177"/>
                </a:lnTo>
                <a:lnTo>
                  <a:pt x="89969" y="123871"/>
                </a:lnTo>
                <a:lnTo>
                  <a:pt x="0" y="123871"/>
                </a:lnTo>
                <a:lnTo>
                  <a:pt x="0" y="103986"/>
                </a:lnTo>
                <a:lnTo>
                  <a:pt x="18010" y="91518"/>
                </a:lnTo>
                <a:cubicBezTo>
                  <a:pt x="33385" y="80934"/>
                  <a:pt x="43627" y="71924"/>
                  <a:pt x="48733" y="64490"/>
                </a:cubicBezTo>
                <a:cubicBezTo>
                  <a:pt x="53840" y="57053"/>
                  <a:pt x="56394" y="48369"/>
                  <a:pt x="56394" y="38437"/>
                </a:cubicBezTo>
                <a:cubicBezTo>
                  <a:pt x="56394" y="29047"/>
                  <a:pt x="54452" y="21896"/>
                  <a:pt x="50567" y="16984"/>
                </a:cubicBezTo>
                <a:cubicBezTo>
                  <a:pt x="46683" y="12072"/>
                  <a:pt x="41019" y="9616"/>
                  <a:pt x="33576" y="9616"/>
                </a:cubicBezTo>
                <a:cubicBezTo>
                  <a:pt x="27165" y="9616"/>
                  <a:pt x="22031" y="11565"/>
                  <a:pt x="18173" y="15463"/>
                </a:cubicBezTo>
                <a:cubicBezTo>
                  <a:pt x="14316" y="19362"/>
                  <a:pt x="11871" y="25019"/>
                  <a:pt x="10839" y="32435"/>
                </a:cubicBezTo>
                <a:close/>
                <a:moveTo>
                  <a:pt x="145903" y="51902"/>
                </a:moveTo>
                <a:cubicBezTo>
                  <a:pt x="149435" y="49053"/>
                  <a:pt x="153387" y="46916"/>
                  <a:pt x="157761" y="45492"/>
                </a:cubicBezTo>
                <a:cubicBezTo>
                  <a:pt x="162134" y="44067"/>
                  <a:pt x="166901" y="43355"/>
                  <a:pt x="172063" y="43355"/>
                </a:cubicBezTo>
                <a:cubicBezTo>
                  <a:pt x="184504" y="43355"/>
                  <a:pt x="194270" y="46995"/>
                  <a:pt x="201360" y="54275"/>
                </a:cubicBezTo>
                <a:cubicBezTo>
                  <a:pt x="208450" y="61555"/>
                  <a:pt x="211995" y="71552"/>
                  <a:pt x="211995" y="84265"/>
                </a:cubicBezTo>
                <a:cubicBezTo>
                  <a:pt x="211995" y="97684"/>
                  <a:pt x="208002" y="108048"/>
                  <a:pt x="200015" y="115355"/>
                </a:cubicBezTo>
                <a:cubicBezTo>
                  <a:pt x="192029" y="122662"/>
                  <a:pt x="180674" y="126316"/>
                  <a:pt x="165951" y="126316"/>
                </a:cubicBezTo>
                <a:cubicBezTo>
                  <a:pt x="149326" y="126316"/>
                  <a:pt x="136735" y="121301"/>
                  <a:pt x="128178" y="111270"/>
                </a:cubicBezTo>
                <a:cubicBezTo>
                  <a:pt x="119621" y="101239"/>
                  <a:pt x="115343" y="86493"/>
                  <a:pt x="115343" y="67031"/>
                </a:cubicBezTo>
                <a:cubicBezTo>
                  <a:pt x="115343" y="44906"/>
                  <a:pt x="120097" y="28203"/>
                  <a:pt x="129604" y="16923"/>
                </a:cubicBezTo>
                <a:cubicBezTo>
                  <a:pt x="139112" y="5641"/>
                  <a:pt x="153210" y="0"/>
                  <a:pt x="171900" y="0"/>
                </a:cubicBezTo>
                <a:cubicBezTo>
                  <a:pt x="176789" y="0"/>
                  <a:pt x="182032" y="407"/>
                  <a:pt x="187628" y="1222"/>
                </a:cubicBezTo>
                <a:cubicBezTo>
                  <a:pt x="193224" y="2037"/>
                  <a:pt x="199227" y="3260"/>
                  <a:pt x="205638" y="4890"/>
                </a:cubicBezTo>
                <a:lnTo>
                  <a:pt x="205638" y="26567"/>
                </a:lnTo>
                <a:lnTo>
                  <a:pt x="195777" y="26567"/>
                </a:lnTo>
                <a:cubicBezTo>
                  <a:pt x="194419" y="20998"/>
                  <a:pt x="191852" y="16781"/>
                  <a:pt x="188076" y="13915"/>
                </a:cubicBezTo>
                <a:cubicBezTo>
                  <a:pt x="184300" y="11049"/>
                  <a:pt x="179424" y="9616"/>
                  <a:pt x="173448" y="9616"/>
                </a:cubicBezTo>
                <a:cubicBezTo>
                  <a:pt x="163777" y="9616"/>
                  <a:pt x="156783" y="12936"/>
                  <a:pt x="152463" y="19576"/>
                </a:cubicBezTo>
                <a:cubicBezTo>
                  <a:pt x="148144" y="26215"/>
                  <a:pt x="145957" y="36990"/>
                  <a:pt x="145903" y="51902"/>
                </a:cubicBezTo>
                <a:moveTo>
                  <a:pt x="164076" y="116700"/>
                </a:moveTo>
                <a:cubicBezTo>
                  <a:pt x="169672" y="116700"/>
                  <a:pt x="173665" y="114329"/>
                  <a:pt x="176056" y="109587"/>
                </a:cubicBezTo>
                <a:cubicBezTo>
                  <a:pt x="178446" y="104845"/>
                  <a:pt x="179642" y="96621"/>
                  <a:pt x="179642" y="84917"/>
                </a:cubicBezTo>
                <a:cubicBezTo>
                  <a:pt x="179642" y="73212"/>
                  <a:pt x="178446" y="64989"/>
                  <a:pt x="176056" y="60247"/>
                </a:cubicBezTo>
                <a:cubicBezTo>
                  <a:pt x="173665" y="55505"/>
                  <a:pt x="169672" y="53134"/>
                  <a:pt x="164076" y="53134"/>
                </a:cubicBezTo>
                <a:cubicBezTo>
                  <a:pt x="158480" y="53134"/>
                  <a:pt x="154501" y="55505"/>
                  <a:pt x="152137" y="60247"/>
                </a:cubicBezTo>
                <a:cubicBezTo>
                  <a:pt x="149774" y="64989"/>
                  <a:pt x="148592" y="73212"/>
                  <a:pt x="148592" y="84917"/>
                </a:cubicBezTo>
                <a:cubicBezTo>
                  <a:pt x="148592" y="96621"/>
                  <a:pt x="149774" y="104845"/>
                  <a:pt x="152137" y="109587"/>
                </a:cubicBezTo>
                <a:cubicBezTo>
                  <a:pt x="154501" y="114329"/>
                  <a:pt x="158480" y="116700"/>
                  <a:pt x="164076" y="116700"/>
                </a:cubicBezTo>
                <a:close/>
                <a:moveTo>
                  <a:pt x="278931" y="116700"/>
                </a:moveTo>
                <a:cubicBezTo>
                  <a:pt x="285451" y="116700"/>
                  <a:pt x="289919" y="113741"/>
                  <a:pt x="292337" y="107824"/>
                </a:cubicBezTo>
                <a:cubicBezTo>
                  <a:pt x="294754" y="101906"/>
                  <a:pt x="295963" y="87031"/>
                  <a:pt x="295963" y="63199"/>
                </a:cubicBezTo>
                <a:cubicBezTo>
                  <a:pt x="295963" y="39530"/>
                  <a:pt x="294754" y="24683"/>
                  <a:pt x="292337" y="18657"/>
                </a:cubicBezTo>
                <a:cubicBezTo>
                  <a:pt x="289919" y="12630"/>
                  <a:pt x="285451" y="9616"/>
                  <a:pt x="278931" y="9616"/>
                </a:cubicBezTo>
                <a:cubicBezTo>
                  <a:pt x="272411" y="9616"/>
                  <a:pt x="267943" y="12576"/>
                  <a:pt x="265525" y="18494"/>
                </a:cubicBezTo>
                <a:cubicBezTo>
                  <a:pt x="263108" y="24411"/>
                  <a:pt x="261899" y="39312"/>
                  <a:pt x="261899" y="63199"/>
                </a:cubicBezTo>
                <a:cubicBezTo>
                  <a:pt x="261899" y="87031"/>
                  <a:pt x="263108" y="101906"/>
                  <a:pt x="265525" y="107824"/>
                </a:cubicBezTo>
                <a:cubicBezTo>
                  <a:pt x="267943" y="113741"/>
                  <a:pt x="272411" y="116700"/>
                  <a:pt x="278931" y="116700"/>
                </a:cubicBezTo>
                <a:moveTo>
                  <a:pt x="278931" y="126316"/>
                </a:moveTo>
                <a:cubicBezTo>
                  <a:pt x="262687" y="126316"/>
                  <a:pt x="250245" y="120893"/>
                  <a:pt x="241607" y="110048"/>
                </a:cubicBezTo>
                <a:cubicBezTo>
                  <a:pt x="232968" y="99202"/>
                  <a:pt x="228649" y="83586"/>
                  <a:pt x="228649" y="63199"/>
                </a:cubicBezTo>
                <a:cubicBezTo>
                  <a:pt x="228649" y="42812"/>
                  <a:pt x="232968" y="27182"/>
                  <a:pt x="241607" y="16309"/>
                </a:cubicBezTo>
                <a:cubicBezTo>
                  <a:pt x="250245" y="5436"/>
                  <a:pt x="262687" y="0"/>
                  <a:pt x="278931" y="0"/>
                </a:cubicBezTo>
                <a:cubicBezTo>
                  <a:pt x="295121" y="0"/>
                  <a:pt x="307535" y="5436"/>
                  <a:pt x="316174" y="16309"/>
                </a:cubicBezTo>
                <a:cubicBezTo>
                  <a:pt x="324812" y="27182"/>
                  <a:pt x="329131" y="42812"/>
                  <a:pt x="329131" y="63199"/>
                </a:cubicBezTo>
                <a:cubicBezTo>
                  <a:pt x="329131" y="83586"/>
                  <a:pt x="324812" y="99202"/>
                  <a:pt x="316174" y="110048"/>
                </a:cubicBezTo>
                <a:cubicBezTo>
                  <a:pt x="307535" y="120893"/>
                  <a:pt x="295121" y="126316"/>
                  <a:pt x="278931" y="1263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ExploitedLatestV">
            <a:extLst xmlns:a="http://schemas.openxmlformats.org/drawingml/2006/main">
              <a:ext uri="{FF2B5EF4-FFF2-40B4-BE49-F238E27FC236}">
                <a16:creationId xmlns:a16="http://schemas.microsoft.com/office/drawing/2014/main" id="{CD36611F-873A-4488-ABBB-F66A5516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612" y="1747398"/>
            <a:ext cx="1262276" cy="131700"/>
          </a:xfrm>
          <a:custGeom xmlns:a="http://schemas.openxmlformats.org/drawingml/2006/main">
            <a:pathLst>
              <a:path w="1262276" h="131700">
                <a:moveTo>
                  <a:pt x="0" y="103393"/>
                </a:moveTo>
                <a:lnTo>
                  <a:pt x="0" y="96349"/>
                </a:lnTo>
                <a:lnTo>
                  <a:pt x="12625" y="96349"/>
                </a:lnTo>
                <a:lnTo>
                  <a:pt x="12625" y="11296"/>
                </a:lnTo>
                <a:lnTo>
                  <a:pt x="0" y="11296"/>
                </a:lnTo>
                <a:lnTo>
                  <a:pt x="0" y="4120"/>
                </a:lnTo>
                <a:lnTo>
                  <a:pt x="79870" y="4120"/>
                </a:lnTo>
                <a:lnTo>
                  <a:pt x="79870" y="26313"/>
                </a:lnTo>
                <a:lnTo>
                  <a:pt x="71697" y="26313"/>
                </a:lnTo>
                <a:lnTo>
                  <a:pt x="71697" y="12359"/>
                </a:lnTo>
                <a:lnTo>
                  <a:pt x="26114" y="12359"/>
                </a:lnTo>
                <a:lnTo>
                  <a:pt x="26114" y="45583"/>
                </a:lnTo>
                <a:lnTo>
                  <a:pt x="58607" y="45583"/>
                </a:lnTo>
                <a:lnTo>
                  <a:pt x="58607" y="33091"/>
                </a:lnTo>
                <a:lnTo>
                  <a:pt x="66780" y="33091"/>
                </a:lnTo>
                <a:lnTo>
                  <a:pt x="66780" y="66182"/>
                </a:lnTo>
                <a:lnTo>
                  <a:pt x="58607" y="66182"/>
                </a:lnTo>
                <a:lnTo>
                  <a:pt x="58607" y="53690"/>
                </a:lnTo>
                <a:lnTo>
                  <a:pt x="26114" y="53690"/>
                </a:lnTo>
                <a:lnTo>
                  <a:pt x="26114" y="95153"/>
                </a:lnTo>
                <a:lnTo>
                  <a:pt x="72760" y="95153"/>
                </a:lnTo>
                <a:lnTo>
                  <a:pt x="72760" y="81199"/>
                </a:lnTo>
                <a:lnTo>
                  <a:pt x="80933" y="81199"/>
                </a:lnTo>
                <a:lnTo>
                  <a:pt x="80933" y="103393"/>
                </a:lnTo>
                <a:lnTo>
                  <a:pt x="0" y="103393"/>
                </a:lnTo>
                <a:close/>
                <a:moveTo>
                  <a:pt x="131708" y="60268"/>
                </a:moveTo>
                <a:lnTo>
                  <a:pt x="146526" y="39869"/>
                </a:lnTo>
                <a:lnTo>
                  <a:pt x="137024" y="39869"/>
                </a:lnTo>
                <a:lnTo>
                  <a:pt x="137024" y="32692"/>
                </a:lnTo>
                <a:lnTo>
                  <a:pt x="164201" y="32692"/>
                </a:lnTo>
                <a:lnTo>
                  <a:pt x="164201" y="39869"/>
                </a:lnTo>
                <a:lnTo>
                  <a:pt x="154832" y="39869"/>
                </a:lnTo>
                <a:lnTo>
                  <a:pt x="135894" y="65983"/>
                </a:lnTo>
                <a:lnTo>
                  <a:pt x="157955" y="96349"/>
                </a:lnTo>
                <a:lnTo>
                  <a:pt x="167191" y="96349"/>
                </a:lnTo>
                <a:lnTo>
                  <a:pt x="167191" y="103393"/>
                </a:lnTo>
                <a:lnTo>
                  <a:pt x="134565" y="103393"/>
                </a:lnTo>
                <a:lnTo>
                  <a:pt x="134565" y="96349"/>
                </a:lnTo>
                <a:lnTo>
                  <a:pt x="143536" y="96349"/>
                </a:lnTo>
                <a:lnTo>
                  <a:pt x="128186" y="75219"/>
                </a:lnTo>
                <a:lnTo>
                  <a:pt x="112771" y="96349"/>
                </a:lnTo>
                <a:lnTo>
                  <a:pt x="121940" y="96349"/>
                </a:lnTo>
                <a:lnTo>
                  <a:pt x="121940" y="103393"/>
                </a:lnTo>
                <a:lnTo>
                  <a:pt x="95095" y="103393"/>
                </a:lnTo>
                <a:lnTo>
                  <a:pt x="95095" y="96349"/>
                </a:lnTo>
                <a:lnTo>
                  <a:pt x="104465" y="96349"/>
                </a:lnTo>
                <a:lnTo>
                  <a:pt x="123934" y="69504"/>
                </a:lnTo>
                <a:lnTo>
                  <a:pt x="102471" y="39869"/>
                </a:lnTo>
                <a:lnTo>
                  <a:pt x="93766" y="39869"/>
                </a:lnTo>
                <a:lnTo>
                  <a:pt x="93766" y="32692"/>
                </a:lnTo>
                <a:lnTo>
                  <a:pt x="125329" y="32692"/>
                </a:lnTo>
                <a:lnTo>
                  <a:pt x="125329" y="39869"/>
                </a:lnTo>
                <a:lnTo>
                  <a:pt x="116890" y="39869"/>
                </a:lnTo>
                <a:lnTo>
                  <a:pt x="131708" y="60268"/>
                </a:lnTo>
                <a:close/>
                <a:moveTo>
                  <a:pt x="196222" y="64587"/>
                </a:moveTo>
                <a:lnTo>
                  <a:pt x="196222" y="71564"/>
                </a:lnTo>
                <a:cubicBezTo>
                  <a:pt x="196222" y="80070"/>
                  <a:pt x="197850" y="86548"/>
                  <a:pt x="201106" y="91000"/>
                </a:cubicBezTo>
                <a:cubicBezTo>
                  <a:pt x="204362" y="95452"/>
                  <a:pt x="209090" y="97678"/>
                  <a:pt x="215292" y="97678"/>
                </a:cubicBezTo>
                <a:cubicBezTo>
                  <a:pt x="221538" y="97678"/>
                  <a:pt x="226267" y="95178"/>
                  <a:pt x="229479" y="90178"/>
                </a:cubicBezTo>
                <a:cubicBezTo>
                  <a:pt x="232691" y="85178"/>
                  <a:pt x="234296" y="77810"/>
                  <a:pt x="234296" y="68076"/>
                </a:cubicBezTo>
                <a:cubicBezTo>
                  <a:pt x="234296" y="58297"/>
                  <a:pt x="232691" y="50929"/>
                  <a:pt x="229479" y="45974"/>
                </a:cubicBezTo>
                <a:cubicBezTo>
                  <a:pt x="226267" y="41018"/>
                  <a:pt x="221538" y="38540"/>
                  <a:pt x="215292" y="38540"/>
                </a:cubicBezTo>
                <a:cubicBezTo>
                  <a:pt x="209090" y="38540"/>
                  <a:pt x="204362" y="40771"/>
                  <a:pt x="201106" y="45234"/>
                </a:cubicBezTo>
                <a:cubicBezTo>
                  <a:pt x="197850" y="49697"/>
                  <a:pt x="196222" y="56148"/>
                  <a:pt x="196222" y="64587"/>
                </a:cubicBezTo>
                <a:moveTo>
                  <a:pt x="183995" y="39869"/>
                </a:moveTo>
                <a:lnTo>
                  <a:pt x="172234" y="39869"/>
                </a:lnTo>
                <a:lnTo>
                  <a:pt x="172234" y="32692"/>
                </a:lnTo>
                <a:lnTo>
                  <a:pt x="196222" y="32692"/>
                </a:lnTo>
                <a:lnTo>
                  <a:pt x="196222" y="43789"/>
                </a:lnTo>
                <a:cubicBezTo>
                  <a:pt x="198614" y="39359"/>
                  <a:pt x="201659" y="36092"/>
                  <a:pt x="205358" y="33988"/>
                </a:cubicBezTo>
                <a:cubicBezTo>
                  <a:pt x="209057" y="31884"/>
                  <a:pt x="213631" y="30832"/>
                  <a:pt x="219080" y="30832"/>
                </a:cubicBezTo>
                <a:cubicBezTo>
                  <a:pt x="227762" y="30832"/>
                  <a:pt x="234850" y="34268"/>
                  <a:pt x="240343" y="41142"/>
                </a:cubicBezTo>
                <a:cubicBezTo>
                  <a:pt x="245836" y="48013"/>
                  <a:pt x="248583" y="56991"/>
                  <a:pt x="248583" y="68076"/>
                </a:cubicBezTo>
                <a:cubicBezTo>
                  <a:pt x="248583" y="79160"/>
                  <a:pt x="245836" y="88150"/>
                  <a:pt x="240343" y="95045"/>
                </a:cubicBezTo>
                <a:cubicBezTo>
                  <a:pt x="234850" y="101939"/>
                  <a:pt x="227762" y="105386"/>
                  <a:pt x="219080" y="105386"/>
                </a:cubicBezTo>
                <a:cubicBezTo>
                  <a:pt x="213631" y="105386"/>
                  <a:pt x="209057" y="104329"/>
                  <a:pt x="205358" y="102213"/>
                </a:cubicBezTo>
                <a:cubicBezTo>
                  <a:pt x="201659" y="100098"/>
                  <a:pt x="198614" y="96814"/>
                  <a:pt x="196222" y="92362"/>
                </a:cubicBezTo>
                <a:lnTo>
                  <a:pt x="196222" y="124523"/>
                </a:lnTo>
                <a:lnTo>
                  <a:pt x="207784" y="124523"/>
                </a:lnTo>
                <a:lnTo>
                  <a:pt x="207784" y="131700"/>
                </a:lnTo>
                <a:lnTo>
                  <a:pt x="172234" y="131700"/>
                </a:lnTo>
                <a:lnTo>
                  <a:pt x="172234" y="124523"/>
                </a:lnTo>
                <a:lnTo>
                  <a:pt x="183995" y="124523"/>
                </a:lnTo>
                <a:lnTo>
                  <a:pt x="183995" y="39869"/>
                </a:lnTo>
                <a:close/>
                <a:moveTo>
                  <a:pt x="283316" y="96349"/>
                </a:moveTo>
                <a:lnTo>
                  <a:pt x="294878" y="96349"/>
                </a:lnTo>
                <a:lnTo>
                  <a:pt x="294878" y="103393"/>
                </a:lnTo>
                <a:lnTo>
                  <a:pt x="259328" y="103393"/>
                </a:lnTo>
                <a:lnTo>
                  <a:pt x="259328" y="96349"/>
                </a:lnTo>
                <a:lnTo>
                  <a:pt x="271090" y="96349"/>
                </a:lnTo>
                <a:lnTo>
                  <a:pt x="271090" y="7043"/>
                </a:lnTo>
                <a:lnTo>
                  <a:pt x="259328" y="7043"/>
                </a:lnTo>
                <a:lnTo>
                  <a:pt x="259328" y="0"/>
                </a:lnTo>
                <a:lnTo>
                  <a:pt x="283316" y="0"/>
                </a:lnTo>
                <a:lnTo>
                  <a:pt x="283316" y="96349"/>
                </a:lnTo>
                <a:close/>
                <a:moveTo>
                  <a:pt x="339750" y="98741"/>
                </a:moveTo>
                <a:cubicBezTo>
                  <a:pt x="346306" y="98741"/>
                  <a:pt x="351256" y="96153"/>
                  <a:pt x="354601" y="90975"/>
                </a:cubicBezTo>
                <a:cubicBezTo>
                  <a:pt x="357945" y="85798"/>
                  <a:pt x="359618" y="78165"/>
                  <a:pt x="359618" y="68076"/>
                </a:cubicBezTo>
                <a:cubicBezTo>
                  <a:pt x="359618" y="57987"/>
                  <a:pt x="357945" y="50365"/>
                  <a:pt x="354601" y="45209"/>
                </a:cubicBezTo>
                <a:cubicBezTo>
                  <a:pt x="351256" y="40054"/>
                  <a:pt x="346306" y="37477"/>
                  <a:pt x="339750" y="37477"/>
                </a:cubicBezTo>
                <a:cubicBezTo>
                  <a:pt x="333194" y="37477"/>
                  <a:pt x="328243" y="40054"/>
                  <a:pt x="324899" y="45209"/>
                </a:cubicBezTo>
                <a:cubicBezTo>
                  <a:pt x="321554" y="50365"/>
                  <a:pt x="319882" y="57987"/>
                  <a:pt x="319882" y="68076"/>
                </a:cubicBezTo>
                <a:cubicBezTo>
                  <a:pt x="319882" y="78165"/>
                  <a:pt x="321565" y="85798"/>
                  <a:pt x="324932" y="90975"/>
                </a:cubicBezTo>
                <a:cubicBezTo>
                  <a:pt x="328299" y="96153"/>
                  <a:pt x="333238" y="98741"/>
                  <a:pt x="339750" y="98741"/>
                </a:cubicBezTo>
                <a:moveTo>
                  <a:pt x="339750" y="105386"/>
                </a:moveTo>
                <a:cubicBezTo>
                  <a:pt x="329473" y="105386"/>
                  <a:pt x="321211" y="101984"/>
                  <a:pt x="314965" y="95178"/>
                </a:cubicBezTo>
                <a:cubicBezTo>
                  <a:pt x="308719" y="88371"/>
                  <a:pt x="305596" y="79337"/>
                  <a:pt x="305596" y="68076"/>
                </a:cubicBezTo>
                <a:cubicBezTo>
                  <a:pt x="305596" y="56814"/>
                  <a:pt x="308708" y="47792"/>
                  <a:pt x="314932" y="41009"/>
                </a:cubicBezTo>
                <a:cubicBezTo>
                  <a:pt x="321156" y="34224"/>
                  <a:pt x="329428" y="30832"/>
                  <a:pt x="339750" y="30832"/>
                </a:cubicBezTo>
                <a:cubicBezTo>
                  <a:pt x="350071" y="30832"/>
                  <a:pt x="358344" y="34224"/>
                  <a:pt x="364568" y="41009"/>
                </a:cubicBezTo>
                <a:cubicBezTo>
                  <a:pt x="370792" y="47792"/>
                  <a:pt x="373904" y="56814"/>
                  <a:pt x="373904" y="68076"/>
                </a:cubicBezTo>
                <a:cubicBezTo>
                  <a:pt x="373904" y="79337"/>
                  <a:pt x="370792" y="88371"/>
                  <a:pt x="364568" y="95178"/>
                </a:cubicBezTo>
                <a:cubicBezTo>
                  <a:pt x="358344" y="101984"/>
                  <a:pt x="350071" y="105386"/>
                  <a:pt x="339750" y="105386"/>
                </a:cubicBezTo>
                <a:close/>
                <a:moveTo>
                  <a:pt x="393693" y="10665"/>
                </a:moveTo>
                <a:cubicBezTo>
                  <a:pt x="393693" y="8619"/>
                  <a:pt x="394435" y="6839"/>
                  <a:pt x="395919" y="5326"/>
                </a:cubicBezTo>
                <a:cubicBezTo>
                  <a:pt x="397403" y="3813"/>
                  <a:pt x="399186" y="3057"/>
                  <a:pt x="401268" y="3057"/>
                </a:cubicBezTo>
                <a:cubicBezTo>
                  <a:pt x="403305" y="3057"/>
                  <a:pt x="405066" y="3813"/>
                  <a:pt x="406550" y="5326"/>
                </a:cubicBezTo>
                <a:cubicBezTo>
                  <a:pt x="408034" y="6839"/>
                  <a:pt x="408776" y="8619"/>
                  <a:pt x="408776" y="10665"/>
                </a:cubicBezTo>
                <a:cubicBezTo>
                  <a:pt x="408776" y="12757"/>
                  <a:pt x="408045" y="14537"/>
                  <a:pt x="406584" y="16006"/>
                </a:cubicBezTo>
                <a:cubicBezTo>
                  <a:pt x="405122" y="17473"/>
                  <a:pt x="403350" y="18207"/>
                  <a:pt x="401268" y="18207"/>
                </a:cubicBezTo>
                <a:cubicBezTo>
                  <a:pt x="399186" y="18207"/>
                  <a:pt x="397403" y="17473"/>
                  <a:pt x="395919" y="16006"/>
                </a:cubicBezTo>
                <a:cubicBezTo>
                  <a:pt x="394435" y="14537"/>
                  <a:pt x="393693" y="12757"/>
                  <a:pt x="393693" y="10665"/>
                </a:cubicBezTo>
                <a:moveTo>
                  <a:pt x="409308" y="96349"/>
                </a:moveTo>
                <a:lnTo>
                  <a:pt x="420870" y="96349"/>
                </a:lnTo>
                <a:lnTo>
                  <a:pt x="420870" y="103393"/>
                </a:lnTo>
                <a:lnTo>
                  <a:pt x="385387" y="103393"/>
                </a:lnTo>
                <a:lnTo>
                  <a:pt x="385387" y="96349"/>
                </a:lnTo>
                <a:lnTo>
                  <a:pt x="397082" y="96349"/>
                </a:lnTo>
                <a:lnTo>
                  <a:pt x="397082" y="39869"/>
                </a:lnTo>
                <a:lnTo>
                  <a:pt x="385387" y="39869"/>
                </a:lnTo>
                <a:lnTo>
                  <a:pt x="385387" y="32692"/>
                </a:lnTo>
                <a:lnTo>
                  <a:pt x="409308" y="32692"/>
                </a:lnTo>
                <a:lnTo>
                  <a:pt x="409308" y="96349"/>
                </a:lnTo>
                <a:close/>
                <a:moveTo>
                  <a:pt x="438565" y="39869"/>
                </a:moveTo>
                <a:lnTo>
                  <a:pt x="427800" y="39869"/>
                </a:lnTo>
                <a:lnTo>
                  <a:pt x="427800" y="32692"/>
                </a:lnTo>
                <a:lnTo>
                  <a:pt x="438565" y="32692"/>
                </a:lnTo>
                <a:lnTo>
                  <a:pt x="438565" y="10765"/>
                </a:lnTo>
                <a:lnTo>
                  <a:pt x="450858" y="10765"/>
                </a:lnTo>
                <a:lnTo>
                  <a:pt x="450858" y="32692"/>
                </a:lnTo>
                <a:lnTo>
                  <a:pt x="473849" y="32692"/>
                </a:lnTo>
                <a:lnTo>
                  <a:pt x="473849" y="39869"/>
                </a:lnTo>
                <a:lnTo>
                  <a:pt x="450858" y="39869"/>
                </a:lnTo>
                <a:lnTo>
                  <a:pt x="450858" y="84721"/>
                </a:lnTo>
                <a:cubicBezTo>
                  <a:pt x="450858" y="90701"/>
                  <a:pt x="451434" y="94533"/>
                  <a:pt x="452585" y="96216"/>
                </a:cubicBezTo>
                <a:cubicBezTo>
                  <a:pt x="453737" y="97900"/>
                  <a:pt x="455863" y="98741"/>
                  <a:pt x="458964" y="98741"/>
                </a:cubicBezTo>
                <a:cubicBezTo>
                  <a:pt x="462154" y="98741"/>
                  <a:pt x="464479" y="97800"/>
                  <a:pt x="465941" y="95917"/>
                </a:cubicBezTo>
                <a:cubicBezTo>
                  <a:pt x="467403" y="94035"/>
                  <a:pt x="468178" y="90989"/>
                  <a:pt x="468267" y="86781"/>
                </a:cubicBezTo>
                <a:lnTo>
                  <a:pt x="477503" y="86781"/>
                </a:lnTo>
                <a:cubicBezTo>
                  <a:pt x="477149" y="93228"/>
                  <a:pt x="475399" y="97941"/>
                  <a:pt x="472254" y="100920"/>
                </a:cubicBezTo>
                <a:cubicBezTo>
                  <a:pt x="469109" y="103897"/>
                  <a:pt x="464324" y="105386"/>
                  <a:pt x="457901" y="105386"/>
                </a:cubicBezTo>
                <a:cubicBezTo>
                  <a:pt x="450858" y="105386"/>
                  <a:pt x="445874" y="103820"/>
                  <a:pt x="442950" y="100687"/>
                </a:cubicBezTo>
                <a:cubicBezTo>
                  <a:pt x="440027" y="97553"/>
                  <a:pt x="438565" y="92231"/>
                  <a:pt x="438565" y="84721"/>
                </a:cubicBezTo>
                <a:lnTo>
                  <a:pt x="438565" y="39869"/>
                </a:lnTo>
                <a:close/>
                <a:moveTo>
                  <a:pt x="552071" y="69371"/>
                </a:moveTo>
                <a:lnTo>
                  <a:pt x="499378" y="69371"/>
                </a:lnTo>
                <a:lnTo>
                  <a:pt x="499378" y="69903"/>
                </a:lnTo>
                <a:cubicBezTo>
                  <a:pt x="499378" y="79427"/>
                  <a:pt x="501172" y="86615"/>
                  <a:pt x="504761" y="91465"/>
                </a:cubicBezTo>
                <a:cubicBezTo>
                  <a:pt x="508349" y="96316"/>
                  <a:pt x="513642" y="98741"/>
                  <a:pt x="520642" y="98741"/>
                </a:cubicBezTo>
                <a:cubicBezTo>
                  <a:pt x="526002" y="98741"/>
                  <a:pt x="530398" y="97335"/>
                  <a:pt x="533832" y="94522"/>
                </a:cubicBezTo>
                <a:cubicBezTo>
                  <a:pt x="537265" y="91709"/>
                  <a:pt x="539668" y="87534"/>
                  <a:pt x="541041" y="81997"/>
                </a:cubicBezTo>
                <a:lnTo>
                  <a:pt x="550875" y="81997"/>
                </a:lnTo>
                <a:cubicBezTo>
                  <a:pt x="548926" y="89771"/>
                  <a:pt x="545327" y="95613"/>
                  <a:pt x="540078" y="99522"/>
                </a:cubicBezTo>
                <a:cubicBezTo>
                  <a:pt x="534828" y="103432"/>
                  <a:pt x="527929" y="105386"/>
                  <a:pt x="519379" y="105386"/>
                </a:cubicBezTo>
                <a:cubicBezTo>
                  <a:pt x="509058" y="105386"/>
                  <a:pt x="500763" y="101984"/>
                  <a:pt x="494494" y="95178"/>
                </a:cubicBezTo>
                <a:cubicBezTo>
                  <a:pt x="488226" y="88371"/>
                  <a:pt x="485092" y="79337"/>
                  <a:pt x="485092" y="68076"/>
                </a:cubicBezTo>
                <a:cubicBezTo>
                  <a:pt x="485092" y="56903"/>
                  <a:pt x="488171" y="47903"/>
                  <a:pt x="494328" y="41075"/>
                </a:cubicBezTo>
                <a:cubicBezTo>
                  <a:pt x="500486" y="34246"/>
                  <a:pt x="508570" y="30832"/>
                  <a:pt x="518582" y="30832"/>
                </a:cubicBezTo>
                <a:cubicBezTo>
                  <a:pt x="529258" y="30832"/>
                  <a:pt x="537453" y="34121"/>
                  <a:pt x="543167" y="40699"/>
                </a:cubicBezTo>
                <a:cubicBezTo>
                  <a:pt x="548882" y="47278"/>
                  <a:pt x="551850" y="56835"/>
                  <a:pt x="552071" y="69371"/>
                </a:cubicBezTo>
                <a:moveTo>
                  <a:pt x="537652" y="62328"/>
                </a:moveTo>
                <a:cubicBezTo>
                  <a:pt x="537387" y="54111"/>
                  <a:pt x="535648" y="47914"/>
                  <a:pt x="532436" y="43739"/>
                </a:cubicBezTo>
                <a:cubicBezTo>
                  <a:pt x="529224" y="39564"/>
                  <a:pt x="524606" y="37477"/>
                  <a:pt x="518582" y="37477"/>
                </a:cubicBezTo>
                <a:cubicBezTo>
                  <a:pt x="512956" y="37477"/>
                  <a:pt x="508526" y="39575"/>
                  <a:pt x="505292" y="43772"/>
                </a:cubicBezTo>
                <a:cubicBezTo>
                  <a:pt x="502058" y="47970"/>
                  <a:pt x="500087" y="54155"/>
                  <a:pt x="499378" y="62328"/>
                </a:cubicBezTo>
                <a:lnTo>
                  <a:pt x="537652" y="62328"/>
                </a:lnTo>
                <a:close/>
                <a:moveTo>
                  <a:pt x="629628" y="96349"/>
                </a:moveTo>
                <a:lnTo>
                  <a:pt x="641323" y="96349"/>
                </a:lnTo>
                <a:lnTo>
                  <a:pt x="641323" y="103393"/>
                </a:lnTo>
                <a:lnTo>
                  <a:pt x="617402" y="103393"/>
                </a:lnTo>
                <a:lnTo>
                  <a:pt x="617402" y="92367"/>
                </a:lnTo>
                <a:cubicBezTo>
                  <a:pt x="615010" y="96817"/>
                  <a:pt x="611964" y="100100"/>
                  <a:pt x="608265" y="102215"/>
                </a:cubicBezTo>
                <a:cubicBezTo>
                  <a:pt x="604566" y="104329"/>
                  <a:pt x="599992" y="105386"/>
                  <a:pt x="594544" y="105386"/>
                </a:cubicBezTo>
                <a:cubicBezTo>
                  <a:pt x="585861" y="105386"/>
                  <a:pt x="578762" y="101939"/>
                  <a:pt x="573247" y="95045"/>
                </a:cubicBezTo>
                <a:cubicBezTo>
                  <a:pt x="567732" y="88150"/>
                  <a:pt x="564974" y="79160"/>
                  <a:pt x="564974" y="68076"/>
                </a:cubicBezTo>
                <a:cubicBezTo>
                  <a:pt x="564974" y="56991"/>
                  <a:pt x="567721" y="48013"/>
                  <a:pt x="573214" y="41142"/>
                </a:cubicBezTo>
                <a:cubicBezTo>
                  <a:pt x="578707" y="34268"/>
                  <a:pt x="585817" y="30832"/>
                  <a:pt x="594544" y="30832"/>
                </a:cubicBezTo>
                <a:cubicBezTo>
                  <a:pt x="599992" y="30832"/>
                  <a:pt x="604566" y="31889"/>
                  <a:pt x="608265" y="34003"/>
                </a:cubicBezTo>
                <a:cubicBezTo>
                  <a:pt x="611964" y="36116"/>
                  <a:pt x="615010" y="39399"/>
                  <a:pt x="617402" y="43849"/>
                </a:cubicBezTo>
                <a:lnTo>
                  <a:pt x="617402" y="7043"/>
                </a:lnTo>
                <a:lnTo>
                  <a:pt x="605840" y="7043"/>
                </a:lnTo>
                <a:lnTo>
                  <a:pt x="605840" y="0"/>
                </a:lnTo>
                <a:lnTo>
                  <a:pt x="629628" y="0"/>
                </a:lnTo>
                <a:lnTo>
                  <a:pt x="629628" y="96349"/>
                </a:lnTo>
                <a:moveTo>
                  <a:pt x="617402" y="71593"/>
                </a:moveTo>
                <a:lnTo>
                  <a:pt x="617402" y="64625"/>
                </a:lnTo>
                <a:cubicBezTo>
                  <a:pt x="617402" y="56173"/>
                  <a:pt x="615774" y="49713"/>
                  <a:pt x="612518" y="45245"/>
                </a:cubicBezTo>
                <a:cubicBezTo>
                  <a:pt x="609262" y="40775"/>
                  <a:pt x="604533" y="38540"/>
                  <a:pt x="598331" y="38540"/>
                </a:cubicBezTo>
                <a:cubicBezTo>
                  <a:pt x="592041" y="38540"/>
                  <a:pt x="587290" y="41018"/>
                  <a:pt x="584078" y="45974"/>
                </a:cubicBezTo>
                <a:cubicBezTo>
                  <a:pt x="580866" y="50929"/>
                  <a:pt x="579261" y="58297"/>
                  <a:pt x="579261" y="68076"/>
                </a:cubicBezTo>
                <a:cubicBezTo>
                  <a:pt x="579261" y="77810"/>
                  <a:pt x="580866" y="85178"/>
                  <a:pt x="584078" y="90178"/>
                </a:cubicBezTo>
                <a:cubicBezTo>
                  <a:pt x="587290" y="95178"/>
                  <a:pt x="592041" y="97678"/>
                  <a:pt x="598331" y="97678"/>
                </a:cubicBezTo>
                <a:cubicBezTo>
                  <a:pt x="604533" y="97678"/>
                  <a:pt x="609262" y="95455"/>
                  <a:pt x="612518" y="91009"/>
                </a:cubicBezTo>
                <a:cubicBezTo>
                  <a:pt x="615774" y="86561"/>
                  <a:pt x="617402" y="80089"/>
                  <a:pt x="617402" y="71593"/>
                </a:cubicBezTo>
                <a:close/>
                <a:moveTo>
                  <a:pt x="696210" y="103393"/>
                </a:moveTo>
                <a:lnTo>
                  <a:pt x="696210" y="96349"/>
                </a:lnTo>
                <a:lnTo>
                  <a:pt x="708836" y="96349"/>
                </a:lnTo>
                <a:lnTo>
                  <a:pt x="708836" y="11296"/>
                </a:lnTo>
                <a:lnTo>
                  <a:pt x="696210" y="11296"/>
                </a:lnTo>
                <a:lnTo>
                  <a:pt x="696210" y="4120"/>
                </a:lnTo>
                <a:lnTo>
                  <a:pt x="734950" y="4120"/>
                </a:lnTo>
                <a:lnTo>
                  <a:pt x="734950" y="11296"/>
                </a:lnTo>
                <a:lnTo>
                  <a:pt x="722324" y="11296"/>
                </a:lnTo>
                <a:lnTo>
                  <a:pt x="722324" y="95153"/>
                </a:lnTo>
                <a:lnTo>
                  <a:pt x="767642" y="95153"/>
                </a:lnTo>
                <a:lnTo>
                  <a:pt x="767642" y="78541"/>
                </a:lnTo>
                <a:lnTo>
                  <a:pt x="775815" y="78541"/>
                </a:lnTo>
                <a:lnTo>
                  <a:pt x="775815" y="103393"/>
                </a:lnTo>
                <a:lnTo>
                  <a:pt x="696210" y="103393"/>
                </a:lnTo>
                <a:close/>
                <a:moveTo>
                  <a:pt x="833489" y="81232"/>
                </a:moveTo>
                <a:lnTo>
                  <a:pt x="833489" y="66315"/>
                </a:lnTo>
                <a:lnTo>
                  <a:pt x="817741" y="66315"/>
                </a:lnTo>
                <a:cubicBezTo>
                  <a:pt x="811672" y="66315"/>
                  <a:pt x="807154" y="67619"/>
                  <a:pt x="804186" y="70227"/>
                </a:cubicBezTo>
                <a:cubicBezTo>
                  <a:pt x="801218" y="72835"/>
                  <a:pt x="799734" y="76836"/>
                  <a:pt x="799734" y="82229"/>
                </a:cubicBezTo>
                <a:cubicBezTo>
                  <a:pt x="799734" y="87137"/>
                  <a:pt x="801240" y="91027"/>
                  <a:pt x="804252" y="93901"/>
                </a:cubicBezTo>
                <a:cubicBezTo>
                  <a:pt x="807264" y="96774"/>
                  <a:pt x="811340" y="98210"/>
                  <a:pt x="816478" y="98210"/>
                </a:cubicBezTo>
                <a:cubicBezTo>
                  <a:pt x="821573" y="98210"/>
                  <a:pt x="825681" y="96641"/>
                  <a:pt x="828804" y="93502"/>
                </a:cubicBezTo>
                <a:cubicBezTo>
                  <a:pt x="831927" y="90363"/>
                  <a:pt x="833489" y="86273"/>
                  <a:pt x="833489" y="81232"/>
                </a:cubicBezTo>
                <a:moveTo>
                  <a:pt x="845715" y="59274"/>
                </a:moveTo>
                <a:lnTo>
                  <a:pt x="845715" y="96349"/>
                </a:lnTo>
                <a:lnTo>
                  <a:pt x="856613" y="96349"/>
                </a:lnTo>
                <a:lnTo>
                  <a:pt x="856613" y="103393"/>
                </a:lnTo>
                <a:lnTo>
                  <a:pt x="833489" y="103393"/>
                </a:lnTo>
                <a:lnTo>
                  <a:pt x="833489" y="95753"/>
                </a:lnTo>
                <a:cubicBezTo>
                  <a:pt x="830787" y="99054"/>
                  <a:pt x="827664" y="101484"/>
                  <a:pt x="824120" y="103046"/>
                </a:cubicBezTo>
                <a:cubicBezTo>
                  <a:pt x="820576" y="104606"/>
                  <a:pt x="816434" y="105386"/>
                  <a:pt x="811694" y="105386"/>
                </a:cubicBezTo>
                <a:cubicBezTo>
                  <a:pt x="803853" y="105386"/>
                  <a:pt x="797629" y="103301"/>
                  <a:pt x="793022" y="99132"/>
                </a:cubicBezTo>
                <a:cubicBezTo>
                  <a:pt x="788415" y="94961"/>
                  <a:pt x="786112" y="89327"/>
                  <a:pt x="786112" y="82229"/>
                </a:cubicBezTo>
                <a:cubicBezTo>
                  <a:pt x="786112" y="74909"/>
                  <a:pt x="788747" y="69230"/>
                  <a:pt x="794019" y="65194"/>
                </a:cubicBezTo>
                <a:cubicBezTo>
                  <a:pt x="799291" y="61157"/>
                  <a:pt x="806733" y="59139"/>
                  <a:pt x="816345" y="59139"/>
                </a:cubicBezTo>
                <a:lnTo>
                  <a:pt x="833489" y="59139"/>
                </a:lnTo>
                <a:lnTo>
                  <a:pt x="833489" y="54325"/>
                </a:lnTo>
                <a:cubicBezTo>
                  <a:pt x="833489" y="48975"/>
                  <a:pt x="831861" y="44829"/>
                  <a:pt x="828605" y="41889"/>
                </a:cubicBezTo>
                <a:cubicBezTo>
                  <a:pt x="825349" y="38947"/>
                  <a:pt x="820775" y="37477"/>
                  <a:pt x="814884" y="37477"/>
                </a:cubicBezTo>
                <a:cubicBezTo>
                  <a:pt x="810011" y="37477"/>
                  <a:pt x="806135" y="38584"/>
                  <a:pt x="803255" y="40799"/>
                </a:cubicBezTo>
                <a:cubicBezTo>
                  <a:pt x="800376" y="43014"/>
                  <a:pt x="798582" y="46292"/>
                  <a:pt x="797873" y="50633"/>
                </a:cubicBezTo>
                <a:lnTo>
                  <a:pt x="791560" y="50633"/>
                </a:lnTo>
                <a:lnTo>
                  <a:pt x="791560" y="36280"/>
                </a:lnTo>
                <a:cubicBezTo>
                  <a:pt x="795813" y="34464"/>
                  <a:pt x="799944" y="33102"/>
                  <a:pt x="803953" y="32194"/>
                </a:cubicBezTo>
                <a:cubicBezTo>
                  <a:pt x="807962" y="31286"/>
                  <a:pt x="811871" y="30832"/>
                  <a:pt x="815681" y="30832"/>
                </a:cubicBezTo>
                <a:cubicBezTo>
                  <a:pt x="825471" y="30832"/>
                  <a:pt x="832924" y="33258"/>
                  <a:pt x="838041" y="38110"/>
                </a:cubicBezTo>
                <a:cubicBezTo>
                  <a:pt x="843157" y="42961"/>
                  <a:pt x="845715" y="50015"/>
                  <a:pt x="845715" y="59274"/>
                </a:cubicBezTo>
                <a:close/>
                <a:moveTo>
                  <a:pt x="875534" y="39869"/>
                </a:moveTo>
                <a:lnTo>
                  <a:pt x="864770" y="39869"/>
                </a:lnTo>
                <a:lnTo>
                  <a:pt x="864770" y="32692"/>
                </a:lnTo>
                <a:lnTo>
                  <a:pt x="875534" y="32692"/>
                </a:lnTo>
                <a:lnTo>
                  <a:pt x="875534" y="10765"/>
                </a:lnTo>
                <a:lnTo>
                  <a:pt x="887827" y="10765"/>
                </a:lnTo>
                <a:lnTo>
                  <a:pt x="887827" y="32692"/>
                </a:lnTo>
                <a:lnTo>
                  <a:pt x="910818" y="32692"/>
                </a:lnTo>
                <a:lnTo>
                  <a:pt x="910818" y="39869"/>
                </a:lnTo>
                <a:lnTo>
                  <a:pt x="887827" y="39869"/>
                </a:lnTo>
                <a:lnTo>
                  <a:pt x="887827" y="84721"/>
                </a:lnTo>
                <a:cubicBezTo>
                  <a:pt x="887827" y="90701"/>
                  <a:pt x="888403" y="94533"/>
                  <a:pt x="889555" y="96216"/>
                </a:cubicBezTo>
                <a:cubicBezTo>
                  <a:pt x="890707" y="97900"/>
                  <a:pt x="892833" y="98741"/>
                  <a:pt x="895934" y="98741"/>
                </a:cubicBezTo>
                <a:cubicBezTo>
                  <a:pt x="899123" y="98741"/>
                  <a:pt x="901449" y="97800"/>
                  <a:pt x="902911" y="95917"/>
                </a:cubicBezTo>
                <a:cubicBezTo>
                  <a:pt x="904373" y="94035"/>
                  <a:pt x="905148" y="90989"/>
                  <a:pt x="905236" y="86781"/>
                </a:cubicBezTo>
                <a:lnTo>
                  <a:pt x="914473" y="86781"/>
                </a:lnTo>
                <a:cubicBezTo>
                  <a:pt x="914118" y="93228"/>
                  <a:pt x="912369" y="97941"/>
                  <a:pt x="909223" y="100920"/>
                </a:cubicBezTo>
                <a:cubicBezTo>
                  <a:pt x="906078" y="103897"/>
                  <a:pt x="901294" y="105386"/>
                  <a:pt x="894871" y="105386"/>
                </a:cubicBezTo>
                <a:cubicBezTo>
                  <a:pt x="887827" y="105386"/>
                  <a:pt x="882844" y="103820"/>
                  <a:pt x="879920" y="100687"/>
                </a:cubicBezTo>
                <a:cubicBezTo>
                  <a:pt x="876996" y="97553"/>
                  <a:pt x="875534" y="92231"/>
                  <a:pt x="875534" y="84721"/>
                </a:cubicBezTo>
                <a:lnTo>
                  <a:pt x="875534" y="39869"/>
                </a:lnTo>
                <a:close/>
                <a:moveTo>
                  <a:pt x="989041" y="69371"/>
                </a:moveTo>
                <a:lnTo>
                  <a:pt x="936348" y="69371"/>
                </a:lnTo>
                <a:lnTo>
                  <a:pt x="936348" y="69903"/>
                </a:lnTo>
                <a:cubicBezTo>
                  <a:pt x="936348" y="79427"/>
                  <a:pt x="938142" y="86615"/>
                  <a:pt x="941730" y="91465"/>
                </a:cubicBezTo>
                <a:cubicBezTo>
                  <a:pt x="945318" y="96316"/>
                  <a:pt x="950612" y="98741"/>
                  <a:pt x="957611" y="98741"/>
                </a:cubicBezTo>
                <a:cubicBezTo>
                  <a:pt x="962971" y="98741"/>
                  <a:pt x="967368" y="97335"/>
                  <a:pt x="970801" y="94522"/>
                </a:cubicBezTo>
                <a:cubicBezTo>
                  <a:pt x="974234" y="91709"/>
                  <a:pt x="976637" y="87534"/>
                  <a:pt x="978011" y="81997"/>
                </a:cubicBezTo>
                <a:lnTo>
                  <a:pt x="987845" y="81997"/>
                </a:lnTo>
                <a:cubicBezTo>
                  <a:pt x="985896" y="89771"/>
                  <a:pt x="982296" y="95613"/>
                  <a:pt x="977047" y="99522"/>
                </a:cubicBezTo>
                <a:cubicBezTo>
                  <a:pt x="971798" y="103432"/>
                  <a:pt x="964898" y="105386"/>
                  <a:pt x="956349" y="105386"/>
                </a:cubicBezTo>
                <a:cubicBezTo>
                  <a:pt x="946027" y="105386"/>
                  <a:pt x="937732" y="101984"/>
                  <a:pt x="931464" y="95178"/>
                </a:cubicBezTo>
                <a:cubicBezTo>
                  <a:pt x="925196" y="88371"/>
                  <a:pt x="922062" y="79337"/>
                  <a:pt x="922062" y="68076"/>
                </a:cubicBezTo>
                <a:cubicBezTo>
                  <a:pt x="922062" y="56903"/>
                  <a:pt x="925140" y="47903"/>
                  <a:pt x="931298" y="41075"/>
                </a:cubicBezTo>
                <a:cubicBezTo>
                  <a:pt x="937455" y="34246"/>
                  <a:pt x="945540" y="30832"/>
                  <a:pt x="955551" y="30832"/>
                </a:cubicBezTo>
                <a:cubicBezTo>
                  <a:pt x="966227" y="30832"/>
                  <a:pt x="974422" y="34121"/>
                  <a:pt x="980137" y="40699"/>
                </a:cubicBezTo>
                <a:cubicBezTo>
                  <a:pt x="985851" y="47278"/>
                  <a:pt x="988819" y="56835"/>
                  <a:pt x="989041" y="69371"/>
                </a:cubicBezTo>
                <a:moveTo>
                  <a:pt x="974622" y="62328"/>
                </a:moveTo>
                <a:cubicBezTo>
                  <a:pt x="974356" y="54111"/>
                  <a:pt x="972617" y="47914"/>
                  <a:pt x="969406" y="43739"/>
                </a:cubicBezTo>
                <a:cubicBezTo>
                  <a:pt x="966194" y="39564"/>
                  <a:pt x="961576" y="37477"/>
                  <a:pt x="955551" y="37477"/>
                </a:cubicBezTo>
                <a:cubicBezTo>
                  <a:pt x="949925" y="37477"/>
                  <a:pt x="945495" y="39575"/>
                  <a:pt x="942262" y="43772"/>
                </a:cubicBezTo>
                <a:cubicBezTo>
                  <a:pt x="939028" y="47970"/>
                  <a:pt x="937057" y="54155"/>
                  <a:pt x="936348" y="62328"/>
                </a:cubicBezTo>
                <a:lnTo>
                  <a:pt x="974622" y="62328"/>
                </a:lnTo>
                <a:close/>
                <a:moveTo>
                  <a:pt x="1002808" y="99539"/>
                </a:moveTo>
                <a:lnTo>
                  <a:pt x="1002808" y="83060"/>
                </a:lnTo>
                <a:lnTo>
                  <a:pt x="1009851" y="83060"/>
                </a:lnTo>
                <a:cubicBezTo>
                  <a:pt x="1010028" y="88309"/>
                  <a:pt x="1011678" y="92235"/>
                  <a:pt x="1014801" y="94838"/>
                </a:cubicBezTo>
                <a:cubicBezTo>
                  <a:pt x="1017925" y="97440"/>
                  <a:pt x="1022543" y="98741"/>
                  <a:pt x="1028656" y="98741"/>
                </a:cubicBezTo>
                <a:cubicBezTo>
                  <a:pt x="1034149" y="98741"/>
                  <a:pt x="1038335" y="97714"/>
                  <a:pt x="1041214" y="95658"/>
                </a:cubicBezTo>
                <a:cubicBezTo>
                  <a:pt x="1044094" y="93601"/>
                  <a:pt x="1045534" y="90604"/>
                  <a:pt x="1045534" y="86669"/>
                </a:cubicBezTo>
                <a:cubicBezTo>
                  <a:pt x="1045534" y="83573"/>
                  <a:pt x="1044481" y="81075"/>
                  <a:pt x="1042377" y="79175"/>
                </a:cubicBezTo>
                <a:cubicBezTo>
                  <a:pt x="1040273" y="77273"/>
                  <a:pt x="1035832" y="75238"/>
                  <a:pt x="1029055" y="73072"/>
                </a:cubicBezTo>
                <a:lnTo>
                  <a:pt x="1020217" y="70075"/>
                </a:lnTo>
                <a:cubicBezTo>
                  <a:pt x="1014148" y="68125"/>
                  <a:pt x="1009751" y="65686"/>
                  <a:pt x="1007027" y="62760"/>
                </a:cubicBezTo>
                <a:cubicBezTo>
                  <a:pt x="1004303" y="59832"/>
                  <a:pt x="1002941" y="56107"/>
                  <a:pt x="1002941" y="51584"/>
                </a:cubicBezTo>
                <a:cubicBezTo>
                  <a:pt x="1002941" y="45110"/>
                  <a:pt x="1005311" y="40033"/>
                  <a:pt x="1010050" y="36353"/>
                </a:cubicBezTo>
                <a:cubicBezTo>
                  <a:pt x="1014790" y="32672"/>
                  <a:pt x="1021347" y="30832"/>
                  <a:pt x="1029719" y="30832"/>
                </a:cubicBezTo>
                <a:cubicBezTo>
                  <a:pt x="1033440" y="30832"/>
                  <a:pt x="1037360" y="31319"/>
                  <a:pt x="1041480" y="32294"/>
                </a:cubicBezTo>
                <a:cubicBezTo>
                  <a:pt x="1045600" y="33268"/>
                  <a:pt x="1049853" y="34686"/>
                  <a:pt x="1054238" y="36546"/>
                </a:cubicBezTo>
                <a:lnTo>
                  <a:pt x="1054238" y="51962"/>
                </a:lnTo>
                <a:lnTo>
                  <a:pt x="1047195" y="51962"/>
                </a:lnTo>
                <a:cubicBezTo>
                  <a:pt x="1047018" y="47420"/>
                  <a:pt x="1045423" y="43871"/>
                  <a:pt x="1042411" y="41314"/>
                </a:cubicBezTo>
                <a:cubicBezTo>
                  <a:pt x="1039398" y="38756"/>
                  <a:pt x="1035301" y="37477"/>
                  <a:pt x="1030118" y="37477"/>
                </a:cubicBezTo>
                <a:cubicBezTo>
                  <a:pt x="1024979" y="37477"/>
                  <a:pt x="1021092" y="38383"/>
                  <a:pt x="1018456" y="40197"/>
                </a:cubicBezTo>
                <a:cubicBezTo>
                  <a:pt x="1015820" y="42009"/>
                  <a:pt x="1014502" y="44727"/>
                  <a:pt x="1014502" y="48351"/>
                </a:cubicBezTo>
                <a:cubicBezTo>
                  <a:pt x="1014502" y="51314"/>
                  <a:pt x="1015499" y="53691"/>
                  <a:pt x="1017493" y="55482"/>
                </a:cubicBezTo>
                <a:cubicBezTo>
                  <a:pt x="1019486" y="57272"/>
                  <a:pt x="1023473" y="59095"/>
                  <a:pt x="1029453" y="60951"/>
                </a:cubicBezTo>
                <a:lnTo>
                  <a:pt x="1039155" y="63948"/>
                </a:lnTo>
                <a:cubicBezTo>
                  <a:pt x="1045844" y="66032"/>
                  <a:pt x="1050661" y="68638"/>
                  <a:pt x="1053607" y="71764"/>
                </a:cubicBezTo>
                <a:cubicBezTo>
                  <a:pt x="1056553" y="74889"/>
                  <a:pt x="1058026" y="78914"/>
                  <a:pt x="1058026" y="83836"/>
                </a:cubicBezTo>
                <a:cubicBezTo>
                  <a:pt x="1058026" y="90531"/>
                  <a:pt x="1055468" y="95796"/>
                  <a:pt x="1050351" y="99632"/>
                </a:cubicBezTo>
                <a:cubicBezTo>
                  <a:pt x="1045235" y="103468"/>
                  <a:pt x="1038180" y="105386"/>
                  <a:pt x="1029187" y="105386"/>
                </a:cubicBezTo>
                <a:cubicBezTo>
                  <a:pt x="1024625" y="105386"/>
                  <a:pt x="1020173" y="104899"/>
                  <a:pt x="1015831" y="103924"/>
                </a:cubicBezTo>
                <a:cubicBezTo>
                  <a:pt x="1011490" y="102950"/>
                  <a:pt x="1007149" y="101488"/>
                  <a:pt x="1002808" y="99539"/>
                </a:cubicBezTo>
                <a:close/>
                <a:moveTo>
                  <a:pt x="1078846" y="39869"/>
                </a:moveTo>
                <a:lnTo>
                  <a:pt x="1068081" y="39869"/>
                </a:lnTo>
                <a:lnTo>
                  <a:pt x="1068081" y="32692"/>
                </a:lnTo>
                <a:lnTo>
                  <a:pt x="1078846" y="32692"/>
                </a:lnTo>
                <a:lnTo>
                  <a:pt x="1078846" y="10765"/>
                </a:lnTo>
                <a:lnTo>
                  <a:pt x="1091139" y="10765"/>
                </a:lnTo>
                <a:lnTo>
                  <a:pt x="1091139" y="32692"/>
                </a:lnTo>
                <a:lnTo>
                  <a:pt x="1114130" y="32692"/>
                </a:lnTo>
                <a:lnTo>
                  <a:pt x="1114130" y="39869"/>
                </a:lnTo>
                <a:lnTo>
                  <a:pt x="1091139" y="39869"/>
                </a:lnTo>
                <a:lnTo>
                  <a:pt x="1091139" y="84721"/>
                </a:lnTo>
                <a:cubicBezTo>
                  <a:pt x="1091139" y="90701"/>
                  <a:pt x="1091715" y="94533"/>
                  <a:pt x="1092867" y="96216"/>
                </a:cubicBezTo>
                <a:cubicBezTo>
                  <a:pt x="1094018" y="97900"/>
                  <a:pt x="1096145" y="98741"/>
                  <a:pt x="1099245" y="98741"/>
                </a:cubicBezTo>
                <a:cubicBezTo>
                  <a:pt x="1102435" y="98741"/>
                  <a:pt x="1104761" y="97800"/>
                  <a:pt x="1106223" y="95917"/>
                </a:cubicBezTo>
                <a:cubicBezTo>
                  <a:pt x="1107684" y="94035"/>
                  <a:pt x="1108460" y="90989"/>
                  <a:pt x="1108548" y="86781"/>
                </a:cubicBezTo>
                <a:lnTo>
                  <a:pt x="1117784" y="86781"/>
                </a:lnTo>
                <a:cubicBezTo>
                  <a:pt x="1117430" y="93228"/>
                  <a:pt x="1115680" y="97941"/>
                  <a:pt x="1112535" y="100920"/>
                </a:cubicBezTo>
                <a:cubicBezTo>
                  <a:pt x="1109390" y="103897"/>
                  <a:pt x="1104606" y="105386"/>
                  <a:pt x="1098182" y="105386"/>
                </a:cubicBezTo>
                <a:cubicBezTo>
                  <a:pt x="1091139" y="105386"/>
                  <a:pt x="1086155" y="103820"/>
                  <a:pt x="1083232" y="100687"/>
                </a:cubicBezTo>
                <a:cubicBezTo>
                  <a:pt x="1080308" y="97553"/>
                  <a:pt x="1078846" y="92231"/>
                  <a:pt x="1078846" y="84721"/>
                </a:cubicBezTo>
                <a:lnTo>
                  <a:pt x="1078846" y="39869"/>
                </a:lnTo>
                <a:close/>
                <a:moveTo>
                  <a:pt x="1185795" y="11296"/>
                </a:moveTo>
                <a:lnTo>
                  <a:pt x="1215099" y="87445"/>
                </a:lnTo>
                <a:lnTo>
                  <a:pt x="1244336" y="11296"/>
                </a:lnTo>
                <a:lnTo>
                  <a:pt x="1233172" y="11296"/>
                </a:lnTo>
                <a:lnTo>
                  <a:pt x="1233172" y="4120"/>
                </a:lnTo>
                <a:lnTo>
                  <a:pt x="1262276" y="4120"/>
                </a:lnTo>
                <a:lnTo>
                  <a:pt x="1262276" y="11296"/>
                </a:lnTo>
                <a:lnTo>
                  <a:pt x="1252642" y="11296"/>
                </a:lnTo>
                <a:lnTo>
                  <a:pt x="1217225" y="103393"/>
                </a:lnTo>
                <a:lnTo>
                  <a:pt x="1205796" y="103393"/>
                </a:lnTo>
                <a:lnTo>
                  <a:pt x="1170578" y="11296"/>
                </a:lnTo>
                <a:lnTo>
                  <a:pt x="1160678" y="11296"/>
                </a:lnTo>
                <a:lnTo>
                  <a:pt x="1160678" y="4120"/>
                </a:lnTo>
                <a:lnTo>
                  <a:pt x="1196825" y="4120"/>
                </a:lnTo>
                <a:lnTo>
                  <a:pt x="1196825" y="11296"/>
                </a:lnTo>
                <a:lnTo>
                  <a:pt x="1185795" y="112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ersion">
            <a:extLst xmlns:a="http://schemas.openxmlformats.org/drawingml/2006/main">
              <a:ext uri="{FF2B5EF4-FFF2-40B4-BE49-F238E27FC236}">
                <a16:creationId xmlns:a16="http://schemas.microsoft.com/office/drawing/2014/main" id="{3A0A6DC4-C864-4FA0-9998-77E9ACD4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21" y="1750455"/>
            <a:ext cx="416203" cy="102330"/>
          </a:xfrm>
          <a:custGeom xmlns:a="http://schemas.openxmlformats.org/drawingml/2006/main">
            <a:pathLst>
              <a:path w="416203" h="102330">
                <a:moveTo>
                  <a:pt x="66979" y="66315"/>
                </a:moveTo>
                <a:lnTo>
                  <a:pt x="14286" y="66315"/>
                </a:lnTo>
                <a:lnTo>
                  <a:pt x="14286" y="66846"/>
                </a:lnTo>
                <a:cubicBezTo>
                  <a:pt x="14286" y="76371"/>
                  <a:pt x="16080" y="83558"/>
                  <a:pt x="19669" y="88409"/>
                </a:cubicBezTo>
                <a:cubicBezTo>
                  <a:pt x="23257" y="93259"/>
                  <a:pt x="28550" y="95685"/>
                  <a:pt x="35550" y="95685"/>
                </a:cubicBezTo>
                <a:cubicBezTo>
                  <a:pt x="40910" y="95685"/>
                  <a:pt x="45306" y="94278"/>
                  <a:pt x="48739" y="91465"/>
                </a:cubicBezTo>
                <a:cubicBezTo>
                  <a:pt x="52173" y="88652"/>
                  <a:pt x="54576" y="84477"/>
                  <a:pt x="55949" y="78940"/>
                </a:cubicBezTo>
                <a:lnTo>
                  <a:pt x="65783" y="78940"/>
                </a:lnTo>
                <a:cubicBezTo>
                  <a:pt x="63834" y="86714"/>
                  <a:pt x="60235" y="92556"/>
                  <a:pt x="54986" y="96466"/>
                </a:cubicBezTo>
                <a:cubicBezTo>
                  <a:pt x="49736" y="100375"/>
                  <a:pt x="42837" y="102330"/>
                  <a:pt x="34287" y="102330"/>
                </a:cubicBezTo>
                <a:cubicBezTo>
                  <a:pt x="23966" y="102330"/>
                  <a:pt x="15671" y="98927"/>
                  <a:pt x="9402" y="92122"/>
                </a:cubicBezTo>
                <a:cubicBezTo>
                  <a:pt x="3134" y="85315"/>
                  <a:pt x="0" y="76281"/>
                  <a:pt x="0" y="65019"/>
                </a:cubicBezTo>
                <a:cubicBezTo>
                  <a:pt x="0" y="53846"/>
                  <a:pt x="3079" y="44846"/>
                  <a:pt x="9236" y="38019"/>
                </a:cubicBezTo>
                <a:cubicBezTo>
                  <a:pt x="15394" y="31190"/>
                  <a:pt x="23478" y="27775"/>
                  <a:pt x="33490" y="27775"/>
                </a:cubicBezTo>
                <a:cubicBezTo>
                  <a:pt x="44166" y="27775"/>
                  <a:pt x="52361" y="31064"/>
                  <a:pt x="58075" y="37643"/>
                </a:cubicBezTo>
                <a:cubicBezTo>
                  <a:pt x="63790" y="44221"/>
                  <a:pt x="66758" y="53778"/>
                  <a:pt x="66979" y="66315"/>
                </a:cubicBezTo>
                <a:moveTo>
                  <a:pt x="52560" y="59271"/>
                </a:moveTo>
                <a:cubicBezTo>
                  <a:pt x="52294" y="51054"/>
                  <a:pt x="50556" y="44858"/>
                  <a:pt x="47344" y="40683"/>
                </a:cubicBezTo>
                <a:cubicBezTo>
                  <a:pt x="44132" y="36508"/>
                  <a:pt x="39514" y="34420"/>
                  <a:pt x="33490" y="34420"/>
                </a:cubicBezTo>
                <a:cubicBezTo>
                  <a:pt x="27864" y="34420"/>
                  <a:pt x="23434" y="36519"/>
                  <a:pt x="20200" y="40716"/>
                </a:cubicBezTo>
                <a:cubicBezTo>
                  <a:pt x="16966" y="44913"/>
                  <a:pt x="14995" y="51098"/>
                  <a:pt x="14286" y="59271"/>
                </a:cubicBezTo>
                <a:lnTo>
                  <a:pt x="52560" y="59271"/>
                </a:lnTo>
                <a:close/>
                <a:moveTo>
                  <a:pt x="138157" y="29636"/>
                </a:moveTo>
                <a:lnTo>
                  <a:pt x="138157" y="47311"/>
                </a:lnTo>
                <a:lnTo>
                  <a:pt x="131114" y="47311"/>
                </a:lnTo>
                <a:cubicBezTo>
                  <a:pt x="130892" y="43789"/>
                  <a:pt x="129917" y="41159"/>
                  <a:pt x="128190" y="39420"/>
                </a:cubicBezTo>
                <a:cubicBezTo>
                  <a:pt x="126462" y="37681"/>
                  <a:pt x="123937" y="36812"/>
                  <a:pt x="120615" y="36812"/>
                </a:cubicBezTo>
                <a:cubicBezTo>
                  <a:pt x="114590" y="36812"/>
                  <a:pt x="109972" y="38898"/>
                  <a:pt x="106760" y="43071"/>
                </a:cubicBezTo>
                <a:cubicBezTo>
                  <a:pt x="103549" y="47242"/>
                  <a:pt x="101943" y="53233"/>
                  <a:pt x="101943" y="61045"/>
                </a:cubicBezTo>
                <a:lnTo>
                  <a:pt x="101943" y="93293"/>
                </a:lnTo>
                <a:lnTo>
                  <a:pt x="116096" y="93293"/>
                </a:lnTo>
                <a:lnTo>
                  <a:pt x="116096" y="100336"/>
                </a:lnTo>
                <a:lnTo>
                  <a:pt x="78686" y="100336"/>
                </a:lnTo>
                <a:lnTo>
                  <a:pt x="78686" y="93293"/>
                </a:lnTo>
                <a:lnTo>
                  <a:pt x="89717" y="93293"/>
                </a:lnTo>
                <a:lnTo>
                  <a:pt x="89717" y="36679"/>
                </a:lnTo>
                <a:lnTo>
                  <a:pt x="78022" y="36679"/>
                </a:lnTo>
                <a:lnTo>
                  <a:pt x="78022" y="29636"/>
                </a:lnTo>
                <a:lnTo>
                  <a:pt x="101943" y="29636"/>
                </a:lnTo>
                <a:lnTo>
                  <a:pt x="101943" y="42296"/>
                </a:lnTo>
                <a:cubicBezTo>
                  <a:pt x="104335" y="37367"/>
                  <a:pt x="107414" y="33714"/>
                  <a:pt x="111179" y="31338"/>
                </a:cubicBezTo>
                <a:cubicBezTo>
                  <a:pt x="114945" y="28963"/>
                  <a:pt x="119529" y="27775"/>
                  <a:pt x="124934" y="27775"/>
                </a:cubicBezTo>
                <a:cubicBezTo>
                  <a:pt x="126927" y="27775"/>
                  <a:pt x="129020" y="27936"/>
                  <a:pt x="131213" y="28259"/>
                </a:cubicBezTo>
                <a:cubicBezTo>
                  <a:pt x="133406" y="28580"/>
                  <a:pt x="135721" y="29039"/>
                  <a:pt x="138157" y="29636"/>
                </a:cubicBezTo>
                <a:close/>
                <a:moveTo>
                  <a:pt x="145931" y="96482"/>
                </a:moveTo>
                <a:lnTo>
                  <a:pt x="145931" y="80003"/>
                </a:lnTo>
                <a:lnTo>
                  <a:pt x="152975" y="80003"/>
                </a:lnTo>
                <a:cubicBezTo>
                  <a:pt x="153152" y="85253"/>
                  <a:pt x="154802" y="89178"/>
                  <a:pt x="157925" y="91781"/>
                </a:cubicBezTo>
                <a:cubicBezTo>
                  <a:pt x="161048" y="94384"/>
                  <a:pt x="165666" y="95685"/>
                  <a:pt x="171779" y="95685"/>
                </a:cubicBezTo>
                <a:cubicBezTo>
                  <a:pt x="177272" y="95685"/>
                  <a:pt x="181459" y="94657"/>
                  <a:pt x="184338" y="92601"/>
                </a:cubicBezTo>
                <a:cubicBezTo>
                  <a:pt x="187217" y="90544"/>
                  <a:pt x="188657" y="87548"/>
                  <a:pt x="188657" y="83612"/>
                </a:cubicBezTo>
                <a:cubicBezTo>
                  <a:pt x="188657" y="80517"/>
                  <a:pt x="187605" y="78019"/>
                  <a:pt x="185501" y="76118"/>
                </a:cubicBezTo>
                <a:cubicBezTo>
                  <a:pt x="183397" y="74216"/>
                  <a:pt x="178956" y="72182"/>
                  <a:pt x="172178" y="70015"/>
                </a:cubicBezTo>
                <a:lnTo>
                  <a:pt x="163340" y="67019"/>
                </a:lnTo>
                <a:cubicBezTo>
                  <a:pt x="157272" y="65068"/>
                  <a:pt x="152875" y="62630"/>
                  <a:pt x="150151" y="59703"/>
                </a:cubicBezTo>
                <a:cubicBezTo>
                  <a:pt x="147426" y="56775"/>
                  <a:pt x="146064" y="53050"/>
                  <a:pt x="146064" y="48528"/>
                </a:cubicBezTo>
                <a:cubicBezTo>
                  <a:pt x="146064" y="42053"/>
                  <a:pt x="148434" y="36976"/>
                  <a:pt x="153174" y="33297"/>
                </a:cubicBezTo>
                <a:cubicBezTo>
                  <a:pt x="157914" y="29616"/>
                  <a:pt x="164470" y="27775"/>
                  <a:pt x="172842" y="27775"/>
                </a:cubicBezTo>
                <a:cubicBezTo>
                  <a:pt x="176564" y="27775"/>
                  <a:pt x="180484" y="28262"/>
                  <a:pt x="184604" y="29237"/>
                </a:cubicBezTo>
                <a:cubicBezTo>
                  <a:pt x="188723" y="30212"/>
                  <a:pt x="192976" y="31629"/>
                  <a:pt x="197362" y="33490"/>
                </a:cubicBezTo>
                <a:lnTo>
                  <a:pt x="197362" y="48906"/>
                </a:lnTo>
                <a:lnTo>
                  <a:pt x="190318" y="48906"/>
                </a:lnTo>
                <a:cubicBezTo>
                  <a:pt x="190141" y="44364"/>
                  <a:pt x="188546" y="40814"/>
                  <a:pt x="185534" y="38257"/>
                </a:cubicBezTo>
                <a:cubicBezTo>
                  <a:pt x="182522" y="35699"/>
                  <a:pt x="178424" y="34420"/>
                  <a:pt x="173241" y="34420"/>
                </a:cubicBezTo>
                <a:cubicBezTo>
                  <a:pt x="168103" y="34420"/>
                  <a:pt x="164215" y="35327"/>
                  <a:pt x="161580" y="37140"/>
                </a:cubicBezTo>
                <a:cubicBezTo>
                  <a:pt x="158944" y="38952"/>
                  <a:pt x="157626" y="41670"/>
                  <a:pt x="157626" y="45295"/>
                </a:cubicBezTo>
                <a:cubicBezTo>
                  <a:pt x="157626" y="48257"/>
                  <a:pt x="158623" y="50634"/>
                  <a:pt x="160616" y="52425"/>
                </a:cubicBezTo>
                <a:cubicBezTo>
                  <a:pt x="162609" y="54215"/>
                  <a:pt x="166596" y="56038"/>
                  <a:pt x="172577" y="57895"/>
                </a:cubicBezTo>
                <a:lnTo>
                  <a:pt x="182278" y="60891"/>
                </a:lnTo>
                <a:cubicBezTo>
                  <a:pt x="188967" y="62976"/>
                  <a:pt x="193785" y="65581"/>
                  <a:pt x="196730" y="68707"/>
                </a:cubicBezTo>
                <a:cubicBezTo>
                  <a:pt x="199676" y="71833"/>
                  <a:pt x="201149" y="75857"/>
                  <a:pt x="201149" y="80780"/>
                </a:cubicBezTo>
                <a:cubicBezTo>
                  <a:pt x="201149" y="87474"/>
                  <a:pt x="198591" y="92740"/>
                  <a:pt x="193474" y="96576"/>
                </a:cubicBezTo>
                <a:cubicBezTo>
                  <a:pt x="188358" y="100412"/>
                  <a:pt x="181303" y="102330"/>
                  <a:pt x="172311" y="102330"/>
                </a:cubicBezTo>
                <a:cubicBezTo>
                  <a:pt x="167748" y="102330"/>
                  <a:pt x="163296" y="101842"/>
                  <a:pt x="158955" y="100868"/>
                </a:cubicBezTo>
                <a:cubicBezTo>
                  <a:pt x="154614" y="99893"/>
                  <a:pt x="150272" y="98431"/>
                  <a:pt x="145931" y="96482"/>
                </a:cubicBezTo>
                <a:close/>
                <a:moveTo>
                  <a:pt x="220508" y="7608"/>
                </a:moveTo>
                <a:cubicBezTo>
                  <a:pt x="220508" y="5562"/>
                  <a:pt x="221250" y="3783"/>
                  <a:pt x="222734" y="2270"/>
                </a:cubicBezTo>
                <a:cubicBezTo>
                  <a:pt x="224218" y="757"/>
                  <a:pt x="226001" y="0"/>
                  <a:pt x="228083" y="0"/>
                </a:cubicBezTo>
                <a:cubicBezTo>
                  <a:pt x="230120" y="0"/>
                  <a:pt x="231881" y="757"/>
                  <a:pt x="233365" y="2270"/>
                </a:cubicBezTo>
                <a:cubicBezTo>
                  <a:pt x="234849" y="3783"/>
                  <a:pt x="235591" y="5562"/>
                  <a:pt x="235591" y="7608"/>
                </a:cubicBezTo>
                <a:cubicBezTo>
                  <a:pt x="235591" y="9700"/>
                  <a:pt x="234860" y="11480"/>
                  <a:pt x="233398" y="12949"/>
                </a:cubicBezTo>
                <a:cubicBezTo>
                  <a:pt x="231937" y="14416"/>
                  <a:pt x="230165" y="15150"/>
                  <a:pt x="228083" y="15150"/>
                </a:cubicBezTo>
                <a:cubicBezTo>
                  <a:pt x="226001" y="15150"/>
                  <a:pt x="224218" y="14416"/>
                  <a:pt x="222734" y="12949"/>
                </a:cubicBezTo>
                <a:cubicBezTo>
                  <a:pt x="221250" y="11480"/>
                  <a:pt x="220508" y="9700"/>
                  <a:pt x="220508" y="7608"/>
                </a:cubicBezTo>
                <a:moveTo>
                  <a:pt x="236123" y="93293"/>
                </a:moveTo>
                <a:lnTo>
                  <a:pt x="247685" y="93293"/>
                </a:lnTo>
                <a:lnTo>
                  <a:pt x="247685" y="100336"/>
                </a:lnTo>
                <a:lnTo>
                  <a:pt x="212202" y="100336"/>
                </a:lnTo>
                <a:lnTo>
                  <a:pt x="212202" y="93293"/>
                </a:lnTo>
                <a:lnTo>
                  <a:pt x="223896" y="93293"/>
                </a:lnTo>
                <a:lnTo>
                  <a:pt x="223896" y="36812"/>
                </a:lnTo>
                <a:lnTo>
                  <a:pt x="212202" y="36812"/>
                </a:lnTo>
                <a:lnTo>
                  <a:pt x="212202" y="29636"/>
                </a:lnTo>
                <a:lnTo>
                  <a:pt x="236123" y="29636"/>
                </a:lnTo>
                <a:lnTo>
                  <a:pt x="236123" y="93293"/>
                </a:lnTo>
                <a:close/>
                <a:moveTo>
                  <a:pt x="291627" y="95685"/>
                </a:moveTo>
                <a:cubicBezTo>
                  <a:pt x="298184" y="95685"/>
                  <a:pt x="303134" y="93096"/>
                  <a:pt x="306479" y="87919"/>
                </a:cubicBezTo>
                <a:cubicBezTo>
                  <a:pt x="309823" y="82741"/>
                  <a:pt x="311495" y="75108"/>
                  <a:pt x="311495" y="65019"/>
                </a:cubicBezTo>
                <a:cubicBezTo>
                  <a:pt x="311495" y="54930"/>
                  <a:pt x="309823" y="47308"/>
                  <a:pt x="306479" y="42153"/>
                </a:cubicBezTo>
                <a:cubicBezTo>
                  <a:pt x="303134" y="36998"/>
                  <a:pt x="298184" y="34420"/>
                  <a:pt x="291627" y="34420"/>
                </a:cubicBezTo>
                <a:cubicBezTo>
                  <a:pt x="285071" y="34420"/>
                  <a:pt x="280121" y="36998"/>
                  <a:pt x="276776" y="42153"/>
                </a:cubicBezTo>
                <a:cubicBezTo>
                  <a:pt x="273432" y="47308"/>
                  <a:pt x="271760" y="54930"/>
                  <a:pt x="271760" y="65019"/>
                </a:cubicBezTo>
                <a:cubicBezTo>
                  <a:pt x="271760" y="75108"/>
                  <a:pt x="273443" y="82741"/>
                  <a:pt x="276810" y="87919"/>
                </a:cubicBezTo>
                <a:cubicBezTo>
                  <a:pt x="280176" y="93096"/>
                  <a:pt x="285116" y="95685"/>
                  <a:pt x="291627" y="95685"/>
                </a:cubicBezTo>
                <a:moveTo>
                  <a:pt x="291627" y="102330"/>
                </a:moveTo>
                <a:cubicBezTo>
                  <a:pt x="281350" y="102330"/>
                  <a:pt x="273089" y="98927"/>
                  <a:pt x="266842" y="92122"/>
                </a:cubicBezTo>
                <a:cubicBezTo>
                  <a:pt x="260596" y="85315"/>
                  <a:pt x="257473" y="76281"/>
                  <a:pt x="257473" y="65019"/>
                </a:cubicBezTo>
                <a:cubicBezTo>
                  <a:pt x="257473" y="53758"/>
                  <a:pt x="260585" y="44735"/>
                  <a:pt x="266809" y="37952"/>
                </a:cubicBezTo>
                <a:cubicBezTo>
                  <a:pt x="273033" y="31167"/>
                  <a:pt x="281306" y="27775"/>
                  <a:pt x="291627" y="27775"/>
                </a:cubicBezTo>
                <a:cubicBezTo>
                  <a:pt x="301949" y="27775"/>
                  <a:pt x="310222" y="31167"/>
                  <a:pt x="316446" y="37952"/>
                </a:cubicBezTo>
                <a:cubicBezTo>
                  <a:pt x="322670" y="44735"/>
                  <a:pt x="325782" y="53758"/>
                  <a:pt x="325782" y="65019"/>
                </a:cubicBezTo>
                <a:cubicBezTo>
                  <a:pt x="325782" y="76281"/>
                  <a:pt x="322670" y="85315"/>
                  <a:pt x="316446" y="92122"/>
                </a:cubicBezTo>
                <a:cubicBezTo>
                  <a:pt x="310222" y="98927"/>
                  <a:pt x="301949" y="102330"/>
                  <a:pt x="291627" y="102330"/>
                </a:cubicBezTo>
                <a:close/>
                <a:moveTo>
                  <a:pt x="337927" y="100336"/>
                </a:moveTo>
                <a:lnTo>
                  <a:pt x="337927" y="93293"/>
                </a:lnTo>
                <a:lnTo>
                  <a:pt x="348958" y="93293"/>
                </a:lnTo>
                <a:lnTo>
                  <a:pt x="348958" y="36812"/>
                </a:lnTo>
                <a:lnTo>
                  <a:pt x="337263" y="36812"/>
                </a:lnTo>
                <a:lnTo>
                  <a:pt x="337263" y="29636"/>
                </a:lnTo>
                <a:lnTo>
                  <a:pt x="361184" y="29636"/>
                </a:lnTo>
                <a:lnTo>
                  <a:pt x="361184" y="42261"/>
                </a:lnTo>
                <a:cubicBezTo>
                  <a:pt x="363443" y="37477"/>
                  <a:pt x="366378" y="33866"/>
                  <a:pt x="369989" y="31430"/>
                </a:cubicBezTo>
                <a:cubicBezTo>
                  <a:pt x="373599" y="28993"/>
                  <a:pt x="377796" y="27775"/>
                  <a:pt x="382580" y="27775"/>
                </a:cubicBezTo>
                <a:cubicBezTo>
                  <a:pt x="390377" y="27775"/>
                  <a:pt x="396114" y="30012"/>
                  <a:pt x="399790" y="34486"/>
                </a:cubicBezTo>
                <a:cubicBezTo>
                  <a:pt x="403467" y="38961"/>
                  <a:pt x="405306" y="45938"/>
                  <a:pt x="405306" y="55417"/>
                </a:cubicBezTo>
                <a:lnTo>
                  <a:pt x="405306" y="93293"/>
                </a:lnTo>
                <a:lnTo>
                  <a:pt x="416203" y="93293"/>
                </a:lnTo>
                <a:lnTo>
                  <a:pt x="416203" y="100336"/>
                </a:lnTo>
                <a:lnTo>
                  <a:pt x="382447" y="100336"/>
                </a:lnTo>
                <a:lnTo>
                  <a:pt x="382447" y="93293"/>
                </a:lnTo>
                <a:lnTo>
                  <a:pt x="393013" y="93293"/>
                </a:lnTo>
                <a:lnTo>
                  <a:pt x="393013" y="59271"/>
                </a:lnTo>
                <a:cubicBezTo>
                  <a:pt x="393013" y="50633"/>
                  <a:pt x="391950" y="44708"/>
                  <a:pt x="389823" y="41497"/>
                </a:cubicBezTo>
                <a:cubicBezTo>
                  <a:pt x="387697" y="38285"/>
                  <a:pt x="383954" y="36679"/>
                  <a:pt x="378594" y="36679"/>
                </a:cubicBezTo>
                <a:cubicBezTo>
                  <a:pt x="372923" y="36679"/>
                  <a:pt x="368604" y="38750"/>
                  <a:pt x="365636" y="42892"/>
                </a:cubicBezTo>
                <a:cubicBezTo>
                  <a:pt x="362668" y="47034"/>
                  <a:pt x="361184" y="53070"/>
                  <a:pt x="361184" y="60999"/>
                </a:cubicBezTo>
                <a:lnTo>
                  <a:pt x="361184" y="93293"/>
                </a:lnTo>
                <a:lnTo>
                  <a:pt x="371816" y="93293"/>
                </a:lnTo>
                <a:lnTo>
                  <a:pt x="371816" y="100336"/>
                </a:lnTo>
                <a:lnTo>
                  <a:pt x="337927" y="1003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A9B32E-D67B-4446-A8EF-6C92BD96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0914" y="1368605"/>
            <a:ext cx="1342318" cy="580264"/>
          </a:xfrm>
          <a:custGeom xmlns:a="http://schemas.openxmlformats.org/drawingml/2006/main">
            <a:pathLst>
              <a:path w="1342318" h="580264">
                <a:moveTo>
                  <a:pt x="671150" y="580264"/>
                </a:moveTo>
                <a:lnTo>
                  <a:pt x="37989" y="580264"/>
                </a:lnTo>
                <a:cubicBezTo>
                  <a:pt x="16938" y="580264"/>
                  <a:pt x="0" y="563326"/>
                  <a:pt x="0" y="542275"/>
                </a:cubicBezTo>
                <a:lnTo>
                  <a:pt x="0" y="38007"/>
                </a:lnTo>
                <a:cubicBezTo>
                  <a:pt x="0" y="16938"/>
                  <a:pt x="16938" y="0"/>
                  <a:pt x="37989" y="0"/>
                </a:cubicBezTo>
                <a:lnTo>
                  <a:pt x="1304837" y="0"/>
                </a:lnTo>
                <a:cubicBezTo>
                  <a:pt x="1325380" y="0"/>
                  <a:pt x="1342318" y="16938"/>
                  <a:pt x="1342318" y="38007"/>
                </a:cubicBezTo>
                <a:lnTo>
                  <a:pt x="1342318" y="542275"/>
                </a:lnTo>
                <a:cubicBezTo>
                  <a:pt x="1342318" y="563326"/>
                  <a:pt x="1325380" y="580264"/>
                  <a:pt x="1304837" y="580264"/>
                </a:cubicBezTo>
                <a:lnTo>
                  <a:pt x="671150" y="580264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260">
            <a:extLst xmlns:a="http://schemas.openxmlformats.org/drawingml/2006/main">
              <a:ext uri="{FF2B5EF4-FFF2-40B4-BE49-F238E27FC236}">
                <a16:creationId xmlns:a16="http://schemas.microsoft.com/office/drawing/2014/main" id="{9A5EEB91-909F-4EF6-B732-F9A068D9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2406" y="1534875"/>
            <a:ext cx="329131" cy="126316"/>
          </a:xfrm>
          <a:custGeom xmlns:a="http://schemas.openxmlformats.org/drawingml/2006/main">
            <a:pathLst>
              <a:path w="329131" h="126316">
                <a:moveTo>
                  <a:pt x="10839" y="32435"/>
                </a:moveTo>
                <a:lnTo>
                  <a:pt x="1059" y="32435"/>
                </a:lnTo>
                <a:lnTo>
                  <a:pt x="1059" y="6031"/>
                </a:lnTo>
                <a:cubicBezTo>
                  <a:pt x="7688" y="4020"/>
                  <a:pt x="14248" y="2513"/>
                  <a:pt x="20740" y="1508"/>
                </a:cubicBezTo>
                <a:cubicBezTo>
                  <a:pt x="27233" y="503"/>
                  <a:pt x="33793" y="0"/>
                  <a:pt x="40421" y="0"/>
                </a:cubicBezTo>
                <a:cubicBezTo>
                  <a:pt x="55905" y="0"/>
                  <a:pt x="67980" y="3166"/>
                  <a:pt x="76645" y="9497"/>
                </a:cubicBezTo>
                <a:cubicBezTo>
                  <a:pt x="85311" y="15828"/>
                  <a:pt x="89643" y="24645"/>
                  <a:pt x="89643" y="35949"/>
                </a:cubicBezTo>
                <a:cubicBezTo>
                  <a:pt x="89643" y="43992"/>
                  <a:pt x="87253" y="51206"/>
                  <a:pt x="82472" y="57593"/>
                </a:cubicBezTo>
                <a:cubicBezTo>
                  <a:pt x="77691" y="63979"/>
                  <a:pt x="68564" y="71546"/>
                  <a:pt x="55090" y="80295"/>
                </a:cubicBezTo>
                <a:lnTo>
                  <a:pt x="21188" y="102520"/>
                </a:lnTo>
                <a:lnTo>
                  <a:pt x="78805" y="102520"/>
                </a:lnTo>
                <a:lnTo>
                  <a:pt x="78805" y="88177"/>
                </a:lnTo>
                <a:lnTo>
                  <a:pt x="89969" y="88177"/>
                </a:lnTo>
                <a:lnTo>
                  <a:pt x="89969" y="123871"/>
                </a:lnTo>
                <a:lnTo>
                  <a:pt x="0" y="123871"/>
                </a:lnTo>
                <a:lnTo>
                  <a:pt x="0" y="103986"/>
                </a:lnTo>
                <a:lnTo>
                  <a:pt x="18010" y="91518"/>
                </a:lnTo>
                <a:cubicBezTo>
                  <a:pt x="33385" y="80934"/>
                  <a:pt x="43627" y="71924"/>
                  <a:pt x="48733" y="64490"/>
                </a:cubicBezTo>
                <a:cubicBezTo>
                  <a:pt x="53840" y="57053"/>
                  <a:pt x="56394" y="48369"/>
                  <a:pt x="56394" y="38437"/>
                </a:cubicBezTo>
                <a:cubicBezTo>
                  <a:pt x="56394" y="29047"/>
                  <a:pt x="54452" y="21896"/>
                  <a:pt x="50567" y="16984"/>
                </a:cubicBezTo>
                <a:cubicBezTo>
                  <a:pt x="46683" y="12072"/>
                  <a:pt x="41019" y="9616"/>
                  <a:pt x="33576" y="9616"/>
                </a:cubicBezTo>
                <a:cubicBezTo>
                  <a:pt x="27165" y="9616"/>
                  <a:pt x="22031" y="11565"/>
                  <a:pt x="18173" y="15463"/>
                </a:cubicBezTo>
                <a:cubicBezTo>
                  <a:pt x="14316" y="19362"/>
                  <a:pt x="11871" y="25019"/>
                  <a:pt x="10839" y="32435"/>
                </a:cubicBezTo>
                <a:close/>
                <a:moveTo>
                  <a:pt x="145903" y="51902"/>
                </a:moveTo>
                <a:cubicBezTo>
                  <a:pt x="149434" y="49053"/>
                  <a:pt x="153387" y="46916"/>
                  <a:pt x="157760" y="45492"/>
                </a:cubicBezTo>
                <a:cubicBezTo>
                  <a:pt x="162134" y="44067"/>
                  <a:pt x="166901" y="43355"/>
                  <a:pt x="172062" y="43355"/>
                </a:cubicBezTo>
                <a:cubicBezTo>
                  <a:pt x="184504" y="43355"/>
                  <a:pt x="194270" y="46995"/>
                  <a:pt x="201360" y="54275"/>
                </a:cubicBezTo>
                <a:cubicBezTo>
                  <a:pt x="208450" y="61555"/>
                  <a:pt x="211995" y="71552"/>
                  <a:pt x="211995" y="84265"/>
                </a:cubicBezTo>
                <a:cubicBezTo>
                  <a:pt x="211995" y="97684"/>
                  <a:pt x="208001" y="108048"/>
                  <a:pt x="200015" y="115355"/>
                </a:cubicBezTo>
                <a:cubicBezTo>
                  <a:pt x="192028" y="122662"/>
                  <a:pt x="180674" y="126316"/>
                  <a:pt x="165950" y="126316"/>
                </a:cubicBezTo>
                <a:cubicBezTo>
                  <a:pt x="149326" y="126316"/>
                  <a:pt x="136735" y="121301"/>
                  <a:pt x="128178" y="111270"/>
                </a:cubicBezTo>
                <a:cubicBezTo>
                  <a:pt x="119621" y="101239"/>
                  <a:pt x="115343" y="86493"/>
                  <a:pt x="115343" y="67031"/>
                </a:cubicBezTo>
                <a:cubicBezTo>
                  <a:pt x="115343" y="44906"/>
                  <a:pt x="120096" y="28203"/>
                  <a:pt x="129604" y="16923"/>
                </a:cubicBezTo>
                <a:cubicBezTo>
                  <a:pt x="139112" y="5641"/>
                  <a:pt x="153210" y="0"/>
                  <a:pt x="171899" y="0"/>
                </a:cubicBezTo>
                <a:cubicBezTo>
                  <a:pt x="176789" y="0"/>
                  <a:pt x="182032" y="407"/>
                  <a:pt x="187628" y="1222"/>
                </a:cubicBezTo>
                <a:cubicBezTo>
                  <a:pt x="193224" y="2037"/>
                  <a:pt x="199227" y="3260"/>
                  <a:pt x="205638" y="4890"/>
                </a:cubicBezTo>
                <a:lnTo>
                  <a:pt x="205638" y="26567"/>
                </a:lnTo>
                <a:lnTo>
                  <a:pt x="195777" y="26567"/>
                </a:lnTo>
                <a:cubicBezTo>
                  <a:pt x="194419" y="20998"/>
                  <a:pt x="191852" y="16781"/>
                  <a:pt x="188076" y="13915"/>
                </a:cubicBezTo>
                <a:cubicBezTo>
                  <a:pt x="184300" y="11049"/>
                  <a:pt x="179424" y="9616"/>
                  <a:pt x="173448" y="9616"/>
                </a:cubicBezTo>
                <a:cubicBezTo>
                  <a:pt x="163777" y="9616"/>
                  <a:pt x="156782" y="12936"/>
                  <a:pt x="152463" y="19576"/>
                </a:cubicBezTo>
                <a:cubicBezTo>
                  <a:pt x="148144" y="26215"/>
                  <a:pt x="145957" y="36990"/>
                  <a:pt x="145903" y="51902"/>
                </a:cubicBezTo>
                <a:moveTo>
                  <a:pt x="164076" y="116700"/>
                </a:moveTo>
                <a:cubicBezTo>
                  <a:pt x="169672" y="116700"/>
                  <a:pt x="173665" y="114329"/>
                  <a:pt x="176056" y="109587"/>
                </a:cubicBezTo>
                <a:cubicBezTo>
                  <a:pt x="178446" y="104845"/>
                  <a:pt x="179641" y="96621"/>
                  <a:pt x="179641" y="84917"/>
                </a:cubicBezTo>
                <a:cubicBezTo>
                  <a:pt x="179641" y="73212"/>
                  <a:pt x="178446" y="64989"/>
                  <a:pt x="176056" y="60247"/>
                </a:cubicBezTo>
                <a:cubicBezTo>
                  <a:pt x="173665" y="55505"/>
                  <a:pt x="169672" y="53134"/>
                  <a:pt x="164076" y="53134"/>
                </a:cubicBezTo>
                <a:cubicBezTo>
                  <a:pt x="158480" y="53134"/>
                  <a:pt x="154500" y="55505"/>
                  <a:pt x="152137" y="60247"/>
                </a:cubicBezTo>
                <a:cubicBezTo>
                  <a:pt x="149774" y="64989"/>
                  <a:pt x="148592" y="73212"/>
                  <a:pt x="148592" y="84917"/>
                </a:cubicBezTo>
                <a:cubicBezTo>
                  <a:pt x="148592" y="96621"/>
                  <a:pt x="149774" y="104845"/>
                  <a:pt x="152137" y="109587"/>
                </a:cubicBezTo>
                <a:cubicBezTo>
                  <a:pt x="154500" y="114329"/>
                  <a:pt x="158480" y="116700"/>
                  <a:pt x="164076" y="116700"/>
                </a:cubicBezTo>
                <a:close/>
                <a:moveTo>
                  <a:pt x="278931" y="116700"/>
                </a:moveTo>
                <a:cubicBezTo>
                  <a:pt x="285450" y="116700"/>
                  <a:pt x="289919" y="113741"/>
                  <a:pt x="292337" y="107824"/>
                </a:cubicBezTo>
                <a:cubicBezTo>
                  <a:pt x="294754" y="101906"/>
                  <a:pt x="295963" y="87031"/>
                  <a:pt x="295963" y="63199"/>
                </a:cubicBezTo>
                <a:cubicBezTo>
                  <a:pt x="295963" y="39530"/>
                  <a:pt x="294754" y="24683"/>
                  <a:pt x="292337" y="18657"/>
                </a:cubicBezTo>
                <a:cubicBezTo>
                  <a:pt x="289919" y="12630"/>
                  <a:pt x="285450" y="9616"/>
                  <a:pt x="278931" y="9616"/>
                </a:cubicBezTo>
                <a:cubicBezTo>
                  <a:pt x="272411" y="9616"/>
                  <a:pt x="267943" y="12576"/>
                  <a:pt x="265525" y="18494"/>
                </a:cubicBezTo>
                <a:cubicBezTo>
                  <a:pt x="263107" y="24411"/>
                  <a:pt x="261898" y="39312"/>
                  <a:pt x="261898" y="63199"/>
                </a:cubicBezTo>
                <a:cubicBezTo>
                  <a:pt x="261898" y="87031"/>
                  <a:pt x="263107" y="101906"/>
                  <a:pt x="265525" y="107824"/>
                </a:cubicBezTo>
                <a:cubicBezTo>
                  <a:pt x="267943" y="113741"/>
                  <a:pt x="272411" y="116700"/>
                  <a:pt x="278931" y="116700"/>
                </a:cubicBezTo>
                <a:moveTo>
                  <a:pt x="278931" y="126316"/>
                </a:moveTo>
                <a:cubicBezTo>
                  <a:pt x="262686" y="126316"/>
                  <a:pt x="250245" y="120893"/>
                  <a:pt x="241606" y="110048"/>
                </a:cubicBezTo>
                <a:cubicBezTo>
                  <a:pt x="232968" y="99202"/>
                  <a:pt x="228649" y="83586"/>
                  <a:pt x="228649" y="63199"/>
                </a:cubicBezTo>
                <a:cubicBezTo>
                  <a:pt x="228649" y="42812"/>
                  <a:pt x="232968" y="27182"/>
                  <a:pt x="241606" y="16309"/>
                </a:cubicBezTo>
                <a:cubicBezTo>
                  <a:pt x="250245" y="5436"/>
                  <a:pt x="262686" y="0"/>
                  <a:pt x="278931" y="0"/>
                </a:cubicBezTo>
                <a:cubicBezTo>
                  <a:pt x="295121" y="0"/>
                  <a:pt x="307535" y="5436"/>
                  <a:pt x="316174" y="16309"/>
                </a:cubicBezTo>
                <a:cubicBezTo>
                  <a:pt x="324812" y="27182"/>
                  <a:pt x="329131" y="42812"/>
                  <a:pt x="329131" y="63199"/>
                </a:cubicBezTo>
                <a:cubicBezTo>
                  <a:pt x="329131" y="83586"/>
                  <a:pt x="324812" y="99202"/>
                  <a:pt x="316174" y="110048"/>
                </a:cubicBezTo>
                <a:cubicBezTo>
                  <a:pt x="307535" y="120893"/>
                  <a:pt x="295121" y="126316"/>
                  <a:pt x="278931" y="1263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N-Daysconfrmed">
            <a:extLst xmlns:a="http://schemas.openxmlformats.org/drawingml/2006/main">
              <a:ext uri="{FF2B5EF4-FFF2-40B4-BE49-F238E27FC236}">
                <a16:creationId xmlns:a16="http://schemas.microsoft.com/office/drawing/2014/main" id="{CC16A984-1C1A-4C7E-BACD-0206A6B6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7886" y="1725840"/>
            <a:ext cx="1229939" cy="133693"/>
          </a:xfrm>
          <a:custGeom xmlns:a="http://schemas.openxmlformats.org/drawingml/2006/main">
            <a:pathLst>
              <a:path w="1229939" h="133693">
                <a:moveTo>
                  <a:pt x="0" y="103393"/>
                </a:moveTo>
                <a:lnTo>
                  <a:pt x="0" y="96349"/>
                </a:lnTo>
                <a:lnTo>
                  <a:pt x="13356" y="96349"/>
                </a:lnTo>
                <a:lnTo>
                  <a:pt x="13356" y="11296"/>
                </a:lnTo>
                <a:lnTo>
                  <a:pt x="0" y="11296"/>
                </a:lnTo>
                <a:lnTo>
                  <a:pt x="0" y="4120"/>
                </a:lnTo>
                <a:lnTo>
                  <a:pt x="25450" y="4120"/>
                </a:lnTo>
                <a:lnTo>
                  <a:pt x="84920" y="82462"/>
                </a:lnTo>
                <a:lnTo>
                  <a:pt x="84920" y="11296"/>
                </a:lnTo>
                <a:lnTo>
                  <a:pt x="71631" y="11296"/>
                </a:lnTo>
                <a:lnTo>
                  <a:pt x="71631" y="4120"/>
                </a:lnTo>
                <a:lnTo>
                  <a:pt x="106449" y="4120"/>
                </a:lnTo>
                <a:lnTo>
                  <a:pt x="106449" y="11296"/>
                </a:lnTo>
                <a:lnTo>
                  <a:pt x="93093" y="11296"/>
                </a:lnTo>
                <a:lnTo>
                  <a:pt x="93093" y="105386"/>
                </a:lnTo>
                <a:lnTo>
                  <a:pt x="85053" y="105386"/>
                </a:lnTo>
                <a:lnTo>
                  <a:pt x="21529" y="21728"/>
                </a:lnTo>
                <a:lnTo>
                  <a:pt x="21529" y="96349"/>
                </a:lnTo>
                <a:lnTo>
                  <a:pt x="34885" y="96349"/>
                </a:lnTo>
                <a:lnTo>
                  <a:pt x="34885" y="103393"/>
                </a:lnTo>
                <a:lnTo>
                  <a:pt x="0" y="103393"/>
                </a:lnTo>
                <a:close/>
                <a:moveTo>
                  <a:pt x="118953" y="61664"/>
                </a:moveTo>
                <a:lnTo>
                  <a:pt x="152975" y="61664"/>
                </a:lnTo>
                <a:lnTo>
                  <a:pt x="152975" y="72029"/>
                </a:lnTo>
                <a:lnTo>
                  <a:pt x="118953" y="72029"/>
                </a:lnTo>
                <a:lnTo>
                  <a:pt x="118953" y="61664"/>
                </a:lnTo>
                <a:close/>
                <a:moveTo>
                  <a:pt x="191913" y="96349"/>
                </a:moveTo>
                <a:lnTo>
                  <a:pt x="204272" y="96349"/>
                </a:lnTo>
                <a:cubicBezTo>
                  <a:pt x="217163" y="96349"/>
                  <a:pt x="227053" y="92673"/>
                  <a:pt x="233941" y="85319"/>
                </a:cubicBezTo>
                <a:cubicBezTo>
                  <a:pt x="240829" y="77965"/>
                  <a:pt x="244274" y="67422"/>
                  <a:pt x="244274" y="53690"/>
                </a:cubicBezTo>
                <a:cubicBezTo>
                  <a:pt x="244274" y="39957"/>
                  <a:pt x="240840" y="29459"/>
                  <a:pt x="233974" y="22194"/>
                </a:cubicBezTo>
                <a:cubicBezTo>
                  <a:pt x="227108" y="14929"/>
                  <a:pt x="217207" y="11296"/>
                  <a:pt x="204272" y="11296"/>
                </a:cubicBezTo>
                <a:lnTo>
                  <a:pt x="191913" y="11296"/>
                </a:lnTo>
                <a:lnTo>
                  <a:pt x="191913" y="96349"/>
                </a:lnTo>
                <a:moveTo>
                  <a:pt x="165799" y="103393"/>
                </a:moveTo>
                <a:lnTo>
                  <a:pt x="165799" y="96349"/>
                </a:lnTo>
                <a:lnTo>
                  <a:pt x="178424" y="96349"/>
                </a:lnTo>
                <a:lnTo>
                  <a:pt x="178424" y="11296"/>
                </a:lnTo>
                <a:lnTo>
                  <a:pt x="165799" y="11296"/>
                </a:lnTo>
                <a:lnTo>
                  <a:pt x="165799" y="4120"/>
                </a:lnTo>
                <a:lnTo>
                  <a:pt x="205269" y="4120"/>
                </a:lnTo>
                <a:cubicBezTo>
                  <a:pt x="222368" y="4120"/>
                  <a:pt x="235691" y="8486"/>
                  <a:pt x="245237" y="17218"/>
                </a:cubicBezTo>
                <a:cubicBezTo>
                  <a:pt x="254783" y="25951"/>
                  <a:pt x="259557" y="38097"/>
                  <a:pt x="259557" y="53657"/>
                </a:cubicBezTo>
                <a:cubicBezTo>
                  <a:pt x="259557" y="69261"/>
                  <a:pt x="254772" y="81451"/>
                  <a:pt x="245204" y="90228"/>
                </a:cubicBezTo>
                <a:cubicBezTo>
                  <a:pt x="235635" y="99004"/>
                  <a:pt x="222324" y="103393"/>
                  <a:pt x="205269" y="103393"/>
                </a:cubicBezTo>
                <a:lnTo>
                  <a:pt x="165799" y="103393"/>
                </a:lnTo>
                <a:close/>
                <a:moveTo>
                  <a:pt x="321313" y="81232"/>
                </a:moveTo>
                <a:lnTo>
                  <a:pt x="321313" y="66315"/>
                </a:lnTo>
                <a:lnTo>
                  <a:pt x="305565" y="66315"/>
                </a:lnTo>
                <a:cubicBezTo>
                  <a:pt x="299496" y="66315"/>
                  <a:pt x="294977" y="67619"/>
                  <a:pt x="292009" y="70227"/>
                </a:cubicBezTo>
                <a:cubicBezTo>
                  <a:pt x="289041" y="72835"/>
                  <a:pt x="287557" y="76836"/>
                  <a:pt x="287557" y="82229"/>
                </a:cubicBezTo>
                <a:cubicBezTo>
                  <a:pt x="287557" y="87137"/>
                  <a:pt x="289064" y="91027"/>
                  <a:pt x="292076" y="93901"/>
                </a:cubicBezTo>
                <a:cubicBezTo>
                  <a:pt x="295088" y="96774"/>
                  <a:pt x="299164" y="98210"/>
                  <a:pt x="304302" y="98210"/>
                </a:cubicBezTo>
                <a:cubicBezTo>
                  <a:pt x="309397" y="98210"/>
                  <a:pt x="313505" y="96641"/>
                  <a:pt x="316628" y="93502"/>
                </a:cubicBezTo>
                <a:cubicBezTo>
                  <a:pt x="319751" y="90363"/>
                  <a:pt x="321313" y="86273"/>
                  <a:pt x="321313" y="81232"/>
                </a:cubicBezTo>
                <a:moveTo>
                  <a:pt x="333539" y="59274"/>
                </a:moveTo>
                <a:lnTo>
                  <a:pt x="333539" y="96349"/>
                </a:lnTo>
                <a:lnTo>
                  <a:pt x="344437" y="96349"/>
                </a:lnTo>
                <a:lnTo>
                  <a:pt x="344437" y="103393"/>
                </a:lnTo>
                <a:lnTo>
                  <a:pt x="321313" y="103393"/>
                </a:lnTo>
                <a:lnTo>
                  <a:pt x="321313" y="95753"/>
                </a:lnTo>
                <a:cubicBezTo>
                  <a:pt x="318611" y="99054"/>
                  <a:pt x="315488" y="101484"/>
                  <a:pt x="311944" y="103046"/>
                </a:cubicBezTo>
                <a:cubicBezTo>
                  <a:pt x="308400" y="104606"/>
                  <a:pt x="304258" y="105386"/>
                  <a:pt x="299518" y="105386"/>
                </a:cubicBezTo>
                <a:cubicBezTo>
                  <a:pt x="291677" y="105386"/>
                  <a:pt x="285453" y="103301"/>
                  <a:pt x="280846" y="99132"/>
                </a:cubicBezTo>
                <a:cubicBezTo>
                  <a:pt x="276239" y="94961"/>
                  <a:pt x="273936" y="89327"/>
                  <a:pt x="273936" y="82229"/>
                </a:cubicBezTo>
                <a:cubicBezTo>
                  <a:pt x="273936" y="74909"/>
                  <a:pt x="276571" y="69230"/>
                  <a:pt x="281843" y="65194"/>
                </a:cubicBezTo>
                <a:cubicBezTo>
                  <a:pt x="287115" y="61157"/>
                  <a:pt x="294557" y="59139"/>
                  <a:pt x="304169" y="59139"/>
                </a:cubicBezTo>
                <a:lnTo>
                  <a:pt x="321313" y="59139"/>
                </a:lnTo>
                <a:lnTo>
                  <a:pt x="321313" y="54325"/>
                </a:lnTo>
                <a:cubicBezTo>
                  <a:pt x="321313" y="48975"/>
                  <a:pt x="319685" y="44829"/>
                  <a:pt x="316429" y="41889"/>
                </a:cubicBezTo>
                <a:cubicBezTo>
                  <a:pt x="313173" y="38947"/>
                  <a:pt x="308599" y="37477"/>
                  <a:pt x="302708" y="37477"/>
                </a:cubicBezTo>
                <a:cubicBezTo>
                  <a:pt x="297835" y="37477"/>
                  <a:pt x="293959" y="38584"/>
                  <a:pt x="291079" y="40799"/>
                </a:cubicBezTo>
                <a:cubicBezTo>
                  <a:pt x="288200" y="43014"/>
                  <a:pt x="286406" y="46292"/>
                  <a:pt x="285697" y="50633"/>
                </a:cubicBezTo>
                <a:lnTo>
                  <a:pt x="279384" y="50633"/>
                </a:lnTo>
                <a:lnTo>
                  <a:pt x="279384" y="36280"/>
                </a:lnTo>
                <a:cubicBezTo>
                  <a:pt x="283637" y="34464"/>
                  <a:pt x="287768" y="33102"/>
                  <a:pt x="291777" y="32194"/>
                </a:cubicBezTo>
                <a:cubicBezTo>
                  <a:pt x="295786" y="31286"/>
                  <a:pt x="299695" y="30832"/>
                  <a:pt x="303505" y="30832"/>
                </a:cubicBezTo>
                <a:cubicBezTo>
                  <a:pt x="313295" y="30832"/>
                  <a:pt x="320748" y="33258"/>
                  <a:pt x="325865" y="38110"/>
                </a:cubicBezTo>
                <a:cubicBezTo>
                  <a:pt x="330981" y="42961"/>
                  <a:pt x="333539" y="50015"/>
                  <a:pt x="333539" y="59274"/>
                </a:cubicBezTo>
                <a:close/>
                <a:moveTo>
                  <a:pt x="378043" y="116286"/>
                </a:moveTo>
                <a:lnTo>
                  <a:pt x="382695" y="104535"/>
                </a:lnTo>
                <a:lnTo>
                  <a:pt x="356315" y="39869"/>
                </a:lnTo>
                <a:lnTo>
                  <a:pt x="348275" y="39869"/>
                </a:lnTo>
                <a:lnTo>
                  <a:pt x="348275" y="32692"/>
                </a:lnTo>
                <a:lnTo>
                  <a:pt x="380768" y="32692"/>
                </a:lnTo>
                <a:lnTo>
                  <a:pt x="380768" y="39869"/>
                </a:lnTo>
                <a:lnTo>
                  <a:pt x="369472" y="39869"/>
                </a:lnTo>
                <a:lnTo>
                  <a:pt x="389339" y="88442"/>
                </a:lnTo>
                <a:lnTo>
                  <a:pt x="409207" y="39869"/>
                </a:lnTo>
                <a:lnTo>
                  <a:pt x="398642" y="39869"/>
                </a:lnTo>
                <a:lnTo>
                  <a:pt x="398642" y="32692"/>
                </a:lnTo>
                <a:lnTo>
                  <a:pt x="425155" y="32692"/>
                </a:lnTo>
                <a:lnTo>
                  <a:pt x="425155" y="39869"/>
                </a:lnTo>
                <a:lnTo>
                  <a:pt x="417247" y="39869"/>
                </a:lnTo>
                <a:lnTo>
                  <a:pt x="384887" y="119284"/>
                </a:lnTo>
                <a:cubicBezTo>
                  <a:pt x="382672" y="124824"/>
                  <a:pt x="380214" y="128610"/>
                  <a:pt x="377512" y="130643"/>
                </a:cubicBezTo>
                <a:cubicBezTo>
                  <a:pt x="374809" y="132676"/>
                  <a:pt x="371000" y="133693"/>
                  <a:pt x="366083" y="133693"/>
                </a:cubicBezTo>
                <a:cubicBezTo>
                  <a:pt x="364001" y="133693"/>
                  <a:pt x="361863" y="133510"/>
                  <a:pt x="359670" y="133143"/>
                </a:cubicBezTo>
                <a:cubicBezTo>
                  <a:pt x="357478" y="132777"/>
                  <a:pt x="355274" y="132252"/>
                  <a:pt x="353059" y="131567"/>
                </a:cubicBezTo>
                <a:lnTo>
                  <a:pt x="353059" y="118011"/>
                </a:lnTo>
                <a:lnTo>
                  <a:pt x="359305" y="118011"/>
                </a:lnTo>
                <a:cubicBezTo>
                  <a:pt x="359571" y="121047"/>
                  <a:pt x="360335" y="123223"/>
                  <a:pt x="361597" y="124540"/>
                </a:cubicBezTo>
                <a:cubicBezTo>
                  <a:pt x="362860" y="125858"/>
                  <a:pt x="364820" y="126517"/>
                  <a:pt x="367478" y="126517"/>
                </a:cubicBezTo>
                <a:cubicBezTo>
                  <a:pt x="369914" y="126517"/>
                  <a:pt x="371875" y="125837"/>
                  <a:pt x="373359" y="124477"/>
                </a:cubicBezTo>
                <a:cubicBezTo>
                  <a:pt x="374843" y="123118"/>
                  <a:pt x="376404" y="120387"/>
                  <a:pt x="378043" y="116286"/>
                </a:cubicBezTo>
                <a:close/>
                <a:moveTo>
                  <a:pt x="432522" y="99539"/>
                </a:moveTo>
                <a:lnTo>
                  <a:pt x="432522" y="83060"/>
                </a:lnTo>
                <a:lnTo>
                  <a:pt x="439566" y="83060"/>
                </a:lnTo>
                <a:cubicBezTo>
                  <a:pt x="439743" y="88309"/>
                  <a:pt x="441393" y="92235"/>
                  <a:pt x="444516" y="94838"/>
                </a:cubicBezTo>
                <a:cubicBezTo>
                  <a:pt x="447639" y="97440"/>
                  <a:pt x="452257" y="98741"/>
                  <a:pt x="458370" y="98741"/>
                </a:cubicBezTo>
                <a:cubicBezTo>
                  <a:pt x="463863" y="98741"/>
                  <a:pt x="468050" y="97714"/>
                  <a:pt x="470929" y="95658"/>
                </a:cubicBezTo>
                <a:cubicBezTo>
                  <a:pt x="473808" y="93601"/>
                  <a:pt x="475248" y="90604"/>
                  <a:pt x="475248" y="86669"/>
                </a:cubicBezTo>
                <a:cubicBezTo>
                  <a:pt x="475248" y="83573"/>
                  <a:pt x="474196" y="81075"/>
                  <a:pt x="472092" y="79175"/>
                </a:cubicBezTo>
                <a:cubicBezTo>
                  <a:pt x="469988" y="77273"/>
                  <a:pt x="465547" y="75238"/>
                  <a:pt x="458769" y="73072"/>
                </a:cubicBezTo>
                <a:lnTo>
                  <a:pt x="449931" y="70075"/>
                </a:lnTo>
                <a:cubicBezTo>
                  <a:pt x="443863" y="68125"/>
                  <a:pt x="439466" y="65686"/>
                  <a:pt x="436742" y="62760"/>
                </a:cubicBezTo>
                <a:cubicBezTo>
                  <a:pt x="434017" y="59832"/>
                  <a:pt x="432655" y="56107"/>
                  <a:pt x="432655" y="51584"/>
                </a:cubicBezTo>
                <a:cubicBezTo>
                  <a:pt x="432655" y="45110"/>
                  <a:pt x="435025" y="40033"/>
                  <a:pt x="439765" y="36353"/>
                </a:cubicBezTo>
                <a:cubicBezTo>
                  <a:pt x="444505" y="32672"/>
                  <a:pt x="451061" y="30832"/>
                  <a:pt x="459433" y="30832"/>
                </a:cubicBezTo>
                <a:cubicBezTo>
                  <a:pt x="463155" y="30832"/>
                  <a:pt x="467075" y="31319"/>
                  <a:pt x="471195" y="32294"/>
                </a:cubicBezTo>
                <a:cubicBezTo>
                  <a:pt x="475314" y="33268"/>
                  <a:pt x="479567" y="34686"/>
                  <a:pt x="483953" y="36546"/>
                </a:cubicBezTo>
                <a:lnTo>
                  <a:pt x="483953" y="51962"/>
                </a:lnTo>
                <a:lnTo>
                  <a:pt x="476909" y="51962"/>
                </a:lnTo>
                <a:cubicBezTo>
                  <a:pt x="476732" y="47420"/>
                  <a:pt x="475137" y="43871"/>
                  <a:pt x="472125" y="41314"/>
                </a:cubicBezTo>
                <a:cubicBezTo>
                  <a:pt x="469113" y="38756"/>
                  <a:pt x="465015" y="37477"/>
                  <a:pt x="459832" y="37477"/>
                </a:cubicBezTo>
                <a:cubicBezTo>
                  <a:pt x="454693" y="37477"/>
                  <a:pt x="450806" y="38383"/>
                  <a:pt x="448171" y="40197"/>
                </a:cubicBezTo>
                <a:cubicBezTo>
                  <a:pt x="445535" y="42009"/>
                  <a:pt x="444217" y="44727"/>
                  <a:pt x="444217" y="48351"/>
                </a:cubicBezTo>
                <a:cubicBezTo>
                  <a:pt x="444217" y="51314"/>
                  <a:pt x="445214" y="53691"/>
                  <a:pt x="447207" y="55482"/>
                </a:cubicBezTo>
                <a:cubicBezTo>
                  <a:pt x="449200" y="57272"/>
                  <a:pt x="453187" y="59095"/>
                  <a:pt x="459168" y="60951"/>
                </a:cubicBezTo>
                <a:lnTo>
                  <a:pt x="468869" y="63948"/>
                </a:lnTo>
                <a:cubicBezTo>
                  <a:pt x="475558" y="66032"/>
                  <a:pt x="480376" y="68638"/>
                  <a:pt x="483321" y="71764"/>
                </a:cubicBezTo>
                <a:cubicBezTo>
                  <a:pt x="486267" y="74889"/>
                  <a:pt x="487740" y="78914"/>
                  <a:pt x="487740" y="83836"/>
                </a:cubicBezTo>
                <a:cubicBezTo>
                  <a:pt x="487740" y="90531"/>
                  <a:pt x="485182" y="95796"/>
                  <a:pt x="480065" y="99632"/>
                </a:cubicBezTo>
                <a:cubicBezTo>
                  <a:pt x="474949" y="103468"/>
                  <a:pt x="467894" y="105386"/>
                  <a:pt x="458902" y="105386"/>
                </a:cubicBezTo>
                <a:cubicBezTo>
                  <a:pt x="454339" y="105386"/>
                  <a:pt x="449887" y="104899"/>
                  <a:pt x="445546" y="103924"/>
                </a:cubicBezTo>
                <a:cubicBezTo>
                  <a:pt x="441205" y="102950"/>
                  <a:pt x="436863" y="101488"/>
                  <a:pt x="432522" y="99539"/>
                </a:cubicBezTo>
                <a:close/>
                <a:moveTo>
                  <a:pt x="607256" y="82129"/>
                </a:moveTo>
                <a:cubicBezTo>
                  <a:pt x="605529" y="89703"/>
                  <a:pt x="602206" y="95473"/>
                  <a:pt x="597289" y="99439"/>
                </a:cubicBezTo>
                <a:cubicBezTo>
                  <a:pt x="592372" y="103404"/>
                  <a:pt x="586015" y="105386"/>
                  <a:pt x="578219" y="105386"/>
                </a:cubicBezTo>
                <a:cubicBezTo>
                  <a:pt x="567942" y="105386"/>
                  <a:pt x="559680" y="101984"/>
                  <a:pt x="553434" y="95178"/>
                </a:cubicBezTo>
                <a:cubicBezTo>
                  <a:pt x="547188" y="88371"/>
                  <a:pt x="544065" y="79337"/>
                  <a:pt x="544065" y="68076"/>
                </a:cubicBezTo>
                <a:cubicBezTo>
                  <a:pt x="544065" y="56770"/>
                  <a:pt x="547188" y="47737"/>
                  <a:pt x="553434" y="40975"/>
                </a:cubicBezTo>
                <a:cubicBezTo>
                  <a:pt x="559680" y="34213"/>
                  <a:pt x="567942" y="30832"/>
                  <a:pt x="578219" y="30832"/>
                </a:cubicBezTo>
                <a:cubicBezTo>
                  <a:pt x="582693" y="30832"/>
                  <a:pt x="587145" y="31358"/>
                  <a:pt x="591575" y="32410"/>
                </a:cubicBezTo>
                <a:cubicBezTo>
                  <a:pt x="596005" y="33462"/>
                  <a:pt x="600457" y="35062"/>
                  <a:pt x="604931" y="37211"/>
                </a:cubicBezTo>
                <a:lnTo>
                  <a:pt x="604931" y="55285"/>
                </a:lnTo>
                <a:lnTo>
                  <a:pt x="597821" y="55285"/>
                </a:lnTo>
                <a:cubicBezTo>
                  <a:pt x="596891" y="49083"/>
                  <a:pt x="594864" y="44564"/>
                  <a:pt x="591741" y="41729"/>
                </a:cubicBezTo>
                <a:cubicBezTo>
                  <a:pt x="588618" y="38894"/>
                  <a:pt x="584155" y="37477"/>
                  <a:pt x="578352" y="37477"/>
                </a:cubicBezTo>
                <a:cubicBezTo>
                  <a:pt x="571751" y="37477"/>
                  <a:pt x="566768" y="40032"/>
                  <a:pt x="563401" y="45143"/>
                </a:cubicBezTo>
                <a:cubicBezTo>
                  <a:pt x="560034" y="50254"/>
                  <a:pt x="558351" y="57898"/>
                  <a:pt x="558351" y="68076"/>
                </a:cubicBezTo>
                <a:cubicBezTo>
                  <a:pt x="558351" y="78253"/>
                  <a:pt x="560023" y="85909"/>
                  <a:pt x="563368" y="91042"/>
                </a:cubicBezTo>
                <a:cubicBezTo>
                  <a:pt x="566712" y="96175"/>
                  <a:pt x="571707" y="98741"/>
                  <a:pt x="578352" y="98741"/>
                </a:cubicBezTo>
                <a:cubicBezTo>
                  <a:pt x="583623" y="98741"/>
                  <a:pt x="587832" y="97363"/>
                  <a:pt x="590977" y="94605"/>
                </a:cubicBezTo>
                <a:cubicBezTo>
                  <a:pt x="594122" y="91847"/>
                  <a:pt x="596270" y="87689"/>
                  <a:pt x="597422" y="82129"/>
                </a:cubicBezTo>
                <a:lnTo>
                  <a:pt x="607256" y="82129"/>
                </a:lnTo>
                <a:close/>
                <a:moveTo>
                  <a:pt x="654427" y="98741"/>
                </a:moveTo>
                <a:cubicBezTo>
                  <a:pt x="660983" y="98741"/>
                  <a:pt x="665934" y="96153"/>
                  <a:pt x="669278" y="90975"/>
                </a:cubicBezTo>
                <a:cubicBezTo>
                  <a:pt x="672623" y="85798"/>
                  <a:pt x="674295" y="78165"/>
                  <a:pt x="674295" y="68076"/>
                </a:cubicBezTo>
                <a:cubicBezTo>
                  <a:pt x="674295" y="57987"/>
                  <a:pt x="672623" y="50365"/>
                  <a:pt x="669278" y="45209"/>
                </a:cubicBezTo>
                <a:cubicBezTo>
                  <a:pt x="665934" y="40054"/>
                  <a:pt x="660983" y="37477"/>
                  <a:pt x="654427" y="37477"/>
                </a:cubicBezTo>
                <a:cubicBezTo>
                  <a:pt x="647871" y="37477"/>
                  <a:pt x="642921" y="40054"/>
                  <a:pt x="639576" y="45209"/>
                </a:cubicBezTo>
                <a:cubicBezTo>
                  <a:pt x="636232" y="50365"/>
                  <a:pt x="634559" y="57987"/>
                  <a:pt x="634559" y="68076"/>
                </a:cubicBezTo>
                <a:cubicBezTo>
                  <a:pt x="634559" y="78165"/>
                  <a:pt x="636243" y="85798"/>
                  <a:pt x="639609" y="90975"/>
                </a:cubicBezTo>
                <a:cubicBezTo>
                  <a:pt x="642976" y="96153"/>
                  <a:pt x="647915" y="98741"/>
                  <a:pt x="654427" y="98741"/>
                </a:cubicBezTo>
                <a:moveTo>
                  <a:pt x="654427" y="105386"/>
                </a:moveTo>
                <a:cubicBezTo>
                  <a:pt x="644150" y="105386"/>
                  <a:pt x="635888" y="101984"/>
                  <a:pt x="629642" y="95178"/>
                </a:cubicBezTo>
                <a:cubicBezTo>
                  <a:pt x="623396" y="88371"/>
                  <a:pt x="620273" y="79337"/>
                  <a:pt x="620273" y="68076"/>
                </a:cubicBezTo>
                <a:cubicBezTo>
                  <a:pt x="620273" y="56814"/>
                  <a:pt x="623385" y="47792"/>
                  <a:pt x="629609" y="41009"/>
                </a:cubicBezTo>
                <a:cubicBezTo>
                  <a:pt x="635833" y="34224"/>
                  <a:pt x="644106" y="30832"/>
                  <a:pt x="654427" y="30832"/>
                </a:cubicBezTo>
                <a:cubicBezTo>
                  <a:pt x="664749" y="30832"/>
                  <a:pt x="673021" y="34224"/>
                  <a:pt x="679245" y="41009"/>
                </a:cubicBezTo>
                <a:cubicBezTo>
                  <a:pt x="685469" y="47792"/>
                  <a:pt x="688581" y="56814"/>
                  <a:pt x="688581" y="68076"/>
                </a:cubicBezTo>
                <a:cubicBezTo>
                  <a:pt x="688581" y="79337"/>
                  <a:pt x="685469" y="88371"/>
                  <a:pt x="679245" y="95178"/>
                </a:cubicBezTo>
                <a:cubicBezTo>
                  <a:pt x="673021" y="101984"/>
                  <a:pt x="664749" y="105386"/>
                  <a:pt x="654427" y="105386"/>
                </a:cubicBezTo>
                <a:close/>
                <a:moveTo>
                  <a:pt x="700727" y="103393"/>
                </a:moveTo>
                <a:lnTo>
                  <a:pt x="700727" y="96349"/>
                </a:lnTo>
                <a:lnTo>
                  <a:pt x="711758" y="96349"/>
                </a:lnTo>
                <a:lnTo>
                  <a:pt x="711758" y="39869"/>
                </a:lnTo>
                <a:lnTo>
                  <a:pt x="700063" y="39869"/>
                </a:lnTo>
                <a:lnTo>
                  <a:pt x="700063" y="32692"/>
                </a:lnTo>
                <a:lnTo>
                  <a:pt x="723984" y="32692"/>
                </a:lnTo>
                <a:lnTo>
                  <a:pt x="723984" y="45317"/>
                </a:lnTo>
                <a:cubicBezTo>
                  <a:pt x="726243" y="40533"/>
                  <a:pt x="729178" y="36923"/>
                  <a:pt x="732788" y="34486"/>
                </a:cubicBezTo>
                <a:cubicBezTo>
                  <a:pt x="736399" y="32050"/>
                  <a:pt x="740596" y="30832"/>
                  <a:pt x="745380" y="30832"/>
                </a:cubicBezTo>
                <a:cubicBezTo>
                  <a:pt x="753177" y="30832"/>
                  <a:pt x="758914" y="33069"/>
                  <a:pt x="762590" y="37543"/>
                </a:cubicBezTo>
                <a:cubicBezTo>
                  <a:pt x="766267" y="42017"/>
                  <a:pt x="768105" y="48994"/>
                  <a:pt x="768105" y="58474"/>
                </a:cubicBezTo>
                <a:lnTo>
                  <a:pt x="768105" y="96349"/>
                </a:lnTo>
                <a:lnTo>
                  <a:pt x="779003" y="96349"/>
                </a:lnTo>
                <a:lnTo>
                  <a:pt x="779003" y="103393"/>
                </a:lnTo>
                <a:lnTo>
                  <a:pt x="745247" y="103393"/>
                </a:lnTo>
                <a:lnTo>
                  <a:pt x="745247" y="96349"/>
                </a:lnTo>
                <a:lnTo>
                  <a:pt x="755813" y="96349"/>
                </a:lnTo>
                <a:lnTo>
                  <a:pt x="755813" y="62328"/>
                </a:lnTo>
                <a:cubicBezTo>
                  <a:pt x="755813" y="53690"/>
                  <a:pt x="754749" y="47765"/>
                  <a:pt x="752623" y="44553"/>
                </a:cubicBezTo>
                <a:cubicBezTo>
                  <a:pt x="750497" y="41342"/>
                  <a:pt x="746754" y="39736"/>
                  <a:pt x="741393" y="39736"/>
                </a:cubicBezTo>
                <a:cubicBezTo>
                  <a:pt x="735723" y="39736"/>
                  <a:pt x="731404" y="41807"/>
                  <a:pt x="728436" y="45949"/>
                </a:cubicBezTo>
                <a:cubicBezTo>
                  <a:pt x="725468" y="50091"/>
                  <a:pt x="723984" y="56126"/>
                  <a:pt x="723984" y="64056"/>
                </a:cubicBezTo>
                <a:lnTo>
                  <a:pt x="723984" y="96349"/>
                </a:lnTo>
                <a:lnTo>
                  <a:pt x="734616" y="96349"/>
                </a:lnTo>
                <a:lnTo>
                  <a:pt x="734616" y="103393"/>
                </a:lnTo>
                <a:lnTo>
                  <a:pt x="700727" y="103393"/>
                </a:lnTo>
                <a:close/>
                <a:moveTo>
                  <a:pt x="853406" y="18074"/>
                </a:moveTo>
                <a:lnTo>
                  <a:pt x="847160" y="18007"/>
                </a:lnTo>
                <a:cubicBezTo>
                  <a:pt x="847027" y="14153"/>
                  <a:pt x="845609" y="11274"/>
                  <a:pt x="842907" y="9369"/>
                </a:cubicBezTo>
                <a:cubicBezTo>
                  <a:pt x="840205" y="7464"/>
                  <a:pt x="836130" y="6512"/>
                  <a:pt x="830681" y="6512"/>
                </a:cubicBezTo>
                <a:cubicBezTo>
                  <a:pt x="823903" y="6512"/>
                  <a:pt x="818942" y="8087"/>
                  <a:pt x="815797" y="11236"/>
                </a:cubicBezTo>
                <a:cubicBezTo>
                  <a:pt x="812651" y="14384"/>
                  <a:pt x="811079" y="19351"/>
                  <a:pt x="811079" y="26137"/>
                </a:cubicBezTo>
                <a:lnTo>
                  <a:pt x="811079" y="32692"/>
                </a:lnTo>
                <a:lnTo>
                  <a:pt x="858323" y="32692"/>
                </a:lnTo>
                <a:lnTo>
                  <a:pt x="858323" y="96349"/>
                </a:lnTo>
                <a:lnTo>
                  <a:pt x="869885" y="96349"/>
                </a:lnTo>
                <a:lnTo>
                  <a:pt x="869885" y="103393"/>
                </a:lnTo>
                <a:lnTo>
                  <a:pt x="834335" y="103393"/>
                </a:lnTo>
                <a:lnTo>
                  <a:pt x="834335" y="96349"/>
                </a:lnTo>
                <a:lnTo>
                  <a:pt x="846097" y="96349"/>
                </a:lnTo>
                <a:lnTo>
                  <a:pt x="846097" y="39869"/>
                </a:lnTo>
                <a:lnTo>
                  <a:pt x="811079" y="39869"/>
                </a:lnTo>
                <a:lnTo>
                  <a:pt x="811079" y="96349"/>
                </a:lnTo>
                <a:lnTo>
                  <a:pt x="822641" y="96349"/>
                </a:lnTo>
                <a:lnTo>
                  <a:pt x="822641" y="103393"/>
                </a:lnTo>
                <a:lnTo>
                  <a:pt x="787158" y="103393"/>
                </a:lnTo>
                <a:lnTo>
                  <a:pt x="787158" y="96349"/>
                </a:lnTo>
                <a:lnTo>
                  <a:pt x="798852" y="96349"/>
                </a:lnTo>
                <a:lnTo>
                  <a:pt x="798852" y="39869"/>
                </a:lnTo>
                <a:lnTo>
                  <a:pt x="787158" y="39869"/>
                </a:lnTo>
                <a:lnTo>
                  <a:pt x="787158" y="32692"/>
                </a:lnTo>
                <a:lnTo>
                  <a:pt x="798852" y="32692"/>
                </a:lnTo>
                <a:lnTo>
                  <a:pt x="798852" y="26398"/>
                </a:lnTo>
                <a:cubicBezTo>
                  <a:pt x="798852" y="17666"/>
                  <a:pt x="801444" y="11084"/>
                  <a:pt x="806627" y="6651"/>
                </a:cubicBezTo>
                <a:cubicBezTo>
                  <a:pt x="811810" y="2217"/>
                  <a:pt x="819473" y="0"/>
                  <a:pt x="829618" y="0"/>
                </a:cubicBezTo>
                <a:cubicBezTo>
                  <a:pt x="833472" y="0"/>
                  <a:pt x="837414" y="293"/>
                  <a:pt x="841445" y="880"/>
                </a:cubicBezTo>
                <a:cubicBezTo>
                  <a:pt x="845477" y="1467"/>
                  <a:pt x="849463" y="2370"/>
                  <a:pt x="853406" y="3588"/>
                </a:cubicBezTo>
                <a:lnTo>
                  <a:pt x="853406" y="18074"/>
                </a:lnTo>
                <a:close/>
                <a:moveTo>
                  <a:pt x="937926" y="32692"/>
                </a:moveTo>
                <a:lnTo>
                  <a:pt x="937926" y="50367"/>
                </a:lnTo>
                <a:lnTo>
                  <a:pt x="930882" y="50367"/>
                </a:lnTo>
                <a:cubicBezTo>
                  <a:pt x="930661" y="46846"/>
                  <a:pt x="929686" y="44215"/>
                  <a:pt x="927958" y="42477"/>
                </a:cubicBezTo>
                <a:cubicBezTo>
                  <a:pt x="926231" y="40738"/>
                  <a:pt x="923706" y="39869"/>
                  <a:pt x="920383" y="39869"/>
                </a:cubicBezTo>
                <a:cubicBezTo>
                  <a:pt x="914359" y="39869"/>
                  <a:pt x="909741" y="41955"/>
                  <a:pt x="906529" y="46127"/>
                </a:cubicBezTo>
                <a:cubicBezTo>
                  <a:pt x="903317" y="50298"/>
                  <a:pt x="901711" y="56290"/>
                  <a:pt x="901711" y="64101"/>
                </a:cubicBezTo>
                <a:lnTo>
                  <a:pt x="901711" y="96349"/>
                </a:lnTo>
                <a:lnTo>
                  <a:pt x="915865" y="96349"/>
                </a:lnTo>
                <a:lnTo>
                  <a:pt x="915865" y="103393"/>
                </a:lnTo>
                <a:lnTo>
                  <a:pt x="878455" y="103393"/>
                </a:lnTo>
                <a:lnTo>
                  <a:pt x="878455" y="96349"/>
                </a:lnTo>
                <a:lnTo>
                  <a:pt x="889485" y="96349"/>
                </a:lnTo>
                <a:lnTo>
                  <a:pt x="889485" y="39736"/>
                </a:lnTo>
                <a:lnTo>
                  <a:pt x="877790" y="39736"/>
                </a:lnTo>
                <a:lnTo>
                  <a:pt x="877790" y="32692"/>
                </a:lnTo>
                <a:lnTo>
                  <a:pt x="901711" y="32692"/>
                </a:lnTo>
                <a:lnTo>
                  <a:pt x="901711" y="45353"/>
                </a:lnTo>
                <a:cubicBezTo>
                  <a:pt x="904104" y="40423"/>
                  <a:pt x="907182" y="36771"/>
                  <a:pt x="910948" y="34395"/>
                </a:cubicBezTo>
                <a:cubicBezTo>
                  <a:pt x="914713" y="32020"/>
                  <a:pt x="919298" y="30832"/>
                  <a:pt x="924702" y="30832"/>
                </a:cubicBezTo>
                <a:cubicBezTo>
                  <a:pt x="926696" y="30832"/>
                  <a:pt x="928789" y="30993"/>
                  <a:pt x="930982" y="31316"/>
                </a:cubicBezTo>
                <a:cubicBezTo>
                  <a:pt x="933175" y="31637"/>
                  <a:pt x="935489" y="32096"/>
                  <a:pt x="937926" y="32692"/>
                </a:cubicBezTo>
                <a:close/>
                <a:moveTo>
                  <a:pt x="1008559" y="46513"/>
                </a:moveTo>
                <a:cubicBezTo>
                  <a:pt x="1010907" y="41331"/>
                  <a:pt x="1013908" y="37421"/>
                  <a:pt x="1017563" y="34785"/>
                </a:cubicBezTo>
                <a:cubicBezTo>
                  <a:pt x="1021218" y="32150"/>
                  <a:pt x="1025481" y="30832"/>
                  <a:pt x="1030354" y="30832"/>
                </a:cubicBezTo>
                <a:cubicBezTo>
                  <a:pt x="1037752" y="30832"/>
                  <a:pt x="1043267" y="33124"/>
                  <a:pt x="1046900" y="37709"/>
                </a:cubicBezTo>
                <a:cubicBezTo>
                  <a:pt x="1050532" y="42294"/>
                  <a:pt x="1052348" y="49216"/>
                  <a:pt x="1052348" y="58474"/>
                </a:cubicBezTo>
                <a:lnTo>
                  <a:pt x="1052348" y="96349"/>
                </a:lnTo>
                <a:lnTo>
                  <a:pt x="1063379" y="96349"/>
                </a:lnTo>
                <a:lnTo>
                  <a:pt x="1063379" y="103393"/>
                </a:lnTo>
                <a:lnTo>
                  <a:pt x="1029490" y="103393"/>
                </a:lnTo>
                <a:lnTo>
                  <a:pt x="1029490" y="96349"/>
                </a:lnTo>
                <a:lnTo>
                  <a:pt x="1040122" y="96349"/>
                </a:lnTo>
                <a:lnTo>
                  <a:pt x="1040122" y="59869"/>
                </a:lnTo>
                <a:cubicBezTo>
                  <a:pt x="1040122" y="52649"/>
                  <a:pt x="1039059" y="47510"/>
                  <a:pt x="1036932" y="44454"/>
                </a:cubicBezTo>
                <a:cubicBezTo>
                  <a:pt x="1034806" y="41397"/>
                  <a:pt x="1031284" y="39869"/>
                  <a:pt x="1026367" y="39869"/>
                </a:cubicBezTo>
                <a:cubicBezTo>
                  <a:pt x="1020919" y="39869"/>
                  <a:pt x="1016766" y="41929"/>
                  <a:pt x="1013908" y="46048"/>
                </a:cubicBezTo>
                <a:cubicBezTo>
                  <a:pt x="1011051" y="50168"/>
                  <a:pt x="1009622" y="56171"/>
                  <a:pt x="1009622" y="64056"/>
                </a:cubicBezTo>
                <a:lnTo>
                  <a:pt x="1009622" y="96349"/>
                </a:lnTo>
                <a:lnTo>
                  <a:pt x="1020254" y="96349"/>
                </a:lnTo>
                <a:lnTo>
                  <a:pt x="1020254" y="103393"/>
                </a:lnTo>
                <a:lnTo>
                  <a:pt x="986764" y="103393"/>
                </a:lnTo>
                <a:lnTo>
                  <a:pt x="986764" y="96349"/>
                </a:lnTo>
                <a:lnTo>
                  <a:pt x="997396" y="96349"/>
                </a:lnTo>
                <a:lnTo>
                  <a:pt x="997396" y="59404"/>
                </a:lnTo>
                <a:cubicBezTo>
                  <a:pt x="997396" y="52361"/>
                  <a:pt x="996333" y="47344"/>
                  <a:pt x="994207" y="44354"/>
                </a:cubicBezTo>
                <a:cubicBezTo>
                  <a:pt x="992080" y="41364"/>
                  <a:pt x="988558" y="39869"/>
                  <a:pt x="983641" y="39869"/>
                </a:cubicBezTo>
                <a:cubicBezTo>
                  <a:pt x="978193" y="39869"/>
                  <a:pt x="974040" y="41929"/>
                  <a:pt x="971182" y="46048"/>
                </a:cubicBezTo>
                <a:cubicBezTo>
                  <a:pt x="968325" y="50168"/>
                  <a:pt x="966896" y="56171"/>
                  <a:pt x="966896" y="64056"/>
                </a:cubicBezTo>
                <a:lnTo>
                  <a:pt x="966896" y="96349"/>
                </a:lnTo>
                <a:lnTo>
                  <a:pt x="977528" y="96349"/>
                </a:lnTo>
                <a:lnTo>
                  <a:pt x="977528" y="103393"/>
                </a:lnTo>
                <a:lnTo>
                  <a:pt x="943640" y="103393"/>
                </a:lnTo>
                <a:lnTo>
                  <a:pt x="943640" y="96349"/>
                </a:lnTo>
                <a:lnTo>
                  <a:pt x="954670" y="96349"/>
                </a:lnTo>
                <a:lnTo>
                  <a:pt x="954670" y="39736"/>
                </a:lnTo>
                <a:lnTo>
                  <a:pt x="942975" y="39736"/>
                </a:lnTo>
                <a:lnTo>
                  <a:pt x="942975" y="32692"/>
                </a:lnTo>
                <a:lnTo>
                  <a:pt x="966896" y="32692"/>
                </a:lnTo>
                <a:lnTo>
                  <a:pt x="966896" y="45317"/>
                </a:lnTo>
                <a:cubicBezTo>
                  <a:pt x="969156" y="40622"/>
                  <a:pt x="972035" y="37034"/>
                  <a:pt x="975535" y="34553"/>
                </a:cubicBezTo>
                <a:cubicBezTo>
                  <a:pt x="979034" y="32072"/>
                  <a:pt x="982999" y="30832"/>
                  <a:pt x="987429" y="30832"/>
                </a:cubicBezTo>
                <a:cubicBezTo>
                  <a:pt x="992922" y="30832"/>
                  <a:pt x="997507" y="32194"/>
                  <a:pt x="1001184" y="34918"/>
                </a:cubicBezTo>
                <a:cubicBezTo>
                  <a:pt x="1004860" y="37643"/>
                  <a:pt x="1007319" y="41508"/>
                  <a:pt x="1008559" y="46513"/>
                </a:cubicBezTo>
                <a:close/>
                <a:moveTo>
                  <a:pt x="1140689" y="69371"/>
                </a:moveTo>
                <a:lnTo>
                  <a:pt x="1087996" y="69371"/>
                </a:lnTo>
                <a:lnTo>
                  <a:pt x="1087996" y="69903"/>
                </a:lnTo>
                <a:cubicBezTo>
                  <a:pt x="1087996" y="79427"/>
                  <a:pt x="1089790" y="86615"/>
                  <a:pt x="1093378" y="91465"/>
                </a:cubicBezTo>
                <a:cubicBezTo>
                  <a:pt x="1096966" y="96316"/>
                  <a:pt x="1102260" y="98741"/>
                  <a:pt x="1109259" y="98741"/>
                </a:cubicBezTo>
                <a:cubicBezTo>
                  <a:pt x="1114619" y="98741"/>
                  <a:pt x="1119016" y="97335"/>
                  <a:pt x="1122449" y="94522"/>
                </a:cubicBezTo>
                <a:cubicBezTo>
                  <a:pt x="1125882" y="91709"/>
                  <a:pt x="1128285" y="87534"/>
                  <a:pt x="1129658" y="81997"/>
                </a:cubicBezTo>
                <a:lnTo>
                  <a:pt x="1139493" y="81997"/>
                </a:lnTo>
                <a:cubicBezTo>
                  <a:pt x="1137544" y="89771"/>
                  <a:pt x="1133944" y="95613"/>
                  <a:pt x="1128695" y="99522"/>
                </a:cubicBezTo>
                <a:cubicBezTo>
                  <a:pt x="1123446" y="103432"/>
                  <a:pt x="1116546" y="105386"/>
                  <a:pt x="1107996" y="105386"/>
                </a:cubicBezTo>
                <a:cubicBezTo>
                  <a:pt x="1097675" y="105386"/>
                  <a:pt x="1089380" y="101984"/>
                  <a:pt x="1083112" y="95178"/>
                </a:cubicBezTo>
                <a:cubicBezTo>
                  <a:pt x="1076843" y="88371"/>
                  <a:pt x="1073709" y="79337"/>
                  <a:pt x="1073709" y="68076"/>
                </a:cubicBezTo>
                <a:cubicBezTo>
                  <a:pt x="1073709" y="56903"/>
                  <a:pt x="1076788" y="47903"/>
                  <a:pt x="1082946" y="41075"/>
                </a:cubicBezTo>
                <a:cubicBezTo>
                  <a:pt x="1089103" y="34246"/>
                  <a:pt x="1097188" y="30832"/>
                  <a:pt x="1107199" y="30832"/>
                </a:cubicBezTo>
                <a:cubicBezTo>
                  <a:pt x="1117875" y="30832"/>
                  <a:pt x="1126070" y="34121"/>
                  <a:pt x="1131785" y="40699"/>
                </a:cubicBezTo>
                <a:cubicBezTo>
                  <a:pt x="1137499" y="47278"/>
                  <a:pt x="1140467" y="56835"/>
                  <a:pt x="1140689" y="69371"/>
                </a:cubicBezTo>
                <a:moveTo>
                  <a:pt x="1126270" y="62328"/>
                </a:moveTo>
                <a:cubicBezTo>
                  <a:pt x="1126004" y="54111"/>
                  <a:pt x="1124265" y="47914"/>
                  <a:pt x="1121053" y="43739"/>
                </a:cubicBezTo>
                <a:cubicBezTo>
                  <a:pt x="1117842" y="39564"/>
                  <a:pt x="1113224" y="37477"/>
                  <a:pt x="1107199" y="37477"/>
                </a:cubicBezTo>
                <a:cubicBezTo>
                  <a:pt x="1101573" y="37477"/>
                  <a:pt x="1097143" y="39575"/>
                  <a:pt x="1093909" y="43772"/>
                </a:cubicBezTo>
                <a:cubicBezTo>
                  <a:pt x="1090676" y="47970"/>
                  <a:pt x="1088704" y="54155"/>
                  <a:pt x="1087996" y="62328"/>
                </a:cubicBezTo>
                <a:lnTo>
                  <a:pt x="1126270" y="62328"/>
                </a:lnTo>
                <a:close/>
                <a:moveTo>
                  <a:pt x="1218244" y="96349"/>
                </a:moveTo>
                <a:lnTo>
                  <a:pt x="1229939" y="96349"/>
                </a:lnTo>
                <a:lnTo>
                  <a:pt x="1229939" y="103393"/>
                </a:lnTo>
                <a:lnTo>
                  <a:pt x="1206018" y="103393"/>
                </a:lnTo>
                <a:lnTo>
                  <a:pt x="1206018" y="92367"/>
                </a:lnTo>
                <a:cubicBezTo>
                  <a:pt x="1203626" y="96817"/>
                  <a:pt x="1200580" y="100100"/>
                  <a:pt x="1196882" y="102215"/>
                </a:cubicBezTo>
                <a:cubicBezTo>
                  <a:pt x="1193183" y="104329"/>
                  <a:pt x="1188609" y="105386"/>
                  <a:pt x="1183160" y="105386"/>
                </a:cubicBezTo>
                <a:cubicBezTo>
                  <a:pt x="1174478" y="105386"/>
                  <a:pt x="1167379" y="101939"/>
                  <a:pt x="1161864" y="95045"/>
                </a:cubicBezTo>
                <a:cubicBezTo>
                  <a:pt x="1156348" y="88150"/>
                  <a:pt x="1153591" y="79160"/>
                  <a:pt x="1153591" y="68076"/>
                </a:cubicBezTo>
                <a:cubicBezTo>
                  <a:pt x="1153591" y="56991"/>
                  <a:pt x="1156337" y="48013"/>
                  <a:pt x="1161830" y="41142"/>
                </a:cubicBezTo>
                <a:cubicBezTo>
                  <a:pt x="1167323" y="34268"/>
                  <a:pt x="1174433" y="30832"/>
                  <a:pt x="1183160" y="30832"/>
                </a:cubicBezTo>
                <a:cubicBezTo>
                  <a:pt x="1188609" y="30832"/>
                  <a:pt x="1193183" y="31889"/>
                  <a:pt x="1196882" y="34003"/>
                </a:cubicBezTo>
                <a:cubicBezTo>
                  <a:pt x="1200580" y="36116"/>
                  <a:pt x="1203626" y="39399"/>
                  <a:pt x="1206018" y="43849"/>
                </a:cubicBezTo>
                <a:lnTo>
                  <a:pt x="1206018" y="7043"/>
                </a:lnTo>
                <a:lnTo>
                  <a:pt x="1194456" y="7043"/>
                </a:lnTo>
                <a:lnTo>
                  <a:pt x="1194456" y="0"/>
                </a:lnTo>
                <a:lnTo>
                  <a:pt x="1218244" y="0"/>
                </a:lnTo>
                <a:lnTo>
                  <a:pt x="1218244" y="96349"/>
                </a:lnTo>
                <a:moveTo>
                  <a:pt x="1206018" y="71593"/>
                </a:moveTo>
                <a:lnTo>
                  <a:pt x="1206018" y="64625"/>
                </a:lnTo>
                <a:cubicBezTo>
                  <a:pt x="1206018" y="56173"/>
                  <a:pt x="1204390" y="49713"/>
                  <a:pt x="1201134" y="45245"/>
                </a:cubicBezTo>
                <a:cubicBezTo>
                  <a:pt x="1197878" y="40775"/>
                  <a:pt x="1193149" y="38540"/>
                  <a:pt x="1186948" y="38540"/>
                </a:cubicBezTo>
                <a:cubicBezTo>
                  <a:pt x="1180657" y="38540"/>
                  <a:pt x="1175906" y="41018"/>
                  <a:pt x="1172695" y="45974"/>
                </a:cubicBezTo>
                <a:cubicBezTo>
                  <a:pt x="1169483" y="50929"/>
                  <a:pt x="1167877" y="58297"/>
                  <a:pt x="1167877" y="68076"/>
                </a:cubicBezTo>
                <a:cubicBezTo>
                  <a:pt x="1167877" y="77810"/>
                  <a:pt x="1169483" y="85178"/>
                  <a:pt x="1172695" y="90178"/>
                </a:cubicBezTo>
                <a:cubicBezTo>
                  <a:pt x="1175906" y="95178"/>
                  <a:pt x="1180657" y="97678"/>
                  <a:pt x="1186948" y="97678"/>
                </a:cubicBezTo>
                <a:cubicBezTo>
                  <a:pt x="1193149" y="97678"/>
                  <a:pt x="1197878" y="95455"/>
                  <a:pt x="1201134" y="91009"/>
                </a:cubicBezTo>
                <a:cubicBezTo>
                  <a:pt x="1204390" y="86561"/>
                  <a:pt x="1206018" y="80089"/>
                  <a:pt x="1206018" y="715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forLatestV">
            <a:extLst xmlns:a="http://schemas.openxmlformats.org/drawingml/2006/main">
              <a:ext uri="{FF2B5EF4-FFF2-40B4-BE49-F238E27FC236}">
                <a16:creationId xmlns:a16="http://schemas.microsoft.com/office/drawing/2014/main" id="{0274D007-5A31-4471-8E20-7B3DA1C7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6158" y="1890675"/>
            <a:ext cx="809527" cy="105386"/>
          </a:xfrm>
          <a:custGeom xmlns:a="http://schemas.openxmlformats.org/drawingml/2006/main">
            <a:pathLst>
              <a:path w="809527" h="105386">
                <a:moveTo>
                  <a:pt x="53623" y="16745"/>
                </a:moveTo>
                <a:lnTo>
                  <a:pt x="47178" y="16745"/>
                </a:lnTo>
                <a:cubicBezTo>
                  <a:pt x="47134" y="13400"/>
                  <a:pt x="46192" y="10859"/>
                  <a:pt x="44354" y="9120"/>
                </a:cubicBezTo>
                <a:cubicBezTo>
                  <a:pt x="42516" y="7381"/>
                  <a:pt x="39847" y="6512"/>
                  <a:pt x="36347" y="6512"/>
                </a:cubicBezTo>
                <a:cubicBezTo>
                  <a:pt x="31784" y="6512"/>
                  <a:pt x="28573" y="7764"/>
                  <a:pt x="26712" y="10268"/>
                </a:cubicBezTo>
                <a:cubicBezTo>
                  <a:pt x="24851" y="12773"/>
                  <a:pt x="23921" y="17238"/>
                  <a:pt x="23921" y="23664"/>
                </a:cubicBezTo>
                <a:lnTo>
                  <a:pt x="23921" y="32692"/>
                </a:lnTo>
                <a:lnTo>
                  <a:pt x="43656" y="32692"/>
                </a:lnTo>
                <a:lnTo>
                  <a:pt x="43656" y="39869"/>
                </a:lnTo>
                <a:lnTo>
                  <a:pt x="23921" y="39869"/>
                </a:lnTo>
                <a:lnTo>
                  <a:pt x="23921" y="96349"/>
                </a:lnTo>
                <a:lnTo>
                  <a:pt x="39603" y="96349"/>
                </a:lnTo>
                <a:lnTo>
                  <a:pt x="39603" y="103393"/>
                </a:lnTo>
                <a:lnTo>
                  <a:pt x="0" y="103393"/>
                </a:lnTo>
                <a:lnTo>
                  <a:pt x="0" y="96349"/>
                </a:lnTo>
                <a:lnTo>
                  <a:pt x="11695" y="96349"/>
                </a:lnTo>
                <a:lnTo>
                  <a:pt x="11695" y="39869"/>
                </a:lnTo>
                <a:lnTo>
                  <a:pt x="0" y="39869"/>
                </a:lnTo>
                <a:lnTo>
                  <a:pt x="0" y="32692"/>
                </a:lnTo>
                <a:lnTo>
                  <a:pt x="11695" y="32692"/>
                </a:lnTo>
                <a:lnTo>
                  <a:pt x="11695" y="23927"/>
                </a:lnTo>
                <a:cubicBezTo>
                  <a:pt x="11695" y="16041"/>
                  <a:pt x="13744" y="10081"/>
                  <a:pt x="17841" y="6049"/>
                </a:cubicBezTo>
                <a:cubicBezTo>
                  <a:pt x="21939" y="2016"/>
                  <a:pt x="27952" y="0"/>
                  <a:pt x="35882" y="0"/>
                </a:cubicBezTo>
                <a:cubicBezTo>
                  <a:pt x="38850" y="0"/>
                  <a:pt x="41818" y="271"/>
                  <a:pt x="44786" y="814"/>
                </a:cubicBezTo>
                <a:cubicBezTo>
                  <a:pt x="47754" y="1357"/>
                  <a:pt x="50700" y="2193"/>
                  <a:pt x="53623" y="3322"/>
                </a:cubicBezTo>
                <a:lnTo>
                  <a:pt x="53623" y="16745"/>
                </a:lnTo>
                <a:close/>
                <a:moveTo>
                  <a:pt x="86638" y="98741"/>
                </a:moveTo>
                <a:cubicBezTo>
                  <a:pt x="93194" y="98741"/>
                  <a:pt x="98144" y="96153"/>
                  <a:pt x="101489" y="90975"/>
                </a:cubicBezTo>
                <a:cubicBezTo>
                  <a:pt x="104834" y="85798"/>
                  <a:pt x="106506" y="78165"/>
                  <a:pt x="106506" y="68076"/>
                </a:cubicBezTo>
                <a:cubicBezTo>
                  <a:pt x="106506" y="57987"/>
                  <a:pt x="104834" y="50365"/>
                  <a:pt x="101489" y="45209"/>
                </a:cubicBezTo>
                <a:cubicBezTo>
                  <a:pt x="98144" y="40054"/>
                  <a:pt x="93194" y="37477"/>
                  <a:pt x="86638" y="37477"/>
                </a:cubicBezTo>
                <a:cubicBezTo>
                  <a:pt x="80082" y="37477"/>
                  <a:pt x="75131" y="40054"/>
                  <a:pt x="71787" y="45209"/>
                </a:cubicBezTo>
                <a:cubicBezTo>
                  <a:pt x="68442" y="50365"/>
                  <a:pt x="66770" y="57987"/>
                  <a:pt x="66770" y="68076"/>
                </a:cubicBezTo>
                <a:cubicBezTo>
                  <a:pt x="66770" y="78165"/>
                  <a:pt x="68453" y="85798"/>
                  <a:pt x="71820" y="90975"/>
                </a:cubicBezTo>
                <a:cubicBezTo>
                  <a:pt x="75187" y="96153"/>
                  <a:pt x="80126" y="98741"/>
                  <a:pt x="86638" y="98741"/>
                </a:cubicBezTo>
                <a:moveTo>
                  <a:pt x="86638" y="105386"/>
                </a:moveTo>
                <a:cubicBezTo>
                  <a:pt x="76361" y="105386"/>
                  <a:pt x="68099" y="101984"/>
                  <a:pt x="61853" y="95178"/>
                </a:cubicBezTo>
                <a:cubicBezTo>
                  <a:pt x="55607" y="88371"/>
                  <a:pt x="52484" y="79337"/>
                  <a:pt x="52484" y="68076"/>
                </a:cubicBezTo>
                <a:cubicBezTo>
                  <a:pt x="52484" y="56814"/>
                  <a:pt x="55596" y="47792"/>
                  <a:pt x="61820" y="41009"/>
                </a:cubicBezTo>
                <a:cubicBezTo>
                  <a:pt x="68044" y="34224"/>
                  <a:pt x="76316" y="30832"/>
                  <a:pt x="86638" y="30832"/>
                </a:cubicBezTo>
                <a:cubicBezTo>
                  <a:pt x="96959" y="30832"/>
                  <a:pt x="105232" y="34224"/>
                  <a:pt x="111456" y="41009"/>
                </a:cubicBezTo>
                <a:cubicBezTo>
                  <a:pt x="117680" y="47792"/>
                  <a:pt x="120792" y="56814"/>
                  <a:pt x="120792" y="68076"/>
                </a:cubicBezTo>
                <a:cubicBezTo>
                  <a:pt x="120792" y="79337"/>
                  <a:pt x="117680" y="88371"/>
                  <a:pt x="111456" y="95178"/>
                </a:cubicBezTo>
                <a:cubicBezTo>
                  <a:pt x="105232" y="101984"/>
                  <a:pt x="96959" y="105386"/>
                  <a:pt x="86638" y="105386"/>
                </a:cubicBezTo>
                <a:close/>
                <a:moveTo>
                  <a:pt x="192409" y="32692"/>
                </a:moveTo>
                <a:lnTo>
                  <a:pt x="192409" y="50367"/>
                </a:lnTo>
                <a:lnTo>
                  <a:pt x="185365" y="50367"/>
                </a:lnTo>
                <a:cubicBezTo>
                  <a:pt x="185144" y="46846"/>
                  <a:pt x="184169" y="44215"/>
                  <a:pt x="182442" y="42477"/>
                </a:cubicBezTo>
                <a:cubicBezTo>
                  <a:pt x="180714" y="40738"/>
                  <a:pt x="178189" y="39869"/>
                  <a:pt x="174867" y="39869"/>
                </a:cubicBezTo>
                <a:cubicBezTo>
                  <a:pt x="168842" y="39869"/>
                  <a:pt x="164224" y="41955"/>
                  <a:pt x="161012" y="46127"/>
                </a:cubicBezTo>
                <a:cubicBezTo>
                  <a:pt x="157801" y="50298"/>
                  <a:pt x="156195" y="56290"/>
                  <a:pt x="156195" y="64101"/>
                </a:cubicBezTo>
                <a:lnTo>
                  <a:pt x="156195" y="96349"/>
                </a:lnTo>
                <a:lnTo>
                  <a:pt x="170348" y="96349"/>
                </a:lnTo>
                <a:lnTo>
                  <a:pt x="170348" y="103393"/>
                </a:lnTo>
                <a:lnTo>
                  <a:pt x="132938" y="103393"/>
                </a:lnTo>
                <a:lnTo>
                  <a:pt x="132938" y="96349"/>
                </a:lnTo>
                <a:lnTo>
                  <a:pt x="143968" y="96349"/>
                </a:lnTo>
                <a:lnTo>
                  <a:pt x="143968" y="39736"/>
                </a:lnTo>
                <a:lnTo>
                  <a:pt x="132274" y="39736"/>
                </a:lnTo>
                <a:lnTo>
                  <a:pt x="132274" y="32692"/>
                </a:lnTo>
                <a:lnTo>
                  <a:pt x="156195" y="32692"/>
                </a:lnTo>
                <a:lnTo>
                  <a:pt x="156195" y="45353"/>
                </a:lnTo>
                <a:cubicBezTo>
                  <a:pt x="158587" y="40423"/>
                  <a:pt x="161666" y="36771"/>
                  <a:pt x="165431" y="34395"/>
                </a:cubicBezTo>
                <a:cubicBezTo>
                  <a:pt x="169197" y="32020"/>
                  <a:pt x="173781" y="30832"/>
                  <a:pt x="179186" y="30832"/>
                </a:cubicBezTo>
                <a:cubicBezTo>
                  <a:pt x="181179" y="30832"/>
                  <a:pt x="183272" y="30993"/>
                  <a:pt x="185465" y="31316"/>
                </a:cubicBezTo>
                <a:cubicBezTo>
                  <a:pt x="187658" y="31637"/>
                  <a:pt x="189973" y="32096"/>
                  <a:pt x="192409" y="32692"/>
                </a:cubicBezTo>
                <a:close/>
                <a:moveTo>
                  <a:pt x="243462" y="103393"/>
                </a:moveTo>
                <a:lnTo>
                  <a:pt x="243462" y="96349"/>
                </a:lnTo>
                <a:lnTo>
                  <a:pt x="256087" y="96349"/>
                </a:lnTo>
                <a:lnTo>
                  <a:pt x="256087" y="11296"/>
                </a:lnTo>
                <a:lnTo>
                  <a:pt x="243462" y="11296"/>
                </a:lnTo>
                <a:lnTo>
                  <a:pt x="243462" y="4120"/>
                </a:lnTo>
                <a:lnTo>
                  <a:pt x="282201" y="4120"/>
                </a:lnTo>
                <a:lnTo>
                  <a:pt x="282201" y="11296"/>
                </a:lnTo>
                <a:lnTo>
                  <a:pt x="269576" y="11296"/>
                </a:lnTo>
                <a:lnTo>
                  <a:pt x="269576" y="95153"/>
                </a:lnTo>
                <a:lnTo>
                  <a:pt x="314893" y="95153"/>
                </a:lnTo>
                <a:lnTo>
                  <a:pt x="314893" y="78541"/>
                </a:lnTo>
                <a:lnTo>
                  <a:pt x="323066" y="78541"/>
                </a:lnTo>
                <a:lnTo>
                  <a:pt x="323066" y="103393"/>
                </a:lnTo>
                <a:lnTo>
                  <a:pt x="243462" y="103393"/>
                </a:lnTo>
                <a:close/>
                <a:moveTo>
                  <a:pt x="380741" y="81232"/>
                </a:moveTo>
                <a:lnTo>
                  <a:pt x="380741" y="66315"/>
                </a:lnTo>
                <a:lnTo>
                  <a:pt x="364993" y="66315"/>
                </a:lnTo>
                <a:cubicBezTo>
                  <a:pt x="358924" y="66315"/>
                  <a:pt x="354405" y="67619"/>
                  <a:pt x="351437" y="70227"/>
                </a:cubicBezTo>
                <a:cubicBezTo>
                  <a:pt x="348469" y="72835"/>
                  <a:pt x="346985" y="76836"/>
                  <a:pt x="346985" y="82229"/>
                </a:cubicBezTo>
                <a:cubicBezTo>
                  <a:pt x="346985" y="87137"/>
                  <a:pt x="348491" y="91027"/>
                  <a:pt x="351504" y="93901"/>
                </a:cubicBezTo>
                <a:cubicBezTo>
                  <a:pt x="354516" y="96774"/>
                  <a:pt x="358591" y="98210"/>
                  <a:pt x="363730" y="98210"/>
                </a:cubicBezTo>
                <a:cubicBezTo>
                  <a:pt x="368824" y="98210"/>
                  <a:pt x="372933" y="96641"/>
                  <a:pt x="376056" y="93502"/>
                </a:cubicBezTo>
                <a:cubicBezTo>
                  <a:pt x="379179" y="90363"/>
                  <a:pt x="380741" y="86273"/>
                  <a:pt x="380741" y="81232"/>
                </a:cubicBezTo>
                <a:moveTo>
                  <a:pt x="392967" y="59274"/>
                </a:moveTo>
                <a:lnTo>
                  <a:pt x="392967" y="96349"/>
                </a:lnTo>
                <a:lnTo>
                  <a:pt x="403865" y="96349"/>
                </a:lnTo>
                <a:lnTo>
                  <a:pt x="403865" y="103393"/>
                </a:lnTo>
                <a:lnTo>
                  <a:pt x="380741" y="103393"/>
                </a:lnTo>
                <a:lnTo>
                  <a:pt x="380741" y="95753"/>
                </a:lnTo>
                <a:cubicBezTo>
                  <a:pt x="378038" y="99054"/>
                  <a:pt x="374915" y="101484"/>
                  <a:pt x="371372" y="103046"/>
                </a:cubicBezTo>
                <a:cubicBezTo>
                  <a:pt x="367828" y="104606"/>
                  <a:pt x="363686" y="105386"/>
                  <a:pt x="358946" y="105386"/>
                </a:cubicBezTo>
                <a:cubicBezTo>
                  <a:pt x="351105" y="105386"/>
                  <a:pt x="344881" y="103301"/>
                  <a:pt x="340274" y="99132"/>
                </a:cubicBezTo>
                <a:cubicBezTo>
                  <a:pt x="335667" y="94961"/>
                  <a:pt x="333363" y="89327"/>
                  <a:pt x="333363" y="82229"/>
                </a:cubicBezTo>
                <a:cubicBezTo>
                  <a:pt x="333363" y="74909"/>
                  <a:pt x="335999" y="69230"/>
                  <a:pt x="341271" y="65194"/>
                </a:cubicBezTo>
                <a:cubicBezTo>
                  <a:pt x="346542" y="61157"/>
                  <a:pt x="353984" y="59139"/>
                  <a:pt x="363597" y="59139"/>
                </a:cubicBezTo>
                <a:lnTo>
                  <a:pt x="380741" y="59139"/>
                </a:lnTo>
                <a:lnTo>
                  <a:pt x="380741" y="54325"/>
                </a:lnTo>
                <a:cubicBezTo>
                  <a:pt x="380741" y="48975"/>
                  <a:pt x="379113" y="44829"/>
                  <a:pt x="375857" y="41889"/>
                </a:cubicBezTo>
                <a:cubicBezTo>
                  <a:pt x="372601" y="38947"/>
                  <a:pt x="368027" y="37477"/>
                  <a:pt x="362135" y="37477"/>
                </a:cubicBezTo>
                <a:cubicBezTo>
                  <a:pt x="357262" y="37477"/>
                  <a:pt x="353386" y="38584"/>
                  <a:pt x="350507" y="40799"/>
                </a:cubicBezTo>
                <a:cubicBezTo>
                  <a:pt x="347628" y="43014"/>
                  <a:pt x="345833" y="46292"/>
                  <a:pt x="345125" y="50633"/>
                </a:cubicBezTo>
                <a:lnTo>
                  <a:pt x="338812" y="50633"/>
                </a:lnTo>
                <a:lnTo>
                  <a:pt x="338812" y="36280"/>
                </a:lnTo>
                <a:cubicBezTo>
                  <a:pt x="343065" y="34464"/>
                  <a:pt x="347196" y="33102"/>
                  <a:pt x="351205" y="32194"/>
                </a:cubicBezTo>
                <a:cubicBezTo>
                  <a:pt x="355214" y="31286"/>
                  <a:pt x="359123" y="30832"/>
                  <a:pt x="362933" y="30832"/>
                </a:cubicBezTo>
                <a:cubicBezTo>
                  <a:pt x="372723" y="30832"/>
                  <a:pt x="380176" y="33258"/>
                  <a:pt x="385292" y="38110"/>
                </a:cubicBezTo>
                <a:cubicBezTo>
                  <a:pt x="390409" y="42961"/>
                  <a:pt x="392967" y="50015"/>
                  <a:pt x="392967" y="59274"/>
                </a:cubicBezTo>
                <a:close/>
                <a:moveTo>
                  <a:pt x="422785" y="39869"/>
                </a:moveTo>
                <a:lnTo>
                  <a:pt x="412021" y="39869"/>
                </a:lnTo>
                <a:lnTo>
                  <a:pt x="412021" y="32692"/>
                </a:lnTo>
                <a:lnTo>
                  <a:pt x="422785" y="32692"/>
                </a:lnTo>
                <a:lnTo>
                  <a:pt x="422785" y="10765"/>
                </a:lnTo>
                <a:lnTo>
                  <a:pt x="435078" y="10765"/>
                </a:lnTo>
                <a:lnTo>
                  <a:pt x="435078" y="32692"/>
                </a:lnTo>
                <a:lnTo>
                  <a:pt x="458069" y="32692"/>
                </a:lnTo>
                <a:lnTo>
                  <a:pt x="458069" y="39869"/>
                </a:lnTo>
                <a:lnTo>
                  <a:pt x="435078" y="39869"/>
                </a:lnTo>
                <a:lnTo>
                  <a:pt x="435078" y="84721"/>
                </a:lnTo>
                <a:cubicBezTo>
                  <a:pt x="435078" y="90701"/>
                  <a:pt x="435654" y="94533"/>
                  <a:pt x="436806" y="96216"/>
                </a:cubicBezTo>
                <a:cubicBezTo>
                  <a:pt x="437957" y="97900"/>
                  <a:pt x="440084" y="98741"/>
                  <a:pt x="443185" y="98741"/>
                </a:cubicBezTo>
                <a:cubicBezTo>
                  <a:pt x="446374" y="98741"/>
                  <a:pt x="448700" y="97800"/>
                  <a:pt x="450162" y="95917"/>
                </a:cubicBezTo>
                <a:cubicBezTo>
                  <a:pt x="451624" y="94035"/>
                  <a:pt x="452399" y="90989"/>
                  <a:pt x="452487" y="86781"/>
                </a:cubicBezTo>
                <a:lnTo>
                  <a:pt x="461724" y="86781"/>
                </a:lnTo>
                <a:cubicBezTo>
                  <a:pt x="461369" y="93228"/>
                  <a:pt x="459619" y="97941"/>
                  <a:pt x="456474" y="100920"/>
                </a:cubicBezTo>
                <a:cubicBezTo>
                  <a:pt x="453329" y="103897"/>
                  <a:pt x="448545" y="105386"/>
                  <a:pt x="442121" y="105386"/>
                </a:cubicBezTo>
                <a:cubicBezTo>
                  <a:pt x="435078" y="105386"/>
                  <a:pt x="430094" y="103820"/>
                  <a:pt x="427171" y="100687"/>
                </a:cubicBezTo>
                <a:cubicBezTo>
                  <a:pt x="424247" y="97553"/>
                  <a:pt x="422785" y="92231"/>
                  <a:pt x="422785" y="84721"/>
                </a:cubicBezTo>
                <a:lnTo>
                  <a:pt x="422785" y="39869"/>
                </a:lnTo>
                <a:close/>
                <a:moveTo>
                  <a:pt x="536292" y="69371"/>
                </a:moveTo>
                <a:lnTo>
                  <a:pt x="483599" y="69371"/>
                </a:lnTo>
                <a:lnTo>
                  <a:pt x="483599" y="69903"/>
                </a:lnTo>
                <a:cubicBezTo>
                  <a:pt x="483599" y="79427"/>
                  <a:pt x="485393" y="86615"/>
                  <a:pt x="488981" y="91465"/>
                </a:cubicBezTo>
                <a:cubicBezTo>
                  <a:pt x="492569" y="96316"/>
                  <a:pt x="497863" y="98741"/>
                  <a:pt x="504862" y="98741"/>
                </a:cubicBezTo>
                <a:cubicBezTo>
                  <a:pt x="510222" y="98741"/>
                  <a:pt x="514619" y="97335"/>
                  <a:pt x="518052" y="94522"/>
                </a:cubicBezTo>
                <a:cubicBezTo>
                  <a:pt x="521485" y="91709"/>
                  <a:pt x="523888" y="87534"/>
                  <a:pt x="525262" y="81997"/>
                </a:cubicBezTo>
                <a:lnTo>
                  <a:pt x="535096" y="81997"/>
                </a:lnTo>
                <a:cubicBezTo>
                  <a:pt x="533147" y="89771"/>
                  <a:pt x="529548" y="95613"/>
                  <a:pt x="524298" y="99522"/>
                </a:cubicBezTo>
                <a:cubicBezTo>
                  <a:pt x="519049" y="103432"/>
                  <a:pt x="512149" y="105386"/>
                  <a:pt x="503600" y="105386"/>
                </a:cubicBezTo>
                <a:cubicBezTo>
                  <a:pt x="493278" y="105386"/>
                  <a:pt x="484983" y="101984"/>
                  <a:pt x="478715" y="95178"/>
                </a:cubicBezTo>
                <a:cubicBezTo>
                  <a:pt x="472447" y="88371"/>
                  <a:pt x="469313" y="79337"/>
                  <a:pt x="469313" y="68076"/>
                </a:cubicBezTo>
                <a:cubicBezTo>
                  <a:pt x="469313" y="56903"/>
                  <a:pt x="472391" y="47903"/>
                  <a:pt x="478549" y="41075"/>
                </a:cubicBezTo>
                <a:cubicBezTo>
                  <a:pt x="484706" y="34246"/>
                  <a:pt x="492791" y="30832"/>
                  <a:pt x="502802" y="30832"/>
                </a:cubicBezTo>
                <a:cubicBezTo>
                  <a:pt x="513478" y="30832"/>
                  <a:pt x="521674" y="34121"/>
                  <a:pt x="527388" y="40699"/>
                </a:cubicBezTo>
                <a:cubicBezTo>
                  <a:pt x="533103" y="47278"/>
                  <a:pt x="536071" y="56835"/>
                  <a:pt x="536292" y="69371"/>
                </a:cubicBezTo>
                <a:moveTo>
                  <a:pt x="521873" y="62328"/>
                </a:moveTo>
                <a:cubicBezTo>
                  <a:pt x="521607" y="54111"/>
                  <a:pt x="519868" y="47914"/>
                  <a:pt x="516657" y="43739"/>
                </a:cubicBezTo>
                <a:cubicBezTo>
                  <a:pt x="513445" y="39564"/>
                  <a:pt x="508827" y="37477"/>
                  <a:pt x="502802" y="37477"/>
                </a:cubicBezTo>
                <a:cubicBezTo>
                  <a:pt x="497176" y="37477"/>
                  <a:pt x="492747" y="39575"/>
                  <a:pt x="489513" y="43772"/>
                </a:cubicBezTo>
                <a:cubicBezTo>
                  <a:pt x="486279" y="47970"/>
                  <a:pt x="484308" y="54155"/>
                  <a:pt x="483599" y="62328"/>
                </a:cubicBezTo>
                <a:lnTo>
                  <a:pt x="521873" y="62328"/>
                </a:lnTo>
                <a:close/>
                <a:moveTo>
                  <a:pt x="550058" y="99539"/>
                </a:moveTo>
                <a:lnTo>
                  <a:pt x="550058" y="83060"/>
                </a:lnTo>
                <a:lnTo>
                  <a:pt x="557102" y="83060"/>
                </a:lnTo>
                <a:cubicBezTo>
                  <a:pt x="557279" y="88309"/>
                  <a:pt x="558929" y="92235"/>
                  <a:pt x="562052" y="94838"/>
                </a:cubicBezTo>
                <a:cubicBezTo>
                  <a:pt x="565175" y="97440"/>
                  <a:pt x="569793" y="98741"/>
                  <a:pt x="575907" y="98741"/>
                </a:cubicBezTo>
                <a:cubicBezTo>
                  <a:pt x="581400" y="98741"/>
                  <a:pt x="585586" y="97714"/>
                  <a:pt x="588465" y="95658"/>
                </a:cubicBezTo>
                <a:cubicBezTo>
                  <a:pt x="591345" y="93601"/>
                  <a:pt x="592784" y="90604"/>
                  <a:pt x="592784" y="86669"/>
                </a:cubicBezTo>
                <a:cubicBezTo>
                  <a:pt x="592784" y="83573"/>
                  <a:pt x="591732" y="81075"/>
                  <a:pt x="589628" y="79175"/>
                </a:cubicBezTo>
                <a:cubicBezTo>
                  <a:pt x="587524" y="77273"/>
                  <a:pt x="583083" y="75238"/>
                  <a:pt x="576305" y="73072"/>
                </a:cubicBezTo>
                <a:lnTo>
                  <a:pt x="567468" y="70075"/>
                </a:lnTo>
                <a:cubicBezTo>
                  <a:pt x="561399" y="68125"/>
                  <a:pt x="557002" y="65686"/>
                  <a:pt x="554278" y="62760"/>
                </a:cubicBezTo>
                <a:cubicBezTo>
                  <a:pt x="551554" y="59832"/>
                  <a:pt x="550191" y="56107"/>
                  <a:pt x="550191" y="51584"/>
                </a:cubicBezTo>
                <a:cubicBezTo>
                  <a:pt x="550191" y="45110"/>
                  <a:pt x="552561" y="40033"/>
                  <a:pt x="557301" y="36353"/>
                </a:cubicBezTo>
                <a:cubicBezTo>
                  <a:pt x="562041" y="32672"/>
                  <a:pt x="568597" y="30832"/>
                  <a:pt x="576970" y="30832"/>
                </a:cubicBezTo>
                <a:cubicBezTo>
                  <a:pt x="580691" y="30832"/>
                  <a:pt x="584611" y="31319"/>
                  <a:pt x="588731" y="32294"/>
                </a:cubicBezTo>
                <a:cubicBezTo>
                  <a:pt x="592851" y="33268"/>
                  <a:pt x="597104" y="34686"/>
                  <a:pt x="601489" y="36546"/>
                </a:cubicBezTo>
                <a:lnTo>
                  <a:pt x="601489" y="51962"/>
                </a:lnTo>
                <a:lnTo>
                  <a:pt x="594446" y="51962"/>
                </a:lnTo>
                <a:cubicBezTo>
                  <a:pt x="594268" y="47420"/>
                  <a:pt x="592674" y="43871"/>
                  <a:pt x="589661" y="41314"/>
                </a:cubicBezTo>
                <a:cubicBezTo>
                  <a:pt x="586649" y="38756"/>
                  <a:pt x="582551" y="37477"/>
                  <a:pt x="577369" y="37477"/>
                </a:cubicBezTo>
                <a:cubicBezTo>
                  <a:pt x="572230" y="37477"/>
                  <a:pt x="568343" y="38383"/>
                  <a:pt x="565707" y="40197"/>
                </a:cubicBezTo>
                <a:cubicBezTo>
                  <a:pt x="563071" y="42009"/>
                  <a:pt x="561753" y="44727"/>
                  <a:pt x="561753" y="48351"/>
                </a:cubicBezTo>
                <a:cubicBezTo>
                  <a:pt x="561753" y="51314"/>
                  <a:pt x="562750" y="53691"/>
                  <a:pt x="564743" y="55482"/>
                </a:cubicBezTo>
                <a:cubicBezTo>
                  <a:pt x="566737" y="57272"/>
                  <a:pt x="570724" y="59095"/>
                  <a:pt x="576704" y="60951"/>
                </a:cubicBezTo>
                <a:lnTo>
                  <a:pt x="586405" y="63948"/>
                </a:lnTo>
                <a:cubicBezTo>
                  <a:pt x="593095" y="66032"/>
                  <a:pt x="597912" y="68638"/>
                  <a:pt x="600858" y="71764"/>
                </a:cubicBezTo>
                <a:cubicBezTo>
                  <a:pt x="603804" y="74889"/>
                  <a:pt x="605277" y="78914"/>
                  <a:pt x="605277" y="83836"/>
                </a:cubicBezTo>
                <a:cubicBezTo>
                  <a:pt x="605277" y="90531"/>
                  <a:pt x="602718" y="95796"/>
                  <a:pt x="597602" y="99632"/>
                </a:cubicBezTo>
                <a:cubicBezTo>
                  <a:pt x="592485" y="103468"/>
                  <a:pt x="585431" y="105386"/>
                  <a:pt x="576438" y="105386"/>
                </a:cubicBezTo>
                <a:cubicBezTo>
                  <a:pt x="571876" y="105386"/>
                  <a:pt x="567424" y="104899"/>
                  <a:pt x="563082" y="103924"/>
                </a:cubicBezTo>
                <a:cubicBezTo>
                  <a:pt x="558741" y="102950"/>
                  <a:pt x="554400" y="101488"/>
                  <a:pt x="550058" y="99539"/>
                </a:cubicBezTo>
                <a:close/>
                <a:moveTo>
                  <a:pt x="626097" y="39869"/>
                </a:moveTo>
                <a:lnTo>
                  <a:pt x="615333" y="39869"/>
                </a:lnTo>
                <a:lnTo>
                  <a:pt x="615333" y="32692"/>
                </a:lnTo>
                <a:lnTo>
                  <a:pt x="626097" y="32692"/>
                </a:lnTo>
                <a:lnTo>
                  <a:pt x="626097" y="10765"/>
                </a:lnTo>
                <a:lnTo>
                  <a:pt x="638390" y="10765"/>
                </a:lnTo>
                <a:lnTo>
                  <a:pt x="638390" y="32692"/>
                </a:lnTo>
                <a:lnTo>
                  <a:pt x="661381" y="32692"/>
                </a:lnTo>
                <a:lnTo>
                  <a:pt x="661381" y="39869"/>
                </a:lnTo>
                <a:lnTo>
                  <a:pt x="638390" y="39869"/>
                </a:lnTo>
                <a:lnTo>
                  <a:pt x="638390" y="84721"/>
                </a:lnTo>
                <a:cubicBezTo>
                  <a:pt x="638390" y="90701"/>
                  <a:pt x="638966" y="94533"/>
                  <a:pt x="640118" y="96216"/>
                </a:cubicBezTo>
                <a:cubicBezTo>
                  <a:pt x="641269" y="97900"/>
                  <a:pt x="643396" y="98741"/>
                  <a:pt x="646497" y="98741"/>
                </a:cubicBezTo>
                <a:cubicBezTo>
                  <a:pt x="649686" y="98741"/>
                  <a:pt x="652012" y="97800"/>
                  <a:pt x="653474" y="95917"/>
                </a:cubicBezTo>
                <a:cubicBezTo>
                  <a:pt x="654935" y="94035"/>
                  <a:pt x="655711" y="90989"/>
                  <a:pt x="655799" y="86781"/>
                </a:cubicBezTo>
                <a:lnTo>
                  <a:pt x="665036" y="86781"/>
                </a:lnTo>
                <a:cubicBezTo>
                  <a:pt x="664681" y="93228"/>
                  <a:pt x="662931" y="97941"/>
                  <a:pt x="659786" y="100920"/>
                </a:cubicBezTo>
                <a:cubicBezTo>
                  <a:pt x="656641" y="103897"/>
                  <a:pt x="651857" y="105386"/>
                  <a:pt x="645433" y="105386"/>
                </a:cubicBezTo>
                <a:cubicBezTo>
                  <a:pt x="638390" y="105386"/>
                  <a:pt x="633406" y="103820"/>
                  <a:pt x="630483" y="100687"/>
                </a:cubicBezTo>
                <a:cubicBezTo>
                  <a:pt x="627559" y="97553"/>
                  <a:pt x="626097" y="92231"/>
                  <a:pt x="626097" y="84721"/>
                </a:cubicBezTo>
                <a:lnTo>
                  <a:pt x="626097" y="39869"/>
                </a:lnTo>
                <a:close/>
                <a:moveTo>
                  <a:pt x="733046" y="11296"/>
                </a:moveTo>
                <a:lnTo>
                  <a:pt x="762349" y="87445"/>
                </a:lnTo>
                <a:lnTo>
                  <a:pt x="791586" y="11296"/>
                </a:lnTo>
                <a:lnTo>
                  <a:pt x="780423" y="11296"/>
                </a:lnTo>
                <a:lnTo>
                  <a:pt x="780423" y="4120"/>
                </a:lnTo>
                <a:lnTo>
                  <a:pt x="809527" y="4120"/>
                </a:lnTo>
                <a:lnTo>
                  <a:pt x="809527" y="11296"/>
                </a:lnTo>
                <a:lnTo>
                  <a:pt x="799892" y="11296"/>
                </a:lnTo>
                <a:lnTo>
                  <a:pt x="764476" y="103393"/>
                </a:lnTo>
                <a:lnTo>
                  <a:pt x="753047" y="103393"/>
                </a:lnTo>
                <a:lnTo>
                  <a:pt x="717829" y="11296"/>
                </a:lnTo>
                <a:lnTo>
                  <a:pt x="707929" y="11296"/>
                </a:lnTo>
                <a:lnTo>
                  <a:pt x="707929" y="4120"/>
                </a:lnTo>
                <a:lnTo>
                  <a:pt x="744076" y="4120"/>
                </a:lnTo>
                <a:lnTo>
                  <a:pt x="744076" y="11296"/>
                </a:lnTo>
                <a:lnTo>
                  <a:pt x="733046" y="112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ersion">
            <a:extLst xmlns:a="http://schemas.openxmlformats.org/drawingml/2006/main">
              <a:ext uri="{FF2B5EF4-FFF2-40B4-BE49-F238E27FC236}">
                <a16:creationId xmlns:a16="http://schemas.microsoft.com/office/drawing/2014/main" id="{E4E29DB1-3CED-4CE2-96A9-677A123F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7518" y="1893732"/>
            <a:ext cx="416204" cy="102330"/>
          </a:xfrm>
          <a:custGeom xmlns:a="http://schemas.openxmlformats.org/drawingml/2006/main">
            <a:pathLst>
              <a:path w="416204" h="102330">
                <a:moveTo>
                  <a:pt x="66979" y="66315"/>
                </a:moveTo>
                <a:lnTo>
                  <a:pt x="14286" y="66315"/>
                </a:lnTo>
                <a:lnTo>
                  <a:pt x="14286" y="66846"/>
                </a:lnTo>
                <a:cubicBezTo>
                  <a:pt x="14286" y="76371"/>
                  <a:pt x="16080" y="83558"/>
                  <a:pt x="19669" y="88409"/>
                </a:cubicBezTo>
                <a:cubicBezTo>
                  <a:pt x="23257" y="93259"/>
                  <a:pt x="28550" y="95685"/>
                  <a:pt x="35550" y="95685"/>
                </a:cubicBezTo>
                <a:cubicBezTo>
                  <a:pt x="40910" y="95685"/>
                  <a:pt x="45306" y="94278"/>
                  <a:pt x="48739" y="91465"/>
                </a:cubicBezTo>
                <a:cubicBezTo>
                  <a:pt x="52173" y="88652"/>
                  <a:pt x="54576" y="84477"/>
                  <a:pt x="55949" y="78940"/>
                </a:cubicBezTo>
                <a:lnTo>
                  <a:pt x="65783" y="78940"/>
                </a:lnTo>
                <a:cubicBezTo>
                  <a:pt x="63834" y="86714"/>
                  <a:pt x="60235" y="92556"/>
                  <a:pt x="54986" y="96466"/>
                </a:cubicBezTo>
                <a:cubicBezTo>
                  <a:pt x="49736" y="100375"/>
                  <a:pt x="42837" y="102330"/>
                  <a:pt x="34287" y="102330"/>
                </a:cubicBezTo>
                <a:cubicBezTo>
                  <a:pt x="23966" y="102330"/>
                  <a:pt x="15671" y="98927"/>
                  <a:pt x="9402" y="92122"/>
                </a:cubicBezTo>
                <a:cubicBezTo>
                  <a:pt x="3134" y="85315"/>
                  <a:pt x="0" y="76281"/>
                  <a:pt x="0" y="65019"/>
                </a:cubicBezTo>
                <a:cubicBezTo>
                  <a:pt x="0" y="53846"/>
                  <a:pt x="3079" y="44846"/>
                  <a:pt x="9236" y="38019"/>
                </a:cubicBezTo>
                <a:cubicBezTo>
                  <a:pt x="15394" y="31190"/>
                  <a:pt x="23478" y="27775"/>
                  <a:pt x="33490" y="27775"/>
                </a:cubicBezTo>
                <a:cubicBezTo>
                  <a:pt x="44166" y="27775"/>
                  <a:pt x="52361" y="31064"/>
                  <a:pt x="58075" y="37643"/>
                </a:cubicBezTo>
                <a:cubicBezTo>
                  <a:pt x="63790" y="44221"/>
                  <a:pt x="66758" y="53778"/>
                  <a:pt x="66979" y="66315"/>
                </a:cubicBezTo>
                <a:moveTo>
                  <a:pt x="52560" y="59271"/>
                </a:moveTo>
                <a:cubicBezTo>
                  <a:pt x="52294" y="51054"/>
                  <a:pt x="50556" y="44858"/>
                  <a:pt x="47344" y="40683"/>
                </a:cubicBezTo>
                <a:cubicBezTo>
                  <a:pt x="44132" y="36508"/>
                  <a:pt x="39514" y="34420"/>
                  <a:pt x="33490" y="34420"/>
                </a:cubicBezTo>
                <a:cubicBezTo>
                  <a:pt x="27864" y="34420"/>
                  <a:pt x="23434" y="36519"/>
                  <a:pt x="20200" y="40716"/>
                </a:cubicBezTo>
                <a:cubicBezTo>
                  <a:pt x="16966" y="44913"/>
                  <a:pt x="14995" y="51098"/>
                  <a:pt x="14286" y="59271"/>
                </a:cubicBezTo>
                <a:lnTo>
                  <a:pt x="52560" y="59271"/>
                </a:lnTo>
                <a:close/>
                <a:moveTo>
                  <a:pt x="138156" y="29636"/>
                </a:moveTo>
                <a:lnTo>
                  <a:pt x="138156" y="47311"/>
                </a:lnTo>
                <a:lnTo>
                  <a:pt x="131113" y="47311"/>
                </a:lnTo>
                <a:cubicBezTo>
                  <a:pt x="130891" y="43789"/>
                  <a:pt x="129917" y="41159"/>
                  <a:pt x="128189" y="39420"/>
                </a:cubicBezTo>
                <a:cubicBezTo>
                  <a:pt x="126462" y="37681"/>
                  <a:pt x="123937" y="36812"/>
                  <a:pt x="120614" y="36812"/>
                </a:cubicBezTo>
                <a:cubicBezTo>
                  <a:pt x="114590" y="36812"/>
                  <a:pt x="109971" y="38898"/>
                  <a:pt x="106760" y="43071"/>
                </a:cubicBezTo>
                <a:cubicBezTo>
                  <a:pt x="103548" y="47242"/>
                  <a:pt x="101942" y="53233"/>
                  <a:pt x="101942" y="61045"/>
                </a:cubicBezTo>
                <a:lnTo>
                  <a:pt x="101942" y="93293"/>
                </a:lnTo>
                <a:lnTo>
                  <a:pt x="116096" y="93293"/>
                </a:lnTo>
                <a:lnTo>
                  <a:pt x="116096" y="100336"/>
                </a:lnTo>
                <a:lnTo>
                  <a:pt x="78686" y="100336"/>
                </a:lnTo>
                <a:lnTo>
                  <a:pt x="78686" y="93293"/>
                </a:lnTo>
                <a:lnTo>
                  <a:pt x="89716" y="93293"/>
                </a:lnTo>
                <a:lnTo>
                  <a:pt x="89716" y="36679"/>
                </a:lnTo>
                <a:lnTo>
                  <a:pt x="78021" y="36679"/>
                </a:lnTo>
                <a:lnTo>
                  <a:pt x="78021" y="29636"/>
                </a:lnTo>
                <a:lnTo>
                  <a:pt x="101942" y="29636"/>
                </a:lnTo>
                <a:lnTo>
                  <a:pt x="101942" y="42296"/>
                </a:lnTo>
                <a:cubicBezTo>
                  <a:pt x="104334" y="37367"/>
                  <a:pt x="107413" y="33714"/>
                  <a:pt x="111179" y="31338"/>
                </a:cubicBezTo>
                <a:cubicBezTo>
                  <a:pt x="114944" y="28963"/>
                  <a:pt x="119529" y="27775"/>
                  <a:pt x="124933" y="27775"/>
                </a:cubicBezTo>
                <a:cubicBezTo>
                  <a:pt x="126927" y="27775"/>
                  <a:pt x="129020" y="27936"/>
                  <a:pt x="131213" y="28259"/>
                </a:cubicBezTo>
                <a:cubicBezTo>
                  <a:pt x="133405" y="28580"/>
                  <a:pt x="135720" y="29039"/>
                  <a:pt x="138156" y="29636"/>
                </a:cubicBezTo>
                <a:close/>
                <a:moveTo>
                  <a:pt x="145931" y="96482"/>
                </a:moveTo>
                <a:lnTo>
                  <a:pt x="145931" y="80003"/>
                </a:lnTo>
                <a:lnTo>
                  <a:pt x="152974" y="80003"/>
                </a:lnTo>
                <a:cubicBezTo>
                  <a:pt x="153151" y="85253"/>
                  <a:pt x="154802" y="89178"/>
                  <a:pt x="157925" y="91781"/>
                </a:cubicBezTo>
                <a:cubicBezTo>
                  <a:pt x="161048" y="94384"/>
                  <a:pt x="165666" y="95685"/>
                  <a:pt x="171779" y="95685"/>
                </a:cubicBezTo>
                <a:cubicBezTo>
                  <a:pt x="177272" y="95685"/>
                  <a:pt x="181458" y="94657"/>
                  <a:pt x="184338" y="92601"/>
                </a:cubicBezTo>
                <a:cubicBezTo>
                  <a:pt x="187217" y="90544"/>
                  <a:pt x="188657" y="87548"/>
                  <a:pt x="188657" y="83612"/>
                </a:cubicBezTo>
                <a:cubicBezTo>
                  <a:pt x="188657" y="80517"/>
                  <a:pt x="187605" y="78019"/>
                  <a:pt x="185500" y="76118"/>
                </a:cubicBezTo>
                <a:cubicBezTo>
                  <a:pt x="183396" y="74216"/>
                  <a:pt x="178955" y="72182"/>
                  <a:pt x="172178" y="70015"/>
                </a:cubicBezTo>
                <a:lnTo>
                  <a:pt x="163340" y="67019"/>
                </a:lnTo>
                <a:cubicBezTo>
                  <a:pt x="157271" y="65068"/>
                  <a:pt x="152875" y="62630"/>
                  <a:pt x="150150" y="59703"/>
                </a:cubicBezTo>
                <a:cubicBezTo>
                  <a:pt x="147426" y="56775"/>
                  <a:pt x="146064" y="53050"/>
                  <a:pt x="146064" y="48528"/>
                </a:cubicBezTo>
                <a:cubicBezTo>
                  <a:pt x="146064" y="42053"/>
                  <a:pt x="148434" y="36976"/>
                  <a:pt x="153174" y="33297"/>
                </a:cubicBezTo>
                <a:cubicBezTo>
                  <a:pt x="157914" y="29616"/>
                  <a:pt x="164470" y="27775"/>
                  <a:pt x="172842" y="27775"/>
                </a:cubicBezTo>
                <a:cubicBezTo>
                  <a:pt x="176563" y="27775"/>
                  <a:pt x="180484" y="28262"/>
                  <a:pt x="184603" y="29237"/>
                </a:cubicBezTo>
                <a:cubicBezTo>
                  <a:pt x="188723" y="30212"/>
                  <a:pt x="192976" y="31629"/>
                  <a:pt x="197361" y="33490"/>
                </a:cubicBezTo>
                <a:lnTo>
                  <a:pt x="197361" y="48906"/>
                </a:lnTo>
                <a:lnTo>
                  <a:pt x="190318" y="48906"/>
                </a:lnTo>
                <a:cubicBezTo>
                  <a:pt x="190141" y="44364"/>
                  <a:pt x="188546" y="40814"/>
                  <a:pt x="185534" y="38257"/>
                </a:cubicBezTo>
                <a:cubicBezTo>
                  <a:pt x="182521" y="35699"/>
                  <a:pt x="178424" y="34420"/>
                  <a:pt x="173241" y="34420"/>
                </a:cubicBezTo>
                <a:cubicBezTo>
                  <a:pt x="168102" y="34420"/>
                  <a:pt x="164215" y="35327"/>
                  <a:pt x="161579" y="37140"/>
                </a:cubicBezTo>
                <a:cubicBezTo>
                  <a:pt x="158944" y="38952"/>
                  <a:pt x="157626" y="41670"/>
                  <a:pt x="157626" y="45295"/>
                </a:cubicBezTo>
                <a:cubicBezTo>
                  <a:pt x="157626" y="48257"/>
                  <a:pt x="158622" y="50634"/>
                  <a:pt x="160616" y="52425"/>
                </a:cubicBezTo>
                <a:cubicBezTo>
                  <a:pt x="162609" y="54215"/>
                  <a:pt x="166596" y="56038"/>
                  <a:pt x="172576" y="57895"/>
                </a:cubicBezTo>
                <a:lnTo>
                  <a:pt x="182278" y="60891"/>
                </a:lnTo>
                <a:cubicBezTo>
                  <a:pt x="188967" y="62976"/>
                  <a:pt x="193784" y="65581"/>
                  <a:pt x="196730" y="68707"/>
                </a:cubicBezTo>
                <a:cubicBezTo>
                  <a:pt x="199676" y="71833"/>
                  <a:pt x="201149" y="75857"/>
                  <a:pt x="201149" y="80780"/>
                </a:cubicBezTo>
                <a:cubicBezTo>
                  <a:pt x="201149" y="87474"/>
                  <a:pt x="198591" y="92740"/>
                  <a:pt x="193474" y="96576"/>
                </a:cubicBezTo>
                <a:cubicBezTo>
                  <a:pt x="188358" y="100412"/>
                  <a:pt x="181303" y="102330"/>
                  <a:pt x="172311" y="102330"/>
                </a:cubicBezTo>
                <a:cubicBezTo>
                  <a:pt x="167748" y="102330"/>
                  <a:pt x="163296" y="101842"/>
                  <a:pt x="158955" y="100868"/>
                </a:cubicBezTo>
                <a:cubicBezTo>
                  <a:pt x="154613" y="99893"/>
                  <a:pt x="150272" y="98431"/>
                  <a:pt x="145931" y="96482"/>
                </a:cubicBezTo>
                <a:close/>
                <a:moveTo>
                  <a:pt x="220508" y="7608"/>
                </a:moveTo>
                <a:cubicBezTo>
                  <a:pt x="220508" y="5562"/>
                  <a:pt x="221250" y="3783"/>
                  <a:pt x="222734" y="2270"/>
                </a:cubicBezTo>
                <a:cubicBezTo>
                  <a:pt x="224218" y="757"/>
                  <a:pt x="226001" y="0"/>
                  <a:pt x="228084" y="0"/>
                </a:cubicBezTo>
                <a:cubicBezTo>
                  <a:pt x="230121" y="0"/>
                  <a:pt x="231882" y="757"/>
                  <a:pt x="233366" y="2270"/>
                </a:cubicBezTo>
                <a:cubicBezTo>
                  <a:pt x="234850" y="3783"/>
                  <a:pt x="235592" y="5562"/>
                  <a:pt x="235592" y="7608"/>
                </a:cubicBezTo>
                <a:cubicBezTo>
                  <a:pt x="235592" y="9700"/>
                  <a:pt x="234861" y="11480"/>
                  <a:pt x="233399" y="12949"/>
                </a:cubicBezTo>
                <a:cubicBezTo>
                  <a:pt x="231937" y="14416"/>
                  <a:pt x="230166" y="15150"/>
                  <a:pt x="228084" y="15150"/>
                </a:cubicBezTo>
                <a:cubicBezTo>
                  <a:pt x="226001" y="15150"/>
                  <a:pt x="224218" y="14416"/>
                  <a:pt x="222734" y="12949"/>
                </a:cubicBezTo>
                <a:cubicBezTo>
                  <a:pt x="221250" y="11480"/>
                  <a:pt x="220508" y="9700"/>
                  <a:pt x="220508" y="7608"/>
                </a:cubicBezTo>
                <a:moveTo>
                  <a:pt x="236124" y="93293"/>
                </a:moveTo>
                <a:lnTo>
                  <a:pt x="247686" y="93293"/>
                </a:lnTo>
                <a:lnTo>
                  <a:pt x="247686" y="100336"/>
                </a:lnTo>
                <a:lnTo>
                  <a:pt x="212203" y="100336"/>
                </a:lnTo>
                <a:lnTo>
                  <a:pt x="212203" y="93293"/>
                </a:lnTo>
                <a:lnTo>
                  <a:pt x="223897" y="93293"/>
                </a:lnTo>
                <a:lnTo>
                  <a:pt x="223897" y="36812"/>
                </a:lnTo>
                <a:lnTo>
                  <a:pt x="212203" y="36812"/>
                </a:lnTo>
                <a:lnTo>
                  <a:pt x="212203" y="29636"/>
                </a:lnTo>
                <a:lnTo>
                  <a:pt x="236124" y="29636"/>
                </a:lnTo>
                <a:lnTo>
                  <a:pt x="236124" y="93293"/>
                </a:lnTo>
                <a:close/>
                <a:moveTo>
                  <a:pt x="291627" y="95685"/>
                </a:moveTo>
                <a:cubicBezTo>
                  <a:pt x="298183" y="95685"/>
                  <a:pt x="303133" y="93096"/>
                  <a:pt x="306478" y="87919"/>
                </a:cubicBezTo>
                <a:cubicBezTo>
                  <a:pt x="309822" y="82741"/>
                  <a:pt x="311495" y="75108"/>
                  <a:pt x="311495" y="65019"/>
                </a:cubicBezTo>
                <a:cubicBezTo>
                  <a:pt x="311495" y="54930"/>
                  <a:pt x="309822" y="47308"/>
                  <a:pt x="306478" y="42153"/>
                </a:cubicBezTo>
                <a:cubicBezTo>
                  <a:pt x="303133" y="36998"/>
                  <a:pt x="298183" y="34420"/>
                  <a:pt x="291627" y="34420"/>
                </a:cubicBezTo>
                <a:cubicBezTo>
                  <a:pt x="285070" y="34420"/>
                  <a:pt x="280120" y="36998"/>
                  <a:pt x="276776" y="42153"/>
                </a:cubicBezTo>
                <a:cubicBezTo>
                  <a:pt x="273431" y="47308"/>
                  <a:pt x="271759" y="54930"/>
                  <a:pt x="271759" y="65019"/>
                </a:cubicBezTo>
                <a:cubicBezTo>
                  <a:pt x="271759" y="75108"/>
                  <a:pt x="273442" y="82741"/>
                  <a:pt x="276809" y="87919"/>
                </a:cubicBezTo>
                <a:cubicBezTo>
                  <a:pt x="280175" y="93096"/>
                  <a:pt x="285115" y="95685"/>
                  <a:pt x="291627" y="95685"/>
                </a:cubicBezTo>
                <a:moveTo>
                  <a:pt x="291627" y="102330"/>
                </a:moveTo>
                <a:cubicBezTo>
                  <a:pt x="281349" y="102330"/>
                  <a:pt x="273088" y="98927"/>
                  <a:pt x="266842" y="92122"/>
                </a:cubicBezTo>
                <a:cubicBezTo>
                  <a:pt x="260596" y="85315"/>
                  <a:pt x="257472" y="76281"/>
                  <a:pt x="257472" y="65019"/>
                </a:cubicBezTo>
                <a:cubicBezTo>
                  <a:pt x="257472" y="53758"/>
                  <a:pt x="260584" y="44735"/>
                  <a:pt x="266808" y="37952"/>
                </a:cubicBezTo>
                <a:cubicBezTo>
                  <a:pt x="273032" y="31167"/>
                  <a:pt x="281305" y="27775"/>
                  <a:pt x="291627" y="27775"/>
                </a:cubicBezTo>
                <a:cubicBezTo>
                  <a:pt x="301948" y="27775"/>
                  <a:pt x="310221" y="31167"/>
                  <a:pt x="316445" y="37952"/>
                </a:cubicBezTo>
                <a:cubicBezTo>
                  <a:pt x="322669" y="44735"/>
                  <a:pt x="325781" y="53758"/>
                  <a:pt x="325781" y="65019"/>
                </a:cubicBezTo>
                <a:cubicBezTo>
                  <a:pt x="325781" y="76281"/>
                  <a:pt x="322669" y="85315"/>
                  <a:pt x="316445" y="92122"/>
                </a:cubicBezTo>
                <a:cubicBezTo>
                  <a:pt x="310221" y="98927"/>
                  <a:pt x="301948" y="102330"/>
                  <a:pt x="291627" y="102330"/>
                </a:cubicBezTo>
                <a:close/>
                <a:moveTo>
                  <a:pt x="337929" y="100336"/>
                </a:moveTo>
                <a:lnTo>
                  <a:pt x="337929" y="93293"/>
                </a:lnTo>
                <a:lnTo>
                  <a:pt x="348959" y="93293"/>
                </a:lnTo>
                <a:lnTo>
                  <a:pt x="348959" y="36812"/>
                </a:lnTo>
                <a:lnTo>
                  <a:pt x="337264" y="36812"/>
                </a:lnTo>
                <a:lnTo>
                  <a:pt x="337264" y="29636"/>
                </a:lnTo>
                <a:lnTo>
                  <a:pt x="361186" y="29636"/>
                </a:lnTo>
                <a:lnTo>
                  <a:pt x="361186" y="42261"/>
                </a:lnTo>
                <a:cubicBezTo>
                  <a:pt x="363445" y="37477"/>
                  <a:pt x="366380" y="33866"/>
                  <a:pt x="369990" y="31430"/>
                </a:cubicBezTo>
                <a:cubicBezTo>
                  <a:pt x="373600" y="28993"/>
                  <a:pt x="377798" y="27775"/>
                  <a:pt x="382582" y="27775"/>
                </a:cubicBezTo>
                <a:cubicBezTo>
                  <a:pt x="390378" y="27775"/>
                  <a:pt x="396115" y="30012"/>
                  <a:pt x="399792" y="34486"/>
                </a:cubicBezTo>
                <a:cubicBezTo>
                  <a:pt x="403469" y="38961"/>
                  <a:pt x="405307" y="45938"/>
                  <a:pt x="405307" y="55417"/>
                </a:cubicBezTo>
                <a:lnTo>
                  <a:pt x="405307" y="93293"/>
                </a:lnTo>
                <a:lnTo>
                  <a:pt x="416204" y="93293"/>
                </a:lnTo>
                <a:lnTo>
                  <a:pt x="416204" y="100336"/>
                </a:lnTo>
                <a:lnTo>
                  <a:pt x="382449" y="100336"/>
                </a:lnTo>
                <a:lnTo>
                  <a:pt x="382449" y="93293"/>
                </a:lnTo>
                <a:lnTo>
                  <a:pt x="393014" y="93293"/>
                </a:lnTo>
                <a:lnTo>
                  <a:pt x="393014" y="59271"/>
                </a:lnTo>
                <a:cubicBezTo>
                  <a:pt x="393014" y="50633"/>
                  <a:pt x="391951" y="44708"/>
                  <a:pt x="389825" y="41497"/>
                </a:cubicBezTo>
                <a:cubicBezTo>
                  <a:pt x="387698" y="38285"/>
                  <a:pt x="383955" y="36679"/>
                  <a:pt x="378595" y="36679"/>
                </a:cubicBezTo>
                <a:cubicBezTo>
                  <a:pt x="372925" y="36679"/>
                  <a:pt x="368606" y="38750"/>
                  <a:pt x="365638" y="42892"/>
                </a:cubicBezTo>
                <a:cubicBezTo>
                  <a:pt x="362670" y="47034"/>
                  <a:pt x="361186" y="53070"/>
                  <a:pt x="361186" y="60999"/>
                </a:cubicBezTo>
                <a:lnTo>
                  <a:pt x="361186" y="93293"/>
                </a:lnTo>
                <a:lnTo>
                  <a:pt x="371817" y="93293"/>
                </a:lnTo>
                <a:lnTo>
                  <a:pt x="371817" y="100336"/>
                </a:lnTo>
                <a:lnTo>
                  <a:pt x="337929" y="1003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04A054-873F-492E-B92F-ED719F93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9413" y="1992003"/>
            <a:ext cx="1176469" cy="580282"/>
          </a:xfrm>
          <a:custGeom xmlns:a="http://schemas.openxmlformats.org/drawingml/2006/main">
            <a:pathLst>
              <a:path w="1176469" h="580282">
                <a:moveTo>
                  <a:pt x="588488" y="580282"/>
                </a:moveTo>
                <a:lnTo>
                  <a:pt x="37481" y="580282"/>
                </a:lnTo>
                <a:cubicBezTo>
                  <a:pt x="16938" y="580282"/>
                  <a:pt x="0" y="563344"/>
                  <a:pt x="0" y="542801"/>
                </a:cubicBezTo>
                <a:lnTo>
                  <a:pt x="0" y="38007"/>
                </a:lnTo>
                <a:cubicBezTo>
                  <a:pt x="0" y="16956"/>
                  <a:pt x="16938" y="0"/>
                  <a:pt x="37481" y="0"/>
                </a:cubicBezTo>
                <a:lnTo>
                  <a:pt x="1138970" y="0"/>
                </a:lnTo>
                <a:cubicBezTo>
                  <a:pt x="1159513" y="0"/>
                  <a:pt x="1176469" y="16956"/>
                  <a:pt x="1176469" y="38007"/>
                </a:cubicBezTo>
                <a:lnTo>
                  <a:pt x="1176469" y="542801"/>
                </a:lnTo>
                <a:cubicBezTo>
                  <a:pt x="1176469" y="563344"/>
                  <a:pt x="1159513" y="580282"/>
                  <a:pt x="1138970" y="580282"/>
                </a:cubicBezTo>
                <a:lnTo>
                  <a:pt x="588488" y="580282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104">
            <a:extLst xmlns:a="http://schemas.openxmlformats.org/drawingml/2006/main">
              <a:ext uri="{FF2B5EF4-FFF2-40B4-BE49-F238E27FC236}">
                <a16:creationId xmlns:a16="http://schemas.microsoft.com/office/drawing/2014/main" id="{749FE806-A147-4DA8-9549-078DA9C8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836" y="2158272"/>
            <a:ext cx="320900" cy="126316"/>
          </a:xfrm>
          <a:custGeom xmlns:a="http://schemas.openxmlformats.org/drawingml/2006/main">
            <a:pathLst>
              <a:path w="320900" h="126316">
                <a:moveTo>
                  <a:pt x="2526" y="123871"/>
                </a:moveTo>
                <a:lnTo>
                  <a:pt x="2526" y="113929"/>
                </a:lnTo>
                <a:lnTo>
                  <a:pt x="25345" y="113929"/>
                </a:lnTo>
                <a:lnTo>
                  <a:pt x="25345" y="15555"/>
                </a:lnTo>
                <a:lnTo>
                  <a:pt x="0" y="30537"/>
                </a:lnTo>
                <a:lnTo>
                  <a:pt x="0" y="18405"/>
                </a:lnTo>
                <a:lnTo>
                  <a:pt x="30560" y="0"/>
                </a:lnTo>
                <a:lnTo>
                  <a:pt x="56231" y="0"/>
                </a:lnTo>
                <a:lnTo>
                  <a:pt x="56231" y="113929"/>
                </a:lnTo>
                <a:lnTo>
                  <a:pt x="79131" y="113929"/>
                </a:lnTo>
                <a:lnTo>
                  <a:pt x="79131" y="123871"/>
                </a:lnTo>
                <a:lnTo>
                  <a:pt x="2526" y="123871"/>
                </a:lnTo>
                <a:close/>
                <a:moveTo>
                  <a:pt x="153727" y="116700"/>
                </a:moveTo>
                <a:cubicBezTo>
                  <a:pt x="160246" y="116700"/>
                  <a:pt x="164715" y="113741"/>
                  <a:pt x="167132" y="107824"/>
                </a:cubicBezTo>
                <a:cubicBezTo>
                  <a:pt x="169550" y="101906"/>
                  <a:pt x="170759" y="87031"/>
                  <a:pt x="170759" y="63199"/>
                </a:cubicBezTo>
                <a:cubicBezTo>
                  <a:pt x="170759" y="39530"/>
                  <a:pt x="169550" y="24683"/>
                  <a:pt x="167132" y="18657"/>
                </a:cubicBezTo>
                <a:cubicBezTo>
                  <a:pt x="164715" y="12630"/>
                  <a:pt x="160246" y="9616"/>
                  <a:pt x="153727" y="9616"/>
                </a:cubicBezTo>
                <a:cubicBezTo>
                  <a:pt x="147207" y="9616"/>
                  <a:pt x="142738" y="12576"/>
                  <a:pt x="140321" y="18494"/>
                </a:cubicBezTo>
                <a:cubicBezTo>
                  <a:pt x="137903" y="24411"/>
                  <a:pt x="136694" y="39312"/>
                  <a:pt x="136694" y="63199"/>
                </a:cubicBezTo>
                <a:cubicBezTo>
                  <a:pt x="136694" y="87031"/>
                  <a:pt x="137903" y="101906"/>
                  <a:pt x="140321" y="107824"/>
                </a:cubicBezTo>
                <a:cubicBezTo>
                  <a:pt x="142738" y="113741"/>
                  <a:pt x="147207" y="116700"/>
                  <a:pt x="153727" y="116700"/>
                </a:cubicBezTo>
                <a:moveTo>
                  <a:pt x="153727" y="126316"/>
                </a:moveTo>
                <a:cubicBezTo>
                  <a:pt x="137482" y="126316"/>
                  <a:pt x="125041" y="120893"/>
                  <a:pt x="116402" y="110048"/>
                </a:cubicBezTo>
                <a:cubicBezTo>
                  <a:pt x="107764" y="99202"/>
                  <a:pt x="103445" y="83586"/>
                  <a:pt x="103445" y="63199"/>
                </a:cubicBezTo>
                <a:cubicBezTo>
                  <a:pt x="103445" y="42812"/>
                  <a:pt x="107764" y="27182"/>
                  <a:pt x="116402" y="16309"/>
                </a:cubicBezTo>
                <a:cubicBezTo>
                  <a:pt x="125041" y="5436"/>
                  <a:pt x="137482" y="0"/>
                  <a:pt x="153727" y="0"/>
                </a:cubicBezTo>
                <a:cubicBezTo>
                  <a:pt x="169917" y="0"/>
                  <a:pt x="182331" y="5436"/>
                  <a:pt x="190969" y="16309"/>
                </a:cubicBezTo>
                <a:cubicBezTo>
                  <a:pt x="199608" y="27182"/>
                  <a:pt x="203927" y="42812"/>
                  <a:pt x="203927" y="63199"/>
                </a:cubicBezTo>
                <a:cubicBezTo>
                  <a:pt x="203927" y="83586"/>
                  <a:pt x="199608" y="99202"/>
                  <a:pt x="190969" y="110048"/>
                </a:cubicBezTo>
                <a:cubicBezTo>
                  <a:pt x="182331" y="120893"/>
                  <a:pt x="169917" y="126316"/>
                  <a:pt x="153727" y="126316"/>
                </a:cubicBezTo>
                <a:close/>
                <a:moveTo>
                  <a:pt x="318130" y="123871"/>
                </a:moveTo>
                <a:lnTo>
                  <a:pt x="251142" y="123871"/>
                </a:lnTo>
                <a:lnTo>
                  <a:pt x="251142" y="113929"/>
                </a:lnTo>
                <a:lnTo>
                  <a:pt x="269233" y="113929"/>
                </a:lnTo>
                <a:lnTo>
                  <a:pt x="269233" y="91762"/>
                </a:lnTo>
                <a:lnTo>
                  <a:pt x="218462" y="91762"/>
                </a:lnTo>
                <a:lnTo>
                  <a:pt x="218462" y="82398"/>
                </a:lnTo>
                <a:lnTo>
                  <a:pt x="269396" y="0"/>
                </a:lnTo>
                <a:lnTo>
                  <a:pt x="300038" y="0"/>
                </a:lnTo>
                <a:lnTo>
                  <a:pt x="300038" y="81168"/>
                </a:lnTo>
                <a:lnTo>
                  <a:pt x="320900" y="81168"/>
                </a:lnTo>
                <a:lnTo>
                  <a:pt x="320900" y="91762"/>
                </a:lnTo>
                <a:lnTo>
                  <a:pt x="300038" y="91762"/>
                </a:lnTo>
                <a:lnTo>
                  <a:pt x="300038" y="113929"/>
                </a:lnTo>
                <a:lnTo>
                  <a:pt x="318130" y="113929"/>
                </a:lnTo>
                <a:lnTo>
                  <a:pt x="318130" y="123871"/>
                </a:lnTo>
                <a:moveTo>
                  <a:pt x="269233" y="81168"/>
                </a:moveTo>
                <a:lnTo>
                  <a:pt x="269233" y="22202"/>
                </a:lnTo>
                <a:lnTo>
                  <a:pt x="232968" y="81168"/>
                </a:lnTo>
                <a:lnTo>
                  <a:pt x="269233" y="811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LatestV">
            <a:extLst xmlns:a="http://schemas.openxmlformats.org/drawingml/2006/main">
              <a:ext uri="{FF2B5EF4-FFF2-40B4-BE49-F238E27FC236}">
                <a16:creationId xmlns:a16="http://schemas.microsoft.com/office/drawing/2014/main" id="{3A0391C8-5ED4-4473-A9DA-F95B83FC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42" y="2354897"/>
            <a:ext cx="566066" cy="101266"/>
          </a:xfrm>
          <a:custGeom xmlns:a="http://schemas.openxmlformats.org/drawingml/2006/main">
            <a:pathLst>
              <a:path w="566066" h="101266">
                <a:moveTo>
                  <a:pt x="0" y="99273"/>
                </a:moveTo>
                <a:lnTo>
                  <a:pt x="0" y="92230"/>
                </a:lnTo>
                <a:lnTo>
                  <a:pt x="12625" y="92230"/>
                </a:lnTo>
                <a:lnTo>
                  <a:pt x="12625" y="7176"/>
                </a:lnTo>
                <a:lnTo>
                  <a:pt x="0" y="7176"/>
                </a:lnTo>
                <a:lnTo>
                  <a:pt x="0" y="0"/>
                </a:lnTo>
                <a:lnTo>
                  <a:pt x="38739" y="0"/>
                </a:lnTo>
                <a:lnTo>
                  <a:pt x="38739" y="7176"/>
                </a:lnTo>
                <a:lnTo>
                  <a:pt x="26114" y="7176"/>
                </a:lnTo>
                <a:lnTo>
                  <a:pt x="26114" y="91033"/>
                </a:lnTo>
                <a:lnTo>
                  <a:pt x="71431" y="91033"/>
                </a:lnTo>
                <a:lnTo>
                  <a:pt x="71431" y="74422"/>
                </a:lnTo>
                <a:lnTo>
                  <a:pt x="79604" y="74422"/>
                </a:lnTo>
                <a:lnTo>
                  <a:pt x="79604" y="99273"/>
                </a:lnTo>
                <a:lnTo>
                  <a:pt x="0" y="99273"/>
                </a:lnTo>
                <a:close/>
                <a:moveTo>
                  <a:pt x="137279" y="77113"/>
                </a:moveTo>
                <a:lnTo>
                  <a:pt x="137279" y="62195"/>
                </a:lnTo>
                <a:lnTo>
                  <a:pt x="121531" y="62195"/>
                </a:lnTo>
                <a:cubicBezTo>
                  <a:pt x="115462" y="62195"/>
                  <a:pt x="110944" y="63499"/>
                  <a:pt x="107976" y="66107"/>
                </a:cubicBezTo>
                <a:cubicBezTo>
                  <a:pt x="105008" y="68715"/>
                  <a:pt x="103524" y="72716"/>
                  <a:pt x="103524" y="78109"/>
                </a:cubicBezTo>
                <a:cubicBezTo>
                  <a:pt x="103524" y="83017"/>
                  <a:pt x="105030" y="86907"/>
                  <a:pt x="108042" y="89781"/>
                </a:cubicBezTo>
                <a:cubicBezTo>
                  <a:pt x="111054" y="92654"/>
                  <a:pt x="115130" y="94090"/>
                  <a:pt x="120268" y="94090"/>
                </a:cubicBezTo>
                <a:cubicBezTo>
                  <a:pt x="125363" y="94090"/>
                  <a:pt x="129471" y="92521"/>
                  <a:pt x="132595" y="89383"/>
                </a:cubicBezTo>
                <a:cubicBezTo>
                  <a:pt x="135718" y="86243"/>
                  <a:pt x="137279" y="82153"/>
                  <a:pt x="137279" y="77113"/>
                </a:cubicBezTo>
                <a:moveTo>
                  <a:pt x="149506" y="55154"/>
                </a:moveTo>
                <a:lnTo>
                  <a:pt x="149506" y="92230"/>
                </a:lnTo>
                <a:lnTo>
                  <a:pt x="160403" y="92230"/>
                </a:lnTo>
                <a:lnTo>
                  <a:pt x="160403" y="99273"/>
                </a:lnTo>
                <a:lnTo>
                  <a:pt x="137279" y="99273"/>
                </a:lnTo>
                <a:lnTo>
                  <a:pt x="137279" y="91634"/>
                </a:lnTo>
                <a:cubicBezTo>
                  <a:pt x="134577" y="94934"/>
                  <a:pt x="131454" y="97365"/>
                  <a:pt x="127910" y="98926"/>
                </a:cubicBezTo>
                <a:cubicBezTo>
                  <a:pt x="124366" y="100486"/>
                  <a:pt x="120224" y="101266"/>
                  <a:pt x="115484" y="101266"/>
                </a:cubicBezTo>
                <a:cubicBezTo>
                  <a:pt x="107643" y="101266"/>
                  <a:pt x="101419" y="99182"/>
                  <a:pt x="96812" y="95012"/>
                </a:cubicBezTo>
                <a:cubicBezTo>
                  <a:pt x="92205" y="90841"/>
                  <a:pt x="89902" y="85207"/>
                  <a:pt x="89902" y="78109"/>
                </a:cubicBezTo>
                <a:cubicBezTo>
                  <a:pt x="89902" y="70789"/>
                  <a:pt x="92538" y="65111"/>
                  <a:pt x="97809" y="61074"/>
                </a:cubicBezTo>
                <a:cubicBezTo>
                  <a:pt x="103081" y="57037"/>
                  <a:pt x="110523" y="55019"/>
                  <a:pt x="120136" y="55019"/>
                </a:cubicBezTo>
                <a:lnTo>
                  <a:pt x="137279" y="55019"/>
                </a:lnTo>
                <a:lnTo>
                  <a:pt x="137279" y="50205"/>
                </a:lnTo>
                <a:cubicBezTo>
                  <a:pt x="137279" y="44855"/>
                  <a:pt x="135651" y="40710"/>
                  <a:pt x="132395" y="37769"/>
                </a:cubicBezTo>
                <a:cubicBezTo>
                  <a:pt x="129139" y="34828"/>
                  <a:pt x="124565" y="33357"/>
                  <a:pt x="118674" y="33357"/>
                </a:cubicBezTo>
                <a:cubicBezTo>
                  <a:pt x="113801" y="33357"/>
                  <a:pt x="109925" y="34464"/>
                  <a:pt x="107045" y="36679"/>
                </a:cubicBezTo>
                <a:cubicBezTo>
                  <a:pt x="104166" y="38894"/>
                  <a:pt x="102372" y="42172"/>
                  <a:pt x="101663" y="46513"/>
                </a:cubicBezTo>
                <a:lnTo>
                  <a:pt x="95351" y="46513"/>
                </a:lnTo>
                <a:lnTo>
                  <a:pt x="95351" y="32161"/>
                </a:lnTo>
                <a:cubicBezTo>
                  <a:pt x="99603" y="30344"/>
                  <a:pt x="103734" y="28982"/>
                  <a:pt x="107743" y="28074"/>
                </a:cubicBezTo>
                <a:cubicBezTo>
                  <a:pt x="111752" y="27166"/>
                  <a:pt x="115661" y="26712"/>
                  <a:pt x="119471" y="26712"/>
                </a:cubicBezTo>
                <a:cubicBezTo>
                  <a:pt x="129261" y="26712"/>
                  <a:pt x="136714" y="29138"/>
                  <a:pt x="141831" y="33990"/>
                </a:cubicBezTo>
                <a:cubicBezTo>
                  <a:pt x="146947" y="38841"/>
                  <a:pt x="149506" y="45895"/>
                  <a:pt x="149506" y="55154"/>
                </a:cubicBezTo>
                <a:close/>
                <a:moveTo>
                  <a:pt x="179324" y="35749"/>
                </a:moveTo>
                <a:lnTo>
                  <a:pt x="168560" y="35749"/>
                </a:lnTo>
                <a:lnTo>
                  <a:pt x="168560" y="28573"/>
                </a:lnTo>
                <a:lnTo>
                  <a:pt x="179324" y="28573"/>
                </a:lnTo>
                <a:lnTo>
                  <a:pt x="179324" y="6645"/>
                </a:lnTo>
                <a:lnTo>
                  <a:pt x="191617" y="6645"/>
                </a:lnTo>
                <a:lnTo>
                  <a:pt x="191617" y="28573"/>
                </a:lnTo>
                <a:lnTo>
                  <a:pt x="214608" y="28573"/>
                </a:lnTo>
                <a:lnTo>
                  <a:pt x="214608" y="35749"/>
                </a:lnTo>
                <a:lnTo>
                  <a:pt x="191617" y="35749"/>
                </a:lnTo>
                <a:lnTo>
                  <a:pt x="191617" y="80601"/>
                </a:lnTo>
                <a:cubicBezTo>
                  <a:pt x="191617" y="86581"/>
                  <a:pt x="192193" y="90413"/>
                  <a:pt x="193345" y="92097"/>
                </a:cubicBezTo>
                <a:cubicBezTo>
                  <a:pt x="194496" y="93780"/>
                  <a:pt x="196623" y="94622"/>
                  <a:pt x="199724" y="94622"/>
                </a:cubicBezTo>
                <a:cubicBezTo>
                  <a:pt x="202913" y="94622"/>
                  <a:pt x="205239" y="93680"/>
                  <a:pt x="206701" y="91798"/>
                </a:cubicBezTo>
                <a:cubicBezTo>
                  <a:pt x="208163" y="89915"/>
                  <a:pt x="208938" y="86869"/>
                  <a:pt x="209026" y="82661"/>
                </a:cubicBezTo>
                <a:lnTo>
                  <a:pt x="218263" y="82661"/>
                </a:lnTo>
                <a:cubicBezTo>
                  <a:pt x="217908" y="89108"/>
                  <a:pt x="216158" y="93821"/>
                  <a:pt x="213013" y="96800"/>
                </a:cubicBezTo>
                <a:cubicBezTo>
                  <a:pt x="209868" y="99778"/>
                  <a:pt x="205084" y="101266"/>
                  <a:pt x="198660" y="101266"/>
                </a:cubicBezTo>
                <a:cubicBezTo>
                  <a:pt x="191617" y="101266"/>
                  <a:pt x="186633" y="99700"/>
                  <a:pt x="183710" y="96567"/>
                </a:cubicBezTo>
                <a:cubicBezTo>
                  <a:pt x="180786" y="93433"/>
                  <a:pt x="179324" y="88111"/>
                  <a:pt x="179324" y="80601"/>
                </a:cubicBezTo>
                <a:lnTo>
                  <a:pt x="179324" y="35749"/>
                </a:lnTo>
                <a:close/>
                <a:moveTo>
                  <a:pt x="292830" y="65252"/>
                </a:moveTo>
                <a:lnTo>
                  <a:pt x="240137" y="65252"/>
                </a:lnTo>
                <a:lnTo>
                  <a:pt x="240137" y="65783"/>
                </a:lnTo>
                <a:cubicBezTo>
                  <a:pt x="240137" y="75308"/>
                  <a:pt x="241931" y="82495"/>
                  <a:pt x="245520" y="87346"/>
                </a:cubicBezTo>
                <a:cubicBezTo>
                  <a:pt x="249108" y="92196"/>
                  <a:pt x="254402" y="94622"/>
                  <a:pt x="261401" y="94622"/>
                </a:cubicBezTo>
                <a:cubicBezTo>
                  <a:pt x="266761" y="94622"/>
                  <a:pt x="271157" y="93215"/>
                  <a:pt x="274591" y="90402"/>
                </a:cubicBezTo>
                <a:cubicBezTo>
                  <a:pt x="278024" y="87589"/>
                  <a:pt x="280427" y="83414"/>
                  <a:pt x="281800" y="77877"/>
                </a:cubicBezTo>
                <a:lnTo>
                  <a:pt x="291634" y="77877"/>
                </a:lnTo>
                <a:cubicBezTo>
                  <a:pt x="289685" y="85651"/>
                  <a:pt x="286086" y="91493"/>
                  <a:pt x="280837" y="95402"/>
                </a:cubicBezTo>
                <a:cubicBezTo>
                  <a:pt x="275587" y="99312"/>
                  <a:pt x="268688" y="101266"/>
                  <a:pt x="260138" y="101266"/>
                </a:cubicBezTo>
                <a:cubicBezTo>
                  <a:pt x="249817" y="101266"/>
                  <a:pt x="241522" y="97864"/>
                  <a:pt x="235253" y="91058"/>
                </a:cubicBezTo>
                <a:cubicBezTo>
                  <a:pt x="228985" y="84252"/>
                  <a:pt x="225851" y="75218"/>
                  <a:pt x="225851" y="63956"/>
                </a:cubicBezTo>
                <a:cubicBezTo>
                  <a:pt x="225851" y="52783"/>
                  <a:pt x="228930" y="43783"/>
                  <a:pt x="235087" y="36955"/>
                </a:cubicBezTo>
                <a:cubicBezTo>
                  <a:pt x="241245" y="30126"/>
                  <a:pt x="249329" y="26712"/>
                  <a:pt x="259341" y="26712"/>
                </a:cubicBezTo>
                <a:cubicBezTo>
                  <a:pt x="270017" y="26712"/>
                  <a:pt x="278212" y="30001"/>
                  <a:pt x="283926" y="36580"/>
                </a:cubicBezTo>
                <a:cubicBezTo>
                  <a:pt x="289641" y="43158"/>
                  <a:pt x="292609" y="52715"/>
                  <a:pt x="292830" y="65252"/>
                </a:cubicBezTo>
                <a:moveTo>
                  <a:pt x="278411" y="58208"/>
                </a:moveTo>
                <a:cubicBezTo>
                  <a:pt x="278146" y="49991"/>
                  <a:pt x="276407" y="43795"/>
                  <a:pt x="273195" y="39620"/>
                </a:cubicBezTo>
                <a:cubicBezTo>
                  <a:pt x="269984" y="35444"/>
                  <a:pt x="265365" y="33357"/>
                  <a:pt x="259341" y="33357"/>
                </a:cubicBezTo>
                <a:cubicBezTo>
                  <a:pt x="253715" y="33357"/>
                  <a:pt x="249285" y="35455"/>
                  <a:pt x="246051" y="39653"/>
                </a:cubicBezTo>
                <a:cubicBezTo>
                  <a:pt x="242817" y="43850"/>
                  <a:pt x="240846" y="50035"/>
                  <a:pt x="240137" y="58208"/>
                </a:cubicBezTo>
                <a:lnTo>
                  <a:pt x="278411" y="58208"/>
                </a:lnTo>
                <a:close/>
                <a:moveTo>
                  <a:pt x="306597" y="95419"/>
                </a:moveTo>
                <a:lnTo>
                  <a:pt x="306597" y="78940"/>
                </a:lnTo>
                <a:lnTo>
                  <a:pt x="313641" y="78940"/>
                </a:lnTo>
                <a:cubicBezTo>
                  <a:pt x="313818" y="84189"/>
                  <a:pt x="315468" y="88115"/>
                  <a:pt x="318591" y="90718"/>
                </a:cubicBezTo>
                <a:cubicBezTo>
                  <a:pt x="321714" y="93320"/>
                  <a:pt x="326332" y="94622"/>
                  <a:pt x="332446" y="94622"/>
                </a:cubicBezTo>
                <a:cubicBezTo>
                  <a:pt x="337939" y="94622"/>
                  <a:pt x="342125" y="93594"/>
                  <a:pt x="345004" y="91538"/>
                </a:cubicBezTo>
                <a:cubicBezTo>
                  <a:pt x="347884" y="89481"/>
                  <a:pt x="349323" y="86485"/>
                  <a:pt x="349323" y="82549"/>
                </a:cubicBezTo>
                <a:cubicBezTo>
                  <a:pt x="349323" y="79454"/>
                  <a:pt x="348271" y="76956"/>
                  <a:pt x="346167" y="75055"/>
                </a:cubicBezTo>
                <a:cubicBezTo>
                  <a:pt x="344063" y="73153"/>
                  <a:pt x="339622" y="71119"/>
                  <a:pt x="332844" y="68952"/>
                </a:cubicBezTo>
                <a:lnTo>
                  <a:pt x="324007" y="65956"/>
                </a:lnTo>
                <a:cubicBezTo>
                  <a:pt x="317938" y="64005"/>
                  <a:pt x="313541" y="61567"/>
                  <a:pt x="310817" y="58640"/>
                </a:cubicBezTo>
                <a:cubicBezTo>
                  <a:pt x="308093" y="55712"/>
                  <a:pt x="306730" y="51987"/>
                  <a:pt x="306730" y="47464"/>
                </a:cubicBezTo>
                <a:cubicBezTo>
                  <a:pt x="306730" y="40990"/>
                  <a:pt x="309100" y="35913"/>
                  <a:pt x="313840" y="32233"/>
                </a:cubicBezTo>
                <a:cubicBezTo>
                  <a:pt x="318580" y="28552"/>
                  <a:pt x="325136" y="26712"/>
                  <a:pt x="333509" y="26712"/>
                </a:cubicBezTo>
                <a:cubicBezTo>
                  <a:pt x="337230" y="26712"/>
                  <a:pt x="341150" y="27199"/>
                  <a:pt x="345270" y="28174"/>
                </a:cubicBezTo>
                <a:cubicBezTo>
                  <a:pt x="349390" y="29148"/>
                  <a:pt x="353643" y="30566"/>
                  <a:pt x="358028" y="32427"/>
                </a:cubicBezTo>
                <a:lnTo>
                  <a:pt x="358028" y="47842"/>
                </a:lnTo>
                <a:lnTo>
                  <a:pt x="350985" y="47842"/>
                </a:lnTo>
                <a:cubicBezTo>
                  <a:pt x="350807" y="43300"/>
                  <a:pt x="349213" y="39751"/>
                  <a:pt x="346200" y="37194"/>
                </a:cubicBezTo>
                <a:cubicBezTo>
                  <a:pt x="343188" y="34636"/>
                  <a:pt x="339090" y="33357"/>
                  <a:pt x="333908" y="33357"/>
                </a:cubicBezTo>
                <a:cubicBezTo>
                  <a:pt x="328769" y="33357"/>
                  <a:pt x="324882" y="34264"/>
                  <a:pt x="322246" y="36077"/>
                </a:cubicBezTo>
                <a:cubicBezTo>
                  <a:pt x="319610" y="37889"/>
                  <a:pt x="318292" y="40607"/>
                  <a:pt x="318292" y="44231"/>
                </a:cubicBezTo>
                <a:cubicBezTo>
                  <a:pt x="318292" y="47194"/>
                  <a:pt x="319289" y="49571"/>
                  <a:pt x="321282" y="51362"/>
                </a:cubicBezTo>
                <a:cubicBezTo>
                  <a:pt x="323276" y="53152"/>
                  <a:pt x="327263" y="54975"/>
                  <a:pt x="333243" y="56832"/>
                </a:cubicBezTo>
                <a:lnTo>
                  <a:pt x="342944" y="59828"/>
                </a:lnTo>
                <a:cubicBezTo>
                  <a:pt x="349634" y="61913"/>
                  <a:pt x="354451" y="64518"/>
                  <a:pt x="357397" y="67644"/>
                </a:cubicBezTo>
                <a:cubicBezTo>
                  <a:pt x="360343" y="70770"/>
                  <a:pt x="361816" y="74794"/>
                  <a:pt x="361816" y="79717"/>
                </a:cubicBezTo>
                <a:cubicBezTo>
                  <a:pt x="361816" y="86411"/>
                  <a:pt x="359257" y="91677"/>
                  <a:pt x="354141" y="95512"/>
                </a:cubicBezTo>
                <a:cubicBezTo>
                  <a:pt x="349024" y="99348"/>
                  <a:pt x="341970" y="101266"/>
                  <a:pt x="332977" y="101266"/>
                </a:cubicBezTo>
                <a:cubicBezTo>
                  <a:pt x="328415" y="101266"/>
                  <a:pt x="323963" y="100779"/>
                  <a:pt x="319621" y="99805"/>
                </a:cubicBezTo>
                <a:cubicBezTo>
                  <a:pt x="315280" y="98830"/>
                  <a:pt x="310939" y="97368"/>
                  <a:pt x="306597" y="95419"/>
                </a:cubicBezTo>
                <a:close/>
                <a:moveTo>
                  <a:pt x="382636" y="35749"/>
                </a:moveTo>
                <a:lnTo>
                  <a:pt x="371871" y="35749"/>
                </a:lnTo>
                <a:lnTo>
                  <a:pt x="371871" y="28573"/>
                </a:lnTo>
                <a:lnTo>
                  <a:pt x="382636" y="28573"/>
                </a:lnTo>
                <a:lnTo>
                  <a:pt x="382636" y="6645"/>
                </a:lnTo>
                <a:lnTo>
                  <a:pt x="394929" y="6645"/>
                </a:lnTo>
                <a:lnTo>
                  <a:pt x="394929" y="28573"/>
                </a:lnTo>
                <a:lnTo>
                  <a:pt x="417920" y="28573"/>
                </a:lnTo>
                <a:lnTo>
                  <a:pt x="417920" y="35749"/>
                </a:lnTo>
                <a:lnTo>
                  <a:pt x="394929" y="35749"/>
                </a:lnTo>
                <a:lnTo>
                  <a:pt x="394929" y="80601"/>
                </a:lnTo>
                <a:cubicBezTo>
                  <a:pt x="394929" y="86581"/>
                  <a:pt x="395505" y="90413"/>
                  <a:pt x="396656" y="92097"/>
                </a:cubicBezTo>
                <a:cubicBezTo>
                  <a:pt x="397808" y="93780"/>
                  <a:pt x="399934" y="94622"/>
                  <a:pt x="403035" y="94622"/>
                </a:cubicBezTo>
                <a:cubicBezTo>
                  <a:pt x="406225" y="94622"/>
                  <a:pt x="408551" y="93680"/>
                  <a:pt x="410012" y="91798"/>
                </a:cubicBezTo>
                <a:cubicBezTo>
                  <a:pt x="411474" y="89915"/>
                  <a:pt x="412249" y="86869"/>
                  <a:pt x="412338" y="82661"/>
                </a:cubicBezTo>
                <a:lnTo>
                  <a:pt x="421574" y="82661"/>
                </a:lnTo>
                <a:cubicBezTo>
                  <a:pt x="421220" y="89108"/>
                  <a:pt x="419470" y="93821"/>
                  <a:pt x="416325" y="96800"/>
                </a:cubicBezTo>
                <a:cubicBezTo>
                  <a:pt x="413180" y="99778"/>
                  <a:pt x="408395" y="101266"/>
                  <a:pt x="401972" y="101266"/>
                </a:cubicBezTo>
                <a:cubicBezTo>
                  <a:pt x="394929" y="101266"/>
                  <a:pt x="389945" y="99700"/>
                  <a:pt x="387021" y="96567"/>
                </a:cubicBezTo>
                <a:cubicBezTo>
                  <a:pt x="384098" y="93433"/>
                  <a:pt x="382636" y="88111"/>
                  <a:pt x="382636" y="80601"/>
                </a:cubicBezTo>
                <a:lnTo>
                  <a:pt x="382636" y="35749"/>
                </a:lnTo>
                <a:close/>
                <a:moveTo>
                  <a:pt x="489585" y="7176"/>
                </a:moveTo>
                <a:lnTo>
                  <a:pt x="518888" y="83326"/>
                </a:lnTo>
                <a:lnTo>
                  <a:pt x="548125" y="7176"/>
                </a:lnTo>
                <a:lnTo>
                  <a:pt x="536962" y="7176"/>
                </a:lnTo>
                <a:lnTo>
                  <a:pt x="536962" y="0"/>
                </a:lnTo>
                <a:lnTo>
                  <a:pt x="566066" y="0"/>
                </a:lnTo>
                <a:lnTo>
                  <a:pt x="566066" y="7176"/>
                </a:lnTo>
                <a:lnTo>
                  <a:pt x="556431" y="7176"/>
                </a:lnTo>
                <a:lnTo>
                  <a:pt x="521014" y="99273"/>
                </a:lnTo>
                <a:lnTo>
                  <a:pt x="509585" y="99273"/>
                </a:lnTo>
                <a:lnTo>
                  <a:pt x="474368" y="7176"/>
                </a:lnTo>
                <a:lnTo>
                  <a:pt x="464467" y="7176"/>
                </a:lnTo>
                <a:lnTo>
                  <a:pt x="464467" y="0"/>
                </a:lnTo>
                <a:lnTo>
                  <a:pt x="500615" y="0"/>
                </a:lnTo>
                <a:lnTo>
                  <a:pt x="500615" y="7176"/>
                </a:lnTo>
                <a:lnTo>
                  <a:pt x="489585" y="71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ersion">
            <a:extLst xmlns:a="http://schemas.openxmlformats.org/drawingml/2006/main">
              <a:ext uri="{FF2B5EF4-FFF2-40B4-BE49-F238E27FC236}">
                <a16:creationId xmlns:a16="http://schemas.microsoft.com/office/drawing/2014/main" id="{C0F6AA0C-6EC0-4B74-83D0-51BA082B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741" y="2353834"/>
            <a:ext cx="416204" cy="102330"/>
          </a:xfrm>
          <a:custGeom xmlns:a="http://schemas.openxmlformats.org/drawingml/2006/main">
            <a:pathLst>
              <a:path w="416204" h="102330">
                <a:moveTo>
                  <a:pt x="66979" y="66315"/>
                </a:moveTo>
                <a:lnTo>
                  <a:pt x="14286" y="66315"/>
                </a:lnTo>
                <a:lnTo>
                  <a:pt x="14286" y="66846"/>
                </a:lnTo>
                <a:cubicBezTo>
                  <a:pt x="14286" y="76371"/>
                  <a:pt x="16080" y="83558"/>
                  <a:pt x="19669" y="88409"/>
                </a:cubicBezTo>
                <a:cubicBezTo>
                  <a:pt x="23257" y="93259"/>
                  <a:pt x="28550" y="95685"/>
                  <a:pt x="35550" y="95685"/>
                </a:cubicBezTo>
                <a:cubicBezTo>
                  <a:pt x="40910" y="95685"/>
                  <a:pt x="45306" y="94278"/>
                  <a:pt x="48739" y="91465"/>
                </a:cubicBezTo>
                <a:cubicBezTo>
                  <a:pt x="52173" y="88652"/>
                  <a:pt x="54576" y="84477"/>
                  <a:pt x="55949" y="78940"/>
                </a:cubicBezTo>
                <a:lnTo>
                  <a:pt x="65783" y="78940"/>
                </a:lnTo>
                <a:cubicBezTo>
                  <a:pt x="63834" y="86714"/>
                  <a:pt x="60235" y="92556"/>
                  <a:pt x="54986" y="96466"/>
                </a:cubicBezTo>
                <a:cubicBezTo>
                  <a:pt x="49736" y="100375"/>
                  <a:pt x="42837" y="102330"/>
                  <a:pt x="34287" y="102330"/>
                </a:cubicBezTo>
                <a:cubicBezTo>
                  <a:pt x="23966" y="102330"/>
                  <a:pt x="15671" y="98927"/>
                  <a:pt x="9402" y="92122"/>
                </a:cubicBezTo>
                <a:cubicBezTo>
                  <a:pt x="3134" y="85315"/>
                  <a:pt x="0" y="76281"/>
                  <a:pt x="0" y="65019"/>
                </a:cubicBezTo>
                <a:cubicBezTo>
                  <a:pt x="0" y="53846"/>
                  <a:pt x="3079" y="44846"/>
                  <a:pt x="9236" y="38019"/>
                </a:cubicBezTo>
                <a:cubicBezTo>
                  <a:pt x="15394" y="31190"/>
                  <a:pt x="23478" y="27775"/>
                  <a:pt x="33490" y="27775"/>
                </a:cubicBezTo>
                <a:cubicBezTo>
                  <a:pt x="44166" y="27775"/>
                  <a:pt x="52361" y="31064"/>
                  <a:pt x="58075" y="37643"/>
                </a:cubicBezTo>
                <a:cubicBezTo>
                  <a:pt x="63790" y="44221"/>
                  <a:pt x="66758" y="53778"/>
                  <a:pt x="66979" y="66315"/>
                </a:cubicBezTo>
                <a:moveTo>
                  <a:pt x="52560" y="59271"/>
                </a:moveTo>
                <a:cubicBezTo>
                  <a:pt x="52294" y="51054"/>
                  <a:pt x="50556" y="44858"/>
                  <a:pt x="47344" y="40683"/>
                </a:cubicBezTo>
                <a:cubicBezTo>
                  <a:pt x="44132" y="36508"/>
                  <a:pt x="39514" y="34420"/>
                  <a:pt x="33490" y="34420"/>
                </a:cubicBezTo>
                <a:cubicBezTo>
                  <a:pt x="27864" y="34420"/>
                  <a:pt x="23434" y="36519"/>
                  <a:pt x="20200" y="40716"/>
                </a:cubicBezTo>
                <a:cubicBezTo>
                  <a:pt x="16966" y="44913"/>
                  <a:pt x="14995" y="51098"/>
                  <a:pt x="14286" y="59271"/>
                </a:cubicBezTo>
                <a:lnTo>
                  <a:pt x="52560" y="59271"/>
                </a:lnTo>
                <a:close/>
                <a:moveTo>
                  <a:pt x="138157" y="29636"/>
                </a:moveTo>
                <a:lnTo>
                  <a:pt x="138157" y="47311"/>
                </a:lnTo>
                <a:lnTo>
                  <a:pt x="131114" y="47311"/>
                </a:lnTo>
                <a:cubicBezTo>
                  <a:pt x="130892" y="43789"/>
                  <a:pt x="129918" y="41159"/>
                  <a:pt x="128190" y="39420"/>
                </a:cubicBezTo>
                <a:cubicBezTo>
                  <a:pt x="126462" y="37681"/>
                  <a:pt x="123937" y="36812"/>
                  <a:pt x="120615" y="36812"/>
                </a:cubicBezTo>
                <a:cubicBezTo>
                  <a:pt x="114590" y="36812"/>
                  <a:pt x="109972" y="38898"/>
                  <a:pt x="106761" y="43071"/>
                </a:cubicBezTo>
                <a:cubicBezTo>
                  <a:pt x="103549" y="47242"/>
                  <a:pt x="101943" y="53233"/>
                  <a:pt x="101943" y="61045"/>
                </a:cubicBezTo>
                <a:lnTo>
                  <a:pt x="101943" y="93293"/>
                </a:lnTo>
                <a:lnTo>
                  <a:pt x="116097" y="93293"/>
                </a:lnTo>
                <a:lnTo>
                  <a:pt x="116097" y="100336"/>
                </a:lnTo>
                <a:lnTo>
                  <a:pt x="78686" y="100336"/>
                </a:lnTo>
                <a:lnTo>
                  <a:pt x="78686" y="93293"/>
                </a:lnTo>
                <a:lnTo>
                  <a:pt x="89717" y="93293"/>
                </a:lnTo>
                <a:lnTo>
                  <a:pt x="89717" y="36679"/>
                </a:lnTo>
                <a:lnTo>
                  <a:pt x="78022" y="36679"/>
                </a:lnTo>
                <a:lnTo>
                  <a:pt x="78022" y="29636"/>
                </a:lnTo>
                <a:lnTo>
                  <a:pt x="101943" y="29636"/>
                </a:lnTo>
                <a:lnTo>
                  <a:pt x="101943" y="42296"/>
                </a:lnTo>
                <a:cubicBezTo>
                  <a:pt x="104335" y="37367"/>
                  <a:pt x="107414" y="33714"/>
                  <a:pt x="111179" y="31338"/>
                </a:cubicBezTo>
                <a:cubicBezTo>
                  <a:pt x="114945" y="28963"/>
                  <a:pt x="119530" y="27775"/>
                  <a:pt x="124934" y="27775"/>
                </a:cubicBezTo>
                <a:cubicBezTo>
                  <a:pt x="126928" y="27775"/>
                  <a:pt x="129021" y="27936"/>
                  <a:pt x="131213" y="28259"/>
                </a:cubicBezTo>
                <a:cubicBezTo>
                  <a:pt x="133406" y="28580"/>
                  <a:pt x="135721" y="29039"/>
                  <a:pt x="138157" y="29636"/>
                </a:cubicBezTo>
                <a:close/>
                <a:moveTo>
                  <a:pt x="145931" y="96482"/>
                </a:moveTo>
                <a:lnTo>
                  <a:pt x="145931" y="80003"/>
                </a:lnTo>
                <a:lnTo>
                  <a:pt x="152975" y="80003"/>
                </a:lnTo>
                <a:cubicBezTo>
                  <a:pt x="153152" y="85253"/>
                  <a:pt x="154802" y="89178"/>
                  <a:pt x="157925" y="91781"/>
                </a:cubicBezTo>
                <a:cubicBezTo>
                  <a:pt x="161048" y="94384"/>
                  <a:pt x="165666" y="95685"/>
                  <a:pt x="171779" y="95685"/>
                </a:cubicBezTo>
                <a:cubicBezTo>
                  <a:pt x="177272" y="95685"/>
                  <a:pt x="181459" y="94657"/>
                  <a:pt x="184338" y="92601"/>
                </a:cubicBezTo>
                <a:cubicBezTo>
                  <a:pt x="187217" y="90544"/>
                  <a:pt x="188657" y="87548"/>
                  <a:pt x="188657" y="83612"/>
                </a:cubicBezTo>
                <a:cubicBezTo>
                  <a:pt x="188657" y="80517"/>
                  <a:pt x="187605" y="78019"/>
                  <a:pt x="185501" y="76118"/>
                </a:cubicBezTo>
                <a:cubicBezTo>
                  <a:pt x="183397" y="74216"/>
                  <a:pt x="178956" y="72182"/>
                  <a:pt x="172178" y="70015"/>
                </a:cubicBezTo>
                <a:lnTo>
                  <a:pt x="163340" y="67019"/>
                </a:lnTo>
                <a:cubicBezTo>
                  <a:pt x="157272" y="65068"/>
                  <a:pt x="152875" y="62630"/>
                  <a:pt x="150151" y="59703"/>
                </a:cubicBezTo>
                <a:cubicBezTo>
                  <a:pt x="147426" y="56775"/>
                  <a:pt x="146064" y="53050"/>
                  <a:pt x="146064" y="48528"/>
                </a:cubicBezTo>
                <a:cubicBezTo>
                  <a:pt x="146064" y="42053"/>
                  <a:pt x="148434" y="36976"/>
                  <a:pt x="153174" y="33297"/>
                </a:cubicBezTo>
                <a:cubicBezTo>
                  <a:pt x="157914" y="29616"/>
                  <a:pt x="164470" y="27775"/>
                  <a:pt x="172842" y="27775"/>
                </a:cubicBezTo>
                <a:cubicBezTo>
                  <a:pt x="176564" y="27775"/>
                  <a:pt x="180484" y="28262"/>
                  <a:pt x="184604" y="29237"/>
                </a:cubicBezTo>
                <a:cubicBezTo>
                  <a:pt x="188723" y="30212"/>
                  <a:pt x="192976" y="31629"/>
                  <a:pt x="197362" y="33490"/>
                </a:cubicBezTo>
                <a:lnTo>
                  <a:pt x="197362" y="48906"/>
                </a:lnTo>
                <a:lnTo>
                  <a:pt x="190318" y="48906"/>
                </a:lnTo>
                <a:cubicBezTo>
                  <a:pt x="190141" y="44364"/>
                  <a:pt x="188546" y="40814"/>
                  <a:pt x="185534" y="38257"/>
                </a:cubicBezTo>
                <a:cubicBezTo>
                  <a:pt x="182522" y="35699"/>
                  <a:pt x="178424" y="34420"/>
                  <a:pt x="173241" y="34420"/>
                </a:cubicBezTo>
                <a:cubicBezTo>
                  <a:pt x="168103" y="34420"/>
                  <a:pt x="164215" y="35327"/>
                  <a:pt x="161580" y="37140"/>
                </a:cubicBezTo>
                <a:cubicBezTo>
                  <a:pt x="158944" y="38952"/>
                  <a:pt x="157626" y="41670"/>
                  <a:pt x="157626" y="45295"/>
                </a:cubicBezTo>
                <a:cubicBezTo>
                  <a:pt x="157626" y="48257"/>
                  <a:pt x="158623" y="50634"/>
                  <a:pt x="160616" y="52425"/>
                </a:cubicBezTo>
                <a:cubicBezTo>
                  <a:pt x="162609" y="54215"/>
                  <a:pt x="166596" y="56038"/>
                  <a:pt x="172577" y="57895"/>
                </a:cubicBezTo>
                <a:lnTo>
                  <a:pt x="182278" y="60891"/>
                </a:lnTo>
                <a:cubicBezTo>
                  <a:pt x="188967" y="62976"/>
                  <a:pt x="193785" y="65581"/>
                  <a:pt x="196730" y="68707"/>
                </a:cubicBezTo>
                <a:cubicBezTo>
                  <a:pt x="199676" y="71833"/>
                  <a:pt x="201149" y="75857"/>
                  <a:pt x="201149" y="80780"/>
                </a:cubicBezTo>
                <a:cubicBezTo>
                  <a:pt x="201149" y="87474"/>
                  <a:pt x="198591" y="92740"/>
                  <a:pt x="193474" y="96576"/>
                </a:cubicBezTo>
                <a:cubicBezTo>
                  <a:pt x="188358" y="100412"/>
                  <a:pt x="181303" y="102330"/>
                  <a:pt x="172311" y="102330"/>
                </a:cubicBezTo>
                <a:cubicBezTo>
                  <a:pt x="167748" y="102330"/>
                  <a:pt x="163296" y="101842"/>
                  <a:pt x="158955" y="100868"/>
                </a:cubicBezTo>
                <a:cubicBezTo>
                  <a:pt x="154614" y="99893"/>
                  <a:pt x="150272" y="98431"/>
                  <a:pt x="145931" y="96482"/>
                </a:cubicBezTo>
                <a:close/>
                <a:moveTo>
                  <a:pt x="220508" y="7608"/>
                </a:moveTo>
                <a:cubicBezTo>
                  <a:pt x="220508" y="5562"/>
                  <a:pt x="221250" y="3783"/>
                  <a:pt x="222734" y="2270"/>
                </a:cubicBezTo>
                <a:cubicBezTo>
                  <a:pt x="224218" y="757"/>
                  <a:pt x="226001" y="0"/>
                  <a:pt x="228083" y="0"/>
                </a:cubicBezTo>
                <a:cubicBezTo>
                  <a:pt x="230121" y="0"/>
                  <a:pt x="231882" y="757"/>
                  <a:pt x="233366" y="2270"/>
                </a:cubicBezTo>
                <a:cubicBezTo>
                  <a:pt x="234850" y="3783"/>
                  <a:pt x="235592" y="5562"/>
                  <a:pt x="235592" y="7608"/>
                </a:cubicBezTo>
                <a:cubicBezTo>
                  <a:pt x="235592" y="9700"/>
                  <a:pt x="234861" y="11480"/>
                  <a:pt x="233399" y="12949"/>
                </a:cubicBezTo>
                <a:cubicBezTo>
                  <a:pt x="231937" y="14416"/>
                  <a:pt x="230165" y="15150"/>
                  <a:pt x="228083" y="15150"/>
                </a:cubicBezTo>
                <a:cubicBezTo>
                  <a:pt x="226001" y="15150"/>
                  <a:pt x="224218" y="14416"/>
                  <a:pt x="222734" y="12949"/>
                </a:cubicBezTo>
                <a:cubicBezTo>
                  <a:pt x="221250" y="11480"/>
                  <a:pt x="220508" y="9700"/>
                  <a:pt x="220508" y="7608"/>
                </a:cubicBezTo>
                <a:moveTo>
                  <a:pt x="236123" y="93293"/>
                </a:moveTo>
                <a:lnTo>
                  <a:pt x="247685" y="93293"/>
                </a:lnTo>
                <a:lnTo>
                  <a:pt x="247685" y="100336"/>
                </a:lnTo>
                <a:lnTo>
                  <a:pt x="212202" y="100336"/>
                </a:lnTo>
                <a:lnTo>
                  <a:pt x="212202" y="93293"/>
                </a:lnTo>
                <a:lnTo>
                  <a:pt x="223897" y="93293"/>
                </a:lnTo>
                <a:lnTo>
                  <a:pt x="223897" y="36812"/>
                </a:lnTo>
                <a:lnTo>
                  <a:pt x="212202" y="36812"/>
                </a:lnTo>
                <a:lnTo>
                  <a:pt x="212202" y="29636"/>
                </a:lnTo>
                <a:lnTo>
                  <a:pt x="236123" y="29636"/>
                </a:lnTo>
                <a:lnTo>
                  <a:pt x="236123" y="93293"/>
                </a:lnTo>
                <a:close/>
                <a:moveTo>
                  <a:pt x="291627" y="95685"/>
                </a:moveTo>
                <a:cubicBezTo>
                  <a:pt x="298184" y="95685"/>
                  <a:pt x="303134" y="93096"/>
                  <a:pt x="306479" y="87919"/>
                </a:cubicBezTo>
                <a:cubicBezTo>
                  <a:pt x="309823" y="82741"/>
                  <a:pt x="311495" y="75108"/>
                  <a:pt x="311495" y="65019"/>
                </a:cubicBezTo>
                <a:cubicBezTo>
                  <a:pt x="311495" y="54930"/>
                  <a:pt x="309823" y="47308"/>
                  <a:pt x="306479" y="42153"/>
                </a:cubicBezTo>
                <a:cubicBezTo>
                  <a:pt x="303134" y="36998"/>
                  <a:pt x="298184" y="34420"/>
                  <a:pt x="291627" y="34420"/>
                </a:cubicBezTo>
                <a:cubicBezTo>
                  <a:pt x="285071" y="34420"/>
                  <a:pt x="280121" y="36998"/>
                  <a:pt x="276776" y="42153"/>
                </a:cubicBezTo>
                <a:cubicBezTo>
                  <a:pt x="273432" y="47308"/>
                  <a:pt x="271760" y="54930"/>
                  <a:pt x="271760" y="65019"/>
                </a:cubicBezTo>
                <a:cubicBezTo>
                  <a:pt x="271760" y="75108"/>
                  <a:pt x="273443" y="82741"/>
                  <a:pt x="276810" y="87919"/>
                </a:cubicBezTo>
                <a:cubicBezTo>
                  <a:pt x="280176" y="93096"/>
                  <a:pt x="285116" y="95685"/>
                  <a:pt x="291627" y="95685"/>
                </a:cubicBezTo>
                <a:moveTo>
                  <a:pt x="291627" y="102330"/>
                </a:moveTo>
                <a:cubicBezTo>
                  <a:pt x="281350" y="102330"/>
                  <a:pt x="273089" y="98927"/>
                  <a:pt x="266842" y="92122"/>
                </a:cubicBezTo>
                <a:cubicBezTo>
                  <a:pt x="260596" y="85315"/>
                  <a:pt x="257473" y="76281"/>
                  <a:pt x="257473" y="65019"/>
                </a:cubicBezTo>
                <a:cubicBezTo>
                  <a:pt x="257473" y="53758"/>
                  <a:pt x="260585" y="44735"/>
                  <a:pt x="266809" y="37952"/>
                </a:cubicBezTo>
                <a:cubicBezTo>
                  <a:pt x="273033" y="31167"/>
                  <a:pt x="281306" y="27775"/>
                  <a:pt x="291627" y="27775"/>
                </a:cubicBezTo>
                <a:cubicBezTo>
                  <a:pt x="301949" y="27775"/>
                  <a:pt x="310222" y="31167"/>
                  <a:pt x="316446" y="37952"/>
                </a:cubicBezTo>
                <a:cubicBezTo>
                  <a:pt x="322670" y="44735"/>
                  <a:pt x="325782" y="53758"/>
                  <a:pt x="325782" y="65019"/>
                </a:cubicBezTo>
                <a:cubicBezTo>
                  <a:pt x="325782" y="76281"/>
                  <a:pt x="322670" y="85315"/>
                  <a:pt x="316446" y="92122"/>
                </a:cubicBezTo>
                <a:cubicBezTo>
                  <a:pt x="310222" y="98927"/>
                  <a:pt x="301949" y="102330"/>
                  <a:pt x="291627" y="102330"/>
                </a:cubicBezTo>
                <a:close/>
                <a:moveTo>
                  <a:pt x="337928" y="100336"/>
                </a:moveTo>
                <a:lnTo>
                  <a:pt x="337928" y="93293"/>
                </a:lnTo>
                <a:lnTo>
                  <a:pt x="348958" y="93293"/>
                </a:lnTo>
                <a:lnTo>
                  <a:pt x="348958" y="36812"/>
                </a:lnTo>
                <a:lnTo>
                  <a:pt x="337264" y="36812"/>
                </a:lnTo>
                <a:lnTo>
                  <a:pt x="337264" y="29636"/>
                </a:lnTo>
                <a:lnTo>
                  <a:pt x="361185" y="29636"/>
                </a:lnTo>
                <a:lnTo>
                  <a:pt x="361185" y="42261"/>
                </a:lnTo>
                <a:cubicBezTo>
                  <a:pt x="363444" y="37477"/>
                  <a:pt x="366379" y="33866"/>
                  <a:pt x="369989" y="31430"/>
                </a:cubicBezTo>
                <a:cubicBezTo>
                  <a:pt x="373599" y="28993"/>
                  <a:pt x="377797" y="27775"/>
                  <a:pt x="382581" y="27775"/>
                </a:cubicBezTo>
                <a:cubicBezTo>
                  <a:pt x="390378" y="27775"/>
                  <a:pt x="396114" y="30012"/>
                  <a:pt x="399791" y="34486"/>
                </a:cubicBezTo>
                <a:cubicBezTo>
                  <a:pt x="403468" y="38961"/>
                  <a:pt x="405306" y="45938"/>
                  <a:pt x="405306" y="55417"/>
                </a:cubicBezTo>
                <a:lnTo>
                  <a:pt x="405306" y="93293"/>
                </a:lnTo>
                <a:lnTo>
                  <a:pt x="416204" y="93293"/>
                </a:lnTo>
                <a:lnTo>
                  <a:pt x="416204" y="100336"/>
                </a:lnTo>
                <a:lnTo>
                  <a:pt x="382448" y="100336"/>
                </a:lnTo>
                <a:lnTo>
                  <a:pt x="382448" y="93293"/>
                </a:lnTo>
                <a:lnTo>
                  <a:pt x="393013" y="93293"/>
                </a:lnTo>
                <a:lnTo>
                  <a:pt x="393013" y="59271"/>
                </a:lnTo>
                <a:cubicBezTo>
                  <a:pt x="393013" y="50633"/>
                  <a:pt x="391950" y="44708"/>
                  <a:pt x="389824" y="41497"/>
                </a:cubicBezTo>
                <a:cubicBezTo>
                  <a:pt x="387697" y="38285"/>
                  <a:pt x="383954" y="36679"/>
                  <a:pt x="378594" y="36679"/>
                </a:cubicBezTo>
                <a:cubicBezTo>
                  <a:pt x="372924" y="36679"/>
                  <a:pt x="368605" y="38750"/>
                  <a:pt x="365637" y="42892"/>
                </a:cubicBezTo>
                <a:cubicBezTo>
                  <a:pt x="362669" y="47034"/>
                  <a:pt x="361185" y="53070"/>
                  <a:pt x="361185" y="60999"/>
                </a:cubicBezTo>
                <a:lnTo>
                  <a:pt x="361185" y="93293"/>
                </a:lnTo>
                <a:lnTo>
                  <a:pt x="371816" y="93293"/>
                </a:lnTo>
                <a:lnTo>
                  <a:pt x="371816" y="100336"/>
                </a:lnTo>
                <a:lnTo>
                  <a:pt x="337928" y="1003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NotExploitable">
            <a:extLst xmlns:a="http://schemas.openxmlformats.org/drawingml/2006/main">
              <a:ext uri="{FF2B5EF4-FFF2-40B4-BE49-F238E27FC236}">
                <a16:creationId xmlns:a16="http://schemas.microsoft.com/office/drawing/2014/main" id="{95572735-EE15-41C1-ACC3-8C4EAF49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319" y="2513565"/>
            <a:ext cx="1064069" cy="131700"/>
          </a:xfrm>
          <a:custGeom xmlns:a="http://schemas.openxmlformats.org/drawingml/2006/main">
            <a:pathLst>
              <a:path w="1064069" h="131700">
                <a:moveTo>
                  <a:pt x="0" y="103393"/>
                </a:moveTo>
                <a:lnTo>
                  <a:pt x="0" y="96349"/>
                </a:lnTo>
                <a:lnTo>
                  <a:pt x="13356" y="96349"/>
                </a:lnTo>
                <a:lnTo>
                  <a:pt x="13356" y="11296"/>
                </a:lnTo>
                <a:lnTo>
                  <a:pt x="0" y="11296"/>
                </a:lnTo>
                <a:lnTo>
                  <a:pt x="0" y="4120"/>
                </a:lnTo>
                <a:lnTo>
                  <a:pt x="25450" y="4120"/>
                </a:lnTo>
                <a:lnTo>
                  <a:pt x="84920" y="82462"/>
                </a:lnTo>
                <a:lnTo>
                  <a:pt x="84920" y="11296"/>
                </a:lnTo>
                <a:lnTo>
                  <a:pt x="71631" y="11296"/>
                </a:lnTo>
                <a:lnTo>
                  <a:pt x="71631" y="4120"/>
                </a:lnTo>
                <a:lnTo>
                  <a:pt x="106449" y="4120"/>
                </a:lnTo>
                <a:lnTo>
                  <a:pt x="106449" y="11296"/>
                </a:lnTo>
                <a:lnTo>
                  <a:pt x="93093" y="11296"/>
                </a:lnTo>
                <a:lnTo>
                  <a:pt x="93093" y="105386"/>
                </a:lnTo>
                <a:lnTo>
                  <a:pt x="85053" y="105386"/>
                </a:lnTo>
                <a:lnTo>
                  <a:pt x="21529" y="21728"/>
                </a:lnTo>
                <a:lnTo>
                  <a:pt x="21529" y="96349"/>
                </a:lnTo>
                <a:lnTo>
                  <a:pt x="34885" y="96349"/>
                </a:lnTo>
                <a:lnTo>
                  <a:pt x="34885" y="103393"/>
                </a:lnTo>
                <a:lnTo>
                  <a:pt x="0" y="103393"/>
                </a:lnTo>
                <a:close/>
                <a:moveTo>
                  <a:pt x="153906" y="98741"/>
                </a:moveTo>
                <a:cubicBezTo>
                  <a:pt x="160462" y="98741"/>
                  <a:pt x="165412" y="96153"/>
                  <a:pt x="168757" y="90975"/>
                </a:cubicBezTo>
                <a:cubicBezTo>
                  <a:pt x="172101" y="85798"/>
                  <a:pt x="173774" y="78165"/>
                  <a:pt x="173774" y="68076"/>
                </a:cubicBezTo>
                <a:cubicBezTo>
                  <a:pt x="173774" y="57987"/>
                  <a:pt x="172101" y="50365"/>
                  <a:pt x="168757" y="45209"/>
                </a:cubicBezTo>
                <a:cubicBezTo>
                  <a:pt x="165412" y="40054"/>
                  <a:pt x="160462" y="37477"/>
                  <a:pt x="153906" y="37477"/>
                </a:cubicBezTo>
                <a:cubicBezTo>
                  <a:pt x="147350" y="37477"/>
                  <a:pt x="142399" y="40054"/>
                  <a:pt x="139055" y="45209"/>
                </a:cubicBezTo>
                <a:cubicBezTo>
                  <a:pt x="135710" y="50365"/>
                  <a:pt x="134038" y="57987"/>
                  <a:pt x="134038" y="68076"/>
                </a:cubicBezTo>
                <a:cubicBezTo>
                  <a:pt x="134038" y="78165"/>
                  <a:pt x="135721" y="85798"/>
                  <a:pt x="139088" y="90975"/>
                </a:cubicBezTo>
                <a:cubicBezTo>
                  <a:pt x="142455" y="96153"/>
                  <a:pt x="147394" y="98741"/>
                  <a:pt x="153906" y="98741"/>
                </a:cubicBezTo>
                <a:moveTo>
                  <a:pt x="153906" y="105386"/>
                </a:moveTo>
                <a:cubicBezTo>
                  <a:pt x="143628" y="105386"/>
                  <a:pt x="135367" y="101984"/>
                  <a:pt x="129121" y="95178"/>
                </a:cubicBezTo>
                <a:cubicBezTo>
                  <a:pt x="122875" y="88371"/>
                  <a:pt x="119752" y="79337"/>
                  <a:pt x="119752" y="68076"/>
                </a:cubicBezTo>
                <a:cubicBezTo>
                  <a:pt x="119752" y="56814"/>
                  <a:pt x="122864" y="47792"/>
                  <a:pt x="129087" y="41009"/>
                </a:cubicBezTo>
                <a:cubicBezTo>
                  <a:pt x="135311" y="34224"/>
                  <a:pt x="143584" y="30832"/>
                  <a:pt x="153906" y="30832"/>
                </a:cubicBezTo>
                <a:cubicBezTo>
                  <a:pt x="164227" y="30832"/>
                  <a:pt x="172500" y="34224"/>
                  <a:pt x="178724" y="41009"/>
                </a:cubicBezTo>
                <a:cubicBezTo>
                  <a:pt x="184948" y="47792"/>
                  <a:pt x="188060" y="56814"/>
                  <a:pt x="188060" y="68076"/>
                </a:cubicBezTo>
                <a:cubicBezTo>
                  <a:pt x="188060" y="79337"/>
                  <a:pt x="184948" y="88371"/>
                  <a:pt x="178724" y="95178"/>
                </a:cubicBezTo>
                <a:cubicBezTo>
                  <a:pt x="172500" y="101984"/>
                  <a:pt x="164227" y="105386"/>
                  <a:pt x="153906" y="105386"/>
                </a:cubicBezTo>
                <a:close/>
                <a:moveTo>
                  <a:pt x="209309" y="39869"/>
                </a:moveTo>
                <a:lnTo>
                  <a:pt x="198545" y="39869"/>
                </a:lnTo>
                <a:lnTo>
                  <a:pt x="198545" y="32692"/>
                </a:lnTo>
                <a:lnTo>
                  <a:pt x="209309" y="32692"/>
                </a:lnTo>
                <a:lnTo>
                  <a:pt x="209309" y="10765"/>
                </a:lnTo>
                <a:lnTo>
                  <a:pt x="221602" y="10765"/>
                </a:lnTo>
                <a:lnTo>
                  <a:pt x="221602" y="32692"/>
                </a:lnTo>
                <a:lnTo>
                  <a:pt x="244593" y="32692"/>
                </a:lnTo>
                <a:lnTo>
                  <a:pt x="244593" y="39869"/>
                </a:lnTo>
                <a:lnTo>
                  <a:pt x="221602" y="39869"/>
                </a:lnTo>
                <a:lnTo>
                  <a:pt x="221602" y="84721"/>
                </a:lnTo>
                <a:cubicBezTo>
                  <a:pt x="221602" y="90701"/>
                  <a:pt x="222178" y="94533"/>
                  <a:pt x="223330" y="96216"/>
                </a:cubicBezTo>
                <a:cubicBezTo>
                  <a:pt x="224482" y="97900"/>
                  <a:pt x="226608" y="98741"/>
                  <a:pt x="229709" y="98741"/>
                </a:cubicBezTo>
                <a:cubicBezTo>
                  <a:pt x="232898" y="98741"/>
                  <a:pt x="235224" y="97800"/>
                  <a:pt x="236686" y="95917"/>
                </a:cubicBezTo>
                <a:cubicBezTo>
                  <a:pt x="238148" y="94035"/>
                  <a:pt x="238923" y="90989"/>
                  <a:pt x="239012" y="86781"/>
                </a:cubicBezTo>
                <a:lnTo>
                  <a:pt x="248248" y="86781"/>
                </a:lnTo>
                <a:cubicBezTo>
                  <a:pt x="247893" y="93228"/>
                  <a:pt x="246144" y="97941"/>
                  <a:pt x="242998" y="100920"/>
                </a:cubicBezTo>
                <a:cubicBezTo>
                  <a:pt x="239853" y="103897"/>
                  <a:pt x="235069" y="105386"/>
                  <a:pt x="228646" y="105386"/>
                </a:cubicBezTo>
                <a:cubicBezTo>
                  <a:pt x="221602" y="105386"/>
                  <a:pt x="216619" y="103820"/>
                  <a:pt x="213695" y="100687"/>
                </a:cubicBezTo>
                <a:cubicBezTo>
                  <a:pt x="210771" y="97553"/>
                  <a:pt x="209309" y="92231"/>
                  <a:pt x="209309" y="84721"/>
                </a:cubicBezTo>
                <a:lnTo>
                  <a:pt x="209309" y="39869"/>
                </a:lnTo>
                <a:close/>
                <a:moveTo>
                  <a:pt x="299979" y="103393"/>
                </a:moveTo>
                <a:lnTo>
                  <a:pt x="299979" y="96349"/>
                </a:lnTo>
                <a:lnTo>
                  <a:pt x="312604" y="96349"/>
                </a:lnTo>
                <a:lnTo>
                  <a:pt x="312604" y="11296"/>
                </a:lnTo>
                <a:lnTo>
                  <a:pt x="299979" y="11296"/>
                </a:lnTo>
                <a:lnTo>
                  <a:pt x="299979" y="4120"/>
                </a:lnTo>
                <a:lnTo>
                  <a:pt x="379849" y="4120"/>
                </a:lnTo>
                <a:lnTo>
                  <a:pt x="379849" y="26313"/>
                </a:lnTo>
                <a:lnTo>
                  <a:pt x="371676" y="26313"/>
                </a:lnTo>
                <a:lnTo>
                  <a:pt x="371676" y="12359"/>
                </a:lnTo>
                <a:lnTo>
                  <a:pt x="326093" y="12359"/>
                </a:lnTo>
                <a:lnTo>
                  <a:pt x="326093" y="45583"/>
                </a:lnTo>
                <a:lnTo>
                  <a:pt x="358586" y="45583"/>
                </a:lnTo>
                <a:lnTo>
                  <a:pt x="358586" y="33091"/>
                </a:lnTo>
                <a:lnTo>
                  <a:pt x="366759" y="33091"/>
                </a:lnTo>
                <a:lnTo>
                  <a:pt x="366759" y="66182"/>
                </a:lnTo>
                <a:lnTo>
                  <a:pt x="358586" y="66182"/>
                </a:lnTo>
                <a:lnTo>
                  <a:pt x="358586" y="53690"/>
                </a:lnTo>
                <a:lnTo>
                  <a:pt x="326093" y="53690"/>
                </a:lnTo>
                <a:lnTo>
                  <a:pt x="326093" y="95153"/>
                </a:lnTo>
                <a:lnTo>
                  <a:pt x="372739" y="95153"/>
                </a:lnTo>
                <a:lnTo>
                  <a:pt x="372739" y="81199"/>
                </a:lnTo>
                <a:lnTo>
                  <a:pt x="380912" y="81199"/>
                </a:lnTo>
                <a:lnTo>
                  <a:pt x="380912" y="103393"/>
                </a:lnTo>
                <a:lnTo>
                  <a:pt x="299979" y="103393"/>
                </a:lnTo>
                <a:close/>
                <a:moveTo>
                  <a:pt x="431686" y="60268"/>
                </a:moveTo>
                <a:lnTo>
                  <a:pt x="446504" y="39869"/>
                </a:lnTo>
                <a:lnTo>
                  <a:pt x="437002" y="39869"/>
                </a:lnTo>
                <a:lnTo>
                  <a:pt x="437002" y="32692"/>
                </a:lnTo>
                <a:lnTo>
                  <a:pt x="464179" y="32692"/>
                </a:lnTo>
                <a:lnTo>
                  <a:pt x="464179" y="39869"/>
                </a:lnTo>
                <a:lnTo>
                  <a:pt x="454810" y="39869"/>
                </a:lnTo>
                <a:lnTo>
                  <a:pt x="435872" y="65983"/>
                </a:lnTo>
                <a:lnTo>
                  <a:pt x="457933" y="96349"/>
                </a:lnTo>
                <a:lnTo>
                  <a:pt x="467169" y="96349"/>
                </a:lnTo>
                <a:lnTo>
                  <a:pt x="467169" y="103393"/>
                </a:lnTo>
                <a:lnTo>
                  <a:pt x="434543" y="103393"/>
                </a:lnTo>
                <a:lnTo>
                  <a:pt x="434543" y="96349"/>
                </a:lnTo>
                <a:lnTo>
                  <a:pt x="443514" y="96349"/>
                </a:lnTo>
                <a:lnTo>
                  <a:pt x="428164" y="75219"/>
                </a:lnTo>
                <a:lnTo>
                  <a:pt x="412749" y="96349"/>
                </a:lnTo>
                <a:lnTo>
                  <a:pt x="421918" y="96349"/>
                </a:lnTo>
                <a:lnTo>
                  <a:pt x="421918" y="103393"/>
                </a:lnTo>
                <a:lnTo>
                  <a:pt x="395073" y="103393"/>
                </a:lnTo>
                <a:lnTo>
                  <a:pt x="395073" y="96349"/>
                </a:lnTo>
                <a:lnTo>
                  <a:pt x="404443" y="96349"/>
                </a:lnTo>
                <a:lnTo>
                  <a:pt x="423912" y="69504"/>
                </a:lnTo>
                <a:lnTo>
                  <a:pt x="402449" y="39869"/>
                </a:lnTo>
                <a:lnTo>
                  <a:pt x="393745" y="39869"/>
                </a:lnTo>
                <a:lnTo>
                  <a:pt x="393745" y="32692"/>
                </a:lnTo>
                <a:lnTo>
                  <a:pt x="425307" y="32692"/>
                </a:lnTo>
                <a:lnTo>
                  <a:pt x="425307" y="39869"/>
                </a:lnTo>
                <a:lnTo>
                  <a:pt x="416868" y="39869"/>
                </a:lnTo>
                <a:lnTo>
                  <a:pt x="431686" y="60268"/>
                </a:lnTo>
                <a:close/>
                <a:moveTo>
                  <a:pt x="496200" y="64587"/>
                </a:moveTo>
                <a:lnTo>
                  <a:pt x="496200" y="71564"/>
                </a:lnTo>
                <a:cubicBezTo>
                  <a:pt x="496200" y="80070"/>
                  <a:pt x="497828" y="86548"/>
                  <a:pt x="501084" y="91000"/>
                </a:cubicBezTo>
                <a:cubicBezTo>
                  <a:pt x="504340" y="95452"/>
                  <a:pt x="509069" y="97678"/>
                  <a:pt x="515270" y="97678"/>
                </a:cubicBezTo>
                <a:cubicBezTo>
                  <a:pt x="521516" y="97678"/>
                  <a:pt x="526245" y="95178"/>
                  <a:pt x="529457" y="90178"/>
                </a:cubicBezTo>
                <a:cubicBezTo>
                  <a:pt x="532669" y="85178"/>
                  <a:pt x="534274" y="77810"/>
                  <a:pt x="534274" y="68076"/>
                </a:cubicBezTo>
                <a:cubicBezTo>
                  <a:pt x="534274" y="58297"/>
                  <a:pt x="532669" y="50929"/>
                  <a:pt x="529457" y="45974"/>
                </a:cubicBezTo>
                <a:cubicBezTo>
                  <a:pt x="526245" y="41018"/>
                  <a:pt x="521516" y="38540"/>
                  <a:pt x="515270" y="38540"/>
                </a:cubicBezTo>
                <a:cubicBezTo>
                  <a:pt x="509069" y="38540"/>
                  <a:pt x="504340" y="40771"/>
                  <a:pt x="501084" y="45234"/>
                </a:cubicBezTo>
                <a:cubicBezTo>
                  <a:pt x="497828" y="49697"/>
                  <a:pt x="496200" y="56148"/>
                  <a:pt x="496200" y="64587"/>
                </a:cubicBezTo>
                <a:moveTo>
                  <a:pt x="483973" y="39869"/>
                </a:moveTo>
                <a:lnTo>
                  <a:pt x="472212" y="39869"/>
                </a:lnTo>
                <a:lnTo>
                  <a:pt x="472212" y="32692"/>
                </a:lnTo>
                <a:lnTo>
                  <a:pt x="496200" y="32692"/>
                </a:lnTo>
                <a:lnTo>
                  <a:pt x="496200" y="43789"/>
                </a:lnTo>
                <a:cubicBezTo>
                  <a:pt x="498592" y="39359"/>
                  <a:pt x="501637" y="36092"/>
                  <a:pt x="505336" y="33988"/>
                </a:cubicBezTo>
                <a:cubicBezTo>
                  <a:pt x="509035" y="31884"/>
                  <a:pt x="513609" y="30832"/>
                  <a:pt x="519058" y="30832"/>
                </a:cubicBezTo>
                <a:cubicBezTo>
                  <a:pt x="527740" y="30832"/>
                  <a:pt x="534828" y="34268"/>
                  <a:pt x="540321" y="41142"/>
                </a:cubicBezTo>
                <a:cubicBezTo>
                  <a:pt x="545814" y="48013"/>
                  <a:pt x="548561" y="56991"/>
                  <a:pt x="548561" y="68076"/>
                </a:cubicBezTo>
                <a:cubicBezTo>
                  <a:pt x="548561" y="79160"/>
                  <a:pt x="545814" y="88150"/>
                  <a:pt x="540321" y="95045"/>
                </a:cubicBezTo>
                <a:cubicBezTo>
                  <a:pt x="534828" y="101939"/>
                  <a:pt x="527740" y="105386"/>
                  <a:pt x="519058" y="105386"/>
                </a:cubicBezTo>
                <a:cubicBezTo>
                  <a:pt x="513609" y="105386"/>
                  <a:pt x="509035" y="104329"/>
                  <a:pt x="505336" y="102213"/>
                </a:cubicBezTo>
                <a:cubicBezTo>
                  <a:pt x="501637" y="100098"/>
                  <a:pt x="498592" y="96814"/>
                  <a:pt x="496200" y="92362"/>
                </a:cubicBezTo>
                <a:lnTo>
                  <a:pt x="496200" y="124523"/>
                </a:lnTo>
                <a:lnTo>
                  <a:pt x="507762" y="124523"/>
                </a:lnTo>
                <a:lnTo>
                  <a:pt x="507762" y="131700"/>
                </a:lnTo>
                <a:lnTo>
                  <a:pt x="472212" y="131700"/>
                </a:lnTo>
                <a:lnTo>
                  <a:pt x="472212" y="124523"/>
                </a:lnTo>
                <a:lnTo>
                  <a:pt x="483973" y="124523"/>
                </a:lnTo>
                <a:lnTo>
                  <a:pt x="483973" y="39869"/>
                </a:lnTo>
                <a:close/>
                <a:moveTo>
                  <a:pt x="583295" y="96349"/>
                </a:moveTo>
                <a:lnTo>
                  <a:pt x="594857" y="96349"/>
                </a:lnTo>
                <a:lnTo>
                  <a:pt x="594857" y="103393"/>
                </a:lnTo>
                <a:lnTo>
                  <a:pt x="559307" y="103393"/>
                </a:lnTo>
                <a:lnTo>
                  <a:pt x="559307" y="96349"/>
                </a:lnTo>
                <a:lnTo>
                  <a:pt x="571068" y="96349"/>
                </a:lnTo>
                <a:lnTo>
                  <a:pt x="571068" y="7043"/>
                </a:lnTo>
                <a:lnTo>
                  <a:pt x="559307" y="7043"/>
                </a:lnTo>
                <a:lnTo>
                  <a:pt x="559307" y="0"/>
                </a:lnTo>
                <a:lnTo>
                  <a:pt x="583295" y="0"/>
                </a:lnTo>
                <a:lnTo>
                  <a:pt x="583295" y="96349"/>
                </a:lnTo>
                <a:close/>
                <a:moveTo>
                  <a:pt x="639728" y="98741"/>
                </a:moveTo>
                <a:cubicBezTo>
                  <a:pt x="646285" y="98741"/>
                  <a:pt x="651235" y="96153"/>
                  <a:pt x="654580" y="90975"/>
                </a:cubicBezTo>
                <a:cubicBezTo>
                  <a:pt x="657924" y="85798"/>
                  <a:pt x="659596" y="78165"/>
                  <a:pt x="659596" y="68076"/>
                </a:cubicBezTo>
                <a:cubicBezTo>
                  <a:pt x="659596" y="57987"/>
                  <a:pt x="657924" y="50365"/>
                  <a:pt x="654580" y="45209"/>
                </a:cubicBezTo>
                <a:cubicBezTo>
                  <a:pt x="651235" y="40054"/>
                  <a:pt x="646285" y="37477"/>
                  <a:pt x="639728" y="37477"/>
                </a:cubicBezTo>
                <a:cubicBezTo>
                  <a:pt x="633172" y="37477"/>
                  <a:pt x="628222" y="40054"/>
                  <a:pt x="624877" y="45209"/>
                </a:cubicBezTo>
                <a:cubicBezTo>
                  <a:pt x="621533" y="50365"/>
                  <a:pt x="619861" y="57987"/>
                  <a:pt x="619861" y="68076"/>
                </a:cubicBezTo>
                <a:cubicBezTo>
                  <a:pt x="619861" y="78165"/>
                  <a:pt x="621544" y="85798"/>
                  <a:pt x="624911" y="90975"/>
                </a:cubicBezTo>
                <a:cubicBezTo>
                  <a:pt x="628277" y="96153"/>
                  <a:pt x="633217" y="98741"/>
                  <a:pt x="639728" y="98741"/>
                </a:cubicBezTo>
                <a:moveTo>
                  <a:pt x="639728" y="105386"/>
                </a:moveTo>
                <a:cubicBezTo>
                  <a:pt x="629451" y="105386"/>
                  <a:pt x="621190" y="101984"/>
                  <a:pt x="614943" y="95178"/>
                </a:cubicBezTo>
                <a:cubicBezTo>
                  <a:pt x="608697" y="88371"/>
                  <a:pt x="605574" y="79337"/>
                  <a:pt x="605574" y="68076"/>
                </a:cubicBezTo>
                <a:cubicBezTo>
                  <a:pt x="605574" y="56814"/>
                  <a:pt x="608686" y="47792"/>
                  <a:pt x="614910" y="41009"/>
                </a:cubicBezTo>
                <a:cubicBezTo>
                  <a:pt x="621134" y="34224"/>
                  <a:pt x="629407" y="30832"/>
                  <a:pt x="639728" y="30832"/>
                </a:cubicBezTo>
                <a:cubicBezTo>
                  <a:pt x="650050" y="30832"/>
                  <a:pt x="658323" y="34224"/>
                  <a:pt x="664547" y="41009"/>
                </a:cubicBezTo>
                <a:cubicBezTo>
                  <a:pt x="670771" y="47792"/>
                  <a:pt x="673883" y="56814"/>
                  <a:pt x="673883" y="68076"/>
                </a:cubicBezTo>
                <a:cubicBezTo>
                  <a:pt x="673883" y="79337"/>
                  <a:pt x="670771" y="88371"/>
                  <a:pt x="664547" y="95178"/>
                </a:cubicBezTo>
                <a:cubicBezTo>
                  <a:pt x="658323" y="101984"/>
                  <a:pt x="650050" y="105386"/>
                  <a:pt x="639728" y="105386"/>
                </a:cubicBezTo>
                <a:close/>
                <a:moveTo>
                  <a:pt x="693671" y="10665"/>
                </a:moveTo>
                <a:cubicBezTo>
                  <a:pt x="693671" y="8619"/>
                  <a:pt x="694413" y="6839"/>
                  <a:pt x="695897" y="5326"/>
                </a:cubicBezTo>
                <a:cubicBezTo>
                  <a:pt x="697381" y="3813"/>
                  <a:pt x="699164" y="3057"/>
                  <a:pt x="701246" y="3057"/>
                </a:cubicBezTo>
                <a:cubicBezTo>
                  <a:pt x="703284" y="3057"/>
                  <a:pt x="705045" y="3813"/>
                  <a:pt x="706529" y="5326"/>
                </a:cubicBezTo>
                <a:cubicBezTo>
                  <a:pt x="708013" y="6839"/>
                  <a:pt x="708755" y="8619"/>
                  <a:pt x="708755" y="10665"/>
                </a:cubicBezTo>
                <a:cubicBezTo>
                  <a:pt x="708755" y="12757"/>
                  <a:pt x="708024" y="14537"/>
                  <a:pt x="706562" y="16006"/>
                </a:cubicBezTo>
                <a:cubicBezTo>
                  <a:pt x="705100" y="17473"/>
                  <a:pt x="703328" y="18207"/>
                  <a:pt x="701246" y="18207"/>
                </a:cubicBezTo>
                <a:cubicBezTo>
                  <a:pt x="699164" y="18207"/>
                  <a:pt x="697381" y="17473"/>
                  <a:pt x="695897" y="16006"/>
                </a:cubicBezTo>
                <a:cubicBezTo>
                  <a:pt x="694413" y="14537"/>
                  <a:pt x="693671" y="12757"/>
                  <a:pt x="693671" y="10665"/>
                </a:cubicBezTo>
                <a:moveTo>
                  <a:pt x="709286" y="96349"/>
                </a:moveTo>
                <a:lnTo>
                  <a:pt x="720848" y="96349"/>
                </a:lnTo>
                <a:lnTo>
                  <a:pt x="720848" y="103393"/>
                </a:lnTo>
                <a:lnTo>
                  <a:pt x="685365" y="103393"/>
                </a:lnTo>
                <a:lnTo>
                  <a:pt x="685365" y="96349"/>
                </a:lnTo>
                <a:lnTo>
                  <a:pt x="697060" y="96349"/>
                </a:lnTo>
                <a:lnTo>
                  <a:pt x="697060" y="39869"/>
                </a:lnTo>
                <a:lnTo>
                  <a:pt x="685365" y="39869"/>
                </a:lnTo>
                <a:lnTo>
                  <a:pt x="685365" y="32692"/>
                </a:lnTo>
                <a:lnTo>
                  <a:pt x="709286" y="32692"/>
                </a:lnTo>
                <a:lnTo>
                  <a:pt x="709286" y="96349"/>
                </a:lnTo>
                <a:close/>
                <a:moveTo>
                  <a:pt x="738543" y="39869"/>
                </a:moveTo>
                <a:lnTo>
                  <a:pt x="727779" y="39869"/>
                </a:lnTo>
                <a:lnTo>
                  <a:pt x="727779" y="32692"/>
                </a:lnTo>
                <a:lnTo>
                  <a:pt x="738543" y="32692"/>
                </a:lnTo>
                <a:lnTo>
                  <a:pt x="738543" y="10765"/>
                </a:lnTo>
                <a:lnTo>
                  <a:pt x="750836" y="10765"/>
                </a:lnTo>
                <a:lnTo>
                  <a:pt x="750836" y="32692"/>
                </a:lnTo>
                <a:lnTo>
                  <a:pt x="773827" y="32692"/>
                </a:lnTo>
                <a:lnTo>
                  <a:pt x="773827" y="39869"/>
                </a:lnTo>
                <a:lnTo>
                  <a:pt x="750836" y="39869"/>
                </a:lnTo>
                <a:lnTo>
                  <a:pt x="750836" y="84721"/>
                </a:lnTo>
                <a:cubicBezTo>
                  <a:pt x="750836" y="90701"/>
                  <a:pt x="751412" y="94533"/>
                  <a:pt x="752564" y="96216"/>
                </a:cubicBezTo>
                <a:cubicBezTo>
                  <a:pt x="753716" y="97900"/>
                  <a:pt x="755842" y="98741"/>
                  <a:pt x="758943" y="98741"/>
                </a:cubicBezTo>
                <a:cubicBezTo>
                  <a:pt x="762132" y="98741"/>
                  <a:pt x="764458" y="97800"/>
                  <a:pt x="765920" y="95917"/>
                </a:cubicBezTo>
                <a:cubicBezTo>
                  <a:pt x="767382" y="94035"/>
                  <a:pt x="768157" y="90989"/>
                  <a:pt x="768246" y="86781"/>
                </a:cubicBezTo>
                <a:lnTo>
                  <a:pt x="777482" y="86781"/>
                </a:lnTo>
                <a:cubicBezTo>
                  <a:pt x="777128" y="93228"/>
                  <a:pt x="775378" y="97941"/>
                  <a:pt x="772233" y="100920"/>
                </a:cubicBezTo>
                <a:cubicBezTo>
                  <a:pt x="769087" y="103897"/>
                  <a:pt x="764303" y="105386"/>
                  <a:pt x="757880" y="105386"/>
                </a:cubicBezTo>
                <a:cubicBezTo>
                  <a:pt x="750836" y="105386"/>
                  <a:pt x="745853" y="103820"/>
                  <a:pt x="742929" y="100687"/>
                </a:cubicBezTo>
                <a:cubicBezTo>
                  <a:pt x="740005" y="97553"/>
                  <a:pt x="738543" y="92231"/>
                  <a:pt x="738543" y="84721"/>
                </a:cubicBezTo>
                <a:lnTo>
                  <a:pt x="738543" y="39869"/>
                </a:lnTo>
                <a:close/>
                <a:moveTo>
                  <a:pt x="832448" y="81232"/>
                </a:moveTo>
                <a:lnTo>
                  <a:pt x="832448" y="66315"/>
                </a:lnTo>
                <a:lnTo>
                  <a:pt x="816700" y="66315"/>
                </a:lnTo>
                <a:cubicBezTo>
                  <a:pt x="810631" y="66315"/>
                  <a:pt x="806113" y="67619"/>
                  <a:pt x="803145" y="70227"/>
                </a:cubicBezTo>
                <a:cubicBezTo>
                  <a:pt x="800177" y="72835"/>
                  <a:pt x="798693" y="76836"/>
                  <a:pt x="798693" y="82229"/>
                </a:cubicBezTo>
                <a:cubicBezTo>
                  <a:pt x="798693" y="87137"/>
                  <a:pt x="800199" y="91027"/>
                  <a:pt x="803211" y="93901"/>
                </a:cubicBezTo>
                <a:cubicBezTo>
                  <a:pt x="806223" y="96774"/>
                  <a:pt x="810299" y="98210"/>
                  <a:pt x="815437" y="98210"/>
                </a:cubicBezTo>
                <a:cubicBezTo>
                  <a:pt x="820532" y="98210"/>
                  <a:pt x="824640" y="96641"/>
                  <a:pt x="827763" y="93502"/>
                </a:cubicBezTo>
                <a:cubicBezTo>
                  <a:pt x="830886" y="90363"/>
                  <a:pt x="832448" y="86273"/>
                  <a:pt x="832448" y="81232"/>
                </a:cubicBezTo>
                <a:moveTo>
                  <a:pt x="844674" y="59274"/>
                </a:moveTo>
                <a:lnTo>
                  <a:pt x="844674" y="96349"/>
                </a:lnTo>
                <a:lnTo>
                  <a:pt x="855572" y="96349"/>
                </a:lnTo>
                <a:lnTo>
                  <a:pt x="855572" y="103393"/>
                </a:lnTo>
                <a:lnTo>
                  <a:pt x="832448" y="103393"/>
                </a:lnTo>
                <a:lnTo>
                  <a:pt x="832448" y="95753"/>
                </a:lnTo>
                <a:cubicBezTo>
                  <a:pt x="829746" y="99054"/>
                  <a:pt x="826623" y="101484"/>
                  <a:pt x="823079" y="103046"/>
                </a:cubicBezTo>
                <a:cubicBezTo>
                  <a:pt x="819535" y="104606"/>
                  <a:pt x="815393" y="105386"/>
                  <a:pt x="810653" y="105386"/>
                </a:cubicBezTo>
                <a:cubicBezTo>
                  <a:pt x="802812" y="105386"/>
                  <a:pt x="796588" y="103301"/>
                  <a:pt x="791981" y="99132"/>
                </a:cubicBezTo>
                <a:cubicBezTo>
                  <a:pt x="787374" y="94961"/>
                  <a:pt x="785071" y="89327"/>
                  <a:pt x="785071" y="82229"/>
                </a:cubicBezTo>
                <a:cubicBezTo>
                  <a:pt x="785071" y="74909"/>
                  <a:pt x="787706" y="69230"/>
                  <a:pt x="792978" y="65194"/>
                </a:cubicBezTo>
                <a:cubicBezTo>
                  <a:pt x="798250" y="61157"/>
                  <a:pt x="805692" y="59139"/>
                  <a:pt x="815304" y="59139"/>
                </a:cubicBezTo>
                <a:lnTo>
                  <a:pt x="832448" y="59139"/>
                </a:lnTo>
                <a:lnTo>
                  <a:pt x="832448" y="54325"/>
                </a:lnTo>
                <a:cubicBezTo>
                  <a:pt x="832448" y="48975"/>
                  <a:pt x="830820" y="44829"/>
                  <a:pt x="827564" y="41889"/>
                </a:cubicBezTo>
                <a:cubicBezTo>
                  <a:pt x="824308" y="38947"/>
                  <a:pt x="819734" y="37477"/>
                  <a:pt x="813843" y="37477"/>
                </a:cubicBezTo>
                <a:cubicBezTo>
                  <a:pt x="808970" y="37477"/>
                  <a:pt x="805094" y="38584"/>
                  <a:pt x="802214" y="40799"/>
                </a:cubicBezTo>
                <a:cubicBezTo>
                  <a:pt x="799335" y="43014"/>
                  <a:pt x="797541" y="46292"/>
                  <a:pt x="796832" y="50633"/>
                </a:cubicBezTo>
                <a:lnTo>
                  <a:pt x="790519" y="50633"/>
                </a:lnTo>
                <a:lnTo>
                  <a:pt x="790519" y="36280"/>
                </a:lnTo>
                <a:cubicBezTo>
                  <a:pt x="794772" y="34464"/>
                  <a:pt x="798903" y="33102"/>
                  <a:pt x="802912" y="32194"/>
                </a:cubicBezTo>
                <a:cubicBezTo>
                  <a:pt x="806921" y="31286"/>
                  <a:pt x="810830" y="30832"/>
                  <a:pt x="814640" y="30832"/>
                </a:cubicBezTo>
                <a:cubicBezTo>
                  <a:pt x="824430" y="30832"/>
                  <a:pt x="831883" y="33258"/>
                  <a:pt x="837000" y="38110"/>
                </a:cubicBezTo>
                <a:cubicBezTo>
                  <a:pt x="842116" y="42961"/>
                  <a:pt x="844674" y="50015"/>
                  <a:pt x="844674" y="59274"/>
                </a:cubicBezTo>
                <a:close/>
                <a:moveTo>
                  <a:pt x="875489" y="96349"/>
                </a:moveTo>
                <a:lnTo>
                  <a:pt x="875489" y="7043"/>
                </a:lnTo>
                <a:lnTo>
                  <a:pt x="863728" y="7043"/>
                </a:lnTo>
                <a:lnTo>
                  <a:pt x="863728" y="0"/>
                </a:lnTo>
                <a:lnTo>
                  <a:pt x="887716" y="0"/>
                </a:lnTo>
                <a:lnTo>
                  <a:pt x="887716" y="43849"/>
                </a:lnTo>
                <a:cubicBezTo>
                  <a:pt x="890108" y="39399"/>
                  <a:pt x="893153" y="36116"/>
                  <a:pt x="896852" y="34003"/>
                </a:cubicBezTo>
                <a:cubicBezTo>
                  <a:pt x="900551" y="31889"/>
                  <a:pt x="905125" y="30832"/>
                  <a:pt x="910574" y="30832"/>
                </a:cubicBezTo>
                <a:cubicBezTo>
                  <a:pt x="919256" y="30832"/>
                  <a:pt x="926344" y="34268"/>
                  <a:pt x="931837" y="41142"/>
                </a:cubicBezTo>
                <a:cubicBezTo>
                  <a:pt x="937330" y="48013"/>
                  <a:pt x="940076" y="56991"/>
                  <a:pt x="940076" y="68076"/>
                </a:cubicBezTo>
                <a:cubicBezTo>
                  <a:pt x="940076" y="79160"/>
                  <a:pt x="937330" y="88150"/>
                  <a:pt x="931837" y="95045"/>
                </a:cubicBezTo>
                <a:cubicBezTo>
                  <a:pt x="926344" y="101939"/>
                  <a:pt x="919256" y="105386"/>
                  <a:pt x="910574" y="105386"/>
                </a:cubicBezTo>
                <a:cubicBezTo>
                  <a:pt x="905125" y="105386"/>
                  <a:pt x="900551" y="104329"/>
                  <a:pt x="896852" y="102215"/>
                </a:cubicBezTo>
                <a:cubicBezTo>
                  <a:pt x="893153" y="100100"/>
                  <a:pt x="890108" y="96817"/>
                  <a:pt x="887716" y="92367"/>
                </a:cubicBezTo>
                <a:lnTo>
                  <a:pt x="887716" y="103393"/>
                </a:lnTo>
                <a:lnTo>
                  <a:pt x="863728" y="103393"/>
                </a:lnTo>
                <a:lnTo>
                  <a:pt x="863728" y="96349"/>
                </a:lnTo>
                <a:lnTo>
                  <a:pt x="875489" y="96349"/>
                </a:lnTo>
                <a:moveTo>
                  <a:pt x="887716" y="71593"/>
                </a:moveTo>
                <a:cubicBezTo>
                  <a:pt x="887716" y="80089"/>
                  <a:pt x="889344" y="86561"/>
                  <a:pt x="892600" y="91009"/>
                </a:cubicBezTo>
                <a:cubicBezTo>
                  <a:pt x="895855" y="95455"/>
                  <a:pt x="900584" y="97678"/>
                  <a:pt x="906786" y="97678"/>
                </a:cubicBezTo>
                <a:cubicBezTo>
                  <a:pt x="913032" y="97678"/>
                  <a:pt x="917761" y="95178"/>
                  <a:pt x="920973" y="90178"/>
                </a:cubicBezTo>
                <a:cubicBezTo>
                  <a:pt x="924184" y="85178"/>
                  <a:pt x="925790" y="77810"/>
                  <a:pt x="925790" y="68076"/>
                </a:cubicBezTo>
                <a:cubicBezTo>
                  <a:pt x="925790" y="58297"/>
                  <a:pt x="924184" y="50929"/>
                  <a:pt x="920973" y="45974"/>
                </a:cubicBezTo>
                <a:cubicBezTo>
                  <a:pt x="917761" y="41018"/>
                  <a:pt x="913032" y="38540"/>
                  <a:pt x="906786" y="38540"/>
                </a:cubicBezTo>
                <a:cubicBezTo>
                  <a:pt x="900584" y="38540"/>
                  <a:pt x="895855" y="40775"/>
                  <a:pt x="892600" y="45245"/>
                </a:cubicBezTo>
                <a:cubicBezTo>
                  <a:pt x="889344" y="49713"/>
                  <a:pt x="887716" y="56173"/>
                  <a:pt x="887716" y="64625"/>
                </a:cubicBezTo>
                <a:lnTo>
                  <a:pt x="887716" y="71593"/>
                </a:lnTo>
                <a:close/>
                <a:moveTo>
                  <a:pt x="974811" y="96349"/>
                </a:moveTo>
                <a:lnTo>
                  <a:pt x="986373" y="96349"/>
                </a:lnTo>
                <a:lnTo>
                  <a:pt x="986373" y="103393"/>
                </a:lnTo>
                <a:lnTo>
                  <a:pt x="950823" y="103393"/>
                </a:lnTo>
                <a:lnTo>
                  <a:pt x="950823" y="96349"/>
                </a:lnTo>
                <a:lnTo>
                  <a:pt x="962584" y="96349"/>
                </a:lnTo>
                <a:lnTo>
                  <a:pt x="962584" y="7043"/>
                </a:lnTo>
                <a:lnTo>
                  <a:pt x="950823" y="7043"/>
                </a:lnTo>
                <a:lnTo>
                  <a:pt x="950823" y="0"/>
                </a:lnTo>
                <a:lnTo>
                  <a:pt x="974811" y="0"/>
                </a:lnTo>
                <a:lnTo>
                  <a:pt x="974811" y="96349"/>
                </a:lnTo>
                <a:close/>
                <a:moveTo>
                  <a:pt x="1064069" y="69371"/>
                </a:moveTo>
                <a:lnTo>
                  <a:pt x="1011376" y="69371"/>
                </a:lnTo>
                <a:lnTo>
                  <a:pt x="1011376" y="69903"/>
                </a:lnTo>
                <a:cubicBezTo>
                  <a:pt x="1011376" y="79427"/>
                  <a:pt x="1013170" y="86615"/>
                  <a:pt x="1016759" y="91465"/>
                </a:cubicBezTo>
                <a:cubicBezTo>
                  <a:pt x="1020347" y="96316"/>
                  <a:pt x="1025640" y="98741"/>
                  <a:pt x="1032640" y="98741"/>
                </a:cubicBezTo>
                <a:cubicBezTo>
                  <a:pt x="1038000" y="98741"/>
                  <a:pt x="1042396" y="97335"/>
                  <a:pt x="1045830" y="94522"/>
                </a:cubicBezTo>
                <a:cubicBezTo>
                  <a:pt x="1049263" y="91709"/>
                  <a:pt x="1051666" y="87534"/>
                  <a:pt x="1053039" y="81997"/>
                </a:cubicBezTo>
                <a:lnTo>
                  <a:pt x="1062873" y="81997"/>
                </a:lnTo>
                <a:cubicBezTo>
                  <a:pt x="1060924" y="89771"/>
                  <a:pt x="1057325" y="95613"/>
                  <a:pt x="1052076" y="99522"/>
                </a:cubicBezTo>
                <a:cubicBezTo>
                  <a:pt x="1046826" y="103432"/>
                  <a:pt x="1039927" y="105386"/>
                  <a:pt x="1031377" y="105386"/>
                </a:cubicBezTo>
                <a:cubicBezTo>
                  <a:pt x="1021056" y="105386"/>
                  <a:pt x="1012761" y="101984"/>
                  <a:pt x="1006492" y="95178"/>
                </a:cubicBezTo>
                <a:cubicBezTo>
                  <a:pt x="1000224" y="88371"/>
                  <a:pt x="997090" y="79337"/>
                  <a:pt x="997090" y="68076"/>
                </a:cubicBezTo>
                <a:cubicBezTo>
                  <a:pt x="997090" y="56903"/>
                  <a:pt x="1000169" y="47903"/>
                  <a:pt x="1006326" y="41075"/>
                </a:cubicBezTo>
                <a:cubicBezTo>
                  <a:pt x="1012484" y="34246"/>
                  <a:pt x="1020568" y="30832"/>
                  <a:pt x="1030580" y="30832"/>
                </a:cubicBezTo>
                <a:cubicBezTo>
                  <a:pt x="1041256" y="30832"/>
                  <a:pt x="1049451" y="34121"/>
                  <a:pt x="1055165" y="40699"/>
                </a:cubicBezTo>
                <a:cubicBezTo>
                  <a:pt x="1060880" y="47278"/>
                  <a:pt x="1063848" y="56835"/>
                  <a:pt x="1064069" y="69371"/>
                </a:cubicBezTo>
                <a:moveTo>
                  <a:pt x="1049650" y="62328"/>
                </a:moveTo>
                <a:cubicBezTo>
                  <a:pt x="1049384" y="54111"/>
                  <a:pt x="1047646" y="47914"/>
                  <a:pt x="1044434" y="43739"/>
                </a:cubicBezTo>
                <a:cubicBezTo>
                  <a:pt x="1041222" y="39564"/>
                  <a:pt x="1036604" y="37477"/>
                  <a:pt x="1030580" y="37477"/>
                </a:cubicBezTo>
                <a:cubicBezTo>
                  <a:pt x="1024954" y="37477"/>
                  <a:pt x="1020524" y="39575"/>
                  <a:pt x="1017290" y="43772"/>
                </a:cubicBezTo>
                <a:cubicBezTo>
                  <a:pt x="1014056" y="47970"/>
                  <a:pt x="1012085" y="54155"/>
                  <a:pt x="1011376" y="62328"/>
                </a:cubicBezTo>
                <a:lnTo>
                  <a:pt x="1049650" y="62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DB6EE-97C4-44E8-8C5B-4D905B4E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760" y="2632374"/>
            <a:ext cx="1088137" cy="580264"/>
          </a:xfrm>
          <a:custGeom xmlns:a="http://schemas.openxmlformats.org/drawingml/2006/main">
            <a:pathLst>
              <a:path w="1088137" h="580264">
                <a:moveTo>
                  <a:pt x="543815" y="580264"/>
                </a:moveTo>
                <a:lnTo>
                  <a:pt x="37481" y="580264"/>
                </a:lnTo>
                <a:cubicBezTo>
                  <a:pt x="16956" y="580264"/>
                  <a:pt x="0" y="563326"/>
                  <a:pt x="0" y="542782"/>
                </a:cubicBezTo>
                <a:lnTo>
                  <a:pt x="0" y="37989"/>
                </a:lnTo>
                <a:cubicBezTo>
                  <a:pt x="0" y="16938"/>
                  <a:pt x="16956" y="0"/>
                  <a:pt x="37481" y="0"/>
                </a:cubicBezTo>
                <a:lnTo>
                  <a:pt x="1050656" y="0"/>
                </a:lnTo>
                <a:cubicBezTo>
                  <a:pt x="1071199" y="0"/>
                  <a:pt x="1088137" y="16938"/>
                  <a:pt x="1088137" y="37989"/>
                </a:cubicBezTo>
                <a:lnTo>
                  <a:pt x="1088137" y="542782"/>
                </a:lnTo>
                <a:cubicBezTo>
                  <a:pt x="1088137" y="563326"/>
                  <a:pt x="1071199" y="580264"/>
                  <a:pt x="1050656" y="580264"/>
                </a:cubicBezTo>
                <a:lnTo>
                  <a:pt x="543815" y="580264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58">
            <a:extLst xmlns:a="http://schemas.openxmlformats.org/drawingml/2006/main">
              <a:ext uri="{FF2B5EF4-FFF2-40B4-BE49-F238E27FC236}">
                <a16:creationId xmlns:a16="http://schemas.microsoft.com/office/drawing/2014/main" id="{96F77C5F-8605-4DA3-B1C0-67E6CE67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1155" y="2797612"/>
            <a:ext cx="209469" cy="126316"/>
          </a:xfrm>
          <a:custGeom xmlns:a="http://schemas.openxmlformats.org/drawingml/2006/main">
            <a:pathLst>
              <a:path w="209469" h="126316">
                <a:moveTo>
                  <a:pt x="80435" y="2119"/>
                </a:moveTo>
                <a:lnTo>
                  <a:pt x="80435" y="23470"/>
                </a:lnTo>
                <a:lnTo>
                  <a:pt x="15321" y="23470"/>
                </a:lnTo>
                <a:lnTo>
                  <a:pt x="15321" y="50351"/>
                </a:lnTo>
                <a:cubicBezTo>
                  <a:pt x="18907" y="47558"/>
                  <a:pt x="22900" y="45449"/>
                  <a:pt x="27301" y="44025"/>
                </a:cubicBezTo>
                <a:cubicBezTo>
                  <a:pt x="31701" y="42600"/>
                  <a:pt x="36346" y="41888"/>
                  <a:pt x="41236" y="41888"/>
                </a:cubicBezTo>
                <a:cubicBezTo>
                  <a:pt x="56231" y="41888"/>
                  <a:pt x="68075" y="45682"/>
                  <a:pt x="76767" y="53269"/>
                </a:cubicBezTo>
                <a:cubicBezTo>
                  <a:pt x="85460" y="60855"/>
                  <a:pt x="89806" y="71173"/>
                  <a:pt x="89806" y="84224"/>
                </a:cubicBezTo>
                <a:cubicBezTo>
                  <a:pt x="89806" y="97494"/>
                  <a:pt x="85460" y="107827"/>
                  <a:pt x="76767" y="115222"/>
                </a:cubicBezTo>
                <a:cubicBezTo>
                  <a:pt x="68075" y="122618"/>
                  <a:pt x="55905" y="126316"/>
                  <a:pt x="40258" y="126316"/>
                </a:cubicBezTo>
                <a:cubicBezTo>
                  <a:pt x="33630" y="126316"/>
                  <a:pt x="27042" y="125773"/>
                  <a:pt x="20496" y="124686"/>
                </a:cubicBezTo>
                <a:cubicBezTo>
                  <a:pt x="13949" y="123599"/>
                  <a:pt x="7117" y="121915"/>
                  <a:pt x="0" y="119633"/>
                </a:cubicBezTo>
                <a:lnTo>
                  <a:pt x="0" y="92903"/>
                </a:lnTo>
                <a:lnTo>
                  <a:pt x="9779" y="92903"/>
                </a:lnTo>
                <a:cubicBezTo>
                  <a:pt x="10105" y="100917"/>
                  <a:pt x="12183" y="106886"/>
                  <a:pt x="16014" y="110812"/>
                </a:cubicBezTo>
                <a:cubicBezTo>
                  <a:pt x="19844" y="114737"/>
                  <a:pt x="25508" y="116700"/>
                  <a:pt x="33005" y="116700"/>
                </a:cubicBezTo>
                <a:cubicBezTo>
                  <a:pt x="40992" y="116700"/>
                  <a:pt x="46913" y="114027"/>
                  <a:pt x="50771" y="108683"/>
                </a:cubicBezTo>
                <a:cubicBezTo>
                  <a:pt x="54628" y="103338"/>
                  <a:pt x="56557" y="95185"/>
                  <a:pt x="56557" y="84224"/>
                </a:cubicBezTo>
                <a:cubicBezTo>
                  <a:pt x="56557" y="73426"/>
                  <a:pt x="54669" y="65355"/>
                  <a:pt x="50893" y="60010"/>
                </a:cubicBezTo>
                <a:cubicBezTo>
                  <a:pt x="47117" y="54666"/>
                  <a:pt x="41399" y="51993"/>
                  <a:pt x="33739" y="51993"/>
                </a:cubicBezTo>
                <a:cubicBezTo>
                  <a:pt x="29610" y="51993"/>
                  <a:pt x="25929" y="52846"/>
                  <a:pt x="22696" y="54550"/>
                </a:cubicBezTo>
                <a:cubicBezTo>
                  <a:pt x="19464" y="56255"/>
                  <a:pt x="16462" y="58893"/>
                  <a:pt x="13691" y="62465"/>
                </a:cubicBezTo>
                <a:lnTo>
                  <a:pt x="5542" y="62465"/>
                </a:lnTo>
                <a:lnTo>
                  <a:pt x="5542" y="2119"/>
                </a:lnTo>
                <a:lnTo>
                  <a:pt x="80435" y="2119"/>
                </a:lnTo>
                <a:close/>
                <a:moveTo>
                  <a:pt x="179887" y="59124"/>
                </a:moveTo>
                <a:cubicBezTo>
                  <a:pt x="189557" y="60701"/>
                  <a:pt x="196905" y="64262"/>
                  <a:pt x="201931" y="69807"/>
                </a:cubicBezTo>
                <a:cubicBezTo>
                  <a:pt x="206956" y="75352"/>
                  <a:pt x="209469" y="82610"/>
                  <a:pt x="209469" y="91579"/>
                </a:cubicBezTo>
                <a:cubicBezTo>
                  <a:pt x="209469" y="102778"/>
                  <a:pt x="205245" y="111367"/>
                  <a:pt x="196797" y="117346"/>
                </a:cubicBezTo>
                <a:cubicBezTo>
                  <a:pt x="188349" y="123326"/>
                  <a:pt x="176165" y="126316"/>
                  <a:pt x="160247" y="126316"/>
                </a:cubicBezTo>
                <a:cubicBezTo>
                  <a:pt x="144328" y="126316"/>
                  <a:pt x="132131" y="123326"/>
                  <a:pt x="123656" y="117346"/>
                </a:cubicBezTo>
                <a:cubicBezTo>
                  <a:pt x="115180" y="111367"/>
                  <a:pt x="110943" y="102778"/>
                  <a:pt x="110943" y="91579"/>
                </a:cubicBezTo>
                <a:cubicBezTo>
                  <a:pt x="110943" y="82610"/>
                  <a:pt x="113469" y="75352"/>
                  <a:pt x="118522" y="69807"/>
                </a:cubicBezTo>
                <a:cubicBezTo>
                  <a:pt x="123574" y="64262"/>
                  <a:pt x="130909" y="60701"/>
                  <a:pt x="140525" y="59124"/>
                </a:cubicBezTo>
                <a:cubicBezTo>
                  <a:pt x="131995" y="57166"/>
                  <a:pt x="125612" y="53891"/>
                  <a:pt x="121374" y="49296"/>
                </a:cubicBezTo>
                <a:cubicBezTo>
                  <a:pt x="117136" y="44702"/>
                  <a:pt x="115017" y="38872"/>
                  <a:pt x="115017" y="31806"/>
                </a:cubicBezTo>
                <a:cubicBezTo>
                  <a:pt x="115017" y="21475"/>
                  <a:pt x="118875" y="13591"/>
                  <a:pt x="126590" y="8154"/>
                </a:cubicBezTo>
                <a:cubicBezTo>
                  <a:pt x="134304" y="2718"/>
                  <a:pt x="145523" y="0"/>
                  <a:pt x="160247" y="0"/>
                </a:cubicBezTo>
                <a:cubicBezTo>
                  <a:pt x="174916" y="0"/>
                  <a:pt x="186121" y="2718"/>
                  <a:pt x="193863" y="8154"/>
                </a:cubicBezTo>
                <a:cubicBezTo>
                  <a:pt x="201605" y="13591"/>
                  <a:pt x="205476" y="21475"/>
                  <a:pt x="205476" y="31806"/>
                </a:cubicBezTo>
                <a:cubicBezTo>
                  <a:pt x="205476" y="38872"/>
                  <a:pt x="203343" y="44702"/>
                  <a:pt x="199079" y="49296"/>
                </a:cubicBezTo>
                <a:cubicBezTo>
                  <a:pt x="194814" y="53891"/>
                  <a:pt x="188416" y="57166"/>
                  <a:pt x="179887" y="59124"/>
                </a:cubicBezTo>
                <a:moveTo>
                  <a:pt x="173938" y="32149"/>
                </a:moveTo>
                <a:cubicBezTo>
                  <a:pt x="173938" y="23581"/>
                  <a:pt x="172905" y="17683"/>
                  <a:pt x="170841" y="14458"/>
                </a:cubicBezTo>
                <a:cubicBezTo>
                  <a:pt x="168776" y="11230"/>
                  <a:pt x="165245" y="9616"/>
                  <a:pt x="160247" y="9616"/>
                </a:cubicBezTo>
                <a:cubicBezTo>
                  <a:pt x="155194" y="9616"/>
                  <a:pt x="151649" y="11230"/>
                  <a:pt x="149612" y="14458"/>
                </a:cubicBezTo>
                <a:cubicBezTo>
                  <a:pt x="147574" y="17683"/>
                  <a:pt x="146556" y="23581"/>
                  <a:pt x="146556" y="32149"/>
                </a:cubicBezTo>
                <a:cubicBezTo>
                  <a:pt x="146556" y="40664"/>
                  <a:pt x="147574" y="46508"/>
                  <a:pt x="149612" y="49681"/>
                </a:cubicBezTo>
                <a:cubicBezTo>
                  <a:pt x="151649" y="52852"/>
                  <a:pt x="155194" y="54438"/>
                  <a:pt x="160247" y="54438"/>
                </a:cubicBezTo>
                <a:cubicBezTo>
                  <a:pt x="165299" y="54438"/>
                  <a:pt x="168844" y="52852"/>
                  <a:pt x="170882" y="49681"/>
                </a:cubicBezTo>
                <a:cubicBezTo>
                  <a:pt x="172919" y="46508"/>
                  <a:pt x="173938" y="40664"/>
                  <a:pt x="173938" y="32149"/>
                </a:cubicBezTo>
                <a:moveTo>
                  <a:pt x="177116" y="90173"/>
                </a:moveTo>
                <a:cubicBezTo>
                  <a:pt x="177116" y="80246"/>
                  <a:pt x="175853" y="73412"/>
                  <a:pt x="173326" y="69670"/>
                </a:cubicBezTo>
                <a:cubicBezTo>
                  <a:pt x="170800" y="65926"/>
                  <a:pt x="166440" y="64054"/>
                  <a:pt x="160247" y="64054"/>
                </a:cubicBezTo>
                <a:cubicBezTo>
                  <a:pt x="153999" y="64054"/>
                  <a:pt x="149625" y="65926"/>
                  <a:pt x="147126" y="69670"/>
                </a:cubicBezTo>
                <a:cubicBezTo>
                  <a:pt x="144627" y="73412"/>
                  <a:pt x="143377" y="80246"/>
                  <a:pt x="143377" y="90173"/>
                </a:cubicBezTo>
                <a:cubicBezTo>
                  <a:pt x="143377" y="100209"/>
                  <a:pt x="144641" y="107139"/>
                  <a:pt x="147167" y="110964"/>
                </a:cubicBezTo>
                <a:cubicBezTo>
                  <a:pt x="149693" y="114788"/>
                  <a:pt x="154053" y="116700"/>
                  <a:pt x="160247" y="116700"/>
                </a:cubicBezTo>
                <a:cubicBezTo>
                  <a:pt x="166386" y="116700"/>
                  <a:pt x="170732" y="114788"/>
                  <a:pt x="173286" y="110964"/>
                </a:cubicBezTo>
                <a:cubicBezTo>
                  <a:pt x="175839" y="107139"/>
                  <a:pt x="177116" y="100209"/>
                  <a:pt x="177116" y="901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LatestV">
            <a:extLst xmlns:a="http://schemas.openxmlformats.org/drawingml/2006/main">
              <a:ext uri="{FF2B5EF4-FFF2-40B4-BE49-F238E27FC236}">
                <a16:creationId xmlns:a16="http://schemas.microsoft.com/office/drawing/2014/main" id="{2012CB23-BA4C-438F-A14A-D1432EC7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42" y="2994236"/>
            <a:ext cx="566066" cy="101266"/>
          </a:xfrm>
          <a:custGeom xmlns:a="http://schemas.openxmlformats.org/drawingml/2006/main">
            <a:pathLst>
              <a:path w="566066" h="101266">
                <a:moveTo>
                  <a:pt x="0" y="99273"/>
                </a:moveTo>
                <a:lnTo>
                  <a:pt x="0" y="92230"/>
                </a:lnTo>
                <a:lnTo>
                  <a:pt x="12625" y="92230"/>
                </a:lnTo>
                <a:lnTo>
                  <a:pt x="12625" y="7176"/>
                </a:lnTo>
                <a:lnTo>
                  <a:pt x="0" y="7176"/>
                </a:lnTo>
                <a:lnTo>
                  <a:pt x="0" y="0"/>
                </a:lnTo>
                <a:lnTo>
                  <a:pt x="38739" y="0"/>
                </a:lnTo>
                <a:lnTo>
                  <a:pt x="38739" y="7176"/>
                </a:lnTo>
                <a:lnTo>
                  <a:pt x="26114" y="7176"/>
                </a:lnTo>
                <a:lnTo>
                  <a:pt x="26114" y="91033"/>
                </a:lnTo>
                <a:lnTo>
                  <a:pt x="71431" y="91033"/>
                </a:lnTo>
                <a:lnTo>
                  <a:pt x="71431" y="74422"/>
                </a:lnTo>
                <a:lnTo>
                  <a:pt x="79604" y="74422"/>
                </a:lnTo>
                <a:lnTo>
                  <a:pt x="79604" y="99273"/>
                </a:lnTo>
                <a:lnTo>
                  <a:pt x="0" y="99273"/>
                </a:lnTo>
                <a:close/>
                <a:moveTo>
                  <a:pt x="137279" y="77113"/>
                </a:moveTo>
                <a:lnTo>
                  <a:pt x="137279" y="62195"/>
                </a:lnTo>
                <a:lnTo>
                  <a:pt x="121531" y="62195"/>
                </a:lnTo>
                <a:cubicBezTo>
                  <a:pt x="115462" y="62195"/>
                  <a:pt x="110944" y="63499"/>
                  <a:pt x="107976" y="66107"/>
                </a:cubicBezTo>
                <a:cubicBezTo>
                  <a:pt x="105008" y="68715"/>
                  <a:pt x="103524" y="72716"/>
                  <a:pt x="103524" y="78109"/>
                </a:cubicBezTo>
                <a:cubicBezTo>
                  <a:pt x="103524" y="83017"/>
                  <a:pt x="105030" y="86907"/>
                  <a:pt x="108042" y="89781"/>
                </a:cubicBezTo>
                <a:cubicBezTo>
                  <a:pt x="111054" y="92654"/>
                  <a:pt x="115130" y="94090"/>
                  <a:pt x="120268" y="94090"/>
                </a:cubicBezTo>
                <a:cubicBezTo>
                  <a:pt x="125363" y="94090"/>
                  <a:pt x="129471" y="92521"/>
                  <a:pt x="132595" y="89383"/>
                </a:cubicBezTo>
                <a:cubicBezTo>
                  <a:pt x="135718" y="86243"/>
                  <a:pt x="137279" y="82153"/>
                  <a:pt x="137279" y="77113"/>
                </a:cubicBezTo>
                <a:moveTo>
                  <a:pt x="149506" y="55154"/>
                </a:moveTo>
                <a:lnTo>
                  <a:pt x="149506" y="92230"/>
                </a:lnTo>
                <a:lnTo>
                  <a:pt x="160403" y="92230"/>
                </a:lnTo>
                <a:lnTo>
                  <a:pt x="160403" y="99273"/>
                </a:lnTo>
                <a:lnTo>
                  <a:pt x="137279" y="99273"/>
                </a:lnTo>
                <a:lnTo>
                  <a:pt x="137279" y="91634"/>
                </a:lnTo>
                <a:cubicBezTo>
                  <a:pt x="134577" y="94934"/>
                  <a:pt x="131454" y="97365"/>
                  <a:pt x="127910" y="98926"/>
                </a:cubicBezTo>
                <a:cubicBezTo>
                  <a:pt x="124366" y="100486"/>
                  <a:pt x="120224" y="101266"/>
                  <a:pt x="115484" y="101266"/>
                </a:cubicBezTo>
                <a:cubicBezTo>
                  <a:pt x="107643" y="101266"/>
                  <a:pt x="101419" y="99182"/>
                  <a:pt x="96812" y="95012"/>
                </a:cubicBezTo>
                <a:cubicBezTo>
                  <a:pt x="92205" y="90841"/>
                  <a:pt x="89902" y="85207"/>
                  <a:pt x="89902" y="78109"/>
                </a:cubicBezTo>
                <a:cubicBezTo>
                  <a:pt x="89902" y="70789"/>
                  <a:pt x="92538" y="65111"/>
                  <a:pt x="97809" y="61074"/>
                </a:cubicBezTo>
                <a:cubicBezTo>
                  <a:pt x="103081" y="57037"/>
                  <a:pt x="110523" y="55019"/>
                  <a:pt x="120136" y="55019"/>
                </a:cubicBezTo>
                <a:lnTo>
                  <a:pt x="137279" y="55019"/>
                </a:lnTo>
                <a:lnTo>
                  <a:pt x="137279" y="50205"/>
                </a:lnTo>
                <a:cubicBezTo>
                  <a:pt x="137279" y="44855"/>
                  <a:pt x="135651" y="40710"/>
                  <a:pt x="132395" y="37769"/>
                </a:cubicBezTo>
                <a:cubicBezTo>
                  <a:pt x="129139" y="34828"/>
                  <a:pt x="124565" y="33357"/>
                  <a:pt x="118674" y="33357"/>
                </a:cubicBezTo>
                <a:cubicBezTo>
                  <a:pt x="113801" y="33357"/>
                  <a:pt x="109925" y="34464"/>
                  <a:pt x="107045" y="36679"/>
                </a:cubicBezTo>
                <a:cubicBezTo>
                  <a:pt x="104166" y="38894"/>
                  <a:pt x="102372" y="42172"/>
                  <a:pt x="101663" y="46513"/>
                </a:cubicBezTo>
                <a:lnTo>
                  <a:pt x="95351" y="46513"/>
                </a:lnTo>
                <a:lnTo>
                  <a:pt x="95351" y="32161"/>
                </a:lnTo>
                <a:cubicBezTo>
                  <a:pt x="99603" y="30344"/>
                  <a:pt x="103734" y="28982"/>
                  <a:pt x="107743" y="28074"/>
                </a:cubicBezTo>
                <a:cubicBezTo>
                  <a:pt x="111752" y="27166"/>
                  <a:pt x="115661" y="26712"/>
                  <a:pt x="119471" y="26712"/>
                </a:cubicBezTo>
                <a:cubicBezTo>
                  <a:pt x="129261" y="26712"/>
                  <a:pt x="136714" y="29138"/>
                  <a:pt x="141831" y="33990"/>
                </a:cubicBezTo>
                <a:cubicBezTo>
                  <a:pt x="146947" y="38841"/>
                  <a:pt x="149506" y="45895"/>
                  <a:pt x="149506" y="55154"/>
                </a:cubicBezTo>
                <a:close/>
                <a:moveTo>
                  <a:pt x="179324" y="35749"/>
                </a:moveTo>
                <a:lnTo>
                  <a:pt x="168560" y="35749"/>
                </a:lnTo>
                <a:lnTo>
                  <a:pt x="168560" y="28573"/>
                </a:lnTo>
                <a:lnTo>
                  <a:pt x="179324" y="28573"/>
                </a:lnTo>
                <a:lnTo>
                  <a:pt x="179324" y="6645"/>
                </a:lnTo>
                <a:lnTo>
                  <a:pt x="191617" y="6645"/>
                </a:lnTo>
                <a:lnTo>
                  <a:pt x="191617" y="28573"/>
                </a:lnTo>
                <a:lnTo>
                  <a:pt x="214608" y="28573"/>
                </a:lnTo>
                <a:lnTo>
                  <a:pt x="214608" y="35749"/>
                </a:lnTo>
                <a:lnTo>
                  <a:pt x="191617" y="35749"/>
                </a:lnTo>
                <a:lnTo>
                  <a:pt x="191617" y="80601"/>
                </a:lnTo>
                <a:cubicBezTo>
                  <a:pt x="191617" y="86581"/>
                  <a:pt x="192193" y="90413"/>
                  <a:pt x="193345" y="92097"/>
                </a:cubicBezTo>
                <a:cubicBezTo>
                  <a:pt x="194496" y="93780"/>
                  <a:pt x="196623" y="94622"/>
                  <a:pt x="199724" y="94622"/>
                </a:cubicBezTo>
                <a:cubicBezTo>
                  <a:pt x="202913" y="94622"/>
                  <a:pt x="205239" y="93680"/>
                  <a:pt x="206701" y="91798"/>
                </a:cubicBezTo>
                <a:cubicBezTo>
                  <a:pt x="208163" y="89915"/>
                  <a:pt x="208938" y="86869"/>
                  <a:pt x="209026" y="82661"/>
                </a:cubicBezTo>
                <a:lnTo>
                  <a:pt x="218263" y="82661"/>
                </a:lnTo>
                <a:cubicBezTo>
                  <a:pt x="217908" y="89108"/>
                  <a:pt x="216158" y="93821"/>
                  <a:pt x="213013" y="96800"/>
                </a:cubicBezTo>
                <a:cubicBezTo>
                  <a:pt x="209868" y="99778"/>
                  <a:pt x="205084" y="101266"/>
                  <a:pt x="198660" y="101266"/>
                </a:cubicBezTo>
                <a:cubicBezTo>
                  <a:pt x="191617" y="101266"/>
                  <a:pt x="186633" y="99700"/>
                  <a:pt x="183710" y="96567"/>
                </a:cubicBezTo>
                <a:cubicBezTo>
                  <a:pt x="180786" y="93433"/>
                  <a:pt x="179324" y="88111"/>
                  <a:pt x="179324" y="80601"/>
                </a:cubicBezTo>
                <a:lnTo>
                  <a:pt x="179324" y="35749"/>
                </a:lnTo>
                <a:close/>
                <a:moveTo>
                  <a:pt x="292830" y="65252"/>
                </a:moveTo>
                <a:lnTo>
                  <a:pt x="240137" y="65252"/>
                </a:lnTo>
                <a:lnTo>
                  <a:pt x="240137" y="65783"/>
                </a:lnTo>
                <a:cubicBezTo>
                  <a:pt x="240137" y="75308"/>
                  <a:pt x="241931" y="82495"/>
                  <a:pt x="245520" y="87346"/>
                </a:cubicBezTo>
                <a:cubicBezTo>
                  <a:pt x="249108" y="92196"/>
                  <a:pt x="254402" y="94622"/>
                  <a:pt x="261401" y="94622"/>
                </a:cubicBezTo>
                <a:cubicBezTo>
                  <a:pt x="266761" y="94622"/>
                  <a:pt x="271157" y="93215"/>
                  <a:pt x="274591" y="90402"/>
                </a:cubicBezTo>
                <a:cubicBezTo>
                  <a:pt x="278024" y="87589"/>
                  <a:pt x="280427" y="83414"/>
                  <a:pt x="281800" y="77877"/>
                </a:cubicBezTo>
                <a:lnTo>
                  <a:pt x="291634" y="77877"/>
                </a:lnTo>
                <a:cubicBezTo>
                  <a:pt x="289685" y="85651"/>
                  <a:pt x="286086" y="91493"/>
                  <a:pt x="280837" y="95402"/>
                </a:cubicBezTo>
                <a:cubicBezTo>
                  <a:pt x="275587" y="99312"/>
                  <a:pt x="268688" y="101266"/>
                  <a:pt x="260138" y="101266"/>
                </a:cubicBezTo>
                <a:cubicBezTo>
                  <a:pt x="249817" y="101266"/>
                  <a:pt x="241522" y="97864"/>
                  <a:pt x="235253" y="91058"/>
                </a:cubicBezTo>
                <a:cubicBezTo>
                  <a:pt x="228985" y="84252"/>
                  <a:pt x="225851" y="75218"/>
                  <a:pt x="225851" y="63956"/>
                </a:cubicBezTo>
                <a:cubicBezTo>
                  <a:pt x="225851" y="52783"/>
                  <a:pt x="228930" y="43783"/>
                  <a:pt x="235087" y="36955"/>
                </a:cubicBezTo>
                <a:cubicBezTo>
                  <a:pt x="241245" y="30126"/>
                  <a:pt x="249329" y="26712"/>
                  <a:pt x="259341" y="26712"/>
                </a:cubicBezTo>
                <a:cubicBezTo>
                  <a:pt x="270017" y="26712"/>
                  <a:pt x="278212" y="30001"/>
                  <a:pt x="283926" y="36580"/>
                </a:cubicBezTo>
                <a:cubicBezTo>
                  <a:pt x="289641" y="43158"/>
                  <a:pt x="292609" y="52715"/>
                  <a:pt x="292830" y="65252"/>
                </a:cubicBezTo>
                <a:moveTo>
                  <a:pt x="278411" y="58208"/>
                </a:moveTo>
                <a:cubicBezTo>
                  <a:pt x="278146" y="49991"/>
                  <a:pt x="276407" y="43795"/>
                  <a:pt x="273195" y="39620"/>
                </a:cubicBezTo>
                <a:cubicBezTo>
                  <a:pt x="269984" y="35444"/>
                  <a:pt x="265365" y="33357"/>
                  <a:pt x="259341" y="33357"/>
                </a:cubicBezTo>
                <a:cubicBezTo>
                  <a:pt x="253715" y="33357"/>
                  <a:pt x="249285" y="35455"/>
                  <a:pt x="246051" y="39653"/>
                </a:cubicBezTo>
                <a:cubicBezTo>
                  <a:pt x="242817" y="43850"/>
                  <a:pt x="240846" y="50035"/>
                  <a:pt x="240137" y="58208"/>
                </a:cubicBezTo>
                <a:lnTo>
                  <a:pt x="278411" y="58208"/>
                </a:lnTo>
                <a:close/>
                <a:moveTo>
                  <a:pt x="306597" y="95419"/>
                </a:moveTo>
                <a:lnTo>
                  <a:pt x="306597" y="78940"/>
                </a:lnTo>
                <a:lnTo>
                  <a:pt x="313641" y="78940"/>
                </a:lnTo>
                <a:cubicBezTo>
                  <a:pt x="313818" y="84189"/>
                  <a:pt x="315468" y="88115"/>
                  <a:pt x="318591" y="90718"/>
                </a:cubicBezTo>
                <a:cubicBezTo>
                  <a:pt x="321714" y="93320"/>
                  <a:pt x="326332" y="94622"/>
                  <a:pt x="332446" y="94622"/>
                </a:cubicBezTo>
                <a:cubicBezTo>
                  <a:pt x="337939" y="94622"/>
                  <a:pt x="342125" y="93594"/>
                  <a:pt x="345004" y="91538"/>
                </a:cubicBezTo>
                <a:cubicBezTo>
                  <a:pt x="347884" y="89481"/>
                  <a:pt x="349323" y="86485"/>
                  <a:pt x="349323" y="82549"/>
                </a:cubicBezTo>
                <a:cubicBezTo>
                  <a:pt x="349323" y="79454"/>
                  <a:pt x="348271" y="76956"/>
                  <a:pt x="346167" y="75055"/>
                </a:cubicBezTo>
                <a:cubicBezTo>
                  <a:pt x="344063" y="73153"/>
                  <a:pt x="339622" y="71119"/>
                  <a:pt x="332844" y="68952"/>
                </a:cubicBezTo>
                <a:lnTo>
                  <a:pt x="324007" y="65956"/>
                </a:lnTo>
                <a:cubicBezTo>
                  <a:pt x="317938" y="64005"/>
                  <a:pt x="313541" y="61567"/>
                  <a:pt x="310817" y="58640"/>
                </a:cubicBezTo>
                <a:cubicBezTo>
                  <a:pt x="308093" y="55712"/>
                  <a:pt x="306730" y="51987"/>
                  <a:pt x="306730" y="47464"/>
                </a:cubicBezTo>
                <a:cubicBezTo>
                  <a:pt x="306730" y="40990"/>
                  <a:pt x="309100" y="35913"/>
                  <a:pt x="313840" y="32233"/>
                </a:cubicBezTo>
                <a:cubicBezTo>
                  <a:pt x="318580" y="28552"/>
                  <a:pt x="325136" y="26712"/>
                  <a:pt x="333509" y="26712"/>
                </a:cubicBezTo>
                <a:cubicBezTo>
                  <a:pt x="337230" y="26712"/>
                  <a:pt x="341150" y="27199"/>
                  <a:pt x="345270" y="28174"/>
                </a:cubicBezTo>
                <a:cubicBezTo>
                  <a:pt x="349390" y="29148"/>
                  <a:pt x="353643" y="30566"/>
                  <a:pt x="358028" y="32427"/>
                </a:cubicBezTo>
                <a:lnTo>
                  <a:pt x="358028" y="47842"/>
                </a:lnTo>
                <a:lnTo>
                  <a:pt x="350985" y="47842"/>
                </a:lnTo>
                <a:cubicBezTo>
                  <a:pt x="350807" y="43300"/>
                  <a:pt x="349213" y="39751"/>
                  <a:pt x="346200" y="37194"/>
                </a:cubicBezTo>
                <a:cubicBezTo>
                  <a:pt x="343188" y="34636"/>
                  <a:pt x="339090" y="33357"/>
                  <a:pt x="333908" y="33357"/>
                </a:cubicBezTo>
                <a:cubicBezTo>
                  <a:pt x="328769" y="33357"/>
                  <a:pt x="324882" y="34264"/>
                  <a:pt x="322246" y="36077"/>
                </a:cubicBezTo>
                <a:cubicBezTo>
                  <a:pt x="319610" y="37889"/>
                  <a:pt x="318292" y="40607"/>
                  <a:pt x="318292" y="44231"/>
                </a:cubicBezTo>
                <a:cubicBezTo>
                  <a:pt x="318292" y="47194"/>
                  <a:pt x="319289" y="49571"/>
                  <a:pt x="321282" y="51362"/>
                </a:cubicBezTo>
                <a:cubicBezTo>
                  <a:pt x="323276" y="53152"/>
                  <a:pt x="327263" y="54975"/>
                  <a:pt x="333243" y="56832"/>
                </a:cubicBezTo>
                <a:lnTo>
                  <a:pt x="342944" y="59828"/>
                </a:lnTo>
                <a:cubicBezTo>
                  <a:pt x="349634" y="61913"/>
                  <a:pt x="354451" y="64518"/>
                  <a:pt x="357397" y="67644"/>
                </a:cubicBezTo>
                <a:cubicBezTo>
                  <a:pt x="360343" y="70770"/>
                  <a:pt x="361816" y="74794"/>
                  <a:pt x="361816" y="79717"/>
                </a:cubicBezTo>
                <a:cubicBezTo>
                  <a:pt x="361816" y="86411"/>
                  <a:pt x="359257" y="91677"/>
                  <a:pt x="354141" y="95512"/>
                </a:cubicBezTo>
                <a:cubicBezTo>
                  <a:pt x="349024" y="99348"/>
                  <a:pt x="341970" y="101266"/>
                  <a:pt x="332977" y="101266"/>
                </a:cubicBezTo>
                <a:cubicBezTo>
                  <a:pt x="328415" y="101266"/>
                  <a:pt x="323963" y="100779"/>
                  <a:pt x="319621" y="99805"/>
                </a:cubicBezTo>
                <a:cubicBezTo>
                  <a:pt x="315280" y="98830"/>
                  <a:pt x="310939" y="97368"/>
                  <a:pt x="306597" y="95419"/>
                </a:cubicBezTo>
                <a:close/>
                <a:moveTo>
                  <a:pt x="382636" y="35749"/>
                </a:moveTo>
                <a:lnTo>
                  <a:pt x="371871" y="35749"/>
                </a:lnTo>
                <a:lnTo>
                  <a:pt x="371871" y="28573"/>
                </a:lnTo>
                <a:lnTo>
                  <a:pt x="382636" y="28573"/>
                </a:lnTo>
                <a:lnTo>
                  <a:pt x="382636" y="6645"/>
                </a:lnTo>
                <a:lnTo>
                  <a:pt x="394929" y="6645"/>
                </a:lnTo>
                <a:lnTo>
                  <a:pt x="394929" y="28573"/>
                </a:lnTo>
                <a:lnTo>
                  <a:pt x="417920" y="28573"/>
                </a:lnTo>
                <a:lnTo>
                  <a:pt x="417920" y="35749"/>
                </a:lnTo>
                <a:lnTo>
                  <a:pt x="394929" y="35749"/>
                </a:lnTo>
                <a:lnTo>
                  <a:pt x="394929" y="80601"/>
                </a:lnTo>
                <a:cubicBezTo>
                  <a:pt x="394929" y="86581"/>
                  <a:pt x="395505" y="90413"/>
                  <a:pt x="396656" y="92097"/>
                </a:cubicBezTo>
                <a:cubicBezTo>
                  <a:pt x="397808" y="93780"/>
                  <a:pt x="399934" y="94622"/>
                  <a:pt x="403035" y="94622"/>
                </a:cubicBezTo>
                <a:cubicBezTo>
                  <a:pt x="406225" y="94622"/>
                  <a:pt x="408551" y="93680"/>
                  <a:pt x="410012" y="91798"/>
                </a:cubicBezTo>
                <a:cubicBezTo>
                  <a:pt x="411474" y="89915"/>
                  <a:pt x="412249" y="86869"/>
                  <a:pt x="412338" y="82661"/>
                </a:cubicBezTo>
                <a:lnTo>
                  <a:pt x="421574" y="82661"/>
                </a:lnTo>
                <a:cubicBezTo>
                  <a:pt x="421220" y="89108"/>
                  <a:pt x="419470" y="93821"/>
                  <a:pt x="416325" y="96800"/>
                </a:cubicBezTo>
                <a:cubicBezTo>
                  <a:pt x="413180" y="99778"/>
                  <a:pt x="408395" y="101266"/>
                  <a:pt x="401972" y="101266"/>
                </a:cubicBezTo>
                <a:cubicBezTo>
                  <a:pt x="394929" y="101266"/>
                  <a:pt x="389945" y="99700"/>
                  <a:pt x="387021" y="96567"/>
                </a:cubicBezTo>
                <a:cubicBezTo>
                  <a:pt x="384098" y="93433"/>
                  <a:pt x="382636" y="88111"/>
                  <a:pt x="382636" y="80601"/>
                </a:cubicBezTo>
                <a:lnTo>
                  <a:pt x="382636" y="35749"/>
                </a:lnTo>
                <a:close/>
                <a:moveTo>
                  <a:pt x="489585" y="7176"/>
                </a:moveTo>
                <a:lnTo>
                  <a:pt x="518888" y="83326"/>
                </a:lnTo>
                <a:lnTo>
                  <a:pt x="548125" y="7176"/>
                </a:lnTo>
                <a:lnTo>
                  <a:pt x="536962" y="7176"/>
                </a:lnTo>
                <a:lnTo>
                  <a:pt x="536962" y="0"/>
                </a:lnTo>
                <a:lnTo>
                  <a:pt x="566066" y="0"/>
                </a:lnTo>
                <a:lnTo>
                  <a:pt x="566066" y="7176"/>
                </a:lnTo>
                <a:lnTo>
                  <a:pt x="556431" y="7176"/>
                </a:lnTo>
                <a:lnTo>
                  <a:pt x="521014" y="99273"/>
                </a:lnTo>
                <a:lnTo>
                  <a:pt x="509585" y="99273"/>
                </a:lnTo>
                <a:lnTo>
                  <a:pt x="474368" y="7176"/>
                </a:lnTo>
                <a:lnTo>
                  <a:pt x="464467" y="7176"/>
                </a:lnTo>
                <a:lnTo>
                  <a:pt x="464467" y="0"/>
                </a:lnTo>
                <a:lnTo>
                  <a:pt x="500615" y="0"/>
                </a:lnTo>
                <a:lnTo>
                  <a:pt x="500615" y="7176"/>
                </a:lnTo>
                <a:lnTo>
                  <a:pt x="489585" y="71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ersion">
            <a:extLst xmlns:a="http://schemas.openxmlformats.org/drawingml/2006/main">
              <a:ext uri="{FF2B5EF4-FFF2-40B4-BE49-F238E27FC236}">
                <a16:creationId xmlns:a16="http://schemas.microsoft.com/office/drawing/2014/main" id="{433F19CA-181E-4023-A79B-982BB988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741" y="2993173"/>
            <a:ext cx="416204" cy="102330"/>
          </a:xfrm>
          <a:custGeom xmlns:a="http://schemas.openxmlformats.org/drawingml/2006/main">
            <a:pathLst>
              <a:path w="416204" h="102330">
                <a:moveTo>
                  <a:pt x="66979" y="66315"/>
                </a:moveTo>
                <a:lnTo>
                  <a:pt x="14286" y="66315"/>
                </a:lnTo>
                <a:lnTo>
                  <a:pt x="14286" y="66846"/>
                </a:lnTo>
                <a:cubicBezTo>
                  <a:pt x="14286" y="76371"/>
                  <a:pt x="16080" y="83558"/>
                  <a:pt x="19669" y="88409"/>
                </a:cubicBezTo>
                <a:cubicBezTo>
                  <a:pt x="23257" y="93259"/>
                  <a:pt x="28550" y="95685"/>
                  <a:pt x="35550" y="95685"/>
                </a:cubicBezTo>
                <a:cubicBezTo>
                  <a:pt x="40910" y="95685"/>
                  <a:pt x="45306" y="94278"/>
                  <a:pt x="48739" y="91465"/>
                </a:cubicBezTo>
                <a:cubicBezTo>
                  <a:pt x="52173" y="88652"/>
                  <a:pt x="54576" y="84477"/>
                  <a:pt x="55949" y="78940"/>
                </a:cubicBezTo>
                <a:lnTo>
                  <a:pt x="65783" y="78940"/>
                </a:lnTo>
                <a:cubicBezTo>
                  <a:pt x="63834" y="86714"/>
                  <a:pt x="60235" y="92556"/>
                  <a:pt x="54986" y="96466"/>
                </a:cubicBezTo>
                <a:cubicBezTo>
                  <a:pt x="49736" y="100375"/>
                  <a:pt x="42837" y="102330"/>
                  <a:pt x="34287" y="102330"/>
                </a:cubicBezTo>
                <a:cubicBezTo>
                  <a:pt x="23966" y="102330"/>
                  <a:pt x="15671" y="98927"/>
                  <a:pt x="9402" y="92122"/>
                </a:cubicBezTo>
                <a:cubicBezTo>
                  <a:pt x="3134" y="85315"/>
                  <a:pt x="0" y="76281"/>
                  <a:pt x="0" y="65019"/>
                </a:cubicBezTo>
                <a:cubicBezTo>
                  <a:pt x="0" y="53846"/>
                  <a:pt x="3079" y="44846"/>
                  <a:pt x="9236" y="38019"/>
                </a:cubicBezTo>
                <a:cubicBezTo>
                  <a:pt x="15394" y="31190"/>
                  <a:pt x="23478" y="27775"/>
                  <a:pt x="33490" y="27775"/>
                </a:cubicBezTo>
                <a:cubicBezTo>
                  <a:pt x="44166" y="27775"/>
                  <a:pt x="52361" y="31064"/>
                  <a:pt x="58075" y="37643"/>
                </a:cubicBezTo>
                <a:cubicBezTo>
                  <a:pt x="63790" y="44221"/>
                  <a:pt x="66758" y="53778"/>
                  <a:pt x="66979" y="66315"/>
                </a:cubicBezTo>
                <a:moveTo>
                  <a:pt x="52560" y="59271"/>
                </a:moveTo>
                <a:cubicBezTo>
                  <a:pt x="52294" y="51054"/>
                  <a:pt x="50556" y="44858"/>
                  <a:pt x="47344" y="40683"/>
                </a:cubicBezTo>
                <a:cubicBezTo>
                  <a:pt x="44132" y="36508"/>
                  <a:pt x="39514" y="34420"/>
                  <a:pt x="33490" y="34420"/>
                </a:cubicBezTo>
                <a:cubicBezTo>
                  <a:pt x="27864" y="34420"/>
                  <a:pt x="23434" y="36519"/>
                  <a:pt x="20200" y="40716"/>
                </a:cubicBezTo>
                <a:cubicBezTo>
                  <a:pt x="16966" y="44913"/>
                  <a:pt x="14995" y="51098"/>
                  <a:pt x="14286" y="59271"/>
                </a:cubicBezTo>
                <a:lnTo>
                  <a:pt x="52560" y="59271"/>
                </a:lnTo>
                <a:close/>
                <a:moveTo>
                  <a:pt x="138157" y="29636"/>
                </a:moveTo>
                <a:lnTo>
                  <a:pt x="138157" y="47311"/>
                </a:lnTo>
                <a:lnTo>
                  <a:pt x="131114" y="47311"/>
                </a:lnTo>
                <a:cubicBezTo>
                  <a:pt x="130892" y="43789"/>
                  <a:pt x="129918" y="41159"/>
                  <a:pt x="128190" y="39420"/>
                </a:cubicBezTo>
                <a:cubicBezTo>
                  <a:pt x="126462" y="37681"/>
                  <a:pt x="123937" y="36812"/>
                  <a:pt x="120615" y="36812"/>
                </a:cubicBezTo>
                <a:cubicBezTo>
                  <a:pt x="114590" y="36812"/>
                  <a:pt x="109972" y="38898"/>
                  <a:pt x="106761" y="43071"/>
                </a:cubicBezTo>
                <a:cubicBezTo>
                  <a:pt x="103549" y="47242"/>
                  <a:pt x="101943" y="53233"/>
                  <a:pt x="101943" y="61045"/>
                </a:cubicBezTo>
                <a:lnTo>
                  <a:pt x="101943" y="93293"/>
                </a:lnTo>
                <a:lnTo>
                  <a:pt x="116097" y="93293"/>
                </a:lnTo>
                <a:lnTo>
                  <a:pt x="116097" y="100336"/>
                </a:lnTo>
                <a:lnTo>
                  <a:pt x="78686" y="100336"/>
                </a:lnTo>
                <a:lnTo>
                  <a:pt x="78686" y="93293"/>
                </a:lnTo>
                <a:lnTo>
                  <a:pt x="89717" y="93293"/>
                </a:lnTo>
                <a:lnTo>
                  <a:pt x="89717" y="36679"/>
                </a:lnTo>
                <a:lnTo>
                  <a:pt x="78022" y="36679"/>
                </a:lnTo>
                <a:lnTo>
                  <a:pt x="78022" y="29636"/>
                </a:lnTo>
                <a:lnTo>
                  <a:pt x="101943" y="29636"/>
                </a:lnTo>
                <a:lnTo>
                  <a:pt x="101943" y="42296"/>
                </a:lnTo>
                <a:cubicBezTo>
                  <a:pt x="104335" y="37367"/>
                  <a:pt x="107414" y="33714"/>
                  <a:pt x="111179" y="31338"/>
                </a:cubicBezTo>
                <a:cubicBezTo>
                  <a:pt x="114945" y="28963"/>
                  <a:pt x="119530" y="27775"/>
                  <a:pt x="124934" y="27775"/>
                </a:cubicBezTo>
                <a:cubicBezTo>
                  <a:pt x="126928" y="27775"/>
                  <a:pt x="129021" y="27936"/>
                  <a:pt x="131213" y="28259"/>
                </a:cubicBezTo>
                <a:cubicBezTo>
                  <a:pt x="133406" y="28580"/>
                  <a:pt x="135721" y="29039"/>
                  <a:pt x="138157" y="29636"/>
                </a:cubicBezTo>
                <a:close/>
                <a:moveTo>
                  <a:pt x="145931" y="96482"/>
                </a:moveTo>
                <a:lnTo>
                  <a:pt x="145931" y="80003"/>
                </a:lnTo>
                <a:lnTo>
                  <a:pt x="152975" y="80003"/>
                </a:lnTo>
                <a:cubicBezTo>
                  <a:pt x="153152" y="85253"/>
                  <a:pt x="154802" y="89178"/>
                  <a:pt x="157925" y="91781"/>
                </a:cubicBezTo>
                <a:cubicBezTo>
                  <a:pt x="161048" y="94384"/>
                  <a:pt x="165666" y="95685"/>
                  <a:pt x="171779" y="95685"/>
                </a:cubicBezTo>
                <a:cubicBezTo>
                  <a:pt x="177272" y="95685"/>
                  <a:pt x="181459" y="94657"/>
                  <a:pt x="184338" y="92601"/>
                </a:cubicBezTo>
                <a:cubicBezTo>
                  <a:pt x="187217" y="90544"/>
                  <a:pt x="188657" y="87548"/>
                  <a:pt x="188657" y="83612"/>
                </a:cubicBezTo>
                <a:cubicBezTo>
                  <a:pt x="188657" y="80517"/>
                  <a:pt x="187605" y="78019"/>
                  <a:pt x="185501" y="76118"/>
                </a:cubicBezTo>
                <a:cubicBezTo>
                  <a:pt x="183397" y="74216"/>
                  <a:pt x="178956" y="72182"/>
                  <a:pt x="172178" y="70015"/>
                </a:cubicBezTo>
                <a:lnTo>
                  <a:pt x="163340" y="67019"/>
                </a:lnTo>
                <a:cubicBezTo>
                  <a:pt x="157272" y="65068"/>
                  <a:pt x="152875" y="62630"/>
                  <a:pt x="150151" y="59703"/>
                </a:cubicBezTo>
                <a:cubicBezTo>
                  <a:pt x="147426" y="56775"/>
                  <a:pt x="146064" y="53050"/>
                  <a:pt x="146064" y="48528"/>
                </a:cubicBezTo>
                <a:cubicBezTo>
                  <a:pt x="146064" y="42053"/>
                  <a:pt x="148434" y="36976"/>
                  <a:pt x="153174" y="33297"/>
                </a:cubicBezTo>
                <a:cubicBezTo>
                  <a:pt x="157914" y="29616"/>
                  <a:pt x="164470" y="27775"/>
                  <a:pt x="172842" y="27775"/>
                </a:cubicBezTo>
                <a:cubicBezTo>
                  <a:pt x="176564" y="27775"/>
                  <a:pt x="180484" y="28262"/>
                  <a:pt x="184604" y="29237"/>
                </a:cubicBezTo>
                <a:cubicBezTo>
                  <a:pt x="188723" y="30212"/>
                  <a:pt x="192976" y="31629"/>
                  <a:pt x="197362" y="33490"/>
                </a:cubicBezTo>
                <a:lnTo>
                  <a:pt x="197362" y="48906"/>
                </a:lnTo>
                <a:lnTo>
                  <a:pt x="190318" y="48906"/>
                </a:lnTo>
                <a:cubicBezTo>
                  <a:pt x="190141" y="44364"/>
                  <a:pt x="188546" y="40814"/>
                  <a:pt x="185534" y="38257"/>
                </a:cubicBezTo>
                <a:cubicBezTo>
                  <a:pt x="182522" y="35699"/>
                  <a:pt x="178424" y="34420"/>
                  <a:pt x="173241" y="34420"/>
                </a:cubicBezTo>
                <a:cubicBezTo>
                  <a:pt x="168103" y="34420"/>
                  <a:pt x="164215" y="35327"/>
                  <a:pt x="161580" y="37140"/>
                </a:cubicBezTo>
                <a:cubicBezTo>
                  <a:pt x="158944" y="38952"/>
                  <a:pt x="157626" y="41670"/>
                  <a:pt x="157626" y="45295"/>
                </a:cubicBezTo>
                <a:cubicBezTo>
                  <a:pt x="157626" y="48257"/>
                  <a:pt x="158623" y="50634"/>
                  <a:pt x="160616" y="52425"/>
                </a:cubicBezTo>
                <a:cubicBezTo>
                  <a:pt x="162609" y="54215"/>
                  <a:pt x="166596" y="56038"/>
                  <a:pt x="172577" y="57895"/>
                </a:cubicBezTo>
                <a:lnTo>
                  <a:pt x="182278" y="60891"/>
                </a:lnTo>
                <a:cubicBezTo>
                  <a:pt x="188967" y="62976"/>
                  <a:pt x="193785" y="65581"/>
                  <a:pt x="196730" y="68707"/>
                </a:cubicBezTo>
                <a:cubicBezTo>
                  <a:pt x="199676" y="71833"/>
                  <a:pt x="201149" y="75857"/>
                  <a:pt x="201149" y="80780"/>
                </a:cubicBezTo>
                <a:cubicBezTo>
                  <a:pt x="201149" y="87474"/>
                  <a:pt x="198591" y="92740"/>
                  <a:pt x="193474" y="96576"/>
                </a:cubicBezTo>
                <a:cubicBezTo>
                  <a:pt x="188358" y="100412"/>
                  <a:pt x="181303" y="102330"/>
                  <a:pt x="172311" y="102330"/>
                </a:cubicBezTo>
                <a:cubicBezTo>
                  <a:pt x="167748" y="102330"/>
                  <a:pt x="163296" y="101842"/>
                  <a:pt x="158955" y="100868"/>
                </a:cubicBezTo>
                <a:cubicBezTo>
                  <a:pt x="154614" y="99893"/>
                  <a:pt x="150272" y="98431"/>
                  <a:pt x="145931" y="96482"/>
                </a:cubicBezTo>
                <a:close/>
                <a:moveTo>
                  <a:pt x="220508" y="7608"/>
                </a:moveTo>
                <a:cubicBezTo>
                  <a:pt x="220508" y="5562"/>
                  <a:pt x="221250" y="3783"/>
                  <a:pt x="222734" y="2270"/>
                </a:cubicBezTo>
                <a:cubicBezTo>
                  <a:pt x="224218" y="757"/>
                  <a:pt x="226001" y="0"/>
                  <a:pt x="228083" y="0"/>
                </a:cubicBezTo>
                <a:cubicBezTo>
                  <a:pt x="230121" y="0"/>
                  <a:pt x="231882" y="757"/>
                  <a:pt x="233366" y="2270"/>
                </a:cubicBezTo>
                <a:cubicBezTo>
                  <a:pt x="234850" y="3783"/>
                  <a:pt x="235592" y="5562"/>
                  <a:pt x="235592" y="7608"/>
                </a:cubicBezTo>
                <a:cubicBezTo>
                  <a:pt x="235592" y="9700"/>
                  <a:pt x="234861" y="11480"/>
                  <a:pt x="233399" y="12949"/>
                </a:cubicBezTo>
                <a:cubicBezTo>
                  <a:pt x="231937" y="14416"/>
                  <a:pt x="230165" y="15150"/>
                  <a:pt x="228083" y="15150"/>
                </a:cubicBezTo>
                <a:cubicBezTo>
                  <a:pt x="226001" y="15150"/>
                  <a:pt x="224218" y="14416"/>
                  <a:pt x="222734" y="12949"/>
                </a:cubicBezTo>
                <a:cubicBezTo>
                  <a:pt x="221250" y="11480"/>
                  <a:pt x="220508" y="9700"/>
                  <a:pt x="220508" y="7608"/>
                </a:cubicBezTo>
                <a:moveTo>
                  <a:pt x="236123" y="93293"/>
                </a:moveTo>
                <a:lnTo>
                  <a:pt x="247685" y="93293"/>
                </a:lnTo>
                <a:lnTo>
                  <a:pt x="247685" y="100336"/>
                </a:lnTo>
                <a:lnTo>
                  <a:pt x="212202" y="100336"/>
                </a:lnTo>
                <a:lnTo>
                  <a:pt x="212202" y="93293"/>
                </a:lnTo>
                <a:lnTo>
                  <a:pt x="223897" y="93293"/>
                </a:lnTo>
                <a:lnTo>
                  <a:pt x="223897" y="36812"/>
                </a:lnTo>
                <a:lnTo>
                  <a:pt x="212202" y="36812"/>
                </a:lnTo>
                <a:lnTo>
                  <a:pt x="212202" y="29636"/>
                </a:lnTo>
                <a:lnTo>
                  <a:pt x="236123" y="29636"/>
                </a:lnTo>
                <a:lnTo>
                  <a:pt x="236123" y="93293"/>
                </a:lnTo>
                <a:close/>
                <a:moveTo>
                  <a:pt x="291627" y="95685"/>
                </a:moveTo>
                <a:cubicBezTo>
                  <a:pt x="298184" y="95685"/>
                  <a:pt x="303134" y="93096"/>
                  <a:pt x="306479" y="87919"/>
                </a:cubicBezTo>
                <a:cubicBezTo>
                  <a:pt x="309823" y="82741"/>
                  <a:pt x="311495" y="75108"/>
                  <a:pt x="311495" y="65019"/>
                </a:cubicBezTo>
                <a:cubicBezTo>
                  <a:pt x="311495" y="54930"/>
                  <a:pt x="309823" y="47308"/>
                  <a:pt x="306479" y="42153"/>
                </a:cubicBezTo>
                <a:cubicBezTo>
                  <a:pt x="303134" y="36998"/>
                  <a:pt x="298184" y="34420"/>
                  <a:pt x="291627" y="34420"/>
                </a:cubicBezTo>
                <a:cubicBezTo>
                  <a:pt x="285071" y="34420"/>
                  <a:pt x="280121" y="36998"/>
                  <a:pt x="276776" y="42153"/>
                </a:cubicBezTo>
                <a:cubicBezTo>
                  <a:pt x="273432" y="47308"/>
                  <a:pt x="271760" y="54930"/>
                  <a:pt x="271760" y="65019"/>
                </a:cubicBezTo>
                <a:cubicBezTo>
                  <a:pt x="271760" y="75108"/>
                  <a:pt x="273443" y="82741"/>
                  <a:pt x="276810" y="87919"/>
                </a:cubicBezTo>
                <a:cubicBezTo>
                  <a:pt x="280176" y="93096"/>
                  <a:pt x="285116" y="95685"/>
                  <a:pt x="291627" y="95685"/>
                </a:cubicBezTo>
                <a:moveTo>
                  <a:pt x="291627" y="102330"/>
                </a:moveTo>
                <a:cubicBezTo>
                  <a:pt x="281350" y="102330"/>
                  <a:pt x="273089" y="98927"/>
                  <a:pt x="266842" y="92122"/>
                </a:cubicBezTo>
                <a:cubicBezTo>
                  <a:pt x="260596" y="85315"/>
                  <a:pt x="257473" y="76281"/>
                  <a:pt x="257473" y="65019"/>
                </a:cubicBezTo>
                <a:cubicBezTo>
                  <a:pt x="257473" y="53758"/>
                  <a:pt x="260585" y="44735"/>
                  <a:pt x="266809" y="37952"/>
                </a:cubicBezTo>
                <a:cubicBezTo>
                  <a:pt x="273033" y="31167"/>
                  <a:pt x="281306" y="27775"/>
                  <a:pt x="291627" y="27775"/>
                </a:cubicBezTo>
                <a:cubicBezTo>
                  <a:pt x="301949" y="27775"/>
                  <a:pt x="310222" y="31167"/>
                  <a:pt x="316446" y="37952"/>
                </a:cubicBezTo>
                <a:cubicBezTo>
                  <a:pt x="322670" y="44735"/>
                  <a:pt x="325782" y="53758"/>
                  <a:pt x="325782" y="65019"/>
                </a:cubicBezTo>
                <a:cubicBezTo>
                  <a:pt x="325782" y="76281"/>
                  <a:pt x="322670" y="85315"/>
                  <a:pt x="316446" y="92122"/>
                </a:cubicBezTo>
                <a:cubicBezTo>
                  <a:pt x="310222" y="98927"/>
                  <a:pt x="301949" y="102330"/>
                  <a:pt x="291627" y="102330"/>
                </a:cubicBezTo>
                <a:close/>
                <a:moveTo>
                  <a:pt x="337928" y="100336"/>
                </a:moveTo>
                <a:lnTo>
                  <a:pt x="337928" y="93293"/>
                </a:lnTo>
                <a:lnTo>
                  <a:pt x="348958" y="93293"/>
                </a:lnTo>
                <a:lnTo>
                  <a:pt x="348958" y="36812"/>
                </a:lnTo>
                <a:lnTo>
                  <a:pt x="337264" y="36812"/>
                </a:lnTo>
                <a:lnTo>
                  <a:pt x="337264" y="29636"/>
                </a:lnTo>
                <a:lnTo>
                  <a:pt x="361185" y="29636"/>
                </a:lnTo>
                <a:lnTo>
                  <a:pt x="361185" y="42261"/>
                </a:lnTo>
                <a:cubicBezTo>
                  <a:pt x="363444" y="37477"/>
                  <a:pt x="366379" y="33866"/>
                  <a:pt x="369989" y="31430"/>
                </a:cubicBezTo>
                <a:cubicBezTo>
                  <a:pt x="373599" y="28993"/>
                  <a:pt x="377797" y="27775"/>
                  <a:pt x="382581" y="27775"/>
                </a:cubicBezTo>
                <a:cubicBezTo>
                  <a:pt x="390378" y="27775"/>
                  <a:pt x="396114" y="30012"/>
                  <a:pt x="399791" y="34486"/>
                </a:cubicBezTo>
                <a:cubicBezTo>
                  <a:pt x="403468" y="38961"/>
                  <a:pt x="405306" y="45938"/>
                  <a:pt x="405306" y="55417"/>
                </a:cubicBezTo>
                <a:lnTo>
                  <a:pt x="405306" y="93293"/>
                </a:lnTo>
                <a:lnTo>
                  <a:pt x="416204" y="93293"/>
                </a:lnTo>
                <a:lnTo>
                  <a:pt x="416204" y="100336"/>
                </a:lnTo>
                <a:lnTo>
                  <a:pt x="382448" y="100336"/>
                </a:lnTo>
                <a:lnTo>
                  <a:pt x="382448" y="93293"/>
                </a:lnTo>
                <a:lnTo>
                  <a:pt x="393013" y="93293"/>
                </a:lnTo>
                <a:lnTo>
                  <a:pt x="393013" y="59271"/>
                </a:lnTo>
                <a:cubicBezTo>
                  <a:pt x="393013" y="50633"/>
                  <a:pt x="391950" y="44708"/>
                  <a:pt x="389824" y="41497"/>
                </a:cubicBezTo>
                <a:cubicBezTo>
                  <a:pt x="387697" y="38285"/>
                  <a:pt x="383954" y="36679"/>
                  <a:pt x="378594" y="36679"/>
                </a:cubicBezTo>
                <a:cubicBezTo>
                  <a:pt x="372924" y="36679"/>
                  <a:pt x="368605" y="38750"/>
                  <a:pt x="365637" y="42892"/>
                </a:cubicBezTo>
                <a:cubicBezTo>
                  <a:pt x="362669" y="47034"/>
                  <a:pt x="361185" y="53070"/>
                  <a:pt x="361185" y="60999"/>
                </a:cubicBezTo>
                <a:lnTo>
                  <a:pt x="361185" y="93293"/>
                </a:lnTo>
                <a:lnTo>
                  <a:pt x="371816" y="93293"/>
                </a:lnTo>
                <a:lnTo>
                  <a:pt x="371816" y="100336"/>
                </a:lnTo>
                <a:lnTo>
                  <a:pt x="337928" y="1003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NotRehosted">
            <a:extLst xmlns:a="http://schemas.openxmlformats.org/drawingml/2006/main">
              <a:ext uri="{FF2B5EF4-FFF2-40B4-BE49-F238E27FC236}">
                <a16:creationId xmlns:a16="http://schemas.microsoft.com/office/drawing/2014/main" id="{1E943D96-C992-4CF2-9C1B-FC839300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404" y="3153411"/>
            <a:ext cx="929191" cy="105386"/>
          </a:xfrm>
          <a:custGeom xmlns:a="http://schemas.openxmlformats.org/drawingml/2006/main">
            <a:pathLst>
              <a:path w="929191" h="105386">
                <a:moveTo>
                  <a:pt x="0" y="103393"/>
                </a:moveTo>
                <a:lnTo>
                  <a:pt x="0" y="96349"/>
                </a:lnTo>
                <a:lnTo>
                  <a:pt x="13356" y="96349"/>
                </a:lnTo>
                <a:lnTo>
                  <a:pt x="13356" y="11296"/>
                </a:lnTo>
                <a:lnTo>
                  <a:pt x="0" y="11296"/>
                </a:lnTo>
                <a:lnTo>
                  <a:pt x="0" y="4120"/>
                </a:lnTo>
                <a:lnTo>
                  <a:pt x="25450" y="4120"/>
                </a:lnTo>
                <a:lnTo>
                  <a:pt x="84920" y="82462"/>
                </a:lnTo>
                <a:lnTo>
                  <a:pt x="84920" y="11296"/>
                </a:lnTo>
                <a:lnTo>
                  <a:pt x="71631" y="11296"/>
                </a:lnTo>
                <a:lnTo>
                  <a:pt x="71631" y="4120"/>
                </a:lnTo>
                <a:lnTo>
                  <a:pt x="106449" y="4120"/>
                </a:lnTo>
                <a:lnTo>
                  <a:pt x="106449" y="11296"/>
                </a:lnTo>
                <a:lnTo>
                  <a:pt x="93093" y="11296"/>
                </a:lnTo>
                <a:lnTo>
                  <a:pt x="93093" y="105386"/>
                </a:lnTo>
                <a:lnTo>
                  <a:pt x="85053" y="105386"/>
                </a:lnTo>
                <a:lnTo>
                  <a:pt x="21529" y="21728"/>
                </a:lnTo>
                <a:lnTo>
                  <a:pt x="21529" y="96349"/>
                </a:lnTo>
                <a:lnTo>
                  <a:pt x="34885" y="96349"/>
                </a:lnTo>
                <a:lnTo>
                  <a:pt x="34885" y="103393"/>
                </a:lnTo>
                <a:lnTo>
                  <a:pt x="0" y="103393"/>
                </a:lnTo>
                <a:close/>
                <a:moveTo>
                  <a:pt x="153906" y="98741"/>
                </a:moveTo>
                <a:cubicBezTo>
                  <a:pt x="160462" y="98741"/>
                  <a:pt x="165412" y="96153"/>
                  <a:pt x="168757" y="90975"/>
                </a:cubicBezTo>
                <a:cubicBezTo>
                  <a:pt x="172101" y="85798"/>
                  <a:pt x="173774" y="78165"/>
                  <a:pt x="173774" y="68076"/>
                </a:cubicBezTo>
                <a:cubicBezTo>
                  <a:pt x="173774" y="57987"/>
                  <a:pt x="172101" y="50365"/>
                  <a:pt x="168757" y="45209"/>
                </a:cubicBezTo>
                <a:cubicBezTo>
                  <a:pt x="165412" y="40054"/>
                  <a:pt x="160462" y="37477"/>
                  <a:pt x="153906" y="37477"/>
                </a:cubicBezTo>
                <a:cubicBezTo>
                  <a:pt x="147350" y="37477"/>
                  <a:pt x="142399" y="40054"/>
                  <a:pt x="139055" y="45209"/>
                </a:cubicBezTo>
                <a:cubicBezTo>
                  <a:pt x="135710" y="50365"/>
                  <a:pt x="134038" y="57987"/>
                  <a:pt x="134038" y="68076"/>
                </a:cubicBezTo>
                <a:cubicBezTo>
                  <a:pt x="134038" y="78165"/>
                  <a:pt x="135721" y="85798"/>
                  <a:pt x="139088" y="90975"/>
                </a:cubicBezTo>
                <a:cubicBezTo>
                  <a:pt x="142455" y="96153"/>
                  <a:pt x="147394" y="98741"/>
                  <a:pt x="153906" y="98741"/>
                </a:cubicBezTo>
                <a:moveTo>
                  <a:pt x="153906" y="105386"/>
                </a:moveTo>
                <a:cubicBezTo>
                  <a:pt x="143628" y="105386"/>
                  <a:pt x="135367" y="101984"/>
                  <a:pt x="129121" y="95178"/>
                </a:cubicBezTo>
                <a:cubicBezTo>
                  <a:pt x="122875" y="88371"/>
                  <a:pt x="119752" y="79337"/>
                  <a:pt x="119752" y="68076"/>
                </a:cubicBezTo>
                <a:cubicBezTo>
                  <a:pt x="119752" y="56814"/>
                  <a:pt x="122864" y="47792"/>
                  <a:pt x="129087" y="41009"/>
                </a:cubicBezTo>
                <a:cubicBezTo>
                  <a:pt x="135311" y="34224"/>
                  <a:pt x="143584" y="30832"/>
                  <a:pt x="153906" y="30832"/>
                </a:cubicBezTo>
                <a:cubicBezTo>
                  <a:pt x="164227" y="30832"/>
                  <a:pt x="172500" y="34224"/>
                  <a:pt x="178724" y="41009"/>
                </a:cubicBezTo>
                <a:cubicBezTo>
                  <a:pt x="184948" y="47792"/>
                  <a:pt x="188060" y="56814"/>
                  <a:pt x="188060" y="68076"/>
                </a:cubicBezTo>
                <a:cubicBezTo>
                  <a:pt x="188060" y="79337"/>
                  <a:pt x="184948" y="88371"/>
                  <a:pt x="178724" y="95178"/>
                </a:cubicBezTo>
                <a:cubicBezTo>
                  <a:pt x="172500" y="101984"/>
                  <a:pt x="164227" y="105386"/>
                  <a:pt x="153906" y="105386"/>
                </a:cubicBezTo>
                <a:close/>
                <a:moveTo>
                  <a:pt x="209310" y="39869"/>
                </a:moveTo>
                <a:lnTo>
                  <a:pt x="198546" y="39869"/>
                </a:lnTo>
                <a:lnTo>
                  <a:pt x="198546" y="32692"/>
                </a:lnTo>
                <a:lnTo>
                  <a:pt x="209310" y="32692"/>
                </a:lnTo>
                <a:lnTo>
                  <a:pt x="209310" y="10765"/>
                </a:lnTo>
                <a:lnTo>
                  <a:pt x="221603" y="10765"/>
                </a:lnTo>
                <a:lnTo>
                  <a:pt x="221603" y="32692"/>
                </a:lnTo>
                <a:lnTo>
                  <a:pt x="244594" y="32692"/>
                </a:lnTo>
                <a:lnTo>
                  <a:pt x="244594" y="39869"/>
                </a:lnTo>
                <a:lnTo>
                  <a:pt x="221603" y="39869"/>
                </a:lnTo>
                <a:lnTo>
                  <a:pt x="221603" y="84721"/>
                </a:lnTo>
                <a:cubicBezTo>
                  <a:pt x="221603" y="90701"/>
                  <a:pt x="222179" y="94533"/>
                  <a:pt x="223331" y="96216"/>
                </a:cubicBezTo>
                <a:cubicBezTo>
                  <a:pt x="224483" y="97900"/>
                  <a:pt x="226609" y="98741"/>
                  <a:pt x="229710" y="98741"/>
                </a:cubicBezTo>
                <a:cubicBezTo>
                  <a:pt x="232899" y="98741"/>
                  <a:pt x="235225" y="97800"/>
                  <a:pt x="236687" y="95917"/>
                </a:cubicBezTo>
                <a:cubicBezTo>
                  <a:pt x="238149" y="94035"/>
                  <a:pt x="238924" y="90989"/>
                  <a:pt x="239013" y="86781"/>
                </a:cubicBezTo>
                <a:lnTo>
                  <a:pt x="248249" y="86781"/>
                </a:lnTo>
                <a:cubicBezTo>
                  <a:pt x="247895" y="93228"/>
                  <a:pt x="246145" y="97941"/>
                  <a:pt x="243000" y="100920"/>
                </a:cubicBezTo>
                <a:cubicBezTo>
                  <a:pt x="239854" y="103897"/>
                  <a:pt x="235070" y="105386"/>
                  <a:pt x="228647" y="105386"/>
                </a:cubicBezTo>
                <a:cubicBezTo>
                  <a:pt x="221603" y="105386"/>
                  <a:pt x="216620" y="103820"/>
                  <a:pt x="213696" y="100687"/>
                </a:cubicBezTo>
                <a:cubicBezTo>
                  <a:pt x="210772" y="97553"/>
                  <a:pt x="209310" y="92231"/>
                  <a:pt x="209310" y="84721"/>
                </a:cubicBezTo>
                <a:lnTo>
                  <a:pt x="209310" y="39869"/>
                </a:lnTo>
                <a:close/>
                <a:moveTo>
                  <a:pt x="357655" y="54126"/>
                </a:moveTo>
                <a:cubicBezTo>
                  <a:pt x="360756" y="54969"/>
                  <a:pt x="363425" y="56401"/>
                  <a:pt x="365662" y="58422"/>
                </a:cubicBezTo>
                <a:cubicBezTo>
                  <a:pt x="367899" y="60442"/>
                  <a:pt x="369904" y="63272"/>
                  <a:pt x="371676" y="66913"/>
                </a:cubicBezTo>
                <a:lnTo>
                  <a:pt x="386095" y="96349"/>
                </a:lnTo>
                <a:lnTo>
                  <a:pt x="398188" y="96349"/>
                </a:lnTo>
                <a:lnTo>
                  <a:pt x="398188" y="103393"/>
                </a:lnTo>
                <a:lnTo>
                  <a:pt x="374799" y="103393"/>
                </a:lnTo>
                <a:lnTo>
                  <a:pt x="359317" y="71830"/>
                </a:lnTo>
                <a:cubicBezTo>
                  <a:pt x="356349" y="65717"/>
                  <a:pt x="353624" y="61763"/>
                  <a:pt x="351143" y="59969"/>
                </a:cubicBezTo>
                <a:cubicBezTo>
                  <a:pt x="348663" y="58175"/>
                  <a:pt x="345252" y="57278"/>
                  <a:pt x="340910" y="57278"/>
                </a:cubicBezTo>
                <a:lnTo>
                  <a:pt x="326093" y="57278"/>
                </a:lnTo>
                <a:lnTo>
                  <a:pt x="326093" y="96349"/>
                </a:lnTo>
                <a:lnTo>
                  <a:pt x="340113" y="96349"/>
                </a:lnTo>
                <a:lnTo>
                  <a:pt x="340113" y="103393"/>
                </a:lnTo>
                <a:lnTo>
                  <a:pt x="299979" y="103393"/>
                </a:lnTo>
                <a:lnTo>
                  <a:pt x="299979" y="96349"/>
                </a:lnTo>
                <a:lnTo>
                  <a:pt x="312604" y="96349"/>
                </a:lnTo>
                <a:lnTo>
                  <a:pt x="312604" y="11296"/>
                </a:lnTo>
                <a:lnTo>
                  <a:pt x="299979" y="11296"/>
                </a:lnTo>
                <a:lnTo>
                  <a:pt x="299979" y="4120"/>
                </a:lnTo>
                <a:lnTo>
                  <a:pt x="350280" y="4120"/>
                </a:lnTo>
                <a:cubicBezTo>
                  <a:pt x="359937" y="4120"/>
                  <a:pt x="367390" y="6425"/>
                  <a:pt x="372639" y="11037"/>
                </a:cubicBezTo>
                <a:cubicBezTo>
                  <a:pt x="377889" y="15646"/>
                  <a:pt x="380513" y="22185"/>
                  <a:pt x="380513" y="30653"/>
                </a:cubicBezTo>
                <a:cubicBezTo>
                  <a:pt x="380513" y="37479"/>
                  <a:pt x="378597" y="42854"/>
                  <a:pt x="374766" y="46777"/>
                </a:cubicBezTo>
                <a:cubicBezTo>
                  <a:pt x="370934" y="50700"/>
                  <a:pt x="365230" y="53150"/>
                  <a:pt x="357655" y="54126"/>
                </a:cubicBezTo>
                <a:moveTo>
                  <a:pt x="326093" y="50102"/>
                </a:moveTo>
                <a:lnTo>
                  <a:pt x="345695" y="50102"/>
                </a:lnTo>
                <a:cubicBezTo>
                  <a:pt x="352384" y="50102"/>
                  <a:pt x="357323" y="48521"/>
                  <a:pt x="360513" y="45359"/>
                </a:cubicBezTo>
                <a:cubicBezTo>
                  <a:pt x="363702" y="42197"/>
                  <a:pt x="365297" y="37299"/>
                  <a:pt x="365297" y="30666"/>
                </a:cubicBezTo>
                <a:cubicBezTo>
                  <a:pt x="365297" y="24032"/>
                  <a:pt x="363702" y="19145"/>
                  <a:pt x="360513" y="16006"/>
                </a:cubicBezTo>
                <a:cubicBezTo>
                  <a:pt x="357323" y="12866"/>
                  <a:pt x="352384" y="11296"/>
                  <a:pt x="345695" y="11296"/>
                </a:cubicBezTo>
                <a:lnTo>
                  <a:pt x="326093" y="11296"/>
                </a:lnTo>
                <a:lnTo>
                  <a:pt x="326093" y="50102"/>
                </a:lnTo>
                <a:close/>
                <a:moveTo>
                  <a:pt x="467884" y="69371"/>
                </a:moveTo>
                <a:lnTo>
                  <a:pt x="415190" y="69371"/>
                </a:lnTo>
                <a:lnTo>
                  <a:pt x="415190" y="69903"/>
                </a:lnTo>
                <a:cubicBezTo>
                  <a:pt x="415190" y="79427"/>
                  <a:pt x="416984" y="86615"/>
                  <a:pt x="420573" y="91465"/>
                </a:cubicBezTo>
                <a:cubicBezTo>
                  <a:pt x="424161" y="96316"/>
                  <a:pt x="429455" y="98741"/>
                  <a:pt x="436454" y="98741"/>
                </a:cubicBezTo>
                <a:cubicBezTo>
                  <a:pt x="441814" y="98741"/>
                  <a:pt x="446210" y="97335"/>
                  <a:pt x="449644" y="94522"/>
                </a:cubicBezTo>
                <a:cubicBezTo>
                  <a:pt x="453077" y="91709"/>
                  <a:pt x="455480" y="87534"/>
                  <a:pt x="456853" y="81997"/>
                </a:cubicBezTo>
                <a:lnTo>
                  <a:pt x="466687" y="81997"/>
                </a:lnTo>
                <a:cubicBezTo>
                  <a:pt x="464738" y="89771"/>
                  <a:pt x="461139" y="95613"/>
                  <a:pt x="455890" y="99522"/>
                </a:cubicBezTo>
                <a:cubicBezTo>
                  <a:pt x="450640" y="103432"/>
                  <a:pt x="443741" y="105386"/>
                  <a:pt x="435191" y="105386"/>
                </a:cubicBezTo>
                <a:cubicBezTo>
                  <a:pt x="424870" y="105386"/>
                  <a:pt x="416575" y="101984"/>
                  <a:pt x="410306" y="95178"/>
                </a:cubicBezTo>
                <a:cubicBezTo>
                  <a:pt x="404038" y="88371"/>
                  <a:pt x="400904" y="79337"/>
                  <a:pt x="400904" y="68076"/>
                </a:cubicBezTo>
                <a:cubicBezTo>
                  <a:pt x="400904" y="56903"/>
                  <a:pt x="403983" y="47903"/>
                  <a:pt x="410140" y="41075"/>
                </a:cubicBezTo>
                <a:cubicBezTo>
                  <a:pt x="416298" y="34246"/>
                  <a:pt x="424382" y="30832"/>
                  <a:pt x="434394" y="30832"/>
                </a:cubicBezTo>
                <a:cubicBezTo>
                  <a:pt x="445070" y="30832"/>
                  <a:pt x="453265" y="34121"/>
                  <a:pt x="458980" y="40699"/>
                </a:cubicBezTo>
                <a:cubicBezTo>
                  <a:pt x="464694" y="47278"/>
                  <a:pt x="467662" y="56835"/>
                  <a:pt x="467884" y="69371"/>
                </a:cubicBezTo>
                <a:moveTo>
                  <a:pt x="453464" y="62328"/>
                </a:moveTo>
                <a:cubicBezTo>
                  <a:pt x="453199" y="54111"/>
                  <a:pt x="451460" y="47914"/>
                  <a:pt x="448248" y="43739"/>
                </a:cubicBezTo>
                <a:cubicBezTo>
                  <a:pt x="445037" y="39564"/>
                  <a:pt x="440418" y="37477"/>
                  <a:pt x="434394" y="37477"/>
                </a:cubicBezTo>
                <a:cubicBezTo>
                  <a:pt x="428768" y="37477"/>
                  <a:pt x="424338" y="39575"/>
                  <a:pt x="421104" y="43772"/>
                </a:cubicBezTo>
                <a:cubicBezTo>
                  <a:pt x="417870" y="47970"/>
                  <a:pt x="415899" y="54155"/>
                  <a:pt x="415190" y="62328"/>
                </a:cubicBezTo>
                <a:lnTo>
                  <a:pt x="453464" y="62328"/>
                </a:lnTo>
                <a:close/>
                <a:moveTo>
                  <a:pt x="479590" y="103393"/>
                </a:moveTo>
                <a:lnTo>
                  <a:pt x="479590" y="96349"/>
                </a:lnTo>
                <a:lnTo>
                  <a:pt x="490620" y="96349"/>
                </a:lnTo>
                <a:lnTo>
                  <a:pt x="490620" y="7043"/>
                </a:lnTo>
                <a:lnTo>
                  <a:pt x="478925" y="7043"/>
                </a:lnTo>
                <a:lnTo>
                  <a:pt x="478925" y="0"/>
                </a:lnTo>
                <a:lnTo>
                  <a:pt x="502846" y="0"/>
                </a:lnTo>
                <a:lnTo>
                  <a:pt x="502846" y="45317"/>
                </a:lnTo>
                <a:cubicBezTo>
                  <a:pt x="505106" y="40533"/>
                  <a:pt x="508041" y="36923"/>
                  <a:pt x="511651" y="34486"/>
                </a:cubicBezTo>
                <a:cubicBezTo>
                  <a:pt x="515261" y="32050"/>
                  <a:pt x="519458" y="30832"/>
                  <a:pt x="524243" y="30832"/>
                </a:cubicBezTo>
                <a:cubicBezTo>
                  <a:pt x="532039" y="30832"/>
                  <a:pt x="537776" y="33069"/>
                  <a:pt x="541453" y="37543"/>
                </a:cubicBezTo>
                <a:cubicBezTo>
                  <a:pt x="545129" y="42017"/>
                  <a:pt x="546968" y="48994"/>
                  <a:pt x="546968" y="58474"/>
                </a:cubicBezTo>
                <a:lnTo>
                  <a:pt x="546968" y="96349"/>
                </a:lnTo>
                <a:lnTo>
                  <a:pt x="557865" y="96349"/>
                </a:lnTo>
                <a:lnTo>
                  <a:pt x="557865" y="103393"/>
                </a:lnTo>
                <a:lnTo>
                  <a:pt x="524110" y="103393"/>
                </a:lnTo>
                <a:lnTo>
                  <a:pt x="524110" y="96349"/>
                </a:lnTo>
                <a:lnTo>
                  <a:pt x="534675" y="96349"/>
                </a:lnTo>
                <a:lnTo>
                  <a:pt x="534675" y="62328"/>
                </a:lnTo>
                <a:cubicBezTo>
                  <a:pt x="534675" y="53690"/>
                  <a:pt x="533623" y="47787"/>
                  <a:pt x="531519" y="44620"/>
                </a:cubicBezTo>
                <a:cubicBezTo>
                  <a:pt x="529415" y="41452"/>
                  <a:pt x="525660" y="39869"/>
                  <a:pt x="520256" y="39869"/>
                </a:cubicBezTo>
                <a:cubicBezTo>
                  <a:pt x="514586" y="39869"/>
                  <a:pt x="510267" y="41929"/>
                  <a:pt x="507298" y="46048"/>
                </a:cubicBezTo>
                <a:cubicBezTo>
                  <a:pt x="504330" y="50168"/>
                  <a:pt x="502846" y="56171"/>
                  <a:pt x="502846" y="64056"/>
                </a:cubicBezTo>
                <a:lnTo>
                  <a:pt x="502846" y="96349"/>
                </a:lnTo>
                <a:lnTo>
                  <a:pt x="513478" y="96349"/>
                </a:lnTo>
                <a:lnTo>
                  <a:pt x="513478" y="103393"/>
                </a:lnTo>
                <a:lnTo>
                  <a:pt x="479590" y="103393"/>
                </a:lnTo>
                <a:close/>
                <a:moveTo>
                  <a:pt x="602035" y="98741"/>
                </a:moveTo>
                <a:cubicBezTo>
                  <a:pt x="608591" y="98741"/>
                  <a:pt x="613541" y="96153"/>
                  <a:pt x="616886" y="90975"/>
                </a:cubicBezTo>
                <a:cubicBezTo>
                  <a:pt x="620230" y="85798"/>
                  <a:pt x="621902" y="78165"/>
                  <a:pt x="621902" y="68076"/>
                </a:cubicBezTo>
                <a:cubicBezTo>
                  <a:pt x="621902" y="57987"/>
                  <a:pt x="620230" y="50365"/>
                  <a:pt x="616886" y="45209"/>
                </a:cubicBezTo>
                <a:cubicBezTo>
                  <a:pt x="613541" y="40054"/>
                  <a:pt x="608591" y="37477"/>
                  <a:pt x="602035" y="37477"/>
                </a:cubicBezTo>
                <a:cubicBezTo>
                  <a:pt x="595478" y="37477"/>
                  <a:pt x="590528" y="40054"/>
                  <a:pt x="587184" y="45209"/>
                </a:cubicBezTo>
                <a:cubicBezTo>
                  <a:pt x="583839" y="50365"/>
                  <a:pt x="582167" y="57987"/>
                  <a:pt x="582167" y="68076"/>
                </a:cubicBezTo>
                <a:cubicBezTo>
                  <a:pt x="582167" y="78165"/>
                  <a:pt x="583850" y="85798"/>
                  <a:pt x="587217" y="90975"/>
                </a:cubicBezTo>
                <a:cubicBezTo>
                  <a:pt x="590583" y="96153"/>
                  <a:pt x="595523" y="98741"/>
                  <a:pt x="602035" y="98741"/>
                </a:cubicBezTo>
                <a:moveTo>
                  <a:pt x="602035" y="105386"/>
                </a:moveTo>
                <a:cubicBezTo>
                  <a:pt x="591757" y="105386"/>
                  <a:pt x="583496" y="101984"/>
                  <a:pt x="577250" y="95178"/>
                </a:cubicBezTo>
                <a:cubicBezTo>
                  <a:pt x="571003" y="88371"/>
                  <a:pt x="567880" y="79337"/>
                  <a:pt x="567880" y="68076"/>
                </a:cubicBezTo>
                <a:cubicBezTo>
                  <a:pt x="567880" y="56814"/>
                  <a:pt x="570992" y="47792"/>
                  <a:pt x="577216" y="41009"/>
                </a:cubicBezTo>
                <a:cubicBezTo>
                  <a:pt x="583440" y="34224"/>
                  <a:pt x="591713" y="30832"/>
                  <a:pt x="602035" y="30832"/>
                </a:cubicBezTo>
                <a:cubicBezTo>
                  <a:pt x="612356" y="30832"/>
                  <a:pt x="620629" y="34224"/>
                  <a:pt x="626853" y="41009"/>
                </a:cubicBezTo>
                <a:cubicBezTo>
                  <a:pt x="633077" y="47792"/>
                  <a:pt x="636189" y="56814"/>
                  <a:pt x="636189" y="68076"/>
                </a:cubicBezTo>
                <a:cubicBezTo>
                  <a:pt x="636189" y="79337"/>
                  <a:pt x="633077" y="88371"/>
                  <a:pt x="626853" y="95178"/>
                </a:cubicBezTo>
                <a:cubicBezTo>
                  <a:pt x="620629" y="101984"/>
                  <a:pt x="612356" y="105386"/>
                  <a:pt x="602035" y="105386"/>
                </a:cubicBezTo>
                <a:close/>
                <a:moveTo>
                  <a:pt x="650395" y="99539"/>
                </a:moveTo>
                <a:lnTo>
                  <a:pt x="650395" y="83060"/>
                </a:lnTo>
                <a:lnTo>
                  <a:pt x="657438" y="83060"/>
                </a:lnTo>
                <a:cubicBezTo>
                  <a:pt x="657616" y="88309"/>
                  <a:pt x="659266" y="92235"/>
                  <a:pt x="662389" y="94838"/>
                </a:cubicBezTo>
                <a:cubicBezTo>
                  <a:pt x="665512" y="97440"/>
                  <a:pt x="670130" y="98741"/>
                  <a:pt x="676243" y="98741"/>
                </a:cubicBezTo>
                <a:cubicBezTo>
                  <a:pt x="681736" y="98741"/>
                  <a:pt x="685922" y="97714"/>
                  <a:pt x="688802" y="95658"/>
                </a:cubicBezTo>
                <a:cubicBezTo>
                  <a:pt x="691681" y="93601"/>
                  <a:pt x="693121" y="90604"/>
                  <a:pt x="693121" y="86669"/>
                </a:cubicBezTo>
                <a:cubicBezTo>
                  <a:pt x="693121" y="83573"/>
                  <a:pt x="692069" y="81075"/>
                  <a:pt x="689965" y="79175"/>
                </a:cubicBezTo>
                <a:cubicBezTo>
                  <a:pt x="687861" y="77273"/>
                  <a:pt x="683420" y="75238"/>
                  <a:pt x="676642" y="73072"/>
                </a:cubicBezTo>
                <a:lnTo>
                  <a:pt x="667804" y="70075"/>
                </a:lnTo>
                <a:cubicBezTo>
                  <a:pt x="661735" y="68125"/>
                  <a:pt x="657339" y="65686"/>
                  <a:pt x="654614" y="62760"/>
                </a:cubicBezTo>
                <a:cubicBezTo>
                  <a:pt x="651890" y="59832"/>
                  <a:pt x="650528" y="56107"/>
                  <a:pt x="650528" y="51584"/>
                </a:cubicBezTo>
                <a:cubicBezTo>
                  <a:pt x="650528" y="45110"/>
                  <a:pt x="652898" y="40033"/>
                  <a:pt x="657638" y="36353"/>
                </a:cubicBezTo>
                <a:cubicBezTo>
                  <a:pt x="662378" y="32672"/>
                  <a:pt x="668934" y="30832"/>
                  <a:pt x="677306" y="30832"/>
                </a:cubicBezTo>
                <a:cubicBezTo>
                  <a:pt x="681027" y="30832"/>
                  <a:pt x="684948" y="31319"/>
                  <a:pt x="689068" y="32294"/>
                </a:cubicBezTo>
                <a:cubicBezTo>
                  <a:pt x="693187" y="33268"/>
                  <a:pt x="697440" y="34686"/>
                  <a:pt x="701826" y="36546"/>
                </a:cubicBezTo>
                <a:lnTo>
                  <a:pt x="701826" y="51962"/>
                </a:lnTo>
                <a:lnTo>
                  <a:pt x="694782" y="51962"/>
                </a:lnTo>
                <a:cubicBezTo>
                  <a:pt x="694605" y="47420"/>
                  <a:pt x="693010" y="43871"/>
                  <a:pt x="689998" y="41314"/>
                </a:cubicBezTo>
                <a:cubicBezTo>
                  <a:pt x="686986" y="38756"/>
                  <a:pt x="682888" y="37477"/>
                  <a:pt x="677705" y="37477"/>
                </a:cubicBezTo>
                <a:cubicBezTo>
                  <a:pt x="672566" y="37477"/>
                  <a:pt x="668679" y="38383"/>
                  <a:pt x="666043" y="40197"/>
                </a:cubicBezTo>
                <a:cubicBezTo>
                  <a:pt x="663408" y="42009"/>
                  <a:pt x="662090" y="44727"/>
                  <a:pt x="662090" y="48351"/>
                </a:cubicBezTo>
                <a:cubicBezTo>
                  <a:pt x="662090" y="51314"/>
                  <a:pt x="663087" y="53691"/>
                  <a:pt x="665080" y="55482"/>
                </a:cubicBezTo>
                <a:cubicBezTo>
                  <a:pt x="667073" y="57272"/>
                  <a:pt x="671060" y="59095"/>
                  <a:pt x="677041" y="60951"/>
                </a:cubicBezTo>
                <a:lnTo>
                  <a:pt x="686742" y="63948"/>
                </a:lnTo>
                <a:cubicBezTo>
                  <a:pt x="693431" y="66032"/>
                  <a:pt x="698249" y="68638"/>
                  <a:pt x="701194" y="71764"/>
                </a:cubicBezTo>
                <a:cubicBezTo>
                  <a:pt x="704140" y="74889"/>
                  <a:pt x="705613" y="78914"/>
                  <a:pt x="705613" y="83836"/>
                </a:cubicBezTo>
                <a:cubicBezTo>
                  <a:pt x="705613" y="90531"/>
                  <a:pt x="703055" y="95796"/>
                  <a:pt x="697938" y="99632"/>
                </a:cubicBezTo>
                <a:cubicBezTo>
                  <a:pt x="692822" y="103468"/>
                  <a:pt x="685767" y="105386"/>
                  <a:pt x="676775" y="105386"/>
                </a:cubicBezTo>
                <a:cubicBezTo>
                  <a:pt x="672212" y="105386"/>
                  <a:pt x="667760" y="104899"/>
                  <a:pt x="663419" y="103924"/>
                </a:cubicBezTo>
                <a:cubicBezTo>
                  <a:pt x="659078" y="102950"/>
                  <a:pt x="654736" y="101488"/>
                  <a:pt x="650395" y="99539"/>
                </a:cubicBezTo>
                <a:close/>
                <a:moveTo>
                  <a:pt x="726434" y="39869"/>
                </a:moveTo>
                <a:lnTo>
                  <a:pt x="715670" y="39869"/>
                </a:lnTo>
                <a:lnTo>
                  <a:pt x="715670" y="32692"/>
                </a:lnTo>
                <a:lnTo>
                  <a:pt x="726434" y="32692"/>
                </a:lnTo>
                <a:lnTo>
                  <a:pt x="726434" y="10765"/>
                </a:lnTo>
                <a:lnTo>
                  <a:pt x="738727" y="10765"/>
                </a:lnTo>
                <a:lnTo>
                  <a:pt x="738727" y="32692"/>
                </a:lnTo>
                <a:lnTo>
                  <a:pt x="761718" y="32692"/>
                </a:lnTo>
                <a:lnTo>
                  <a:pt x="761718" y="39869"/>
                </a:lnTo>
                <a:lnTo>
                  <a:pt x="738727" y="39869"/>
                </a:lnTo>
                <a:lnTo>
                  <a:pt x="738727" y="84721"/>
                </a:lnTo>
                <a:cubicBezTo>
                  <a:pt x="738727" y="90701"/>
                  <a:pt x="739303" y="94533"/>
                  <a:pt x="740455" y="96216"/>
                </a:cubicBezTo>
                <a:cubicBezTo>
                  <a:pt x="741607" y="97900"/>
                  <a:pt x="743733" y="98741"/>
                  <a:pt x="746834" y="98741"/>
                </a:cubicBezTo>
                <a:cubicBezTo>
                  <a:pt x="750023" y="98741"/>
                  <a:pt x="752349" y="97800"/>
                  <a:pt x="753811" y="95917"/>
                </a:cubicBezTo>
                <a:cubicBezTo>
                  <a:pt x="755273" y="94035"/>
                  <a:pt x="756048" y="90989"/>
                  <a:pt x="756136" y="86781"/>
                </a:cubicBezTo>
                <a:lnTo>
                  <a:pt x="765373" y="86781"/>
                </a:lnTo>
                <a:cubicBezTo>
                  <a:pt x="765018" y="93228"/>
                  <a:pt x="763268" y="97941"/>
                  <a:pt x="760123" y="100920"/>
                </a:cubicBezTo>
                <a:cubicBezTo>
                  <a:pt x="756978" y="103897"/>
                  <a:pt x="752194" y="105386"/>
                  <a:pt x="745771" y="105386"/>
                </a:cubicBezTo>
                <a:cubicBezTo>
                  <a:pt x="738727" y="105386"/>
                  <a:pt x="733744" y="103820"/>
                  <a:pt x="730820" y="100687"/>
                </a:cubicBezTo>
                <a:cubicBezTo>
                  <a:pt x="727896" y="97553"/>
                  <a:pt x="726434" y="92231"/>
                  <a:pt x="726434" y="84721"/>
                </a:cubicBezTo>
                <a:lnTo>
                  <a:pt x="726434" y="39869"/>
                </a:lnTo>
                <a:close/>
                <a:moveTo>
                  <a:pt x="839941" y="69371"/>
                </a:moveTo>
                <a:lnTo>
                  <a:pt x="787248" y="69371"/>
                </a:lnTo>
                <a:lnTo>
                  <a:pt x="787248" y="69903"/>
                </a:lnTo>
                <a:cubicBezTo>
                  <a:pt x="787248" y="79427"/>
                  <a:pt x="789042" y="86615"/>
                  <a:pt x="792630" y="91465"/>
                </a:cubicBezTo>
                <a:cubicBezTo>
                  <a:pt x="796218" y="96316"/>
                  <a:pt x="801512" y="98741"/>
                  <a:pt x="808511" y="98741"/>
                </a:cubicBezTo>
                <a:cubicBezTo>
                  <a:pt x="813871" y="98741"/>
                  <a:pt x="818268" y="97335"/>
                  <a:pt x="821701" y="94522"/>
                </a:cubicBezTo>
                <a:cubicBezTo>
                  <a:pt x="825134" y="91709"/>
                  <a:pt x="827537" y="87534"/>
                  <a:pt x="828911" y="81997"/>
                </a:cubicBezTo>
                <a:lnTo>
                  <a:pt x="838745" y="81997"/>
                </a:lnTo>
                <a:cubicBezTo>
                  <a:pt x="836796" y="89771"/>
                  <a:pt x="833196" y="95613"/>
                  <a:pt x="827947" y="99522"/>
                </a:cubicBezTo>
                <a:cubicBezTo>
                  <a:pt x="822698" y="103432"/>
                  <a:pt x="815798" y="105386"/>
                  <a:pt x="807249" y="105386"/>
                </a:cubicBezTo>
                <a:cubicBezTo>
                  <a:pt x="796927" y="105386"/>
                  <a:pt x="788632" y="101984"/>
                  <a:pt x="782364" y="95178"/>
                </a:cubicBezTo>
                <a:cubicBezTo>
                  <a:pt x="776096" y="88371"/>
                  <a:pt x="772961" y="79337"/>
                  <a:pt x="772961" y="68076"/>
                </a:cubicBezTo>
                <a:cubicBezTo>
                  <a:pt x="772961" y="56903"/>
                  <a:pt x="776040" y="47903"/>
                  <a:pt x="782198" y="41075"/>
                </a:cubicBezTo>
                <a:cubicBezTo>
                  <a:pt x="788355" y="34246"/>
                  <a:pt x="796440" y="30832"/>
                  <a:pt x="806451" y="30832"/>
                </a:cubicBezTo>
                <a:cubicBezTo>
                  <a:pt x="817127" y="30832"/>
                  <a:pt x="825322" y="34121"/>
                  <a:pt x="831037" y="40699"/>
                </a:cubicBezTo>
                <a:cubicBezTo>
                  <a:pt x="836751" y="47278"/>
                  <a:pt x="839719" y="56835"/>
                  <a:pt x="839941" y="69371"/>
                </a:cubicBezTo>
                <a:moveTo>
                  <a:pt x="825522" y="62328"/>
                </a:moveTo>
                <a:cubicBezTo>
                  <a:pt x="825256" y="54111"/>
                  <a:pt x="823517" y="47914"/>
                  <a:pt x="820306" y="43739"/>
                </a:cubicBezTo>
                <a:cubicBezTo>
                  <a:pt x="817094" y="39564"/>
                  <a:pt x="812476" y="37477"/>
                  <a:pt x="806451" y="37477"/>
                </a:cubicBezTo>
                <a:cubicBezTo>
                  <a:pt x="800825" y="37477"/>
                  <a:pt x="796395" y="39575"/>
                  <a:pt x="793162" y="43772"/>
                </a:cubicBezTo>
                <a:cubicBezTo>
                  <a:pt x="789928" y="47970"/>
                  <a:pt x="787957" y="54155"/>
                  <a:pt x="787248" y="62328"/>
                </a:cubicBezTo>
                <a:lnTo>
                  <a:pt x="825522" y="62328"/>
                </a:lnTo>
                <a:close/>
                <a:moveTo>
                  <a:pt x="917497" y="96349"/>
                </a:moveTo>
                <a:lnTo>
                  <a:pt x="929191" y="96349"/>
                </a:lnTo>
                <a:lnTo>
                  <a:pt x="929191" y="103393"/>
                </a:lnTo>
                <a:lnTo>
                  <a:pt x="905270" y="103393"/>
                </a:lnTo>
                <a:lnTo>
                  <a:pt x="905270" y="92367"/>
                </a:lnTo>
                <a:cubicBezTo>
                  <a:pt x="902878" y="96817"/>
                  <a:pt x="899833" y="100100"/>
                  <a:pt x="896134" y="102215"/>
                </a:cubicBezTo>
                <a:cubicBezTo>
                  <a:pt x="892435" y="104329"/>
                  <a:pt x="887861" y="105386"/>
                  <a:pt x="882412" y="105386"/>
                </a:cubicBezTo>
                <a:cubicBezTo>
                  <a:pt x="873730" y="105386"/>
                  <a:pt x="866631" y="101939"/>
                  <a:pt x="861116" y="95045"/>
                </a:cubicBezTo>
                <a:cubicBezTo>
                  <a:pt x="855600" y="88150"/>
                  <a:pt x="852843" y="79160"/>
                  <a:pt x="852843" y="68076"/>
                </a:cubicBezTo>
                <a:cubicBezTo>
                  <a:pt x="852843" y="56991"/>
                  <a:pt x="855589" y="48013"/>
                  <a:pt x="861082" y="41142"/>
                </a:cubicBezTo>
                <a:cubicBezTo>
                  <a:pt x="866575" y="34268"/>
                  <a:pt x="873685" y="30832"/>
                  <a:pt x="882412" y="30832"/>
                </a:cubicBezTo>
                <a:cubicBezTo>
                  <a:pt x="887861" y="30832"/>
                  <a:pt x="892435" y="31889"/>
                  <a:pt x="896134" y="34003"/>
                </a:cubicBezTo>
                <a:cubicBezTo>
                  <a:pt x="899833" y="36116"/>
                  <a:pt x="902878" y="39399"/>
                  <a:pt x="905270" y="43849"/>
                </a:cubicBezTo>
                <a:lnTo>
                  <a:pt x="905270" y="7043"/>
                </a:lnTo>
                <a:lnTo>
                  <a:pt x="893708" y="7043"/>
                </a:lnTo>
                <a:lnTo>
                  <a:pt x="893708" y="0"/>
                </a:lnTo>
                <a:lnTo>
                  <a:pt x="917497" y="0"/>
                </a:lnTo>
                <a:lnTo>
                  <a:pt x="917497" y="96349"/>
                </a:lnTo>
                <a:moveTo>
                  <a:pt x="905270" y="71593"/>
                </a:moveTo>
                <a:lnTo>
                  <a:pt x="905270" y="64625"/>
                </a:lnTo>
                <a:cubicBezTo>
                  <a:pt x="905270" y="56173"/>
                  <a:pt x="903642" y="49713"/>
                  <a:pt x="900386" y="45245"/>
                </a:cubicBezTo>
                <a:cubicBezTo>
                  <a:pt x="897130" y="40775"/>
                  <a:pt x="892401" y="38540"/>
                  <a:pt x="886200" y="38540"/>
                </a:cubicBezTo>
                <a:cubicBezTo>
                  <a:pt x="879909" y="38540"/>
                  <a:pt x="875158" y="41018"/>
                  <a:pt x="871947" y="45974"/>
                </a:cubicBezTo>
                <a:cubicBezTo>
                  <a:pt x="868735" y="50929"/>
                  <a:pt x="867129" y="58297"/>
                  <a:pt x="867129" y="68076"/>
                </a:cubicBezTo>
                <a:cubicBezTo>
                  <a:pt x="867129" y="77810"/>
                  <a:pt x="868735" y="85178"/>
                  <a:pt x="871947" y="90178"/>
                </a:cubicBezTo>
                <a:cubicBezTo>
                  <a:pt x="875158" y="95178"/>
                  <a:pt x="879909" y="97678"/>
                  <a:pt x="886200" y="97678"/>
                </a:cubicBezTo>
                <a:cubicBezTo>
                  <a:pt x="892401" y="97678"/>
                  <a:pt x="897130" y="95455"/>
                  <a:pt x="900386" y="91009"/>
                </a:cubicBezTo>
                <a:cubicBezTo>
                  <a:pt x="903642" y="86561"/>
                  <a:pt x="905270" y="80089"/>
                  <a:pt x="905270" y="715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3A9409-4924-420E-BD26-68664DB0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732" y="2017165"/>
            <a:ext cx="941273" cy="580282"/>
          </a:xfrm>
          <a:custGeom xmlns:a="http://schemas.openxmlformats.org/drawingml/2006/main">
            <a:pathLst>
              <a:path w="941273" h="580282">
                <a:moveTo>
                  <a:pt x="470899" y="580282"/>
                </a:moveTo>
                <a:lnTo>
                  <a:pt x="38007" y="580282"/>
                </a:lnTo>
                <a:cubicBezTo>
                  <a:pt x="16956" y="580282"/>
                  <a:pt x="0" y="563344"/>
                  <a:pt x="0" y="542801"/>
                </a:cubicBezTo>
                <a:lnTo>
                  <a:pt x="0" y="38007"/>
                </a:lnTo>
                <a:cubicBezTo>
                  <a:pt x="0" y="16956"/>
                  <a:pt x="16956" y="0"/>
                  <a:pt x="38007" y="0"/>
                </a:cubicBezTo>
                <a:lnTo>
                  <a:pt x="903792" y="0"/>
                </a:lnTo>
                <a:cubicBezTo>
                  <a:pt x="924335" y="0"/>
                  <a:pt x="941273" y="16956"/>
                  <a:pt x="941273" y="38007"/>
                </a:cubicBezTo>
                <a:lnTo>
                  <a:pt x="941273" y="542801"/>
                </a:lnTo>
                <a:cubicBezTo>
                  <a:pt x="941273" y="563344"/>
                  <a:pt x="924335" y="580282"/>
                  <a:pt x="903792" y="580282"/>
                </a:cubicBezTo>
                <a:lnTo>
                  <a:pt x="470899" y="580282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89">
            <a:extLst xmlns:a="http://schemas.openxmlformats.org/drawingml/2006/main">
              <a:ext uri="{FF2B5EF4-FFF2-40B4-BE49-F238E27FC236}">
                <a16:creationId xmlns:a16="http://schemas.microsoft.com/office/drawing/2014/main" id="{FCD5C2FB-4C77-4D19-9545-1A043B5A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783" y="2183435"/>
            <a:ext cx="212972" cy="126316"/>
          </a:xfrm>
          <a:custGeom xmlns:a="http://schemas.openxmlformats.org/drawingml/2006/main">
            <a:pathLst>
              <a:path w="212972" h="126316">
                <a:moveTo>
                  <a:pt x="68944" y="59124"/>
                </a:moveTo>
                <a:cubicBezTo>
                  <a:pt x="78615" y="60701"/>
                  <a:pt x="85963" y="64262"/>
                  <a:pt x="90988" y="69807"/>
                </a:cubicBezTo>
                <a:cubicBezTo>
                  <a:pt x="96014" y="75352"/>
                  <a:pt x="98526" y="82610"/>
                  <a:pt x="98526" y="91579"/>
                </a:cubicBezTo>
                <a:cubicBezTo>
                  <a:pt x="98526" y="102778"/>
                  <a:pt x="94302" y="111367"/>
                  <a:pt x="85854" y="117346"/>
                </a:cubicBezTo>
                <a:cubicBezTo>
                  <a:pt x="77406" y="123326"/>
                  <a:pt x="65222" y="126316"/>
                  <a:pt x="49304" y="126316"/>
                </a:cubicBezTo>
                <a:cubicBezTo>
                  <a:pt x="33385" y="126316"/>
                  <a:pt x="21188" y="123326"/>
                  <a:pt x="12713" y="117346"/>
                </a:cubicBezTo>
                <a:cubicBezTo>
                  <a:pt x="4238" y="111367"/>
                  <a:pt x="0" y="102778"/>
                  <a:pt x="0" y="91579"/>
                </a:cubicBezTo>
                <a:cubicBezTo>
                  <a:pt x="0" y="82610"/>
                  <a:pt x="2526" y="75352"/>
                  <a:pt x="7579" y="69807"/>
                </a:cubicBezTo>
                <a:cubicBezTo>
                  <a:pt x="12632" y="64262"/>
                  <a:pt x="19966" y="60701"/>
                  <a:pt x="29582" y="59124"/>
                </a:cubicBezTo>
                <a:cubicBezTo>
                  <a:pt x="21053" y="57166"/>
                  <a:pt x="14669" y="53891"/>
                  <a:pt x="10431" y="49296"/>
                </a:cubicBezTo>
                <a:cubicBezTo>
                  <a:pt x="6194" y="44702"/>
                  <a:pt x="4075" y="38872"/>
                  <a:pt x="4075" y="31806"/>
                </a:cubicBezTo>
                <a:cubicBezTo>
                  <a:pt x="4075" y="21475"/>
                  <a:pt x="7932" y="13591"/>
                  <a:pt x="15647" y="8154"/>
                </a:cubicBezTo>
                <a:cubicBezTo>
                  <a:pt x="23362" y="2718"/>
                  <a:pt x="34581" y="0"/>
                  <a:pt x="49304" y="0"/>
                </a:cubicBezTo>
                <a:cubicBezTo>
                  <a:pt x="63973" y="0"/>
                  <a:pt x="75178" y="2718"/>
                  <a:pt x="82920" y="8154"/>
                </a:cubicBezTo>
                <a:cubicBezTo>
                  <a:pt x="90662" y="13591"/>
                  <a:pt x="94533" y="21475"/>
                  <a:pt x="94533" y="31806"/>
                </a:cubicBezTo>
                <a:cubicBezTo>
                  <a:pt x="94533" y="38872"/>
                  <a:pt x="92401" y="44702"/>
                  <a:pt x="88136" y="49296"/>
                </a:cubicBezTo>
                <a:cubicBezTo>
                  <a:pt x="83871" y="53891"/>
                  <a:pt x="77474" y="57166"/>
                  <a:pt x="68944" y="59124"/>
                </a:cubicBezTo>
                <a:moveTo>
                  <a:pt x="62995" y="32149"/>
                </a:moveTo>
                <a:cubicBezTo>
                  <a:pt x="62995" y="23581"/>
                  <a:pt x="61963" y="17683"/>
                  <a:pt x="59898" y="14458"/>
                </a:cubicBezTo>
                <a:cubicBezTo>
                  <a:pt x="57834" y="11230"/>
                  <a:pt x="54302" y="9616"/>
                  <a:pt x="49304" y="9616"/>
                </a:cubicBezTo>
                <a:cubicBezTo>
                  <a:pt x="44251" y="9616"/>
                  <a:pt x="40706" y="11230"/>
                  <a:pt x="38669" y="14458"/>
                </a:cubicBezTo>
                <a:cubicBezTo>
                  <a:pt x="36632" y="17683"/>
                  <a:pt x="35613" y="23581"/>
                  <a:pt x="35613" y="32149"/>
                </a:cubicBezTo>
                <a:cubicBezTo>
                  <a:pt x="35613" y="40664"/>
                  <a:pt x="36632" y="46508"/>
                  <a:pt x="38669" y="49681"/>
                </a:cubicBezTo>
                <a:cubicBezTo>
                  <a:pt x="40706" y="52852"/>
                  <a:pt x="44251" y="54438"/>
                  <a:pt x="49304" y="54438"/>
                </a:cubicBezTo>
                <a:cubicBezTo>
                  <a:pt x="54357" y="54438"/>
                  <a:pt x="57902" y="52852"/>
                  <a:pt x="59939" y="49681"/>
                </a:cubicBezTo>
                <a:cubicBezTo>
                  <a:pt x="61976" y="46508"/>
                  <a:pt x="62995" y="40664"/>
                  <a:pt x="62995" y="32149"/>
                </a:cubicBezTo>
                <a:moveTo>
                  <a:pt x="66173" y="90173"/>
                </a:moveTo>
                <a:cubicBezTo>
                  <a:pt x="66173" y="80246"/>
                  <a:pt x="64910" y="73412"/>
                  <a:pt x="62384" y="69670"/>
                </a:cubicBezTo>
                <a:cubicBezTo>
                  <a:pt x="59857" y="65926"/>
                  <a:pt x="55497" y="64054"/>
                  <a:pt x="49304" y="64054"/>
                </a:cubicBezTo>
                <a:cubicBezTo>
                  <a:pt x="43056" y="64054"/>
                  <a:pt x="38683" y="65926"/>
                  <a:pt x="36183" y="69670"/>
                </a:cubicBezTo>
                <a:cubicBezTo>
                  <a:pt x="33684" y="73412"/>
                  <a:pt x="32435" y="80246"/>
                  <a:pt x="32435" y="90173"/>
                </a:cubicBezTo>
                <a:cubicBezTo>
                  <a:pt x="32435" y="100209"/>
                  <a:pt x="33698" y="107139"/>
                  <a:pt x="36224" y="110964"/>
                </a:cubicBezTo>
                <a:cubicBezTo>
                  <a:pt x="38750" y="114788"/>
                  <a:pt x="43110" y="116700"/>
                  <a:pt x="49304" y="116700"/>
                </a:cubicBezTo>
                <a:cubicBezTo>
                  <a:pt x="55443" y="116700"/>
                  <a:pt x="59789" y="114788"/>
                  <a:pt x="62343" y="110964"/>
                </a:cubicBezTo>
                <a:cubicBezTo>
                  <a:pt x="64896" y="107139"/>
                  <a:pt x="66173" y="100209"/>
                  <a:pt x="66173" y="90173"/>
                </a:cubicBezTo>
                <a:close/>
                <a:moveTo>
                  <a:pt x="164239" y="9616"/>
                </a:moveTo>
                <a:cubicBezTo>
                  <a:pt x="158643" y="9616"/>
                  <a:pt x="154663" y="11987"/>
                  <a:pt x="152300" y="16729"/>
                </a:cubicBezTo>
                <a:cubicBezTo>
                  <a:pt x="149937" y="21471"/>
                  <a:pt x="148755" y="29694"/>
                  <a:pt x="148755" y="41399"/>
                </a:cubicBezTo>
                <a:cubicBezTo>
                  <a:pt x="148755" y="53104"/>
                  <a:pt x="149937" y="61327"/>
                  <a:pt x="152300" y="66069"/>
                </a:cubicBezTo>
                <a:cubicBezTo>
                  <a:pt x="154663" y="70811"/>
                  <a:pt x="158643" y="73182"/>
                  <a:pt x="164239" y="73182"/>
                </a:cubicBezTo>
                <a:cubicBezTo>
                  <a:pt x="169835" y="73182"/>
                  <a:pt x="173828" y="70811"/>
                  <a:pt x="176219" y="66069"/>
                </a:cubicBezTo>
                <a:cubicBezTo>
                  <a:pt x="178609" y="61327"/>
                  <a:pt x="179804" y="53104"/>
                  <a:pt x="179804" y="41399"/>
                </a:cubicBezTo>
                <a:cubicBezTo>
                  <a:pt x="179804" y="29694"/>
                  <a:pt x="178609" y="21471"/>
                  <a:pt x="176219" y="16729"/>
                </a:cubicBezTo>
                <a:cubicBezTo>
                  <a:pt x="173828" y="11987"/>
                  <a:pt x="169835" y="9616"/>
                  <a:pt x="164239" y="9616"/>
                </a:cubicBezTo>
                <a:moveTo>
                  <a:pt x="182412" y="74249"/>
                </a:moveTo>
                <a:cubicBezTo>
                  <a:pt x="178826" y="77152"/>
                  <a:pt x="174847" y="79330"/>
                  <a:pt x="170473" y="80784"/>
                </a:cubicBezTo>
                <a:cubicBezTo>
                  <a:pt x="166100" y="82235"/>
                  <a:pt x="161360" y="82961"/>
                  <a:pt x="156253" y="82961"/>
                </a:cubicBezTo>
                <a:cubicBezTo>
                  <a:pt x="143865" y="82961"/>
                  <a:pt x="134127" y="79334"/>
                  <a:pt x="127037" y="72082"/>
                </a:cubicBezTo>
                <a:cubicBezTo>
                  <a:pt x="119947" y="64829"/>
                  <a:pt x="116402" y="54818"/>
                  <a:pt x="116402" y="42051"/>
                </a:cubicBezTo>
                <a:cubicBezTo>
                  <a:pt x="116402" y="28577"/>
                  <a:pt x="120368" y="18200"/>
                  <a:pt x="128300" y="10920"/>
                </a:cubicBezTo>
                <a:cubicBezTo>
                  <a:pt x="136232" y="3640"/>
                  <a:pt x="147560" y="0"/>
                  <a:pt x="162283" y="0"/>
                </a:cubicBezTo>
                <a:cubicBezTo>
                  <a:pt x="178908" y="0"/>
                  <a:pt x="191512" y="5029"/>
                  <a:pt x="200096" y="15087"/>
                </a:cubicBezTo>
                <a:cubicBezTo>
                  <a:pt x="208680" y="25144"/>
                  <a:pt x="212972" y="39877"/>
                  <a:pt x="212972" y="59284"/>
                </a:cubicBezTo>
                <a:cubicBezTo>
                  <a:pt x="212972" y="81410"/>
                  <a:pt x="208219" y="98114"/>
                  <a:pt x="198711" y="109396"/>
                </a:cubicBezTo>
                <a:cubicBezTo>
                  <a:pt x="189203" y="120676"/>
                  <a:pt x="175105" y="126316"/>
                  <a:pt x="156416" y="126316"/>
                </a:cubicBezTo>
                <a:cubicBezTo>
                  <a:pt x="151526" y="126316"/>
                  <a:pt x="146283" y="125908"/>
                  <a:pt x="140687" y="125093"/>
                </a:cubicBezTo>
                <a:cubicBezTo>
                  <a:pt x="135091" y="124278"/>
                  <a:pt x="129088" y="123056"/>
                  <a:pt x="122677" y="121426"/>
                </a:cubicBezTo>
                <a:lnTo>
                  <a:pt x="122677" y="99749"/>
                </a:lnTo>
                <a:lnTo>
                  <a:pt x="132538" y="99749"/>
                </a:lnTo>
                <a:cubicBezTo>
                  <a:pt x="133896" y="105318"/>
                  <a:pt x="136463" y="109535"/>
                  <a:pt x="140239" y="112401"/>
                </a:cubicBezTo>
                <a:cubicBezTo>
                  <a:pt x="144015" y="115267"/>
                  <a:pt x="148918" y="116700"/>
                  <a:pt x="154949" y="116700"/>
                </a:cubicBezTo>
                <a:cubicBezTo>
                  <a:pt x="164511" y="116700"/>
                  <a:pt x="171465" y="113366"/>
                  <a:pt x="175811" y="106699"/>
                </a:cubicBezTo>
                <a:cubicBezTo>
                  <a:pt x="180158" y="100031"/>
                  <a:pt x="182358" y="89215"/>
                  <a:pt x="182412" y="742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NoKnown">
            <a:extLst xmlns:a="http://schemas.openxmlformats.org/drawingml/2006/main">
              <a:ext uri="{FF2B5EF4-FFF2-40B4-BE49-F238E27FC236}">
                <a16:creationId xmlns:a16="http://schemas.microsoft.com/office/drawing/2014/main" id="{B29D959B-90A7-4F0C-AB11-1B1BF3DB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5495" y="2380059"/>
            <a:ext cx="708374" cy="101266"/>
          </a:xfrm>
          <a:custGeom xmlns:a="http://schemas.openxmlformats.org/drawingml/2006/main">
            <a:pathLst>
              <a:path w="708374" h="101266">
                <a:moveTo>
                  <a:pt x="0" y="99273"/>
                </a:moveTo>
                <a:lnTo>
                  <a:pt x="0" y="92230"/>
                </a:lnTo>
                <a:lnTo>
                  <a:pt x="13356" y="92230"/>
                </a:lnTo>
                <a:lnTo>
                  <a:pt x="13356" y="7176"/>
                </a:lnTo>
                <a:lnTo>
                  <a:pt x="0" y="7176"/>
                </a:lnTo>
                <a:lnTo>
                  <a:pt x="0" y="0"/>
                </a:lnTo>
                <a:lnTo>
                  <a:pt x="25450" y="0"/>
                </a:lnTo>
                <a:lnTo>
                  <a:pt x="84920" y="78342"/>
                </a:lnTo>
                <a:lnTo>
                  <a:pt x="84920" y="7176"/>
                </a:lnTo>
                <a:lnTo>
                  <a:pt x="71631" y="7176"/>
                </a:lnTo>
                <a:lnTo>
                  <a:pt x="71631" y="0"/>
                </a:lnTo>
                <a:lnTo>
                  <a:pt x="106449" y="0"/>
                </a:lnTo>
                <a:lnTo>
                  <a:pt x="106449" y="7176"/>
                </a:lnTo>
                <a:lnTo>
                  <a:pt x="93093" y="7176"/>
                </a:lnTo>
                <a:lnTo>
                  <a:pt x="93093" y="101266"/>
                </a:lnTo>
                <a:lnTo>
                  <a:pt x="85053" y="101266"/>
                </a:lnTo>
                <a:lnTo>
                  <a:pt x="21529" y="17609"/>
                </a:lnTo>
                <a:lnTo>
                  <a:pt x="21529" y="92230"/>
                </a:lnTo>
                <a:lnTo>
                  <a:pt x="34885" y="92230"/>
                </a:lnTo>
                <a:lnTo>
                  <a:pt x="34885" y="99273"/>
                </a:lnTo>
                <a:lnTo>
                  <a:pt x="0" y="99273"/>
                </a:lnTo>
                <a:close/>
                <a:moveTo>
                  <a:pt x="153906" y="94622"/>
                </a:moveTo>
                <a:cubicBezTo>
                  <a:pt x="160462" y="94622"/>
                  <a:pt x="165412" y="92033"/>
                  <a:pt x="168757" y="86856"/>
                </a:cubicBezTo>
                <a:cubicBezTo>
                  <a:pt x="172101" y="81678"/>
                  <a:pt x="173774" y="74045"/>
                  <a:pt x="173774" y="63956"/>
                </a:cubicBezTo>
                <a:cubicBezTo>
                  <a:pt x="173774" y="53867"/>
                  <a:pt x="172101" y="46245"/>
                  <a:pt x="168757" y="41090"/>
                </a:cubicBezTo>
                <a:cubicBezTo>
                  <a:pt x="165412" y="35934"/>
                  <a:pt x="160462" y="33357"/>
                  <a:pt x="153906" y="33357"/>
                </a:cubicBezTo>
                <a:cubicBezTo>
                  <a:pt x="147350" y="33357"/>
                  <a:pt x="142399" y="35934"/>
                  <a:pt x="139055" y="41090"/>
                </a:cubicBezTo>
                <a:cubicBezTo>
                  <a:pt x="135710" y="46245"/>
                  <a:pt x="134038" y="53867"/>
                  <a:pt x="134038" y="63956"/>
                </a:cubicBezTo>
                <a:cubicBezTo>
                  <a:pt x="134038" y="74045"/>
                  <a:pt x="135721" y="81678"/>
                  <a:pt x="139088" y="86856"/>
                </a:cubicBezTo>
                <a:cubicBezTo>
                  <a:pt x="142455" y="92033"/>
                  <a:pt x="147394" y="94622"/>
                  <a:pt x="153906" y="94622"/>
                </a:cubicBezTo>
                <a:moveTo>
                  <a:pt x="153906" y="101266"/>
                </a:moveTo>
                <a:cubicBezTo>
                  <a:pt x="143628" y="101266"/>
                  <a:pt x="135367" y="97864"/>
                  <a:pt x="129121" y="91058"/>
                </a:cubicBezTo>
                <a:cubicBezTo>
                  <a:pt x="122875" y="84252"/>
                  <a:pt x="119752" y="75218"/>
                  <a:pt x="119752" y="63956"/>
                </a:cubicBezTo>
                <a:cubicBezTo>
                  <a:pt x="119752" y="52694"/>
                  <a:pt x="122864" y="43672"/>
                  <a:pt x="129087" y="36889"/>
                </a:cubicBezTo>
                <a:cubicBezTo>
                  <a:pt x="135311" y="30104"/>
                  <a:pt x="143584" y="26712"/>
                  <a:pt x="153906" y="26712"/>
                </a:cubicBezTo>
                <a:cubicBezTo>
                  <a:pt x="164227" y="26712"/>
                  <a:pt x="172500" y="30104"/>
                  <a:pt x="178724" y="36889"/>
                </a:cubicBezTo>
                <a:cubicBezTo>
                  <a:pt x="184948" y="43672"/>
                  <a:pt x="188060" y="52694"/>
                  <a:pt x="188060" y="63956"/>
                </a:cubicBezTo>
                <a:cubicBezTo>
                  <a:pt x="188060" y="75218"/>
                  <a:pt x="184948" y="84252"/>
                  <a:pt x="178724" y="91058"/>
                </a:cubicBezTo>
                <a:cubicBezTo>
                  <a:pt x="172500" y="97864"/>
                  <a:pt x="164227" y="101266"/>
                  <a:pt x="153906" y="101266"/>
                </a:cubicBezTo>
                <a:close/>
                <a:moveTo>
                  <a:pt x="245544" y="99273"/>
                </a:moveTo>
                <a:lnTo>
                  <a:pt x="245544" y="92230"/>
                </a:lnTo>
                <a:lnTo>
                  <a:pt x="258169" y="92230"/>
                </a:lnTo>
                <a:lnTo>
                  <a:pt x="258169" y="7176"/>
                </a:lnTo>
                <a:lnTo>
                  <a:pt x="245544" y="7176"/>
                </a:lnTo>
                <a:lnTo>
                  <a:pt x="245544" y="0"/>
                </a:lnTo>
                <a:lnTo>
                  <a:pt x="284283" y="0"/>
                </a:lnTo>
                <a:lnTo>
                  <a:pt x="284283" y="7176"/>
                </a:lnTo>
                <a:lnTo>
                  <a:pt x="271658" y="7176"/>
                </a:lnTo>
                <a:lnTo>
                  <a:pt x="271658" y="44719"/>
                </a:lnTo>
                <a:lnTo>
                  <a:pt x="314384" y="7176"/>
                </a:lnTo>
                <a:lnTo>
                  <a:pt x="303619" y="7176"/>
                </a:lnTo>
                <a:lnTo>
                  <a:pt x="303619" y="0"/>
                </a:lnTo>
                <a:lnTo>
                  <a:pt x="336578" y="0"/>
                </a:lnTo>
                <a:lnTo>
                  <a:pt x="336578" y="7176"/>
                </a:lnTo>
                <a:lnTo>
                  <a:pt x="325414" y="7176"/>
                </a:lnTo>
                <a:lnTo>
                  <a:pt x="282821" y="44586"/>
                </a:lnTo>
                <a:lnTo>
                  <a:pt x="330464" y="92230"/>
                </a:lnTo>
                <a:lnTo>
                  <a:pt x="341761" y="92230"/>
                </a:lnTo>
                <a:lnTo>
                  <a:pt x="341761" y="99273"/>
                </a:lnTo>
                <a:lnTo>
                  <a:pt x="318703" y="99273"/>
                </a:lnTo>
                <a:lnTo>
                  <a:pt x="271658" y="52162"/>
                </a:lnTo>
                <a:lnTo>
                  <a:pt x="271658" y="92230"/>
                </a:lnTo>
                <a:lnTo>
                  <a:pt x="284283" y="92230"/>
                </a:lnTo>
                <a:lnTo>
                  <a:pt x="284283" y="99273"/>
                </a:lnTo>
                <a:lnTo>
                  <a:pt x="245544" y="99273"/>
                </a:lnTo>
                <a:close/>
                <a:moveTo>
                  <a:pt x="345273" y="99273"/>
                </a:moveTo>
                <a:lnTo>
                  <a:pt x="345273" y="92230"/>
                </a:lnTo>
                <a:lnTo>
                  <a:pt x="356303" y="92230"/>
                </a:lnTo>
                <a:lnTo>
                  <a:pt x="356303" y="35749"/>
                </a:lnTo>
                <a:lnTo>
                  <a:pt x="344608" y="35749"/>
                </a:lnTo>
                <a:lnTo>
                  <a:pt x="344608" y="28573"/>
                </a:lnTo>
                <a:lnTo>
                  <a:pt x="368529" y="28573"/>
                </a:lnTo>
                <a:lnTo>
                  <a:pt x="368529" y="41198"/>
                </a:lnTo>
                <a:cubicBezTo>
                  <a:pt x="370789" y="36413"/>
                  <a:pt x="373723" y="32803"/>
                  <a:pt x="377334" y="30367"/>
                </a:cubicBezTo>
                <a:cubicBezTo>
                  <a:pt x="380944" y="27930"/>
                  <a:pt x="385141" y="26712"/>
                  <a:pt x="389926" y="26712"/>
                </a:cubicBezTo>
                <a:cubicBezTo>
                  <a:pt x="397722" y="26712"/>
                  <a:pt x="403459" y="28949"/>
                  <a:pt x="407136" y="33423"/>
                </a:cubicBezTo>
                <a:cubicBezTo>
                  <a:pt x="410812" y="37897"/>
                  <a:pt x="412651" y="44874"/>
                  <a:pt x="412651" y="54354"/>
                </a:cubicBezTo>
                <a:lnTo>
                  <a:pt x="412651" y="92230"/>
                </a:lnTo>
                <a:lnTo>
                  <a:pt x="423548" y="92230"/>
                </a:lnTo>
                <a:lnTo>
                  <a:pt x="423548" y="99273"/>
                </a:lnTo>
                <a:lnTo>
                  <a:pt x="389793" y="99273"/>
                </a:lnTo>
                <a:lnTo>
                  <a:pt x="389793" y="92230"/>
                </a:lnTo>
                <a:lnTo>
                  <a:pt x="400358" y="92230"/>
                </a:lnTo>
                <a:lnTo>
                  <a:pt x="400358" y="58208"/>
                </a:lnTo>
                <a:cubicBezTo>
                  <a:pt x="400358" y="49570"/>
                  <a:pt x="399295" y="43645"/>
                  <a:pt x="397168" y="40433"/>
                </a:cubicBezTo>
                <a:cubicBezTo>
                  <a:pt x="395042" y="37222"/>
                  <a:pt x="391299" y="35616"/>
                  <a:pt x="385939" y="35616"/>
                </a:cubicBezTo>
                <a:cubicBezTo>
                  <a:pt x="380269" y="35616"/>
                  <a:pt x="375949" y="37687"/>
                  <a:pt x="372981" y="41829"/>
                </a:cubicBezTo>
                <a:cubicBezTo>
                  <a:pt x="370013" y="45971"/>
                  <a:pt x="368529" y="52006"/>
                  <a:pt x="368529" y="59936"/>
                </a:cubicBezTo>
                <a:lnTo>
                  <a:pt x="368529" y="92230"/>
                </a:lnTo>
                <a:lnTo>
                  <a:pt x="379161" y="92230"/>
                </a:lnTo>
                <a:lnTo>
                  <a:pt x="379161" y="99273"/>
                </a:lnTo>
                <a:lnTo>
                  <a:pt x="345273" y="99273"/>
                </a:lnTo>
                <a:close/>
                <a:moveTo>
                  <a:pt x="467717" y="94622"/>
                </a:moveTo>
                <a:cubicBezTo>
                  <a:pt x="474273" y="94622"/>
                  <a:pt x="479223" y="92033"/>
                  <a:pt x="482568" y="86856"/>
                </a:cubicBezTo>
                <a:cubicBezTo>
                  <a:pt x="485912" y="81678"/>
                  <a:pt x="487585" y="74045"/>
                  <a:pt x="487585" y="63956"/>
                </a:cubicBezTo>
                <a:cubicBezTo>
                  <a:pt x="487585" y="53867"/>
                  <a:pt x="485912" y="46245"/>
                  <a:pt x="482568" y="41090"/>
                </a:cubicBezTo>
                <a:cubicBezTo>
                  <a:pt x="479223" y="35934"/>
                  <a:pt x="474273" y="33357"/>
                  <a:pt x="467717" y="33357"/>
                </a:cubicBezTo>
                <a:cubicBezTo>
                  <a:pt x="461160" y="33357"/>
                  <a:pt x="456210" y="35934"/>
                  <a:pt x="452866" y="41090"/>
                </a:cubicBezTo>
                <a:cubicBezTo>
                  <a:pt x="449521" y="46245"/>
                  <a:pt x="447849" y="53867"/>
                  <a:pt x="447849" y="63956"/>
                </a:cubicBezTo>
                <a:cubicBezTo>
                  <a:pt x="447849" y="74045"/>
                  <a:pt x="449532" y="81678"/>
                  <a:pt x="452899" y="86856"/>
                </a:cubicBezTo>
                <a:cubicBezTo>
                  <a:pt x="456265" y="92033"/>
                  <a:pt x="461205" y="94622"/>
                  <a:pt x="467717" y="94622"/>
                </a:cubicBezTo>
                <a:moveTo>
                  <a:pt x="467717" y="101266"/>
                </a:moveTo>
                <a:cubicBezTo>
                  <a:pt x="457439" y="101266"/>
                  <a:pt x="449178" y="97864"/>
                  <a:pt x="442932" y="91058"/>
                </a:cubicBezTo>
                <a:cubicBezTo>
                  <a:pt x="436686" y="84252"/>
                  <a:pt x="433562" y="75218"/>
                  <a:pt x="433562" y="63956"/>
                </a:cubicBezTo>
                <a:cubicBezTo>
                  <a:pt x="433562" y="52694"/>
                  <a:pt x="436674" y="43672"/>
                  <a:pt x="442898" y="36889"/>
                </a:cubicBezTo>
                <a:cubicBezTo>
                  <a:pt x="449122" y="30104"/>
                  <a:pt x="457395" y="26712"/>
                  <a:pt x="467717" y="26712"/>
                </a:cubicBezTo>
                <a:cubicBezTo>
                  <a:pt x="478038" y="26712"/>
                  <a:pt x="486311" y="30104"/>
                  <a:pt x="492535" y="36889"/>
                </a:cubicBezTo>
                <a:cubicBezTo>
                  <a:pt x="498759" y="43672"/>
                  <a:pt x="501871" y="52694"/>
                  <a:pt x="501871" y="63956"/>
                </a:cubicBezTo>
                <a:cubicBezTo>
                  <a:pt x="501871" y="75218"/>
                  <a:pt x="498759" y="84252"/>
                  <a:pt x="492535" y="91058"/>
                </a:cubicBezTo>
                <a:cubicBezTo>
                  <a:pt x="486311" y="97864"/>
                  <a:pt x="478038" y="101266"/>
                  <a:pt x="467717" y="101266"/>
                </a:cubicBezTo>
                <a:close/>
                <a:moveTo>
                  <a:pt x="573755" y="28573"/>
                </a:moveTo>
                <a:lnTo>
                  <a:pt x="591829" y="83791"/>
                </a:lnTo>
                <a:lnTo>
                  <a:pt x="607776" y="35749"/>
                </a:lnTo>
                <a:lnTo>
                  <a:pt x="597543" y="35749"/>
                </a:lnTo>
                <a:lnTo>
                  <a:pt x="597543" y="28573"/>
                </a:lnTo>
                <a:lnTo>
                  <a:pt x="623126" y="28573"/>
                </a:lnTo>
                <a:lnTo>
                  <a:pt x="623126" y="35749"/>
                </a:lnTo>
                <a:lnTo>
                  <a:pt x="615285" y="35749"/>
                </a:lnTo>
                <a:lnTo>
                  <a:pt x="594287" y="99273"/>
                </a:lnTo>
                <a:lnTo>
                  <a:pt x="584121" y="99273"/>
                </a:lnTo>
                <a:lnTo>
                  <a:pt x="566711" y="46447"/>
                </a:lnTo>
                <a:lnTo>
                  <a:pt x="549236" y="99273"/>
                </a:lnTo>
                <a:lnTo>
                  <a:pt x="539468" y="99273"/>
                </a:lnTo>
                <a:lnTo>
                  <a:pt x="518537" y="35749"/>
                </a:lnTo>
                <a:lnTo>
                  <a:pt x="510630" y="35749"/>
                </a:lnTo>
                <a:lnTo>
                  <a:pt x="510630" y="28573"/>
                </a:lnTo>
                <a:lnTo>
                  <a:pt x="542591" y="28573"/>
                </a:lnTo>
                <a:lnTo>
                  <a:pt x="542591" y="35749"/>
                </a:lnTo>
                <a:lnTo>
                  <a:pt x="531162" y="35749"/>
                </a:lnTo>
                <a:lnTo>
                  <a:pt x="546976" y="83791"/>
                </a:lnTo>
                <a:lnTo>
                  <a:pt x="565183" y="28573"/>
                </a:lnTo>
                <a:lnTo>
                  <a:pt x="573755" y="28573"/>
                </a:lnTo>
                <a:close/>
                <a:moveTo>
                  <a:pt x="630098" y="99273"/>
                </a:moveTo>
                <a:lnTo>
                  <a:pt x="630098" y="92230"/>
                </a:lnTo>
                <a:lnTo>
                  <a:pt x="641129" y="92230"/>
                </a:lnTo>
                <a:lnTo>
                  <a:pt x="641129" y="35749"/>
                </a:lnTo>
                <a:lnTo>
                  <a:pt x="629434" y="35749"/>
                </a:lnTo>
                <a:lnTo>
                  <a:pt x="629434" y="28573"/>
                </a:lnTo>
                <a:lnTo>
                  <a:pt x="653355" y="28573"/>
                </a:lnTo>
                <a:lnTo>
                  <a:pt x="653355" y="41198"/>
                </a:lnTo>
                <a:cubicBezTo>
                  <a:pt x="655614" y="36413"/>
                  <a:pt x="658549" y="32803"/>
                  <a:pt x="662159" y="30367"/>
                </a:cubicBezTo>
                <a:cubicBezTo>
                  <a:pt x="665770" y="27930"/>
                  <a:pt x="669967" y="26712"/>
                  <a:pt x="674751" y="26712"/>
                </a:cubicBezTo>
                <a:cubicBezTo>
                  <a:pt x="682548" y="26712"/>
                  <a:pt x="688284" y="28949"/>
                  <a:pt x="691961" y="33423"/>
                </a:cubicBezTo>
                <a:cubicBezTo>
                  <a:pt x="695638" y="37897"/>
                  <a:pt x="697476" y="44874"/>
                  <a:pt x="697476" y="54354"/>
                </a:cubicBezTo>
                <a:lnTo>
                  <a:pt x="697476" y="92230"/>
                </a:lnTo>
                <a:lnTo>
                  <a:pt x="708374" y="92230"/>
                </a:lnTo>
                <a:lnTo>
                  <a:pt x="708374" y="99273"/>
                </a:lnTo>
                <a:lnTo>
                  <a:pt x="674618" y="99273"/>
                </a:lnTo>
                <a:lnTo>
                  <a:pt x="674618" y="92230"/>
                </a:lnTo>
                <a:lnTo>
                  <a:pt x="685184" y="92230"/>
                </a:lnTo>
                <a:lnTo>
                  <a:pt x="685184" y="58208"/>
                </a:lnTo>
                <a:cubicBezTo>
                  <a:pt x="685184" y="49570"/>
                  <a:pt x="684120" y="43645"/>
                  <a:pt x="681994" y="40433"/>
                </a:cubicBezTo>
                <a:cubicBezTo>
                  <a:pt x="679868" y="37222"/>
                  <a:pt x="676124" y="35616"/>
                  <a:pt x="670764" y="35616"/>
                </a:cubicBezTo>
                <a:cubicBezTo>
                  <a:pt x="665094" y="35616"/>
                  <a:pt x="660775" y="37687"/>
                  <a:pt x="657807" y="41829"/>
                </a:cubicBezTo>
                <a:cubicBezTo>
                  <a:pt x="654839" y="45971"/>
                  <a:pt x="653355" y="52006"/>
                  <a:pt x="653355" y="59936"/>
                </a:cubicBezTo>
                <a:lnTo>
                  <a:pt x="653355" y="92230"/>
                </a:lnTo>
                <a:lnTo>
                  <a:pt x="663987" y="92230"/>
                </a:lnTo>
                <a:lnTo>
                  <a:pt x="663987" y="99273"/>
                </a:lnTo>
                <a:lnTo>
                  <a:pt x="630098" y="992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PatchExists">
            <a:extLst xmlns:a="http://schemas.openxmlformats.org/drawingml/2006/main">
              <a:ext uri="{FF2B5EF4-FFF2-40B4-BE49-F238E27FC236}">
                <a16:creationId xmlns:a16="http://schemas.microsoft.com/office/drawing/2014/main" id="{E6E6A3E8-4849-4FAD-88F4-5DDB0BBC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4676" y="2539235"/>
            <a:ext cx="826002" cy="105386"/>
          </a:xfrm>
          <a:custGeom xmlns:a="http://schemas.openxmlformats.org/drawingml/2006/main">
            <a:pathLst>
              <a:path w="826002" h="105386">
                <a:moveTo>
                  <a:pt x="26114" y="52760"/>
                </a:moveTo>
                <a:lnTo>
                  <a:pt x="43656" y="52760"/>
                </a:lnTo>
                <a:cubicBezTo>
                  <a:pt x="50257" y="52760"/>
                  <a:pt x="55285" y="50982"/>
                  <a:pt x="58740" y="47427"/>
                </a:cubicBezTo>
                <a:cubicBezTo>
                  <a:pt x="62195" y="43872"/>
                  <a:pt x="63923" y="38739"/>
                  <a:pt x="63923" y="32028"/>
                </a:cubicBezTo>
                <a:cubicBezTo>
                  <a:pt x="63923" y="25272"/>
                  <a:pt x="62195" y="20128"/>
                  <a:pt x="58740" y="16595"/>
                </a:cubicBezTo>
                <a:cubicBezTo>
                  <a:pt x="55285" y="13063"/>
                  <a:pt x="50257" y="11296"/>
                  <a:pt x="43656" y="11296"/>
                </a:cubicBezTo>
                <a:lnTo>
                  <a:pt x="26114" y="11296"/>
                </a:lnTo>
                <a:lnTo>
                  <a:pt x="26114" y="52760"/>
                </a:lnTo>
                <a:moveTo>
                  <a:pt x="0" y="103393"/>
                </a:moveTo>
                <a:lnTo>
                  <a:pt x="0" y="96349"/>
                </a:lnTo>
                <a:lnTo>
                  <a:pt x="12625" y="96349"/>
                </a:lnTo>
                <a:lnTo>
                  <a:pt x="12625" y="11296"/>
                </a:lnTo>
                <a:lnTo>
                  <a:pt x="0" y="11296"/>
                </a:lnTo>
                <a:lnTo>
                  <a:pt x="0" y="4120"/>
                </a:lnTo>
                <a:lnTo>
                  <a:pt x="46912" y="4120"/>
                </a:lnTo>
                <a:cubicBezTo>
                  <a:pt x="56835" y="4120"/>
                  <a:pt x="64698" y="6634"/>
                  <a:pt x="70501" y="11662"/>
                </a:cubicBezTo>
                <a:cubicBezTo>
                  <a:pt x="76304" y="16689"/>
                  <a:pt x="79206" y="23478"/>
                  <a:pt x="79206" y="32028"/>
                </a:cubicBezTo>
                <a:cubicBezTo>
                  <a:pt x="79206" y="40533"/>
                  <a:pt x="76304" y="47311"/>
                  <a:pt x="70501" y="52361"/>
                </a:cubicBezTo>
                <a:cubicBezTo>
                  <a:pt x="64698" y="57411"/>
                  <a:pt x="56835" y="59936"/>
                  <a:pt x="46912" y="59936"/>
                </a:cubicBezTo>
                <a:lnTo>
                  <a:pt x="26114" y="59936"/>
                </a:lnTo>
                <a:lnTo>
                  <a:pt x="26114" y="96349"/>
                </a:lnTo>
                <a:lnTo>
                  <a:pt x="41463" y="96349"/>
                </a:lnTo>
                <a:lnTo>
                  <a:pt x="41463" y="103393"/>
                </a:lnTo>
                <a:lnTo>
                  <a:pt x="0" y="103393"/>
                </a:lnTo>
                <a:close/>
                <a:moveTo>
                  <a:pt x="131972" y="81232"/>
                </a:moveTo>
                <a:lnTo>
                  <a:pt x="131972" y="66315"/>
                </a:lnTo>
                <a:lnTo>
                  <a:pt x="116224" y="66315"/>
                </a:lnTo>
                <a:cubicBezTo>
                  <a:pt x="110155" y="66315"/>
                  <a:pt x="105637" y="67619"/>
                  <a:pt x="102669" y="70227"/>
                </a:cubicBezTo>
                <a:cubicBezTo>
                  <a:pt x="99701" y="72835"/>
                  <a:pt x="98217" y="76836"/>
                  <a:pt x="98217" y="82229"/>
                </a:cubicBezTo>
                <a:cubicBezTo>
                  <a:pt x="98217" y="87137"/>
                  <a:pt x="99723" y="91027"/>
                  <a:pt x="102735" y="93901"/>
                </a:cubicBezTo>
                <a:cubicBezTo>
                  <a:pt x="105748" y="96774"/>
                  <a:pt x="109823" y="98210"/>
                  <a:pt x="114962" y="98210"/>
                </a:cubicBezTo>
                <a:cubicBezTo>
                  <a:pt x="120056" y="98210"/>
                  <a:pt x="124165" y="96641"/>
                  <a:pt x="127288" y="93502"/>
                </a:cubicBezTo>
                <a:cubicBezTo>
                  <a:pt x="130411" y="90363"/>
                  <a:pt x="131972" y="86273"/>
                  <a:pt x="131972" y="81232"/>
                </a:cubicBezTo>
                <a:moveTo>
                  <a:pt x="144199" y="59274"/>
                </a:moveTo>
                <a:lnTo>
                  <a:pt x="144199" y="96349"/>
                </a:lnTo>
                <a:lnTo>
                  <a:pt x="155096" y="96349"/>
                </a:lnTo>
                <a:lnTo>
                  <a:pt x="155096" y="103393"/>
                </a:lnTo>
                <a:lnTo>
                  <a:pt x="131972" y="103393"/>
                </a:lnTo>
                <a:lnTo>
                  <a:pt x="131972" y="95753"/>
                </a:lnTo>
                <a:cubicBezTo>
                  <a:pt x="129270" y="99054"/>
                  <a:pt x="126147" y="101484"/>
                  <a:pt x="122603" y="103046"/>
                </a:cubicBezTo>
                <a:cubicBezTo>
                  <a:pt x="119059" y="104606"/>
                  <a:pt x="114918" y="105386"/>
                  <a:pt x="110178" y="105386"/>
                </a:cubicBezTo>
                <a:cubicBezTo>
                  <a:pt x="102337" y="105386"/>
                  <a:pt x="96113" y="103301"/>
                  <a:pt x="91506" y="99132"/>
                </a:cubicBezTo>
                <a:cubicBezTo>
                  <a:pt x="86899" y="94961"/>
                  <a:pt x="84595" y="89327"/>
                  <a:pt x="84595" y="82229"/>
                </a:cubicBezTo>
                <a:cubicBezTo>
                  <a:pt x="84595" y="74909"/>
                  <a:pt x="87231" y="69230"/>
                  <a:pt x="92502" y="65194"/>
                </a:cubicBezTo>
                <a:cubicBezTo>
                  <a:pt x="97774" y="61157"/>
                  <a:pt x="105216" y="59139"/>
                  <a:pt x="114829" y="59139"/>
                </a:cubicBezTo>
                <a:lnTo>
                  <a:pt x="131972" y="59139"/>
                </a:lnTo>
                <a:lnTo>
                  <a:pt x="131972" y="54325"/>
                </a:lnTo>
                <a:cubicBezTo>
                  <a:pt x="131972" y="48975"/>
                  <a:pt x="130344" y="44829"/>
                  <a:pt x="127089" y="41889"/>
                </a:cubicBezTo>
                <a:cubicBezTo>
                  <a:pt x="123833" y="38947"/>
                  <a:pt x="119259" y="37477"/>
                  <a:pt x="113367" y="37477"/>
                </a:cubicBezTo>
                <a:cubicBezTo>
                  <a:pt x="108494" y="37477"/>
                  <a:pt x="104618" y="38584"/>
                  <a:pt x="101739" y="40799"/>
                </a:cubicBezTo>
                <a:cubicBezTo>
                  <a:pt x="98859" y="43014"/>
                  <a:pt x="97065" y="46292"/>
                  <a:pt x="96356" y="50633"/>
                </a:cubicBezTo>
                <a:lnTo>
                  <a:pt x="90044" y="50633"/>
                </a:lnTo>
                <a:lnTo>
                  <a:pt x="90044" y="36280"/>
                </a:lnTo>
                <a:cubicBezTo>
                  <a:pt x="94297" y="34464"/>
                  <a:pt x="98427" y="33102"/>
                  <a:pt x="102436" y="32194"/>
                </a:cubicBezTo>
                <a:cubicBezTo>
                  <a:pt x="106445" y="31286"/>
                  <a:pt x="110355" y="30832"/>
                  <a:pt x="114164" y="30832"/>
                </a:cubicBezTo>
                <a:cubicBezTo>
                  <a:pt x="123954" y="30832"/>
                  <a:pt x="131408" y="33258"/>
                  <a:pt x="136524" y="38110"/>
                </a:cubicBezTo>
                <a:cubicBezTo>
                  <a:pt x="141641" y="42961"/>
                  <a:pt x="144199" y="50015"/>
                  <a:pt x="144199" y="59274"/>
                </a:cubicBezTo>
                <a:close/>
                <a:moveTo>
                  <a:pt x="174017" y="39869"/>
                </a:moveTo>
                <a:lnTo>
                  <a:pt x="163253" y="39869"/>
                </a:lnTo>
                <a:lnTo>
                  <a:pt x="163253" y="32692"/>
                </a:lnTo>
                <a:lnTo>
                  <a:pt x="174017" y="32692"/>
                </a:lnTo>
                <a:lnTo>
                  <a:pt x="174017" y="10765"/>
                </a:lnTo>
                <a:lnTo>
                  <a:pt x="186310" y="10765"/>
                </a:lnTo>
                <a:lnTo>
                  <a:pt x="186310" y="32692"/>
                </a:lnTo>
                <a:lnTo>
                  <a:pt x="209301" y="32692"/>
                </a:lnTo>
                <a:lnTo>
                  <a:pt x="209301" y="39869"/>
                </a:lnTo>
                <a:lnTo>
                  <a:pt x="186310" y="39869"/>
                </a:lnTo>
                <a:lnTo>
                  <a:pt x="186310" y="84721"/>
                </a:lnTo>
                <a:cubicBezTo>
                  <a:pt x="186310" y="90701"/>
                  <a:pt x="186886" y="94533"/>
                  <a:pt x="188038" y="96216"/>
                </a:cubicBezTo>
                <a:cubicBezTo>
                  <a:pt x="189189" y="97900"/>
                  <a:pt x="191316" y="98741"/>
                  <a:pt x="194417" y="98741"/>
                </a:cubicBezTo>
                <a:cubicBezTo>
                  <a:pt x="197606" y="98741"/>
                  <a:pt x="199932" y="97800"/>
                  <a:pt x="201394" y="95917"/>
                </a:cubicBezTo>
                <a:cubicBezTo>
                  <a:pt x="202856" y="94035"/>
                  <a:pt x="203631" y="90989"/>
                  <a:pt x="203719" y="86781"/>
                </a:cubicBezTo>
                <a:lnTo>
                  <a:pt x="212956" y="86781"/>
                </a:lnTo>
                <a:cubicBezTo>
                  <a:pt x="212601" y="93228"/>
                  <a:pt x="210851" y="97941"/>
                  <a:pt x="207706" y="100920"/>
                </a:cubicBezTo>
                <a:cubicBezTo>
                  <a:pt x="204561" y="103897"/>
                  <a:pt x="199777" y="105386"/>
                  <a:pt x="193354" y="105386"/>
                </a:cubicBezTo>
                <a:cubicBezTo>
                  <a:pt x="186310" y="105386"/>
                  <a:pt x="181326" y="103820"/>
                  <a:pt x="178403" y="100687"/>
                </a:cubicBezTo>
                <a:cubicBezTo>
                  <a:pt x="175479" y="97553"/>
                  <a:pt x="174017" y="92231"/>
                  <a:pt x="174017" y="84721"/>
                </a:cubicBezTo>
                <a:lnTo>
                  <a:pt x="174017" y="39869"/>
                </a:lnTo>
                <a:close/>
                <a:moveTo>
                  <a:pt x="283736" y="82129"/>
                </a:moveTo>
                <a:cubicBezTo>
                  <a:pt x="282009" y="89703"/>
                  <a:pt x="278686" y="95473"/>
                  <a:pt x="273769" y="99439"/>
                </a:cubicBezTo>
                <a:cubicBezTo>
                  <a:pt x="268852" y="103404"/>
                  <a:pt x="262495" y="105386"/>
                  <a:pt x="254699" y="105386"/>
                </a:cubicBezTo>
                <a:cubicBezTo>
                  <a:pt x="244421" y="105386"/>
                  <a:pt x="236160" y="101984"/>
                  <a:pt x="229914" y="95178"/>
                </a:cubicBezTo>
                <a:cubicBezTo>
                  <a:pt x="223667" y="88371"/>
                  <a:pt x="220544" y="79337"/>
                  <a:pt x="220544" y="68076"/>
                </a:cubicBezTo>
                <a:cubicBezTo>
                  <a:pt x="220544" y="56770"/>
                  <a:pt x="223667" y="47737"/>
                  <a:pt x="229914" y="40975"/>
                </a:cubicBezTo>
                <a:cubicBezTo>
                  <a:pt x="236160" y="34213"/>
                  <a:pt x="244421" y="30832"/>
                  <a:pt x="254699" y="30832"/>
                </a:cubicBezTo>
                <a:cubicBezTo>
                  <a:pt x="259173" y="30832"/>
                  <a:pt x="263625" y="31358"/>
                  <a:pt x="268055" y="32410"/>
                </a:cubicBezTo>
                <a:cubicBezTo>
                  <a:pt x="272484" y="33462"/>
                  <a:pt x="276936" y="35062"/>
                  <a:pt x="281411" y="37211"/>
                </a:cubicBezTo>
                <a:lnTo>
                  <a:pt x="281411" y="55285"/>
                </a:lnTo>
                <a:lnTo>
                  <a:pt x="274301" y="55285"/>
                </a:lnTo>
                <a:cubicBezTo>
                  <a:pt x="273370" y="49083"/>
                  <a:pt x="271344" y="44564"/>
                  <a:pt x="268221" y="41729"/>
                </a:cubicBezTo>
                <a:cubicBezTo>
                  <a:pt x="265098" y="38894"/>
                  <a:pt x="260635" y="37477"/>
                  <a:pt x="254832" y="37477"/>
                </a:cubicBezTo>
                <a:cubicBezTo>
                  <a:pt x="248231" y="37477"/>
                  <a:pt x="243247" y="40032"/>
                  <a:pt x="239881" y="45143"/>
                </a:cubicBezTo>
                <a:cubicBezTo>
                  <a:pt x="236514" y="50254"/>
                  <a:pt x="234831" y="57898"/>
                  <a:pt x="234831" y="68076"/>
                </a:cubicBezTo>
                <a:cubicBezTo>
                  <a:pt x="234831" y="78253"/>
                  <a:pt x="236503" y="85909"/>
                  <a:pt x="239848" y="91042"/>
                </a:cubicBezTo>
                <a:cubicBezTo>
                  <a:pt x="243192" y="96175"/>
                  <a:pt x="248187" y="98741"/>
                  <a:pt x="254832" y="98741"/>
                </a:cubicBezTo>
                <a:cubicBezTo>
                  <a:pt x="260103" y="98741"/>
                  <a:pt x="264311" y="97363"/>
                  <a:pt x="267457" y="94605"/>
                </a:cubicBezTo>
                <a:cubicBezTo>
                  <a:pt x="270602" y="91847"/>
                  <a:pt x="272750" y="87689"/>
                  <a:pt x="273902" y="82129"/>
                </a:cubicBezTo>
                <a:lnTo>
                  <a:pt x="283736" y="82129"/>
                </a:lnTo>
                <a:close/>
                <a:moveTo>
                  <a:pt x="295556" y="103393"/>
                </a:moveTo>
                <a:lnTo>
                  <a:pt x="295556" y="96349"/>
                </a:lnTo>
                <a:lnTo>
                  <a:pt x="306586" y="96349"/>
                </a:lnTo>
                <a:lnTo>
                  <a:pt x="306586" y="7043"/>
                </a:lnTo>
                <a:lnTo>
                  <a:pt x="294891" y="7043"/>
                </a:lnTo>
                <a:lnTo>
                  <a:pt x="294891" y="0"/>
                </a:lnTo>
                <a:lnTo>
                  <a:pt x="318813" y="0"/>
                </a:lnTo>
                <a:lnTo>
                  <a:pt x="318813" y="45317"/>
                </a:lnTo>
                <a:cubicBezTo>
                  <a:pt x="321072" y="40533"/>
                  <a:pt x="324007" y="36923"/>
                  <a:pt x="327617" y="34486"/>
                </a:cubicBezTo>
                <a:cubicBezTo>
                  <a:pt x="331227" y="32050"/>
                  <a:pt x="335425" y="30832"/>
                  <a:pt x="340209" y="30832"/>
                </a:cubicBezTo>
                <a:cubicBezTo>
                  <a:pt x="348005" y="30832"/>
                  <a:pt x="353742" y="33069"/>
                  <a:pt x="357419" y="37543"/>
                </a:cubicBezTo>
                <a:cubicBezTo>
                  <a:pt x="361096" y="42017"/>
                  <a:pt x="362934" y="48994"/>
                  <a:pt x="362934" y="58474"/>
                </a:cubicBezTo>
                <a:lnTo>
                  <a:pt x="362934" y="96349"/>
                </a:lnTo>
                <a:lnTo>
                  <a:pt x="373831" y="96349"/>
                </a:lnTo>
                <a:lnTo>
                  <a:pt x="373831" y="103393"/>
                </a:lnTo>
                <a:lnTo>
                  <a:pt x="340076" y="103393"/>
                </a:lnTo>
                <a:lnTo>
                  <a:pt x="340076" y="96349"/>
                </a:lnTo>
                <a:lnTo>
                  <a:pt x="350641" y="96349"/>
                </a:lnTo>
                <a:lnTo>
                  <a:pt x="350641" y="62328"/>
                </a:lnTo>
                <a:cubicBezTo>
                  <a:pt x="350641" y="53690"/>
                  <a:pt x="349589" y="47787"/>
                  <a:pt x="347485" y="44620"/>
                </a:cubicBezTo>
                <a:cubicBezTo>
                  <a:pt x="345381" y="41452"/>
                  <a:pt x="341626" y="39869"/>
                  <a:pt x="336222" y="39869"/>
                </a:cubicBezTo>
                <a:cubicBezTo>
                  <a:pt x="330552" y="39869"/>
                  <a:pt x="326233" y="41929"/>
                  <a:pt x="323265" y="46048"/>
                </a:cubicBezTo>
                <a:cubicBezTo>
                  <a:pt x="320297" y="50168"/>
                  <a:pt x="318813" y="56171"/>
                  <a:pt x="318813" y="64056"/>
                </a:cubicBezTo>
                <a:lnTo>
                  <a:pt x="318813" y="96349"/>
                </a:lnTo>
                <a:lnTo>
                  <a:pt x="329444" y="96349"/>
                </a:lnTo>
                <a:lnTo>
                  <a:pt x="329444" y="103393"/>
                </a:lnTo>
                <a:lnTo>
                  <a:pt x="295556" y="103393"/>
                </a:lnTo>
                <a:close/>
                <a:moveTo>
                  <a:pt x="427988" y="103393"/>
                </a:moveTo>
                <a:lnTo>
                  <a:pt x="427988" y="96349"/>
                </a:lnTo>
                <a:lnTo>
                  <a:pt x="440613" y="96349"/>
                </a:lnTo>
                <a:lnTo>
                  <a:pt x="440613" y="11296"/>
                </a:lnTo>
                <a:lnTo>
                  <a:pt x="427988" y="11296"/>
                </a:lnTo>
                <a:lnTo>
                  <a:pt x="427988" y="4120"/>
                </a:lnTo>
                <a:lnTo>
                  <a:pt x="507858" y="4120"/>
                </a:lnTo>
                <a:lnTo>
                  <a:pt x="507858" y="26313"/>
                </a:lnTo>
                <a:lnTo>
                  <a:pt x="499685" y="26313"/>
                </a:lnTo>
                <a:lnTo>
                  <a:pt x="499685" y="12359"/>
                </a:lnTo>
                <a:lnTo>
                  <a:pt x="454102" y="12359"/>
                </a:lnTo>
                <a:lnTo>
                  <a:pt x="454102" y="45583"/>
                </a:lnTo>
                <a:lnTo>
                  <a:pt x="486595" y="45583"/>
                </a:lnTo>
                <a:lnTo>
                  <a:pt x="486595" y="33091"/>
                </a:lnTo>
                <a:lnTo>
                  <a:pt x="494768" y="33091"/>
                </a:lnTo>
                <a:lnTo>
                  <a:pt x="494768" y="66182"/>
                </a:lnTo>
                <a:lnTo>
                  <a:pt x="486595" y="66182"/>
                </a:lnTo>
                <a:lnTo>
                  <a:pt x="486595" y="53690"/>
                </a:lnTo>
                <a:lnTo>
                  <a:pt x="454102" y="53690"/>
                </a:lnTo>
                <a:lnTo>
                  <a:pt x="454102" y="95153"/>
                </a:lnTo>
                <a:lnTo>
                  <a:pt x="500748" y="95153"/>
                </a:lnTo>
                <a:lnTo>
                  <a:pt x="500748" y="81199"/>
                </a:lnTo>
                <a:lnTo>
                  <a:pt x="508921" y="81199"/>
                </a:lnTo>
                <a:lnTo>
                  <a:pt x="508921" y="103393"/>
                </a:lnTo>
                <a:lnTo>
                  <a:pt x="427988" y="103393"/>
                </a:lnTo>
                <a:close/>
                <a:moveTo>
                  <a:pt x="559696" y="60268"/>
                </a:moveTo>
                <a:lnTo>
                  <a:pt x="574514" y="39869"/>
                </a:lnTo>
                <a:lnTo>
                  <a:pt x="565012" y="39869"/>
                </a:lnTo>
                <a:lnTo>
                  <a:pt x="565012" y="32692"/>
                </a:lnTo>
                <a:lnTo>
                  <a:pt x="592189" y="32692"/>
                </a:lnTo>
                <a:lnTo>
                  <a:pt x="592189" y="39869"/>
                </a:lnTo>
                <a:lnTo>
                  <a:pt x="582820" y="39869"/>
                </a:lnTo>
                <a:lnTo>
                  <a:pt x="563882" y="65983"/>
                </a:lnTo>
                <a:lnTo>
                  <a:pt x="585943" y="96349"/>
                </a:lnTo>
                <a:lnTo>
                  <a:pt x="595179" y="96349"/>
                </a:lnTo>
                <a:lnTo>
                  <a:pt x="595179" y="103393"/>
                </a:lnTo>
                <a:lnTo>
                  <a:pt x="562553" y="103393"/>
                </a:lnTo>
                <a:lnTo>
                  <a:pt x="562553" y="96349"/>
                </a:lnTo>
                <a:lnTo>
                  <a:pt x="571524" y="96349"/>
                </a:lnTo>
                <a:lnTo>
                  <a:pt x="556174" y="75219"/>
                </a:lnTo>
                <a:lnTo>
                  <a:pt x="540759" y="96349"/>
                </a:lnTo>
                <a:lnTo>
                  <a:pt x="549928" y="96349"/>
                </a:lnTo>
                <a:lnTo>
                  <a:pt x="549928" y="103393"/>
                </a:lnTo>
                <a:lnTo>
                  <a:pt x="523083" y="103393"/>
                </a:lnTo>
                <a:lnTo>
                  <a:pt x="523083" y="96349"/>
                </a:lnTo>
                <a:lnTo>
                  <a:pt x="532453" y="96349"/>
                </a:lnTo>
                <a:lnTo>
                  <a:pt x="551922" y="69504"/>
                </a:lnTo>
                <a:lnTo>
                  <a:pt x="530459" y="39869"/>
                </a:lnTo>
                <a:lnTo>
                  <a:pt x="521755" y="39869"/>
                </a:lnTo>
                <a:lnTo>
                  <a:pt x="521755" y="32692"/>
                </a:lnTo>
                <a:lnTo>
                  <a:pt x="553317" y="32692"/>
                </a:lnTo>
                <a:lnTo>
                  <a:pt x="553317" y="39869"/>
                </a:lnTo>
                <a:lnTo>
                  <a:pt x="544878" y="39869"/>
                </a:lnTo>
                <a:lnTo>
                  <a:pt x="559696" y="60268"/>
                </a:lnTo>
                <a:close/>
                <a:moveTo>
                  <a:pt x="609524" y="10665"/>
                </a:moveTo>
                <a:cubicBezTo>
                  <a:pt x="609524" y="8619"/>
                  <a:pt x="610266" y="6839"/>
                  <a:pt x="611750" y="5326"/>
                </a:cubicBezTo>
                <a:cubicBezTo>
                  <a:pt x="613234" y="3813"/>
                  <a:pt x="615017" y="3057"/>
                  <a:pt x="617099" y="3057"/>
                </a:cubicBezTo>
                <a:cubicBezTo>
                  <a:pt x="619137" y="3057"/>
                  <a:pt x="620898" y="3813"/>
                  <a:pt x="622382" y="5326"/>
                </a:cubicBezTo>
                <a:cubicBezTo>
                  <a:pt x="623866" y="6839"/>
                  <a:pt x="624608" y="8619"/>
                  <a:pt x="624608" y="10665"/>
                </a:cubicBezTo>
                <a:cubicBezTo>
                  <a:pt x="624608" y="12757"/>
                  <a:pt x="623877" y="14537"/>
                  <a:pt x="622415" y="16006"/>
                </a:cubicBezTo>
                <a:cubicBezTo>
                  <a:pt x="620953" y="17473"/>
                  <a:pt x="619181" y="18207"/>
                  <a:pt x="617099" y="18207"/>
                </a:cubicBezTo>
                <a:cubicBezTo>
                  <a:pt x="615017" y="18207"/>
                  <a:pt x="613234" y="17473"/>
                  <a:pt x="611750" y="16006"/>
                </a:cubicBezTo>
                <a:cubicBezTo>
                  <a:pt x="610266" y="14537"/>
                  <a:pt x="609524" y="12757"/>
                  <a:pt x="609524" y="10665"/>
                </a:cubicBezTo>
                <a:moveTo>
                  <a:pt x="625139" y="96349"/>
                </a:moveTo>
                <a:lnTo>
                  <a:pt x="636701" y="96349"/>
                </a:lnTo>
                <a:lnTo>
                  <a:pt x="636701" y="103393"/>
                </a:lnTo>
                <a:lnTo>
                  <a:pt x="601218" y="103393"/>
                </a:lnTo>
                <a:lnTo>
                  <a:pt x="601218" y="96349"/>
                </a:lnTo>
                <a:lnTo>
                  <a:pt x="612913" y="96349"/>
                </a:lnTo>
                <a:lnTo>
                  <a:pt x="612913" y="39869"/>
                </a:lnTo>
                <a:lnTo>
                  <a:pt x="601218" y="39869"/>
                </a:lnTo>
                <a:lnTo>
                  <a:pt x="601218" y="32692"/>
                </a:lnTo>
                <a:lnTo>
                  <a:pt x="625139" y="32692"/>
                </a:lnTo>
                <a:lnTo>
                  <a:pt x="625139" y="96349"/>
                </a:lnTo>
                <a:close/>
                <a:moveTo>
                  <a:pt x="647354" y="99539"/>
                </a:moveTo>
                <a:lnTo>
                  <a:pt x="647354" y="83060"/>
                </a:lnTo>
                <a:lnTo>
                  <a:pt x="654397" y="83060"/>
                </a:lnTo>
                <a:cubicBezTo>
                  <a:pt x="654574" y="88309"/>
                  <a:pt x="656224" y="92235"/>
                  <a:pt x="659347" y="94838"/>
                </a:cubicBezTo>
                <a:cubicBezTo>
                  <a:pt x="662470" y="97440"/>
                  <a:pt x="667088" y="98741"/>
                  <a:pt x="673202" y="98741"/>
                </a:cubicBezTo>
                <a:cubicBezTo>
                  <a:pt x="678695" y="98741"/>
                  <a:pt x="682881" y="97714"/>
                  <a:pt x="685760" y="95658"/>
                </a:cubicBezTo>
                <a:cubicBezTo>
                  <a:pt x="688640" y="93601"/>
                  <a:pt x="690079" y="90604"/>
                  <a:pt x="690079" y="86669"/>
                </a:cubicBezTo>
                <a:cubicBezTo>
                  <a:pt x="690079" y="83573"/>
                  <a:pt x="689027" y="81075"/>
                  <a:pt x="686923" y="79175"/>
                </a:cubicBezTo>
                <a:cubicBezTo>
                  <a:pt x="684819" y="77273"/>
                  <a:pt x="680378" y="75238"/>
                  <a:pt x="673600" y="73072"/>
                </a:cubicBezTo>
                <a:lnTo>
                  <a:pt x="664763" y="70075"/>
                </a:lnTo>
                <a:cubicBezTo>
                  <a:pt x="658694" y="68125"/>
                  <a:pt x="654297" y="65686"/>
                  <a:pt x="651573" y="62760"/>
                </a:cubicBezTo>
                <a:cubicBezTo>
                  <a:pt x="648849" y="59832"/>
                  <a:pt x="647486" y="56107"/>
                  <a:pt x="647486" y="51584"/>
                </a:cubicBezTo>
                <a:cubicBezTo>
                  <a:pt x="647486" y="45110"/>
                  <a:pt x="649856" y="40033"/>
                  <a:pt x="654596" y="36353"/>
                </a:cubicBezTo>
                <a:cubicBezTo>
                  <a:pt x="659336" y="32672"/>
                  <a:pt x="665892" y="30832"/>
                  <a:pt x="674265" y="30832"/>
                </a:cubicBezTo>
                <a:cubicBezTo>
                  <a:pt x="677986" y="30832"/>
                  <a:pt x="681906" y="31319"/>
                  <a:pt x="686026" y="32294"/>
                </a:cubicBezTo>
                <a:cubicBezTo>
                  <a:pt x="690146" y="33268"/>
                  <a:pt x="694399" y="34686"/>
                  <a:pt x="698784" y="36546"/>
                </a:cubicBezTo>
                <a:lnTo>
                  <a:pt x="698784" y="51962"/>
                </a:lnTo>
                <a:lnTo>
                  <a:pt x="691741" y="51962"/>
                </a:lnTo>
                <a:cubicBezTo>
                  <a:pt x="691563" y="47420"/>
                  <a:pt x="689969" y="43871"/>
                  <a:pt x="686956" y="41314"/>
                </a:cubicBezTo>
                <a:cubicBezTo>
                  <a:pt x="683944" y="38756"/>
                  <a:pt x="679846" y="37477"/>
                  <a:pt x="674664" y="37477"/>
                </a:cubicBezTo>
                <a:cubicBezTo>
                  <a:pt x="669525" y="37477"/>
                  <a:pt x="665638" y="38383"/>
                  <a:pt x="663002" y="40197"/>
                </a:cubicBezTo>
                <a:cubicBezTo>
                  <a:pt x="660366" y="42009"/>
                  <a:pt x="659048" y="44727"/>
                  <a:pt x="659048" y="48351"/>
                </a:cubicBezTo>
                <a:cubicBezTo>
                  <a:pt x="659048" y="51314"/>
                  <a:pt x="660045" y="53691"/>
                  <a:pt x="662038" y="55482"/>
                </a:cubicBezTo>
                <a:cubicBezTo>
                  <a:pt x="664032" y="57272"/>
                  <a:pt x="668019" y="59095"/>
                  <a:pt x="673999" y="60951"/>
                </a:cubicBezTo>
                <a:lnTo>
                  <a:pt x="683700" y="63948"/>
                </a:lnTo>
                <a:cubicBezTo>
                  <a:pt x="690390" y="66032"/>
                  <a:pt x="695207" y="68638"/>
                  <a:pt x="698153" y="71764"/>
                </a:cubicBezTo>
                <a:cubicBezTo>
                  <a:pt x="701099" y="74889"/>
                  <a:pt x="702572" y="78914"/>
                  <a:pt x="702572" y="83836"/>
                </a:cubicBezTo>
                <a:cubicBezTo>
                  <a:pt x="702572" y="90531"/>
                  <a:pt x="700013" y="95796"/>
                  <a:pt x="694897" y="99632"/>
                </a:cubicBezTo>
                <a:cubicBezTo>
                  <a:pt x="689780" y="103468"/>
                  <a:pt x="682726" y="105386"/>
                  <a:pt x="673733" y="105386"/>
                </a:cubicBezTo>
                <a:cubicBezTo>
                  <a:pt x="669171" y="105386"/>
                  <a:pt x="664719" y="104899"/>
                  <a:pt x="660377" y="103924"/>
                </a:cubicBezTo>
                <a:cubicBezTo>
                  <a:pt x="656036" y="102950"/>
                  <a:pt x="651695" y="101488"/>
                  <a:pt x="647354" y="99539"/>
                </a:cubicBezTo>
                <a:close/>
                <a:moveTo>
                  <a:pt x="723393" y="39869"/>
                </a:moveTo>
                <a:lnTo>
                  <a:pt x="712628" y="39869"/>
                </a:lnTo>
                <a:lnTo>
                  <a:pt x="712628" y="32692"/>
                </a:lnTo>
                <a:lnTo>
                  <a:pt x="723393" y="32692"/>
                </a:lnTo>
                <a:lnTo>
                  <a:pt x="723393" y="10765"/>
                </a:lnTo>
                <a:lnTo>
                  <a:pt x="735686" y="10765"/>
                </a:lnTo>
                <a:lnTo>
                  <a:pt x="735686" y="32692"/>
                </a:lnTo>
                <a:lnTo>
                  <a:pt x="758677" y="32692"/>
                </a:lnTo>
                <a:lnTo>
                  <a:pt x="758677" y="39869"/>
                </a:lnTo>
                <a:lnTo>
                  <a:pt x="735686" y="39869"/>
                </a:lnTo>
                <a:lnTo>
                  <a:pt x="735686" y="84721"/>
                </a:lnTo>
                <a:cubicBezTo>
                  <a:pt x="735686" y="90701"/>
                  <a:pt x="736261" y="94533"/>
                  <a:pt x="737413" y="96216"/>
                </a:cubicBezTo>
                <a:cubicBezTo>
                  <a:pt x="738565" y="97900"/>
                  <a:pt x="740691" y="98741"/>
                  <a:pt x="743792" y="98741"/>
                </a:cubicBezTo>
                <a:cubicBezTo>
                  <a:pt x="746982" y="98741"/>
                  <a:pt x="749307" y="97800"/>
                  <a:pt x="750769" y="95917"/>
                </a:cubicBezTo>
                <a:cubicBezTo>
                  <a:pt x="752231" y="94035"/>
                  <a:pt x="753006" y="90989"/>
                  <a:pt x="753095" y="86781"/>
                </a:cubicBezTo>
                <a:lnTo>
                  <a:pt x="762331" y="86781"/>
                </a:lnTo>
                <a:cubicBezTo>
                  <a:pt x="761977" y="93228"/>
                  <a:pt x="760227" y="97941"/>
                  <a:pt x="757082" y="100920"/>
                </a:cubicBezTo>
                <a:cubicBezTo>
                  <a:pt x="753937" y="103897"/>
                  <a:pt x="749152" y="105386"/>
                  <a:pt x="742729" y="105386"/>
                </a:cubicBezTo>
                <a:cubicBezTo>
                  <a:pt x="735686" y="105386"/>
                  <a:pt x="730702" y="103820"/>
                  <a:pt x="727778" y="100687"/>
                </a:cubicBezTo>
                <a:cubicBezTo>
                  <a:pt x="724855" y="97553"/>
                  <a:pt x="723393" y="92231"/>
                  <a:pt x="723393" y="84721"/>
                </a:cubicBezTo>
                <a:lnTo>
                  <a:pt x="723393" y="39869"/>
                </a:lnTo>
                <a:close/>
                <a:moveTo>
                  <a:pt x="770784" y="99539"/>
                </a:moveTo>
                <a:lnTo>
                  <a:pt x="770784" y="83060"/>
                </a:lnTo>
                <a:lnTo>
                  <a:pt x="777827" y="83060"/>
                </a:lnTo>
                <a:cubicBezTo>
                  <a:pt x="778004" y="88309"/>
                  <a:pt x="779654" y="92235"/>
                  <a:pt x="782777" y="94838"/>
                </a:cubicBezTo>
                <a:cubicBezTo>
                  <a:pt x="785900" y="97440"/>
                  <a:pt x="790518" y="98741"/>
                  <a:pt x="796632" y="98741"/>
                </a:cubicBezTo>
                <a:cubicBezTo>
                  <a:pt x="802125" y="98741"/>
                  <a:pt x="806311" y="97714"/>
                  <a:pt x="809190" y="95658"/>
                </a:cubicBezTo>
                <a:cubicBezTo>
                  <a:pt x="812070" y="93601"/>
                  <a:pt x="813509" y="90604"/>
                  <a:pt x="813509" y="86669"/>
                </a:cubicBezTo>
                <a:cubicBezTo>
                  <a:pt x="813509" y="83573"/>
                  <a:pt x="812457" y="81075"/>
                  <a:pt x="810353" y="79175"/>
                </a:cubicBezTo>
                <a:cubicBezTo>
                  <a:pt x="808249" y="77273"/>
                  <a:pt x="803808" y="75238"/>
                  <a:pt x="797030" y="73072"/>
                </a:cubicBezTo>
                <a:lnTo>
                  <a:pt x="788193" y="70075"/>
                </a:lnTo>
                <a:cubicBezTo>
                  <a:pt x="782124" y="68125"/>
                  <a:pt x="777727" y="65686"/>
                  <a:pt x="775003" y="62760"/>
                </a:cubicBezTo>
                <a:cubicBezTo>
                  <a:pt x="772279" y="59832"/>
                  <a:pt x="770916" y="56107"/>
                  <a:pt x="770916" y="51584"/>
                </a:cubicBezTo>
                <a:cubicBezTo>
                  <a:pt x="770916" y="45110"/>
                  <a:pt x="773286" y="40033"/>
                  <a:pt x="778026" y="36353"/>
                </a:cubicBezTo>
                <a:cubicBezTo>
                  <a:pt x="782766" y="32672"/>
                  <a:pt x="789322" y="30832"/>
                  <a:pt x="797695" y="30832"/>
                </a:cubicBezTo>
                <a:cubicBezTo>
                  <a:pt x="801416" y="30832"/>
                  <a:pt x="805336" y="31319"/>
                  <a:pt x="809456" y="32294"/>
                </a:cubicBezTo>
                <a:cubicBezTo>
                  <a:pt x="813576" y="33268"/>
                  <a:pt x="817829" y="34686"/>
                  <a:pt x="822214" y="36546"/>
                </a:cubicBezTo>
                <a:lnTo>
                  <a:pt x="822214" y="51962"/>
                </a:lnTo>
                <a:lnTo>
                  <a:pt x="815171" y="51962"/>
                </a:lnTo>
                <a:cubicBezTo>
                  <a:pt x="814993" y="47420"/>
                  <a:pt x="813399" y="43871"/>
                  <a:pt x="810386" y="41314"/>
                </a:cubicBezTo>
                <a:cubicBezTo>
                  <a:pt x="807374" y="38756"/>
                  <a:pt x="803276" y="37477"/>
                  <a:pt x="798094" y="37477"/>
                </a:cubicBezTo>
                <a:cubicBezTo>
                  <a:pt x="792955" y="37477"/>
                  <a:pt x="789068" y="38383"/>
                  <a:pt x="786432" y="40197"/>
                </a:cubicBezTo>
                <a:cubicBezTo>
                  <a:pt x="783796" y="42009"/>
                  <a:pt x="782478" y="44727"/>
                  <a:pt x="782478" y="48351"/>
                </a:cubicBezTo>
                <a:cubicBezTo>
                  <a:pt x="782478" y="51314"/>
                  <a:pt x="783475" y="53691"/>
                  <a:pt x="785468" y="55482"/>
                </a:cubicBezTo>
                <a:cubicBezTo>
                  <a:pt x="787462" y="57272"/>
                  <a:pt x="791449" y="59095"/>
                  <a:pt x="797429" y="60951"/>
                </a:cubicBezTo>
                <a:lnTo>
                  <a:pt x="807130" y="63948"/>
                </a:lnTo>
                <a:cubicBezTo>
                  <a:pt x="813820" y="66032"/>
                  <a:pt x="818637" y="68638"/>
                  <a:pt x="821583" y="71764"/>
                </a:cubicBezTo>
                <a:cubicBezTo>
                  <a:pt x="824529" y="74889"/>
                  <a:pt x="826002" y="78914"/>
                  <a:pt x="826002" y="83836"/>
                </a:cubicBezTo>
                <a:cubicBezTo>
                  <a:pt x="826002" y="90531"/>
                  <a:pt x="823443" y="95796"/>
                  <a:pt x="818327" y="99632"/>
                </a:cubicBezTo>
                <a:cubicBezTo>
                  <a:pt x="813210" y="103468"/>
                  <a:pt x="806156" y="105386"/>
                  <a:pt x="797163" y="105386"/>
                </a:cubicBezTo>
                <a:cubicBezTo>
                  <a:pt x="792601" y="105386"/>
                  <a:pt x="788149" y="104899"/>
                  <a:pt x="783807" y="103924"/>
                </a:cubicBezTo>
                <a:cubicBezTo>
                  <a:pt x="779466" y="102950"/>
                  <a:pt x="775125" y="101488"/>
                  <a:pt x="770784" y="995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A72BC1-673E-409D-83E9-8E333341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0914" y="2009992"/>
            <a:ext cx="1410107" cy="580264"/>
          </a:xfrm>
          <a:custGeom xmlns:a="http://schemas.openxmlformats.org/drawingml/2006/main">
            <a:pathLst>
              <a:path w="1410107" h="580264">
                <a:moveTo>
                  <a:pt x="705045" y="580264"/>
                </a:moveTo>
                <a:lnTo>
                  <a:pt x="37989" y="580264"/>
                </a:lnTo>
                <a:cubicBezTo>
                  <a:pt x="16938" y="580264"/>
                  <a:pt x="0" y="563326"/>
                  <a:pt x="0" y="542257"/>
                </a:cubicBezTo>
                <a:lnTo>
                  <a:pt x="0" y="37481"/>
                </a:lnTo>
                <a:cubicBezTo>
                  <a:pt x="0" y="16938"/>
                  <a:pt x="16938" y="0"/>
                  <a:pt x="37989" y="0"/>
                </a:cubicBezTo>
                <a:lnTo>
                  <a:pt x="1372626" y="0"/>
                </a:lnTo>
                <a:cubicBezTo>
                  <a:pt x="1393169" y="0"/>
                  <a:pt x="1410107" y="16938"/>
                  <a:pt x="1410107" y="37481"/>
                </a:cubicBezTo>
                <a:lnTo>
                  <a:pt x="1410107" y="542257"/>
                </a:lnTo>
                <a:cubicBezTo>
                  <a:pt x="1410107" y="563326"/>
                  <a:pt x="1393169" y="580264"/>
                  <a:pt x="1372626" y="580264"/>
                </a:cubicBezTo>
                <a:lnTo>
                  <a:pt x="705045" y="580264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89">
            <a:extLst xmlns:a="http://schemas.openxmlformats.org/drawingml/2006/main">
              <a:ext uri="{FF2B5EF4-FFF2-40B4-BE49-F238E27FC236}">
                <a16:creationId xmlns:a16="http://schemas.microsoft.com/office/drawing/2014/main" id="{FBB26F4E-CF28-4269-9E71-E1CBC153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9879" y="2174196"/>
            <a:ext cx="212972" cy="126316"/>
          </a:xfrm>
          <a:custGeom xmlns:a="http://schemas.openxmlformats.org/drawingml/2006/main">
            <a:pathLst>
              <a:path w="212972" h="126316">
                <a:moveTo>
                  <a:pt x="68944" y="59124"/>
                </a:moveTo>
                <a:cubicBezTo>
                  <a:pt x="78615" y="60701"/>
                  <a:pt x="85963" y="64262"/>
                  <a:pt x="90988" y="69807"/>
                </a:cubicBezTo>
                <a:cubicBezTo>
                  <a:pt x="96014" y="75352"/>
                  <a:pt x="98526" y="82610"/>
                  <a:pt x="98526" y="91579"/>
                </a:cubicBezTo>
                <a:cubicBezTo>
                  <a:pt x="98526" y="102778"/>
                  <a:pt x="94302" y="111367"/>
                  <a:pt x="85854" y="117346"/>
                </a:cubicBezTo>
                <a:cubicBezTo>
                  <a:pt x="77406" y="123326"/>
                  <a:pt x="65222" y="126316"/>
                  <a:pt x="49304" y="126316"/>
                </a:cubicBezTo>
                <a:cubicBezTo>
                  <a:pt x="33385" y="126316"/>
                  <a:pt x="21188" y="123326"/>
                  <a:pt x="12713" y="117346"/>
                </a:cubicBezTo>
                <a:cubicBezTo>
                  <a:pt x="4238" y="111367"/>
                  <a:pt x="0" y="102778"/>
                  <a:pt x="0" y="91579"/>
                </a:cubicBezTo>
                <a:cubicBezTo>
                  <a:pt x="0" y="82610"/>
                  <a:pt x="2526" y="75352"/>
                  <a:pt x="7579" y="69807"/>
                </a:cubicBezTo>
                <a:cubicBezTo>
                  <a:pt x="12632" y="64262"/>
                  <a:pt x="19966" y="60701"/>
                  <a:pt x="29582" y="59124"/>
                </a:cubicBezTo>
                <a:cubicBezTo>
                  <a:pt x="21053" y="57166"/>
                  <a:pt x="14669" y="53891"/>
                  <a:pt x="10431" y="49296"/>
                </a:cubicBezTo>
                <a:cubicBezTo>
                  <a:pt x="6194" y="44702"/>
                  <a:pt x="4075" y="38872"/>
                  <a:pt x="4075" y="31806"/>
                </a:cubicBezTo>
                <a:cubicBezTo>
                  <a:pt x="4075" y="21475"/>
                  <a:pt x="7932" y="13591"/>
                  <a:pt x="15647" y="8154"/>
                </a:cubicBezTo>
                <a:cubicBezTo>
                  <a:pt x="23362" y="2718"/>
                  <a:pt x="34581" y="0"/>
                  <a:pt x="49304" y="0"/>
                </a:cubicBezTo>
                <a:cubicBezTo>
                  <a:pt x="63973" y="0"/>
                  <a:pt x="75178" y="2718"/>
                  <a:pt x="82920" y="8154"/>
                </a:cubicBezTo>
                <a:cubicBezTo>
                  <a:pt x="90662" y="13591"/>
                  <a:pt x="94533" y="21475"/>
                  <a:pt x="94533" y="31806"/>
                </a:cubicBezTo>
                <a:cubicBezTo>
                  <a:pt x="94533" y="38872"/>
                  <a:pt x="92401" y="44702"/>
                  <a:pt x="88136" y="49296"/>
                </a:cubicBezTo>
                <a:cubicBezTo>
                  <a:pt x="83871" y="53891"/>
                  <a:pt x="77474" y="57166"/>
                  <a:pt x="68944" y="59124"/>
                </a:cubicBezTo>
                <a:moveTo>
                  <a:pt x="62995" y="32149"/>
                </a:moveTo>
                <a:cubicBezTo>
                  <a:pt x="62995" y="23581"/>
                  <a:pt x="61963" y="17683"/>
                  <a:pt x="59898" y="14458"/>
                </a:cubicBezTo>
                <a:cubicBezTo>
                  <a:pt x="57834" y="11230"/>
                  <a:pt x="54302" y="9616"/>
                  <a:pt x="49304" y="9616"/>
                </a:cubicBezTo>
                <a:cubicBezTo>
                  <a:pt x="44251" y="9616"/>
                  <a:pt x="40706" y="11230"/>
                  <a:pt x="38669" y="14458"/>
                </a:cubicBezTo>
                <a:cubicBezTo>
                  <a:pt x="36632" y="17683"/>
                  <a:pt x="35613" y="23581"/>
                  <a:pt x="35613" y="32149"/>
                </a:cubicBezTo>
                <a:cubicBezTo>
                  <a:pt x="35613" y="40664"/>
                  <a:pt x="36632" y="46508"/>
                  <a:pt x="38669" y="49681"/>
                </a:cubicBezTo>
                <a:cubicBezTo>
                  <a:pt x="40706" y="52852"/>
                  <a:pt x="44251" y="54438"/>
                  <a:pt x="49304" y="54438"/>
                </a:cubicBezTo>
                <a:cubicBezTo>
                  <a:pt x="54357" y="54438"/>
                  <a:pt x="57902" y="52852"/>
                  <a:pt x="59939" y="49681"/>
                </a:cubicBezTo>
                <a:cubicBezTo>
                  <a:pt x="61976" y="46508"/>
                  <a:pt x="62995" y="40664"/>
                  <a:pt x="62995" y="32149"/>
                </a:cubicBezTo>
                <a:moveTo>
                  <a:pt x="66173" y="90173"/>
                </a:moveTo>
                <a:cubicBezTo>
                  <a:pt x="66173" y="80246"/>
                  <a:pt x="64910" y="73412"/>
                  <a:pt x="62384" y="69670"/>
                </a:cubicBezTo>
                <a:cubicBezTo>
                  <a:pt x="59857" y="65926"/>
                  <a:pt x="55497" y="64054"/>
                  <a:pt x="49304" y="64054"/>
                </a:cubicBezTo>
                <a:cubicBezTo>
                  <a:pt x="43056" y="64054"/>
                  <a:pt x="38683" y="65926"/>
                  <a:pt x="36183" y="69670"/>
                </a:cubicBezTo>
                <a:cubicBezTo>
                  <a:pt x="33684" y="73412"/>
                  <a:pt x="32435" y="80246"/>
                  <a:pt x="32435" y="90173"/>
                </a:cubicBezTo>
                <a:cubicBezTo>
                  <a:pt x="32435" y="100209"/>
                  <a:pt x="33698" y="107139"/>
                  <a:pt x="36224" y="110964"/>
                </a:cubicBezTo>
                <a:cubicBezTo>
                  <a:pt x="38750" y="114788"/>
                  <a:pt x="43110" y="116700"/>
                  <a:pt x="49304" y="116700"/>
                </a:cubicBezTo>
                <a:cubicBezTo>
                  <a:pt x="55443" y="116700"/>
                  <a:pt x="59789" y="114788"/>
                  <a:pt x="62343" y="110964"/>
                </a:cubicBezTo>
                <a:cubicBezTo>
                  <a:pt x="64896" y="107139"/>
                  <a:pt x="66173" y="100209"/>
                  <a:pt x="66173" y="90173"/>
                </a:cubicBezTo>
                <a:close/>
                <a:moveTo>
                  <a:pt x="164239" y="9616"/>
                </a:moveTo>
                <a:cubicBezTo>
                  <a:pt x="158643" y="9616"/>
                  <a:pt x="154663" y="11987"/>
                  <a:pt x="152300" y="16729"/>
                </a:cubicBezTo>
                <a:cubicBezTo>
                  <a:pt x="149937" y="21471"/>
                  <a:pt x="148755" y="29694"/>
                  <a:pt x="148755" y="41399"/>
                </a:cubicBezTo>
                <a:cubicBezTo>
                  <a:pt x="148755" y="53104"/>
                  <a:pt x="149937" y="61327"/>
                  <a:pt x="152300" y="66069"/>
                </a:cubicBezTo>
                <a:cubicBezTo>
                  <a:pt x="154663" y="70811"/>
                  <a:pt x="158643" y="73182"/>
                  <a:pt x="164239" y="73182"/>
                </a:cubicBezTo>
                <a:cubicBezTo>
                  <a:pt x="169835" y="73182"/>
                  <a:pt x="173828" y="70811"/>
                  <a:pt x="176219" y="66069"/>
                </a:cubicBezTo>
                <a:cubicBezTo>
                  <a:pt x="178609" y="61327"/>
                  <a:pt x="179804" y="53104"/>
                  <a:pt x="179804" y="41399"/>
                </a:cubicBezTo>
                <a:cubicBezTo>
                  <a:pt x="179804" y="29694"/>
                  <a:pt x="178609" y="21471"/>
                  <a:pt x="176219" y="16729"/>
                </a:cubicBezTo>
                <a:cubicBezTo>
                  <a:pt x="173828" y="11987"/>
                  <a:pt x="169835" y="9616"/>
                  <a:pt x="164239" y="9616"/>
                </a:cubicBezTo>
                <a:moveTo>
                  <a:pt x="182412" y="74249"/>
                </a:moveTo>
                <a:cubicBezTo>
                  <a:pt x="178826" y="77152"/>
                  <a:pt x="174847" y="79330"/>
                  <a:pt x="170473" y="80784"/>
                </a:cubicBezTo>
                <a:cubicBezTo>
                  <a:pt x="166100" y="82235"/>
                  <a:pt x="161360" y="82961"/>
                  <a:pt x="156253" y="82961"/>
                </a:cubicBezTo>
                <a:cubicBezTo>
                  <a:pt x="143865" y="82961"/>
                  <a:pt x="134127" y="79334"/>
                  <a:pt x="127037" y="72082"/>
                </a:cubicBezTo>
                <a:cubicBezTo>
                  <a:pt x="119947" y="64829"/>
                  <a:pt x="116402" y="54818"/>
                  <a:pt x="116402" y="42051"/>
                </a:cubicBezTo>
                <a:cubicBezTo>
                  <a:pt x="116402" y="28577"/>
                  <a:pt x="120368" y="18200"/>
                  <a:pt x="128300" y="10920"/>
                </a:cubicBezTo>
                <a:cubicBezTo>
                  <a:pt x="136232" y="3640"/>
                  <a:pt x="147560" y="0"/>
                  <a:pt x="162283" y="0"/>
                </a:cubicBezTo>
                <a:cubicBezTo>
                  <a:pt x="178908" y="0"/>
                  <a:pt x="191512" y="5029"/>
                  <a:pt x="200096" y="15087"/>
                </a:cubicBezTo>
                <a:cubicBezTo>
                  <a:pt x="208680" y="25144"/>
                  <a:pt x="212972" y="39877"/>
                  <a:pt x="212972" y="59284"/>
                </a:cubicBezTo>
                <a:cubicBezTo>
                  <a:pt x="212972" y="81410"/>
                  <a:pt x="208219" y="98114"/>
                  <a:pt x="198711" y="109396"/>
                </a:cubicBezTo>
                <a:cubicBezTo>
                  <a:pt x="189203" y="120676"/>
                  <a:pt x="175105" y="126316"/>
                  <a:pt x="156416" y="126316"/>
                </a:cubicBezTo>
                <a:cubicBezTo>
                  <a:pt x="151526" y="126316"/>
                  <a:pt x="146283" y="125908"/>
                  <a:pt x="140687" y="125093"/>
                </a:cubicBezTo>
                <a:cubicBezTo>
                  <a:pt x="135091" y="124278"/>
                  <a:pt x="129088" y="123056"/>
                  <a:pt x="122677" y="121426"/>
                </a:cubicBezTo>
                <a:lnTo>
                  <a:pt x="122677" y="99749"/>
                </a:lnTo>
                <a:lnTo>
                  <a:pt x="132538" y="99749"/>
                </a:lnTo>
                <a:cubicBezTo>
                  <a:pt x="133896" y="105318"/>
                  <a:pt x="136463" y="109535"/>
                  <a:pt x="140239" y="112401"/>
                </a:cubicBezTo>
                <a:cubicBezTo>
                  <a:pt x="144015" y="115267"/>
                  <a:pt x="148918" y="116700"/>
                  <a:pt x="154949" y="116700"/>
                </a:cubicBezTo>
                <a:cubicBezTo>
                  <a:pt x="164511" y="116700"/>
                  <a:pt x="171465" y="113366"/>
                  <a:pt x="175811" y="106699"/>
                </a:cubicBezTo>
                <a:cubicBezTo>
                  <a:pt x="180158" y="100031"/>
                  <a:pt x="182358" y="89215"/>
                  <a:pt x="182412" y="742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N-Dayswith">
            <a:extLst xmlns:a="http://schemas.openxmlformats.org/drawingml/2006/main">
              <a:ext uri="{FF2B5EF4-FFF2-40B4-BE49-F238E27FC236}">
                <a16:creationId xmlns:a16="http://schemas.microsoft.com/office/drawing/2014/main" id="{0DF39F19-93F4-4F02-B0C3-40FB6130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7886" y="2367208"/>
            <a:ext cx="835069" cy="133693"/>
          </a:xfrm>
          <a:custGeom xmlns:a="http://schemas.openxmlformats.org/drawingml/2006/main">
            <a:pathLst>
              <a:path w="835069" h="133693">
                <a:moveTo>
                  <a:pt x="0" y="103393"/>
                </a:moveTo>
                <a:lnTo>
                  <a:pt x="0" y="96349"/>
                </a:lnTo>
                <a:lnTo>
                  <a:pt x="13356" y="96349"/>
                </a:lnTo>
                <a:lnTo>
                  <a:pt x="13356" y="11296"/>
                </a:lnTo>
                <a:lnTo>
                  <a:pt x="0" y="11296"/>
                </a:lnTo>
                <a:lnTo>
                  <a:pt x="0" y="4120"/>
                </a:lnTo>
                <a:lnTo>
                  <a:pt x="25450" y="4120"/>
                </a:lnTo>
                <a:lnTo>
                  <a:pt x="84920" y="82462"/>
                </a:lnTo>
                <a:lnTo>
                  <a:pt x="84920" y="11296"/>
                </a:lnTo>
                <a:lnTo>
                  <a:pt x="71631" y="11296"/>
                </a:lnTo>
                <a:lnTo>
                  <a:pt x="71631" y="4120"/>
                </a:lnTo>
                <a:lnTo>
                  <a:pt x="106449" y="4120"/>
                </a:lnTo>
                <a:lnTo>
                  <a:pt x="106449" y="11296"/>
                </a:lnTo>
                <a:lnTo>
                  <a:pt x="93093" y="11296"/>
                </a:lnTo>
                <a:lnTo>
                  <a:pt x="93093" y="105386"/>
                </a:lnTo>
                <a:lnTo>
                  <a:pt x="85053" y="105386"/>
                </a:lnTo>
                <a:lnTo>
                  <a:pt x="21529" y="21728"/>
                </a:lnTo>
                <a:lnTo>
                  <a:pt x="21529" y="96349"/>
                </a:lnTo>
                <a:lnTo>
                  <a:pt x="34885" y="96349"/>
                </a:lnTo>
                <a:lnTo>
                  <a:pt x="34885" y="103393"/>
                </a:lnTo>
                <a:lnTo>
                  <a:pt x="0" y="103393"/>
                </a:lnTo>
                <a:close/>
                <a:moveTo>
                  <a:pt x="118953" y="61664"/>
                </a:moveTo>
                <a:lnTo>
                  <a:pt x="152975" y="61664"/>
                </a:lnTo>
                <a:lnTo>
                  <a:pt x="152975" y="72029"/>
                </a:lnTo>
                <a:lnTo>
                  <a:pt x="118953" y="72029"/>
                </a:lnTo>
                <a:lnTo>
                  <a:pt x="118953" y="61664"/>
                </a:lnTo>
                <a:close/>
                <a:moveTo>
                  <a:pt x="191913" y="96349"/>
                </a:moveTo>
                <a:lnTo>
                  <a:pt x="204272" y="96349"/>
                </a:lnTo>
                <a:cubicBezTo>
                  <a:pt x="217163" y="96349"/>
                  <a:pt x="227053" y="92673"/>
                  <a:pt x="233941" y="85319"/>
                </a:cubicBezTo>
                <a:cubicBezTo>
                  <a:pt x="240829" y="77965"/>
                  <a:pt x="244274" y="67422"/>
                  <a:pt x="244274" y="53690"/>
                </a:cubicBezTo>
                <a:cubicBezTo>
                  <a:pt x="244274" y="39957"/>
                  <a:pt x="240840" y="29459"/>
                  <a:pt x="233974" y="22194"/>
                </a:cubicBezTo>
                <a:cubicBezTo>
                  <a:pt x="227108" y="14929"/>
                  <a:pt x="217207" y="11296"/>
                  <a:pt x="204272" y="11296"/>
                </a:cubicBezTo>
                <a:lnTo>
                  <a:pt x="191913" y="11296"/>
                </a:lnTo>
                <a:lnTo>
                  <a:pt x="191913" y="96349"/>
                </a:lnTo>
                <a:moveTo>
                  <a:pt x="165799" y="103393"/>
                </a:moveTo>
                <a:lnTo>
                  <a:pt x="165799" y="96349"/>
                </a:lnTo>
                <a:lnTo>
                  <a:pt x="178424" y="96349"/>
                </a:lnTo>
                <a:lnTo>
                  <a:pt x="178424" y="11296"/>
                </a:lnTo>
                <a:lnTo>
                  <a:pt x="165799" y="11296"/>
                </a:lnTo>
                <a:lnTo>
                  <a:pt x="165799" y="4120"/>
                </a:lnTo>
                <a:lnTo>
                  <a:pt x="205269" y="4120"/>
                </a:lnTo>
                <a:cubicBezTo>
                  <a:pt x="222368" y="4120"/>
                  <a:pt x="235691" y="8486"/>
                  <a:pt x="245237" y="17218"/>
                </a:cubicBezTo>
                <a:cubicBezTo>
                  <a:pt x="254783" y="25951"/>
                  <a:pt x="259557" y="38097"/>
                  <a:pt x="259557" y="53657"/>
                </a:cubicBezTo>
                <a:cubicBezTo>
                  <a:pt x="259557" y="69261"/>
                  <a:pt x="254772" y="81451"/>
                  <a:pt x="245204" y="90228"/>
                </a:cubicBezTo>
                <a:cubicBezTo>
                  <a:pt x="235635" y="99004"/>
                  <a:pt x="222324" y="103393"/>
                  <a:pt x="205269" y="103393"/>
                </a:cubicBezTo>
                <a:lnTo>
                  <a:pt x="165799" y="103393"/>
                </a:lnTo>
                <a:close/>
                <a:moveTo>
                  <a:pt x="321313" y="81232"/>
                </a:moveTo>
                <a:lnTo>
                  <a:pt x="321313" y="66315"/>
                </a:lnTo>
                <a:lnTo>
                  <a:pt x="305565" y="66315"/>
                </a:lnTo>
                <a:cubicBezTo>
                  <a:pt x="299496" y="66315"/>
                  <a:pt x="294977" y="67619"/>
                  <a:pt x="292009" y="70227"/>
                </a:cubicBezTo>
                <a:cubicBezTo>
                  <a:pt x="289041" y="72835"/>
                  <a:pt x="287557" y="76836"/>
                  <a:pt x="287557" y="82229"/>
                </a:cubicBezTo>
                <a:cubicBezTo>
                  <a:pt x="287557" y="87137"/>
                  <a:pt x="289064" y="91027"/>
                  <a:pt x="292076" y="93901"/>
                </a:cubicBezTo>
                <a:cubicBezTo>
                  <a:pt x="295088" y="96774"/>
                  <a:pt x="299164" y="98210"/>
                  <a:pt x="304302" y="98210"/>
                </a:cubicBezTo>
                <a:cubicBezTo>
                  <a:pt x="309397" y="98210"/>
                  <a:pt x="313505" y="96641"/>
                  <a:pt x="316628" y="93502"/>
                </a:cubicBezTo>
                <a:cubicBezTo>
                  <a:pt x="319751" y="90363"/>
                  <a:pt x="321313" y="86273"/>
                  <a:pt x="321313" y="81232"/>
                </a:cubicBezTo>
                <a:moveTo>
                  <a:pt x="333539" y="59274"/>
                </a:moveTo>
                <a:lnTo>
                  <a:pt x="333539" y="96349"/>
                </a:lnTo>
                <a:lnTo>
                  <a:pt x="344437" y="96349"/>
                </a:lnTo>
                <a:lnTo>
                  <a:pt x="344437" y="103393"/>
                </a:lnTo>
                <a:lnTo>
                  <a:pt x="321313" y="103393"/>
                </a:lnTo>
                <a:lnTo>
                  <a:pt x="321313" y="95753"/>
                </a:lnTo>
                <a:cubicBezTo>
                  <a:pt x="318611" y="99054"/>
                  <a:pt x="315488" y="101484"/>
                  <a:pt x="311944" y="103046"/>
                </a:cubicBezTo>
                <a:cubicBezTo>
                  <a:pt x="308400" y="104606"/>
                  <a:pt x="304258" y="105386"/>
                  <a:pt x="299518" y="105386"/>
                </a:cubicBezTo>
                <a:cubicBezTo>
                  <a:pt x="291677" y="105386"/>
                  <a:pt x="285453" y="103301"/>
                  <a:pt x="280846" y="99132"/>
                </a:cubicBezTo>
                <a:cubicBezTo>
                  <a:pt x="276239" y="94961"/>
                  <a:pt x="273936" y="89327"/>
                  <a:pt x="273936" y="82229"/>
                </a:cubicBezTo>
                <a:cubicBezTo>
                  <a:pt x="273936" y="74909"/>
                  <a:pt x="276571" y="69230"/>
                  <a:pt x="281843" y="65194"/>
                </a:cubicBezTo>
                <a:cubicBezTo>
                  <a:pt x="287115" y="61157"/>
                  <a:pt x="294557" y="59139"/>
                  <a:pt x="304169" y="59139"/>
                </a:cubicBezTo>
                <a:lnTo>
                  <a:pt x="321313" y="59139"/>
                </a:lnTo>
                <a:lnTo>
                  <a:pt x="321313" y="54325"/>
                </a:lnTo>
                <a:cubicBezTo>
                  <a:pt x="321313" y="48975"/>
                  <a:pt x="319685" y="44829"/>
                  <a:pt x="316429" y="41889"/>
                </a:cubicBezTo>
                <a:cubicBezTo>
                  <a:pt x="313173" y="38947"/>
                  <a:pt x="308599" y="37477"/>
                  <a:pt x="302708" y="37477"/>
                </a:cubicBezTo>
                <a:cubicBezTo>
                  <a:pt x="297835" y="37477"/>
                  <a:pt x="293959" y="38584"/>
                  <a:pt x="291079" y="40799"/>
                </a:cubicBezTo>
                <a:cubicBezTo>
                  <a:pt x="288200" y="43014"/>
                  <a:pt x="286406" y="46292"/>
                  <a:pt x="285697" y="50633"/>
                </a:cubicBezTo>
                <a:lnTo>
                  <a:pt x="279384" y="50633"/>
                </a:lnTo>
                <a:lnTo>
                  <a:pt x="279384" y="36280"/>
                </a:lnTo>
                <a:cubicBezTo>
                  <a:pt x="283637" y="34464"/>
                  <a:pt x="287768" y="33102"/>
                  <a:pt x="291777" y="32194"/>
                </a:cubicBezTo>
                <a:cubicBezTo>
                  <a:pt x="295786" y="31286"/>
                  <a:pt x="299695" y="30832"/>
                  <a:pt x="303505" y="30832"/>
                </a:cubicBezTo>
                <a:cubicBezTo>
                  <a:pt x="313295" y="30832"/>
                  <a:pt x="320748" y="33258"/>
                  <a:pt x="325865" y="38110"/>
                </a:cubicBezTo>
                <a:cubicBezTo>
                  <a:pt x="330981" y="42961"/>
                  <a:pt x="333539" y="50015"/>
                  <a:pt x="333539" y="59274"/>
                </a:cubicBezTo>
                <a:close/>
                <a:moveTo>
                  <a:pt x="378043" y="116286"/>
                </a:moveTo>
                <a:lnTo>
                  <a:pt x="382695" y="104535"/>
                </a:lnTo>
                <a:lnTo>
                  <a:pt x="356315" y="39869"/>
                </a:lnTo>
                <a:lnTo>
                  <a:pt x="348275" y="39869"/>
                </a:lnTo>
                <a:lnTo>
                  <a:pt x="348275" y="32692"/>
                </a:lnTo>
                <a:lnTo>
                  <a:pt x="380768" y="32692"/>
                </a:lnTo>
                <a:lnTo>
                  <a:pt x="380768" y="39869"/>
                </a:lnTo>
                <a:lnTo>
                  <a:pt x="369472" y="39869"/>
                </a:lnTo>
                <a:lnTo>
                  <a:pt x="389339" y="88442"/>
                </a:lnTo>
                <a:lnTo>
                  <a:pt x="409207" y="39869"/>
                </a:lnTo>
                <a:lnTo>
                  <a:pt x="398642" y="39869"/>
                </a:lnTo>
                <a:lnTo>
                  <a:pt x="398642" y="32692"/>
                </a:lnTo>
                <a:lnTo>
                  <a:pt x="425155" y="32692"/>
                </a:lnTo>
                <a:lnTo>
                  <a:pt x="425155" y="39869"/>
                </a:lnTo>
                <a:lnTo>
                  <a:pt x="417247" y="39869"/>
                </a:lnTo>
                <a:lnTo>
                  <a:pt x="384887" y="119284"/>
                </a:lnTo>
                <a:cubicBezTo>
                  <a:pt x="382672" y="124824"/>
                  <a:pt x="380214" y="128610"/>
                  <a:pt x="377512" y="130643"/>
                </a:cubicBezTo>
                <a:cubicBezTo>
                  <a:pt x="374809" y="132676"/>
                  <a:pt x="371000" y="133693"/>
                  <a:pt x="366083" y="133693"/>
                </a:cubicBezTo>
                <a:cubicBezTo>
                  <a:pt x="364001" y="133693"/>
                  <a:pt x="361863" y="133510"/>
                  <a:pt x="359670" y="133143"/>
                </a:cubicBezTo>
                <a:cubicBezTo>
                  <a:pt x="357478" y="132777"/>
                  <a:pt x="355274" y="132252"/>
                  <a:pt x="353059" y="131567"/>
                </a:cubicBezTo>
                <a:lnTo>
                  <a:pt x="353059" y="118011"/>
                </a:lnTo>
                <a:lnTo>
                  <a:pt x="359305" y="118011"/>
                </a:lnTo>
                <a:cubicBezTo>
                  <a:pt x="359571" y="121047"/>
                  <a:pt x="360335" y="123223"/>
                  <a:pt x="361597" y="124540"/>
                </a:cubicBezTo>
                <a:cubicBezTo>
                  <a:pt x="362860" y="125858"/>
                  <a:pt x="364820" y="126517"/>
                  <a:pt x="367478" y="126517"/>
                </a:cubicBezTo>
                <a:cubicBezTo>
                  <a:pt x="369914" y="126517"/>
                  <a:pt x="371875" y="125837"/>
                  <a:pt x="373359" y="124477"/>
                </a:cubicBezTo>
                <a:cubicBezTo>
                  <a:pt x="374843" y="123118"/>
                  <a:pt x="376404" y="120387"/>
                  <a:pt x="378043" y="116286"/>
                </a:cubicBezTo>
                <a:close/>
                <a:moveTo>
                  <a:pt x="432522" y="99539"/>
                </a:moveTo>
                <a:lnTo>
                  <a:pt x="432522" y="83060"/>
                </a:lnTo>
                <a:lnTo>
                  <a:pt x="439566" y="83060"/>
                </a:lnTo>
                <a:cubicBezTo>
                  <a:pt x="439743" y="88309"/>
                  <a:pt x="441393" y="92235"/>
                  <a:pt x="444516" y="94838"/>
                </a:cubicBezTo>
                <a:cubicBezTo>
                  <a:pt x="447639" y="97440"/>
                  <a:pt x="452257" y="98741"/>
                  <a:pt x="458370" y="98741"/>
                </a:cubicBezTo>
                <a:cubicBezTo>
                  <a:pt x="463863" y="98741"/>
                  <a:pt x="468050" y="97714"/>
                  <a:pt x="470929" y="95658"/>
                </a:cubicBezTo>
                <a:cubicBezTo>
                  <a:pt x="473808" y="93601"/>
                  <a:pt x="475248" y="90604"/>
                  <a:pt x="475248" y="86669"/>
                </a:cubicBezTo>
                <a:cubicBezTo>
                  <a:pt x="475248" y="83573"/>
                  <a:pt x="474196" y="81075"/>
                  <a:pt x="472092" y="79175"/>
                </a:cubicBezTo>
                <a:cubicBezTo>
                  <a:pt x="469988" y="77273"/>
                  <a:pt x="465547" y="75238"/>
                  <a:pt x="458769" y="73072"/>
                </a:cubicBezTo>
                <a:lnTo>
                  <a:pt x="449931" y="70075"/>
                </a:lnTo>
                <a:cubicBezTo>
                  <a:pt x="443863" y="68125"/>
                  <a:pt x="439466" y="65686"/>
                  <a:pt x="436742" y="62760"/>
                </a:cubicBezTo>
                <a:cubicBezTo>
                  <a:pt x="434017" y="59832"/>
                  <a:pt x="432655" y="56107"/>
                  <a:pt x="432655" y="51584"/>
                </a:cubicBezTo>
                <a:cubicBezTo>
                  <a:pt x="432655" y="45110"/>
                  <a:pt x="435025" y="40033"/>
                  <a:pt x="439765" y="36353"/>
                </a:cubicBezTo>
                <a:cubicBezTo>
                  <a:pt x="444505" y="32672"/>
                  <a:pt x="451061" y="30832"/>
                  <a:pt x="459433" y="30832"/>
                </a:cubicBezTo>
                <a:cubicBezTo>
                  <a:pt x="463155" y="30832"/>
                  <a:pt x="467075" y="31319"/>
                  <a:pt x="471195" y="32294"/>
                </a:cubicBezTo>
                <a:cubicBezTo>
                  <a:pt x="475314" y="33268"/>
                  <a:pt x="479567" y="34686"/>
                  <a:pt x="483953" y="36546"/>
                </a:cubicBezTo>
                <a:lnTo>
                  <a:pt x="483953" y="51962"/>
                </a:lnTo>
                <a:lnTo>
                  <a:pt x="476909" y="51962"/>
                </a:lnTo>
                <a:cubicBezTo>
                  <a:pt x="476732" y="47420"/>
                  <a:pt x="475137" y="43871"/>
                  <a:pt x="472125" y="41314"/>
                </a:cubicBezTo>
                <a:cubicBezTo>
                  <a:pt x="469113" y="38756"/>
                  <a:pt x="465015" y="37477"/>
                  <a:pt x="459832" y="37477"/>
                </a:cubicBezTo>
                <a:cubicBezTo>
                  <a:pt x="454693" y="37477"/>
                  <a:pt x="450806" y="38383"/>
                  <a:pt x="448171" y="40197"/>
                </a:cubicBezTo>
                <a:cubicBezTo>
                  <a:pt x="445535" y="42009"/>
                  <a:pt x="444217" y="44727"/>
                  <a:pt x="444217" y="48351"/>
                </a:cubicBezTo>
                <a:cubicBezTo>
                  <a:pt x="444217" y="51314"/>
                  <a:pt x="445214" y="53691"/>
                  <a:pt x="447207" y="55482"/>
                </a:cubicBezTo>
                <a:cubicBezTo>
                  <a:pt x="449200" y="57272"/>
                  <a:pt x="453187" y="59095"/>
                  <a:pt x="459168" y="60951"/>
                </a:cubicBezTo>
                <a:lnTo>
                  <a:pt x="468869" y="63948"/>
                </a:lnTo>
                <a:cubicBezTo>
                  <a:pt x="475558" y="66032"/>
                  <a:pt x="480376" y="68638"/>
                  <a:pt x="483321" y="71764"/>
                </a:cubicBezTo>
                <a:cubicBezTo>
                  <a:pt x="486267" y="74889"/>
                  <a:pt x="487740" y="78914"/>
                  <a:pt x="487740" y="83836"/>
                </a:cubicBezTo>
                <a:cubicBezTo>
                  <a:pt x="487740" y="90531"/>
                  <a:pt x="485182" y="95796"/>
                  <a:pt x="480065" y="99632"/>
                </a:cubicBezTo>
                <a:cubicBezTo>
                  <a:pt x="474949" y="103468"/>
                  <a:pt x="467894" y="105386"/>
                  <a:pt x="458902" y="105386"/>
                </a:cubicBezTo>
                <a:cubicBezTo>
                  <a:pt x="454339" y="105386"/>
                  <a:pt x="449887" y="104899"/>
                  <a:pt x="445546" y="103924"/>
                </a:cubicBezTo>
                <a:cubicBezTo>
                  <a:pt x="441205" y="102950"/>
                  <a:pt x="436863" y="101488"/>
                  <a:pt x="432522" y="99539"/>
                </a:cubicBezTo>
                <a:close/>
                <a:moveTo>
                  <a:pt x="602605" y="32692"/>
                </a:moveTo>
                <a:lnTo>
                  <a:pt x="620679" y="87910"/>
                </a:lnTo>
                <a:lnTo>
                  <a:pt x="636626" y="39869"/>
                </a:lnTo>
                <a:lnTo>
                  <a:pt x="626393" y="39869"/>
                </a:lnTo>
                <a:lnTo>
                  <a:pt x="626393" y="32692"/>
                </a:lnTo>
                <a:lnTo>
                  <a:pt x="651976" y="32692"/>
                </a:lnTo>
                <a:lnTo>
                  <a:pt x="651976" y="39869"/>
                </a:lnTo>
                <a:lnTo>
                  <a:pt x="644135" y="39869"/>
                </a:lnTo>
                <a:lnTo>
                  <a:pt x="623137" y="103393"/>
                </a:lnTo>
                <a:lnTo>
                  <a:pt x="612971" y="103393"/>
                </a:lnTo>
                <a:lnTo>
                  <a:pt x="595562" y="50567"/>
                </a:lnTo>
                <a:lnTo>
                  <a:pt x="578086" y="103393"/>
                </a:lnTo>
                <a:lnTo>
                  <a:pt x="568318" y="103393"/>
                </a:lnTo>
                <a:lnTo>
                  <a:pt x="547387" y="39869"/>
                </a:lnTo>
                <a:lnTo>
                  <a:pt x="539480" y="39869"/>
                </a:lnTo>
                <a:lnTo>
                  <a:pt x="539480" y="32692"/>
                </a:lnTo>
                <a:lnTo>
                  <a:pt x="571441" y="32692"/>
                </a:lnTo>
                <a:lnTo>
                  <a:pt x="571441" y="39869"/>
                </a:lnTo>
                <a:lnTo>
                  <a:pt x="560012" y="39869"/>
                </a:lnTo>
                <a:lnTo>
                  <a:pt x="575827" y="87910"/>
                </a:lnTo>
                <a:lnTo>
                  <a:pt x="594033" y="32692"/>
                </a:lnTo>
                <a:lnTo>
                  <a:pt x="602605" y="32692"/>
                </a:lnTo>
                <a:close/>
                <a:moveTo>
                  <a:pt x="666591" y="10665"/>
                </a:moveTo>
                <a:cubicBezTo>
                  <a:pt x="666591" y="8619"/>
                  <a:pt x="667333" y="6839"/>
                  <a:pt x="668817" y="5326"/>
                </a:cubicBezTo>
                <a:cubicBezTo>
                  <a:pt x="670301" y="3813"/>
                  <a:pt x="672084" y="3057"/>
                  <a:pt x="674166" y="3057"/>
                </a:cubicBezTo>
                <a:cubicBezTo>
                  <a:pt x="676204" y="3057"/>
                  <a:pt x="677964" y="3813"/>
                  <a:pt x="679448" y="5326"/>
                </a:cubicBezTo>
                <a:cubicBezTo>
                  <a:pt x="680932" y="6839"/>
                  <a:pt x="681674" y="8619"/>
                  <a:pt x="681674" y="10665"/>
                </a:cubicBezTo>
                <a:cubicBezTo>
                  <a:pt x="681674" y="12757"/>
                  <a:pt x="680944" y="14537"/>
                  <a:pt x="679482" y="16006"/>
                </a:cubicBezTo>
                <a:cubicBezTo>
                  <a:pt x="678020" y="17473"/>
                  <a:pt x="676248" y="18207"/>
                  <a:pt x="674166" y="18207"/>
                </a:cubicBezTo>
                <a:cubicBezTo>
                  <a:pt x="672084" y="18207"/>
                  <a:pt x="670301" y="17473"/>
                  <a:pt x="668817" y="16006"/>
                </a:cubicBezTo>
                <a:cubicBezTo>
                  <a:pt x="667333" y="14537"/>
                  <a:pt x="666591" y="12757"/>
                  <a:pt x="666591" y="10665"/>
                </a:cubicBezTo>
                <a:moveTo>
                  <a:pt x="682206" y="96349"/>
                </a:moveTo>
                <a:lnTo>
                  <a:pt x="693768" y="96349"/>
                </a:lnTo>
                <a:lnTo>
                  <a:pt x="693768" y="103393"/>
                </a:lnTo>
                <a:lnTo>
                  <a:pt x="658285" y="103393"/>
                </a:lnTo>
                <a:lnTo>
                  <a:pt x="658285" y="96349"/>
                </a:lnTo>
                <a:lnTo>
                  <a:pt x="669980" y="96349"/>
                </a:lnTo>
                <a:lnTo>
                  <a:pt x="669980" y="39869"/>
                </a:lnTo>
                <a:lnTo>
                  <a:pt x="658285" y="39869"/>
                </a:lnTo>
                <a:lnTo>
                  <a:pt x="658285" y="32692"/>
                </a:lnTo>
                <a:lnTo>
                  <a:pt x="682206" y="32692"/>
                </a:lnTo>
                <a:lnTo>
                  <a:pt x="682206" y="96349"/>
                </a:lnTo>
                <a:close/>
                <a:moveTo>
                  <a:pt x="711462" y="39869"/>
                </a:moveTo>
                <a:lnTo>
                  <a:pt x="700698" y="39869"/>
                </a:lnTo>
                <a:lnTo>
                  <a:pt x="700698" y="32692"/>
                </a:lnTo>
                <a:lnTo>
                  <a:pt x="711462" y="32692"/>
                </a:lnTo>
                <a:lnTo>
                  <a:pt x="711462" y="10765"/>
                </a:lnTo>
                <a:lnTo>
                  <a:pt x="723755" y="10765"/>
                </a:lnTo>
                <a:lnTo>
                  <a:pt x="723755" y="32692"/>
                </a:lnTo>
                <a:lnTo>
                  <a:pt x="746746" y="32692"/>
                </a:lnTo>
                <a:lnTo>
                  <a:pt x="746746" y="39869"/>
                </a:lnTo>
                <a:lnTo>
                  <a:pt x="723755" y="39869"/>
                </a:lnTo>
                <a:lnTo>
                  <a:pt x="723755" y="84721"/>
                </a:lnTo>
                <a:cubicBezTo>
                  <a:pt x="723755" y="90701"/>
                  <a:pt x="724331" y="94533"/>
                  <a:pt x="725483" y="96216"/>
                </a:cubicBezTo>
                <a:cubicBezTo>
                  <a:pt x="726635" y="97900"/>
                  <a:pt x="728761" y="98741"/>
                  <a:pt x="731862" y="98741"/>
                </a:cubicBezTo>
                <a:cubicBezTo>
                  <a:pt x="735051" y="98741"/>
                  <a:pt x="737377" y="97800"/>
                  <a:pt x="738839" y="95917"/>
                </a:cubicBezTo>
                <a:cubicBezTo>
                  <a:pt x="740301" y="94035"/>
                  <a:pt x="741076" y="90989"/>
                  <a:pt x="741165" y="86781"/>
                </a:cubicBezTo>
                <a:lnTo>
                  <a:pt x="750401" y="86781"/>
                </a:lnTo>
                <a:cubicBezTo>
                  <a:pt x="750046" y="93228"/>
                  <a:pt x="748297" y="97941"/>
                  <a:pt x="745151" y="100920"/>
                </a:cubicBezTo>
                <a:cubicBezTo>
                  <a:pt x="742006" y="103897"/>
                  <a:pt x="737222" y="105386"/>
                  <a:pt x="730799" y="105386"/>
                </a:cubicBezTo>
                <a:cubicBezTo>
                  <a:pt x="723755" y="105386"/>
                  <a:pt x="718772" y="103820"/>
                  <a:pt x="715848" y="100687"/>
                </a:cubicBezTo>
                <a:cubicBezTo>
                  <a:pt x="712924" y="97553"/>
                  <a:pt x="711462" y="92231"/>
                  <a:pt x="711462" y="84721"/>
                </a:cubicBezTo>
                <a:lnTo>
                  <a:pt x="711462" y="39869"/>
                </a:lnTo>
                <a:close/>
                <a:moveTo>
                  <a:pt x="756794" y="103393"/>
                </a:moveTo>
                <a:lnTo>
                  <a:pt x="756794" y="96349"/>
                </a:lnTo>
                <a:lnTo>
                  <a:pt x="767824" y="96349"/>
                </a:lnTo>
                <a:lnTo>
                  <a:pt x="767824" y="7043"/>
                </a:lnTo>
                <a:lnTo>
                  <a:pt x="756129" y="7043"/>
                </a:lnTo>
                <a:lnTo>
                  <a:pt x="756129" y="0"/>
                </a:lnTo>
                <a:lnTo>
                  <a:pt x="780051" y="0"/>
                </a:lnTo>
                <a:lnTo>
                  <a:pt x="780051" y="45317"/>
                </a:lnTo>
                <a:cubicBezTo>
                  <a:pt x="782310" y="40533"/>
                  <a:pt x="785245" y="36923"/>
                  <a:pt x="788855" y="34486"/>
                </a:cubicBezTo>
                <a:cubicBezTo>
                  <a:pt x="792465" y="32050"/>
                  <a:pt x="796663" y="30832"/>
                  <a:pt x="801447" y="30832"/>
                </a:cubicBezTo>
                <a:cubicBezTo>
                  <a:pt x="809243" y="30832"/>
                  <a:pt x="814980" y="33069"/>
                  <a:pt x="818657" y="37543"/>
                </a:cubicBezTo>
                <a:cubicBezTo>
                  <a:pt x="822334" y="42017"/>
                  <a:pt x="824172" y="48994"/>
                  <a:pt x="824172" y="58474"/>
                </a:cubicBezTo>
                <a:lnTo>
                  <a:pt x="824172" y="96349"/>
                </a:lnTo>
                <a:lnTo>
                  <a:pt x="835069" y="96349"/>
                </a:lnTo>
                <a:lnTo>
                  <a:pt x="835069" y="103393"/>
                </a:lnTo>
                <a:lnTo>
                  <a:pt x="801314" y="103393"/>
                </a:lnTo>
                <a:lnTo>
                  <a:pt x="801314" y="96349"/>
                </a:lnTo>
                <a:lnTo>
                  <a:pt x="811879" y="96349"/>
                </a:lnTo>
                <a:lnTo>
                  <a:pt x="811879" y="62328"/>
                </a:lnTo>
                <a:cubicBezTo>
                  <a:pt x="811879" y="53690"/>
                  <a:pt x="810827" y="47787"/>
                  <a:pt x="808723" y="44620"/>
                </a:cubicBezTo>
                <a:cubicBezTo>
                  <a:pt x="806619" y="41452"/>
                  <a:pt x="802864" y="39869"/>
                  <a:pt x="797460" y="39869"/>
                </a:cubicBezTo>
                <a:cubicBezTo>
                  <a:pt x="791790" y="39869"/>
                  <a:pt x="787471" y="41929"/>
                  <a:pt x="784503" y="46048"/>
                </a:cubicBezTo>
                <a:cubicBezTo>
                  <a:pt x="781535" y="50168"/>
                  <a:pt x="780051" y="56171"/>
                  <a:pt x="780051" y="64056"/>
                </a:cubicBezTo>
                <a:lnTo>
                  <a:pt x="780051" y="96349"/>
                </a:lnTo>
                <a:lnTo>
                  <a:pt x="790682" y="96349"/>
                </a:lnTo>
                <a:lnTo>
                  <a:pt x="790682" y="103393"/>
                </a:lnTo>
                <a:lnTo>
                  <a:pt x="756794" y="1033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NoReportedPatch">
            <a:extLst xmlns:a="http://schemas.openxmlformats.org/drawingml/2006/main">
              <a:ext uri="{FF2B5EF4-FFF2-40B4-BE49-F238E27FC236}">
                <a16:creationId xmlns:a16="http://schemas.microsoft.com/office/drawing/2014/main" id="{0C7511F0-ED0A-4D93-8673-B3497475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7886" y="2529996"/>
            <a:ext cx="1299666" cy="131700"/>
          </a:xfrm>
          <a:custGeom xmlns:a="http://schemas.openxmlformats.org/drawingml/2006/main">
            <a:pathLst>
              <a:path w="1299666" h="131700">
                <a:moveTo>
                  <a:pt x="0" y="103393"/>
                </a:moveTo>
                <a:lnTo>
                  <a:pt x="0" y="96349"/>
                </a:lnTo>
                <a:lnTo>
                  <a:pt x="13356" y="96349"/>
                </a:lnTo>
                <a:lnTo>
                  <a:pt x="13356" y="11296"/>
                </a:lnTo>
                <a:lnTo>
                  <a:pt x="0" y="11296"/>
                </a:lnTo>
                <a:lnTo>
                  <a:pt x="0" y="4120"/>
                </a:lnTo>
                <a:lnTo>
                  <a:pt x="25450" y="4120"/>
                </a:lnTo>
                <a:lnTo>
                  <a:pt x="84920" y="82462"/>
                </a:lnTo>
                <a:lnTo>
                  <a:pt x="84920" y="11296"/>
                </a:lnTo>
                <a:lnTo>
                  <a:pt x="71631" y="11296"/>
                </a:lnTo>
                <a:lnTo>
                  <a:pt x="71631" y="4120"/>
                </a:lnTo>
                <a:lnTo>
                  <a:pt x="106449" y="4120"/>
                </a:lnTo>
                <a:lnTo>
                  <a:pt x="106449" y="11296"/>
                </a:lnTo>
                <a:lnTo>
                  <a:pt x="93093" y="11296"/>
                </a:lnTo>
                <a:lnTo>
                  <a:pt x="93093" y="105386"/>
                </a:lnTo>
                <a:lnTo>
                  <a:pt x="85053" y="105386"/>
                </a:lnTo>
                <a:lnTo>
                  <a:pt x="21529" y="21728"/>
                </a:lnTo>
                <a:lnTo>
                  <a:pt x="21529" y="96349"/>
                </a:lnTo>
                <a:lnTo>
                  <a:pt x="34885" y="96349"/>
                </a:lnTo>
                <a:lnTo>
                  <a:pt x="34885" y="103393"/>
                </a:lnTo>
                <a:lnTo>
                  <a:pt x="0" y="103393"/>
                </a:lnTo>
                <a:close/>
                <a:moveTo>
                  <a:pt x="153905" y="98741"/>
                </a:moveTo>
                <a:cubicBezTo>
                  <a:pt x="160461" y="98741"/>
                  <a:pt x="165411" y="96153"/>
                  <a:pt x="168756" y="90975"/>
                </a:cubicBezTo>
                <a:cubicBezTo>
                  <a:pt x="172100" y="85798"/>
                  <a:pt x="173773" y="78165"/>
                  <a:pt x="173773" y="68076"/>
                </a:cubicBezTo>
                <a:cubicBezTo>
                  <a:pt x="173773" y="57987"/>
                  <a:pt x="172100" y="50365"/>
                  <a:pt x="168756" y="45209"/>
                </a:cubicBezTo>
                <a:cubicBezTo>
                  <a:pt x="165411" y="40054"/>
                  <a:pt x="160461" y="37477"/>
                  <a:pt x="153905" y="37477"/>
                </a:cubicBezTo>
                <a:cubicBezTo>
                  <a:pt x="147349" y="37477"/>
                  <a:pt x="142398" y="40054"/>
                  <a:pt x="139054" y="45209"/>
                </a:cubicBezTo>
                <a:cubicBezTo>
                  <a:pt x="135709" y="50365"/>
                  <a:pt x="134037" y="57987"/>
                  <a:pt x="134037" y="68076"/>
                </a:cubicBezTo>
                <a:cubicBezTo>
                  <a:pt x="134037" y="78165"/>
                  <a:pt x="135720" y="85798"/>
                  <a:pt x="139087" y="90975"/>
                </a:cubicBezTo>
                <a:cubicBezTo>
                  <a:pt x="142454" y="96153"/>
                  <a:pt x="147393" y="98741"/>
                  <a:pt x="153905" y="98741"/>
                </a:cubicBezTo>
                <a:moveTo>
                  <a:pt x="153905" y="105386"/>
                </a:moveTo>
                <a:cubicBezTo>
                  <a:pt x="143628" y="105386"/>
                  <a:pt x="135366" y="101984"/>
                  <a:pt x="129120" y="95178"/>
                </a:cubicBezTo>
                <a:cubicBezTo>
                  <a:pt x="122874" y="88371"/>
                  <a:pt x="119751" y="79337"/>
                  <a:pt x="119751" y="68076"/>
                </a:cubicBezTo>
                <a:cubicBezTo>
                  <a:pt x="119751" y="56814"/>
                  <a:pt x="122863" y="47792"/>
                  <a:pt x="129087" y="41009"/>
                </a:cubicBezTo>
                <a:cubicBezTo>
                  <a:pt x="135311" y="34224"/>
                  <a:pt x="143583" y="30832"/>
                  <a:pt x="153905" y="30832"/>
                </a:cubicBezTo>
                <a:cubicBezTo>
                  <a:pt x="164226" y="30832"/>
                  <a:pt x="172499" y="34224"/>
                  <a:pt x="178723" y="41009"/>
                </a:cubicBezTo>
                <a:cubicBezTo>
                  <a:pt x="184947" y="47792"/>
                  <a:pt x="188059" y="56814"/>
                  <a:pt x="188059" y="68076"/>
                </a:cubicBezTo>
                <a:cubicBezTo>
                  <a:pt x="188059" y="79337"/>
                  <a:pt x="184947" y="88371"/>
                  <a:pt x="178723" y="95178"/>
                </a:cubicBezTo>
                <a:cubicBezTo>
                  <a:pt x="172499" y="101984"/>
                  <a:pt x="164226" y="105386"/>
                  <a:pt x="153905" y="105386"/>
                </a:cubicBezTo>
                <a:close/>
                <a:moveTo>
                  <a:pt x="303221" y="54126"/>
                </a:moveTo>
                <a:cubicBezTo>
                  <a:pt x="306321" y="54969"/>
                  <a:pt x="308990" y="56401"/>
                  <a:pt x="311227" y="58422"/>
                </a:cubicBezTo>
                <a:cubicBezTo>
                  <a:pt x="313465" y="60442"/>
                  <a:pt x="315469" y="63272"/>
                  <a:pt x="317241" y="66913"/>
                </a:cubicBezTo>
                <a:lnTo>
                  <a:pt x="331660" y="96349"/>
                </a:lnTo>
                <a:lnTo>
                  <a:pt x="343754" y="96349"/>
                </a:lnTo>
                <a:lnTo>
                  <a:pt x="343754" y="103393"/>
                </a:lnTo>
                <a:lnTo>
                  <a:pt x="320364" y="103393"/>
                </a:lnTo>
                <a:lnTo>
                  <a:pt x="304882" y="71830"/>
                </a:lnTo>
                <a:cubicBezTo>
                  <a:pt x="301914" y="65717"/>
                  <a:pt x="299189" y="61763"/>
                  <a:pt x="296709" y="59969"/>
                </a:cubicBezTo>
                <a:cubicBezTo>
                  <a:pt x="294228" y="58175"/>
                  <a:pt x="290817" y="57278"/>
                  <a:pt x="286476" y="57278"/>
                </a:cubicBezTo>
                <a:lnTo>
                  <a:pt x="271658" y="57278"/>
                </a:lnTo>
                <a:lnTo>
                  <a:pt x="271658" y="96349"/>
                </a:lnTo>
                <a:lnTo>
                  <a:pt x="285678" y="96349"/>
                </a:lnTo>
                <a:lnTo>
                  <a:pt x="285678" y="103393"/>
                </a:lnTo>
                <a:lnTo>
                  <a:pt x="245544" y="103393"/>
                </a:lnTo>
                <a:lnTo>
                  <a:pt x="245544" y="96349"/>
                </a:lnTo>
                <a:lnTo>
                  <a:pt x="258169" y="96349"/>
                </a:lnTo>
                <a:lnTo>
                  <a:pt x="258169" y="11296"/>
                </a:lnTo>
                <a:lnTo>
                  <a:pt x="245544" y="11296"/>
                </a:lnTo>
                <a:lnTo>
                  <a:pt x="245544" y="4120"/>
                </a:lnTo>
                <a:lnTo>
                  <a:pt x="295845" y="4120"/>
                </a:lnTo>
                <a:cubicBezTo>
                  <a:pt x="305502" y="4120"/>
                  <a:pt x="312955" y="6425"/>
                  <a:pt x="318204" y="11037"/>
                </a:cubicBezTo>
                <a:cubicBezTo>
                  <a:pt x="323454" y="15646"/>
                  <a:pt x="326079" y="22185"/>
                  <a:pt x="326079" y="30653"/>
                </a:cubicBezTo>
                <a:cubicBezTo>
                  <a:pt x="326079" y="37479"/>
                  <a:pt x="324163" y="42854"/>
                  <a:pt x="320331" y="46777"/>
                </a:cubicBezTo>
                <a:cubicBezTo>
                  <a:pt x="316499" y="50700"/>
                  <a:pt x="310796" y="53150"/>
                  <a:pt x="303221" y="54126"/>
                </a:cubicBezTo>
                <a:moveTo>
                  <a:pt x="271658" y="50102"/>
                </a:moveTo>
                <a:lnTo>
                  <a:pt x="291260" y="50102"/>
                </a:lnTo>
                <a:cubicBezTo>
                  <a:pt x="297949" y="50102"/>
                  <a:pt x="302888" y="48521"/>
                  <a:pt x="306078" y="45359"/>
                </a:cubicBezTo>
                <a:cubicBezTo>
                  <a:pt x="309267" y="42197"/>
                  <a:pt x="310862" y="37299"/>
                  <a:pt x="310862" y="30666"/>
                </a:cubicBezTo>
                <a:cubicBezTo>
                  <a:pt x="310862" y="24032"/>
                  <a:pt x="309267" y="19145"/>
                  <a:pt x="306078" y="16006"/>
                </a:cubicBezTo>
                <a:cubicBezTo>
                  <a:pt x="302888" y="12866"/>
                  <a:pt x="297949" y="11296"/>
                  <a:pt x="291260" y="11296"/>
                </a:cubicBezTo>
                <a:lnTo>
                  <a:pt x="271658" y="11296"/>
                </a:lnTo>
                <a:lnTo>
                  <a:pt x="271658" y="50102"/>
                </a:lnTo>
                <a:close/>
                <a:moveTo>
                  <a:pt x="413449" y="69371"/>
                </a:moveTo>
                <a:lnTo>
                  <a:pt x="360756" y="69371"/>
                </a:lnTo>
                <a:lnTo>
                  <a:pt x="360756" y="69903"/>
                </a:lnTo>
                <a:cubicBezTo>
                  <a:pt x="360756" y="79427"/>
                  <a:pt x="362550" y="86615"/>
                  <a:pt x="366138" y="91465"/>
                </a:cubicBezTo>
                <a:cubicBezTo>
                  <a:pt x="369727" y="96316"/>
                  <a:pt x="375020" y="98741"/>
                  <a:pt x="382019" y="98741"/>
                </a:cubicBezTo>
                <a:cubicBezTo>
                  <a:pt x="387380" y="98741"/>
                  <a:pt x="391776" y="97335"/>
                  <a:pt x="395209" y="94522"/>
                </a:cubicBezTo>
                <a:cubicBezTo>
                  <a:pt x="398642" y="91709"/>
                  <a:pt x="401046" y="87534"/>
                  <a:pt x="402419" y="81997"/>
                </a:cubicBezTo>
                <a:lnTo>
                  <a:pt x="412253" y="81997"/>
                </a:lnTo>
                <a:cubicBezTo>
                  <a:pt x="410304" y="89771"/>
                  <a:pt x="406705" y="95613"/>
                  <a:pt x="401455" y="99522"/>
                </a:cubicBezTo>
                <a:cubicBezTo>
                  <a:pt x="396206" y="103432"/>
                  <a:pt x="389307" y="105386"/>
                  <a:pt x="380757" y="105386"/>
                </a:cubicBezTo>
                <a:cubicBezTo>
                  <a:pt x="370435" y="105386"/>
                  <a:pt x="362141" y="101984"/>
                  <a:pt x="355872" y="95178"/>
                </a:cubicBezTo>
                <a:cubicBezTo>
                  <a:pt x="349604" y="88371"/>
                  <a:pt x="346470" y="79337"/>
                  <a:pt x="346470" y="68076"/>
                </a:cubicBezTo>
                <a:cubicBezTo>
                  <a:pt x="346470" y="56903"/>
                  <a:pt x="349549" y="47903"/>
                  <a:pt x="355706" y="41075"/>
                </a:cubicBezTo>
                <a:cubicBezTo>
                  <a:pt x="361864" y="34246"/>
                  <a:pt x="369948" y="30832"/>
                  <a:pt x="379960" y="30832"/>
                </a:cubicBezTo>
                <a:cubicBezTo>
                  <a:pt x="390636" y="30832"/>
                  <a:pt x="398831" y="34121"/>
                  <a:pt x="404545" y="40699"/>
                </a:cubicBezTo>
                <a:cubicBezTo>
                  <a:pt x="410260" y="47278"/>
                  <a:pt x="413228" y="56835"/>
                  <a:pt x="413449" y="69371"/>
                </a:cubicBezTo>
                <a:moveTo>
                  <a:pt x="399030" y="62328"/>
                </a:moveTo>
                <a:cubicBezTo>
                  <a:pt x="398764" y="54111"/>
                  <a:pt x="397026" y="47914"/>
                  <a:pt x="393814" y="43739"/>
                </a:cubicBezTo>
                <a:cubicBezTo>
                  <a:pt x="390602" y="39564"/>
                  <a:pt x="385984" y="37477"/>
                  <a:pt x="379960" y="37477"/>
                </a:cubicBezTo>
                <a:cubicBezTo>
                  <a:pt x="374334" y="37477"/>
                  <a:pt x="369904" y="39575"/>
                  <a:pt x="366670" y="43772"/>
                </a:cubicBezTo>
                <a:cubicBezTo>
                  <a:pt x="363436" y="47970"/>
                  <a:pt x="361465" y="54155"/>
                  <a:pt x="360756" y="62328"/>
                </a:cubicBezTo>
                <a:lnTo>
                  <a:pt x="399030" y="62328"/>
                </a:lnTo>
                <a:close/>
                <a:moveTo>
                  <a:pt x="447482" y="64587"/>
                </a:moveTo>
                <a:lnTo>
                  <a:pt x="447482" y="71564"/>
                </a:lnTo>
                <a:cubicBezTo>
                  <a:pt x="447482" y="80070"/>
                  <a:pt x="449110" y="86548"/>
                  <a:pt x="452366" y="91000"/>
                </a:cubicBezTo>
                <a:cubicBezTo>
                  <a:pt x="455622" y="95452"/>
                  <a:pt x="460351" y="97678"/>
                  <a:pt x="466553" y="97678"/>
                </a:cubicBezTo>
                <a:cubicBezTo>
                  <a:pt x="472799" y="97678"/>
                  <a:pt x="477527" y="95178"/>
                  <a:pt x="480739" y="90178"/>
                </a:cubicBezTo>
                <a:cubicBezTo>
                  <a:pt x="483951" y="85178"/>
                  <a:pt x="485557" y="77810"/>
                  <a:pt x="485557" y="68076"/>
                </a:cubicBezTo>
                <a:cubicBezTo>
                  <a:pt x="485557" y="58297"/>
                  <a:pt x="483951" y="50929"/>
                  <a:pt x="480739" y="45974"/>
                </a:cubicBezTo>
                <a:cubicBezTo>
                  <a:pt x="477527" y="41018"/>
                  <a:pt x="472799" y="38540"/>
                  <a:pt x="466553" y="38540"/>
                </a:cubicBezTo>
                <a:cubicBezTo>
                  <a:pt x="460351" y="38540"/>
                  <a:pt x="455622" y="40771"/>
                  <a:pt x="452366" y="45234"/>
                </a:cubicBezTo>
                <a:cubicBezTo>
                  <a:pt x="449110" y="49697"/>
                  <a:pt x="447482" y="56148"/>
                  <a:pt x="447482" y="64587"/>
                </a:cubicBezTo>
                <a:moveTo>
                  <a:pt x="435256" y="39869"/>
                </a:moveTo>
                <a:lnTo>
                  <a:pt x="423494" y="39869"/>
                </a:lnTo>
                <a:lnTo>
                  <a:pt x="423494" y="32692"/>
                </a:lnTo>
                <a:lnTo>
                  <a:pt x="447482" y="32692"/>
                </a:lnTo>
                <a:lnTo>
                  <a:pt x="447482" y="43789"/>
                </a:lnTo>
                <a:cubicBezTo>
                  <a:pt x="449874" y="39359"/>
                  <a:pt x="452920" y="36092"/>
                  <a:pt x="456619" y="33988"/>
                </a:cubicBezTo>
                <a:cubicBezTo>
                  <a:pt x="460317" y="31884"/>
                  <a:pt x="464891" y="30832"/>
                  <a:pt x="470340" y="30832"/>
                </a:cubicBezTo>
                <a:cubicBezTo>
                  <a:pt x="479023" y="30832"/>
                  <a:pt x="486110" y="34268"/>
                  <a:pt x="491603" y="41142"/>
                </a:cubicBezTo>
                <a:cubicBezTo>
                  <a:pt x="497096" y="48013"/>
                  <a:pt x="499843" y="56991"/>
                  <a:pt x="499843" y="68076"/>
                </a:cubicBezTo>
                <a:cubicBezTo>
                  <a:pt x="499843" y="79160"/>
                  <a:pt x="497096" y="88150"/>
                  <a:pt x="491603" y="95045"/>
                </a:cubicBezTo>
                <a:cubicBezTo>
                  <a:pt x="486110" y="101939"/>
                  <a:pt x="479023" y="105386"/>
                  <a:pt x="470340" y="105386"/>
                </a:cubicBezTo>
                <a:cubicBezTo>
                  <a:pt x="464891" y="105386"/>
                  <a:pt x="460317" y="104329"/>
                  <a:pt x="456619" y="102213"/>
                </a:cubicBezTo>
                <a:cubicBezTo>
                  <a:pt x="452920" y="100098"/>
                  <a:pt x="449874" y="96814"/>
                  <a:pt x="447482" y="92362"/>
                </a:cubicBezTo>
                <a:lnTo>
                  <a:pt x="447482" y="124523"/>
                </a:lnTo>
                <a:lnTo>
                  <a:pt x="459044" y="124523"/>
                </a:lnTo>
                <a:lnTo>
                  <a:pt x="459044" y="131700"/>
                </a:lnTo>
                <a:lnTo>
                  <a:pt x="423494" y="131700"/>
                </a:lnTo>
                <a:lnTo>
                  <a:pt x="423494" y="124523"/>
                </a:lnTo>
                <a:lnTo>
                  <a:pt x="435256" y="124523"/>
                </a:lnTo>
                <a:lnTo>
                  <a:pt x="435256" y="39869"/>
                </a:lnTo>
                <a:close/>
                <a:moveTo>
                  <a:pt x="547600" y="98741"/>
                </a:moveTo>
                <a:cubicBezTo>
                  <a:pt x="554156" y="98741"/>
                  <a:pt x="559106" y="96153"/>
                  <a:pt x="562451" y="90975"/>
                </a:cubicBezTo>
                <a:cubicBezTo>
                  <a:pt x="565795" y="85798"/>
                  <a:pt x="567468" y="78165"/>
                  <a:pt x="567468" y="68076"/>
                </a:cubicBezTo>
                <a:cubicBezTo>
                  <a:pt x="567468" y="57987"/>
                  <a:pt x="565795" y="50365"/>
                  <a:pt x="562451" y="45209"/>
                </a:cubicBezTo>
                <a:cubicBezTo>
                  <a:pt x="559106" y="40054"/>
                  <a:pt x="554156" y="37477"/>
                  <a:pt x="547600" y="37477"/>
                </a:cubicBezTo>
                <a:cubicBezTo>
                  <a:pt x="541044" y="37477"/>
                  <a:pt x="536093" y="40054"/>
                  <a:pt x="532749" y="45209"/>
                </a:cubicBezTo>
                <a:cubicBezTo>
                  <a:pt x="529404" y="50365"/>
                  <a:pt x="527732" y="57987"/>
                  <a:pt x="527732" y="68076"/>
                </a:cubicBezTo>
                <a:cubicBezTo>
                  <a:pt x="527732" y="78165"/>
                  <a:pt x="529415" y="85798"/>
                  <a:pt x="532782" y="90975"/>
                </a:cubicBezTo>
                <a:cubicBezTo>
                  <a:pt x="536149" y="96153"/>
                  <a:pt x="541088" y="98741"/>
                  <a:pt x="547600" y="98741"/>
                </a:cubicBezTo>
                <a:moveTo>
                  <a:pt x="547600" y="105386"/>
                </a:moveTo>
                <a:cubicBezTo>
                  <a:pt x="537323" y="105386"/>
                  <a:pt x="529061" y="101984"/>
                  <a:pt x="522815" y="95178"/>
                </a:cubicBezTo>
                <a:cubicBezTo>
                  <a:pt x="516569" y="88371"/>
                  <a:pt x="513446" y="79337"/>
                  <a:pt x="513446" y="68076"/>
                </a:cubicBezTo>
                <a:cubicBezTo>
                  <a:pt x="513446" y="56814"/>
                  <a:pt x="516558" y="47792"/>
                  <a:pt x="522782" y="41009"/>
                </a:cubicBezTo>
                <a:cubicBezTo>
                  <a:pt x="529005" y="34224"/>
                  <a:pt x="537278" y="30832"/>
                  <a:pt x="547600" y="30832"/>
                </a:cubicBezTo>
                <a:cubicBezTo>
                  <a:pt x="557921" y="30832"/>
                  <a:pt x="566194" y="34224"/>
                  <a:pt x="572418" y="41009"/>
                </a:cubicBezTo>
                <a:cubicBezTo>
                  <a:pt x="578642" y="47792"/>
                  <a:pt x="581754" y="56814"/>
                  <a:pt x="581754" y="68076"/>
                </a:cubicBezTo>
                <a:cubicBezTo>
                  <a:pt x="581754" y="79337"/>
                  <a:pt x="578642" y="88371"/>
                  <a:pt x="572418" y="95178"/>
                </a:cubicBezTo>
                <a:cubicBezTo>
                  <a:pt x="566194" y="101984"/>
                  <a:pt x="557921" y="105386"/>
                  <a:pt x="547600" y="105386"/>
                </a:cubicBezTo>
                <a:close/>
                <a:moveTo>
                  <a:pt x="653372" y="32692"/>
                </a:moveTo>
                <a:lnTo>
                  <a:pt x="653372" y="50367"/>
                </a:lnTo>
                <a:lnTo>
                  <a:pt x="646329" y="50367"/>
                </a:lnTo>
                <a:cubicBezTo>
                  <a:pt x="646107" y="46846"/>
                  <a:pt x="645132" y="44215"/>
                  <a:pt x="643405" y="42477"/>
                </a:cubicBezTo>
                <a:cubicBezTo>
                  <a:pt x="641677" y="40738"/>
                  <a:pt x="639152" y="39869"/>
                  <a:pt x="635830" y="39869"/>
                </a:cubicBezTo>
                <a:cubicBezTo>
                  <a:pt x="629805" y="39869"/>
                  <a:pt x="625187" y="41955"/>
                  <a:pt x="621975" y="46127"/>
                </a:cubicBezTo>
                <a:cubicBezTo>
                  <a:pt x="618764" y="50298"/>
                  <a:pt x="617158" y="56290"/>
                  <a:pt x="617158" y="64101"/>
                </a:cubicBezTo>
                <a:lnTo>
                  <a:pt x="617158" y="96349"/>
                </a:lnTo>
                <a:lnTo>
                  <a:pt x="631311" y="96349"/>
                </a:lnTo>
                <a:lnTo>
                  <a:pt x="631311" y="103393"/>
                </a:lnTo>
                <a:lnTo>
                  <a:pt x="593901" y="103393"/>
                </a:lnTo>
                <a:lnTo>
                  <a:pt x="593901" y="96349"/>
                </a:lnTo>
                <a:lnTo>
                  <a:pt x="604932" y="96349"/>
                </a:lnTo>
                <a:lnTo>
                  <a:pt x="604932" y="39736"/>
                </a:lnTo>
                <a:lnTo>
                  <a:pt x="593237" y="39736"/>
                </a:lnTo>
                <a:lnTo>
                  <a:pt x="593237" y="32692"/>
                </a:lnTo>
                <a:lnTo>
                  <a:pt x="617158" y="32692"/>
                </a:lnTo>
                <a:lnTo>
                  <a:pt x="617158" y="45353"/>
                </a:lnTo>
                <a:cubicBezTo>
                  <a:pt x="619550" y="40423"/>
                  <a:pt x="622629" y="36771"/>
                  <a:pt x="626394" y="34395"/>
                </a:cubicBezTo>
                <a:cubicBezTo>
                  <a:pt x="630160" y="32020"/>
                  <a:pt x="634744" y="30832"/>
                  <a:pt x="640149" y="30832"/>
                </a:cubicBezTo>
                <a:cubicBezTo>
                  <a:pt x="642142" y="30832"/>
                  <a:pt x="644235" y="30993"/>
                  <a:pt x="646428" y="31316"/>
                </a:cubicBezTo>
                <a:cubicBezTo>
                  <a:pt x="648621" y="31637"/>
                  <a:pt x="650936" y="32096"/>
                  <a:pt x="653372" y="32692"/>
                </a:cubicBezTo>
                <a:close/>
                <a:moveTo>
                  <a:pt x="668190" y="39869"/>
                </a:moveTo>
                <a:lnTo>
                  <a:pt x="657425" y="39869"/>
                </a:lnTo>
                <a:lnTo>
                  <a:pt x="657425" y="32692"/>
                </a:lnTo>
                <a:lnTo>
                  <a:pt x="668190" y="32692"/>
                </a:lnTo>
                <a:lnTo>
                  <a:pt x="668190" y="10765"/>
                </a:lnTo>
                <a:lnTo>
                  <a:pt x="680482" y="10765"/>
                </a:lnTo>
                <a:lnTo>
                  <a:pt x="680482" y="32692"/>
                </a:lnTo>
                <a:lnTo>
                  <a:pt x="703473" y="32692"/>
                </a:lnTo>
                <a:lnTo>
                  <a:pt x="703473" y="39869"/>
                </a:lnTo>
                <a:lnTo>
                  <a:pt x="680482" y="39869"/>
                </a:lnTo>
                <a:lnTo>
                  <a:pt x="680482" y="84721"/>
                </a:lnTo>
                <a:cubicBezTo>
                  <a:pt x="680482" y="90701"/>
                  <a:pt x="681058" y="94533"/>
                  <a:pt x="682210" y="96216"/>
                </a:cubicBezTo>
                <a:cubicBezTo>
                  <a:pt x="683362" y="97900"/>
                  <a:pt x="685488" y="98741"/>
                  <a:pt x="688589" y="98741"/>
                </a:cubicBezTo>
                <a:cubicBezTo>
                  <a:pt x="691779" y="98741"/>
                  <a:pt x="694104" y="97800"/>
                  <a:pt x="695566" y="95917"/>
                </a:cubicBezTo>
                <a:cubicBezTo>
                  <a:pt x="697028" y="94035"/>
                  <a:pt x="697803" y="90989"/>
                  <a:pt x="697892" y="86781"/>
                </a:cubicBezTo>
                <a:lnTo>
                  <a:pt x="707128" y="86781"/>
                </a:lnTo>
                <a:cubicBezTo>
                  <a:pt x="706774" y="93228"/>
                  <a:pt x="705024" y="97941"/>
                  <a:pt x="701879" y="100920"/>
                </a:cubicBezTo>
                <a:cubicBezTo>
                  <a:pt x="698733" y="103897"/>
                  <a:pt x="693949" y="105386"/>
                  <a:pt x="687526" y="105386"/>
                </a:cubicBezTo>
                <a:cubicBezTo>
                  <a:pt x="680482" y="105386"/>
                  <a:pt x="675499" y="103820"/>
                  <a:pt x="672575" y="100687"/>
                </a:cubicBezTo>
                <a:cubicBezTo>
                  <a:pt x="669651" y="97553"/>
                  <a:pt x="668190" y="92231"/>
                  <a:pt x="668190" y="84721"/>
                </a:cubicBezTo>
                <a:lnTo>
                  <a:pt x="668190" y="39869"/>
                </a:lnTo>
                <a:close/>
                <a:moveTo>
                  <a:pt x="781696" y="69371"/>
                </a:moveTo>
                <a:lnTo>
                  <a:pt x="729003" y="69371"/>
                </a:lnTo>
                <a:lnTo>
                  <a:pt x="729003" y="69903"/>
                </a:lnTo>
                <a:cubicBezTo>
                  <a:pt x="729003" y="79427"/>
                  <a:pt x="730797" y="86615"/>
                  <a:pt x="734385" y="91465"/>
                </a:cubicBezTo>
                <a:cubicBezTo>
                  <a:pt x="737973" y="96316"/>
                  <a:pt x="743267" y="98741"/>
                  <a:pt x="750266" y="98741"/>
                </a:cubicBezTo>
                <a:cubicBezTo>
                  <a:pt x="755626" y="98741"/>
                  <a:pt x="760023" y="97335"/>
                  <a:pt x="763456" y="94522"/>
                </a:cubicBezTo>
                <a:cubicBezTo>
                  <a:pt x="766889" y="91709"/>
                  <a:pt x="769292" y="87534"/>
                  <a:pt x="770666" y="81997"/>
                </a:cubicBezTo>
                <a:lnTo>
                  <a:pt x="780500" y="81997"/>
                </a:lnTo>
                <a:cubicBezTo>
                  <a:pt x="778551" y="89771"/>
                  <a:pt x="774951" y="95613"/>
                  <a:pt x="769702" y="99522"/>
                </a:cubicBezTo>
                <a:cubicBezTo>
                  <a:pt x="764453" y="103432"/>
                  <a:pt x="757553" y="105386"/>
                  <a:pt x="749004" y="105386"/>
                </a:cubicBezTo>
                <a:cubicBezTo>
                  <a:pt x="738682" y="105386"/>
                  <a:pt x="730387" y="101984"/>
                  <a:pt x="724119" y="95178"/>
                </a:cubicBezTo>
                <a:cubicBezTo>
                  <a:pt x="717851" y="88371"/>
                  <a:pt x="714716" y="79337"/>
                  <a:pt x="714716" y="68076"/>
                </a:cubicBezTo>
                <a:cubicBezTo>
                  <a:pt x="714716" y="56903"/>
                  <a:pt x="717795" y="47903"/>
                  <a:pt x="723953" y="41075"/>
                </a:cubicBezTo>
                <a:cubicBezTo>
                  <a:pt x="730110" y="34246"/>
                  <a:pt x="738195" y="30832"/>
                  <a:pt x="748206" y="30832"/>
                </a:cubicBezTo>
                <a:cubicBezTo>
                  <a:pt x="758882" y="30832"/>
                  <a:pt x="767077" y="34121"/>
                  <a:pt x="772792" y="40699"/>
                </a:cubicBezTo>
                <a:cubicBezTo>
                  <a:pt x="778506" y="47278"/>
                  <a:pt x="781474" y="56835"/>
                  <a:pt x="781696" y="69371"/>
                </a:cubicBezTo>
                <a:moveTo>
                  <a:pt x="767277" y="62328"/>
                </a:moveTo>
                <a:cubicBezTo>
                  <a:pt x="767011" y="54111"/>
                  <a:pt x="765272" y="47914"/>
                  <a:pt x="762061" y="43739"/>
                </a:cubicBezTo>
                <a:cubicBezTo>
                  <a:pt x="758849" y="39564"/>
                  <a:pt x="754231" y="37477"/>
                  <a:pt x="748206" y="37477"/>
                </a:cubicBezTo>
                <a:cubicBezTo>
                  <a:pt x="742580" y="37477"/>
                  <a:pt x="738150" y="39575"/>
                  <a:pt x="734917" y="43772"/>
                </a:cubicBezTo>
                <a:cubicBezTo>
                  <a:pt x="731683" y="47970"/>
                  <a:pt x="729712" y="54155"/>
                  <a:pt x="729003" y="62328"/>
                </a:cubicBezTo>
                <a:lnTo>
                  <a:pt x="767277" y="62328"/>
                </a:lnTo>
                <a:close/>
                <a:moveTo>
                  <a:pt x="859252" y="96349"/>
                </a:moveTo>
                <a:lnTo>
                  <a:pt x="870946" y="96349"/>
                </a:lnTo>
                <a:lnTo>
                  <a:pt x="870946" y="103393"/>
                </a:lnTo>
                <a:lnTo>
                  <a:pt x="847025" y="103393"/>
                </a:lnTo>
                <a:lnTo>
                  <a:pt x="847025" y="92367"/>
                </a:lnTo>
                <a:cubicBezTo>
                  <a:pt x="844633" y="96817"/>
                  <a:pt x="841588" y="100100"/>
                  <a:pt x="837889" y="102215"/>
                </a:cubicBezTo>
                <a:cubicBezTo>
                  <a:pt x="834190" y="104329"/>
                  <a:pt x="829616" y="105386"/>
                  <a:pt x="824167" y="105386"/>
                </a:cubicBezTo>
                <a:cubicBezTo>
                  <a:pt x="815485" y="105386"/>
                  <a:pt x="808386" y="101939"/>
                  <a:pt x="802871" y="95045"/>
                </a:cubicBezTo>
                <a:cubicBezTo>
                  <a:pt x="797355" y="88150"/>
                  <a:pt x="794598" y="79160"/>
                  <a:pt x="794598" y="68076"/>
                </a:cubicBezTo>
                <a:cubicBezTo>
                  <a:pt x="794598" y="56991"/>
                  <a:pt x="797344" y="48013"/>
                  <a:pt x="802837" y="41142"/>
                </a:cubicBezTo>
                <a:cubicBezTo>
                  <a:pt x="808330" y="34268"/>
                  <a:pt x="815440" y="30832"/>
                  <a:pt x="824167" y="30832"/>
                </a:cubicBezTo>
                <a:cubicBezTo>
                  <a:pt x="829616" y="30832"/>
                  <a:pt x="834190" y="31889"/>
                  <a:pt x="837889" y="34003"/>
                </a:cubicBezTo>
                <a:cubicBezTo>
                  <a:pt x="841588" y="36116"/>
                  <a:pt x="844633" y="39399"/>
                  <a:pt x="847025" y="43849"/>
                </a:cubicBezTo>
                <a:lnTo>
                  <a:pt x="847025" y="7043"/>
                </a:lnTo>
                <a:lnTo>
                  <a:pt x="835463" y="7043"/>
                </a:lnTo>
                <a:lnTo>
                  <a:pt x="835463" y="0"/>
                </a:lnTo>
                <a:lnTo>
                  <a:pt x="859252" y="0"/>
                </a:lnTo>
                <a:lnTo>
                  <a:pt x="859252" y="96349"/>
                </a:lnTo>
                <a:moveTo>
                  <a:pt x="847025" y="71593"/>
                </a:moveTo>
                <a:lnTo>
                  <a:pt x="847025" y="64625"/>
                </a:lnTo>
                <a:cubicBezTo>
                  <a:pt x="847025" y="56173"/>
                  <a:pt x="845397" y="49713"/>
                  <a:pt x="842141" y="45245"/>
                </a:cubicBezTo>
                <a:cubicBezTo>
                  <a:pt x="838885" y="40775"/>
                  <a:pt x="834156" y="38540"/>
                  <a:pt x="827955" y="38540"/>
                </a:cubicBezTo>
                <a:cubicBezTo>
                  <a:pt x="821664" y="38540"/>
                  <a:pt x="816913" y="41018"/>
                  <a:pt x="813702" y="45974"/>
                </a:cubicBezTo>
                <a:cubicBezTo>
                  <a:pt x="810490" y="50929"/>
                  <a:pt x="808884" y="58297"/>
                  <a:pt x="808884" y="68076"/>
                </a:cubicBezTo>
                <a:cubicBezTo>
                  <a:pt x="808884" y="77810"/>
                  <a:pt x="810490" y="85178"/>
                  <a:pt x="813702" y="90178"/>
                </a:cubicBezTo>
                <a:cubicBezTo>
                  <a:pt x="816913" y="95178"/>
                  <a:pt x="821664" y="97678"/>
                  <a:pt x="827955" y="97678"/>
                </a:cubicBezTo>
                <a:cubicBezTo>
                  <a:pt x="834156" y="97678"/>
                  <a:pt x="838885" y="95455"/>
                  <a:pt x="842141" y="91009"/>
                </a:cubicBezTo>
                <a:cubicBezTo>
                  <a:pt x="845397" y="86561"/>
                  <a:pt x="847025" y="80089"/>
                  <a:pt x="847025" y="71593"/>
                </a:cubicBezTo>
                <a:close/>
                <a:moveTo>
                  <a:pt x="951948" y="52760"/>
                </a:moveTo>
                <a:lnTo>
                  <a:pt x="969490" y="52760"/>
                </a:lnTo>
                <a:cubicBezTo>
                  <a:pt x="976090" y="52760"/>
                  <a:pt x="981118" y="50982"/>
                  <a:pt x="984574" y="47427"/>
                </a:cubicBezTo>
                <a:cubicBezTo>
                  <a:pt x="988029" y="43872"/>
                  <a:pt x="989757" y="38739"/>
                  <a:pt x="989757" y="32028"/>
                </a:cubicBezTo>
                <a:cubicBezTo>
                  <a:pt x="989757" y="25272"/>
                  <a:pt x="988029" y="20128"/>
                  <a:pt x="984574" y="16595"/>
                </a:cubicBezTo>
                <a:cubicBezTo>
                  <a:pt x="981118" y="13063"/>
                  <a:pt x="976090" y="11296"/>
                  <a:pt x="969490" y="11296"/>
                </a:cubicBezTo>
                <a:lnTo>
                  <a:pt x="951948" y="11296"/>
                </a:lnTo>
                <a:lnTo>
                  <a:pt x="951948" y="52760"/>
                </a:lnTo>
                <a:moveTo>
                  <a:pt x="925834" y="103393"/>
                </a:moveTo>
                <a:lnTo>
                  <a:pt x="925834" y="96349"/>
                </a:lnTo>
                <a:lnTo>
                  <a:pt x="938459" y="96349"/>
                </a:lnTo>
                <a:lnTo>
                  <a:pt x="938459" y="11296"/>
                </a:lnTo>
                <a:lnTo>
                  <a:pt x="925834" y="11296"/>
                </a:lnTo>
                <a:lnTo>
                  <a:pt x="925834" y="4120"/>
                </a:lnTo>
                <a:lnTo>
                  <a:pt x="972746" y="4120"/>
                </a:lnTo>
                <a:cubicBezTo>
                  <a:pt x="982669" y="4120"/>
                  <a:pt x="990532" y="6634"/>
                  <a:pt x="996335" y="11662"/>
                </a:cubicBezTo>
                <a:cubicBezTo>
                  <a:pt x="1002138" y="16689"/>
                  <a:pt x="1005039" y="23478"/>
                  <a:pt x="1005039" y="32028"/>
                </a:cubicBezTo>
                <a:cubicBezTo>
                  <a:pt x="1005039" y="40533"/>
                  <a:pt x="1002138" y="47311"/>
                  <a:pt x="996335" y="52361"/>
                </a:cubicBezTo>
                <a:cubicBezTo>
                  <a:pt x="990532" y="57411"/>
                  <a:pt x="982669" y="59936"/>
                  <a:pt x="972746" y="59936"/>
                </a:cubicBezTo>
                <a:lnTo>
                  <a:pt x="951948" y="59936"/>
                </a:lnTo>
                <a:lnTo>
                  <a:pt x="951948" y="96349"/>
                </a:lnTo>
                <a:lnTo>
                  <a:pt x="967297" y="96349"/>
                </a:lnTo>
                <a:lnTo>
                  <a:pt x="967297" y="103393"/>
                </a:lnTo>
                <a:lnTo>
                  <a:pt x="925834" y="103393"/>
                </a:lnTo>
                <a:close/>
                <a:moveTo>
                  <a:pt x="1057806" y="81232"/>
                </a:moveTo>
                <a:lnTo>
                  <a:pt x="1057806" y="66315"/>
                </a:lnTo>
                <a:lnTo>
                  <a:pt x="1042058" y="66315"/>
                </a:lnTo>
                <a:cubicBezTo>
                  <a:pt x="1035989" y="66315"/>
                  <a:pt x="1031471" y="67619"/>
                  <a:pt x="1028503" y="70227"/>
                </a:cubicBezTo>
                <a:cubicBezTo>
                  <a:pt x="1025535" y="72835"/>
                  <a:pt x="1024051" y="76836"/>
                  <a:pt x="1024051" y="82229"/>
                </a:cubicBezTo>
                <a:cubicBezTo>
                  <a:pt x="1024051" y="87137"/>
                  <a:pt x="1025557" y="91027"/>
                  <a:pt x="1028569" y="93901"/>
                </a:cubicBezTo>
                <a:cubicBezTo>
                  <a:pt x="1031581" y="96774"/>
                  <a:pt x="1035657" y="98210"/>
                  <a:pt x="1040796" y="98210"/>
                </a:cubicBezTo>
                <a:cubicBezTo>
                  <a:pt x="1045890" y="98210"/>
                  <a:pt x="1049999" y="96641"/>
                  <a:pt x="1053122" y="93502"/>
                </a:cubicBezTo>
                <a:cubicBezTo>
                  <a:pt x="1056245" y="90363"/>
                  <a:pt x="1057806" y="86273"/>
                  <a:pt x="1057806" y="81232"/>
                </a:cubicBezTo>
                <a:moveTo>
                  <a:pt x="1070033" y="59274"/>
                </a:moveTo>
                <a:lnTo>
                  <a:pt x="1070033" y="96349"/>
                </a:lnTo>
                <a:lnTo>
                  <a:pt x="1080930" y="96349"/>
                </a:lnTo>
                <a:lnTo>
                  <a:pt x="1080930" y="103393"/>
                </a:lnTo>
                <a:lnTo>
                  <a:pt x="1057806" y="103393"/>
                </a:lnTo>
                <a:lnTo>
                  <a:pt x="1057806" y="95753"/>
                </a:lnTo>
                <a:cubicBezTo>
                  <a:pt x="1055104" y="99054"/>
                  <a:pt x="1051981" y="101484"/>
                  <a:pt x="1048437" y="103046"/>
                </a:cubicBezTo>
                <a:cubicBezTo>
                  <a:pt x="1044893" y="104606"/>
                  <a:pt x="1040751" y="105386"/>
                  <a:pt x="1036011" y="105386"/>
                </a:cubicBezTo>
                <a:cubicBezTo>
                  <a:pt x="1028170" y="105386"/>
                  <a:pt x="1021947" y="103301"/>
                  <a:pt x="1017339" y="99132"/>
                </a:cubicBezTo>
                <a:cubicBezTo>
                  <a:pt x="1012732" y="94961"/>
                  <a:pt x="1010429" y="89327"/>
                  <a:pt x="1010429" y="82229"/>
                </a:cubicBezTo>
                <a:cubicBezTo>
                  <a:pt x="1010429" y="74909"/>
                  <a:pt x="1013065" y="69230"/>
                  <a:pt x="1018336" y="65194"/>
                </a:cubicBezTo>
                <a:cubicBezTo>
                  <a:pt x="1023608" y="61157"/>
                  <a:pt x="1031050" y="59139"/>
                  <a:pt x="1040663" y="59139"/>
                </a:cubicBezTo>
                <a:lnTo>
                  <a:pt x="1057806" y="59139"/>
                </a:lnTo>
                <a:lnTo>
                  <a:pt x="1057806" y="54325"/>
                </a:lnTo>
                <a:cubicBezTo>
                  <a:pt x="1057806" y="48975"/>
                  <a:pt x="1056178" y="44829"/>
                  <a:pt x="1052922" y="41889"/>
                </a:cubicBezTo>
                <a:cubicBezTo>
                  <a:pt x="1049666" y="38947"/>
                  <a:pt x="1045092" y="37477"/>
                  <a:pt x="1039201" y="37477"/>
                </a:cubicBezTo>
                <a:cubicBezTo>
                  <a:pt x="1034328" y="37477"/>
                  <a:pt x="1030452" y="38584"/>
                  <a:pt x="1027572" y="40799"/>
                </a:cubicBezTo>
                <a:cubicBezTo>
                  <a:pt x="1024693" y="43014"/>
                  <a:pt x="1022899" y="46292"/>
                  <a:pt x="1022190" y="50633"/>
                </a:cubicBezTo>
                <a:lnTo>
                  <a:pt x="1015878" y="50633"/>
                </a:lnTo>
                <a:lnTo>
                  <a:pt x="1015878" y="36280"/>
                </a:lnTo>
                <a:cubicBezTo>
                  <a:pt x="1020130" y="34464"/>
                  <a:pt x="1024261" y="33102"/>
                  <a:pt x="1028270" y="32194"/>
                </a:cubicBezTo>
                <a:cubicBezTo>
                  <a:pt x="1032279" y="31286"/>
                  <a:pt x="1036188" y="30832"/>
                  <a:pt x="1039998" y="30832"/>
                </a:cubicBezTo>
                <a:cubicBezTo>
                  <a:pt x="1049788" y="30832"/>
                  <a:pt x="1057241" y="33258"/>
                  <a:pt x="1062358" y="38110"/>
                </a:cubicBezTo>
                <a:cubicBezTo>
                  <a:pt x="1067474" y="42961"/>
                  <a:pt x="1070033" y="50015"/>
                  <a:pt x="1070033" y="59274"/>
                </a:cubicBezTo>
                <a:close/>
                <a:moveTo>
                  <a:pt x="1099851" y="39869"/>
                </a:moveTo>
                <a:lnTo>
                  <a:pt x="1089086" y="39869"/>
                </a:lnTo>
                <a:lnTo>
                  <a:pt x="1089086" y="32692"/>
                </a:lnTo>
                <a:lnTo>
                  <a:pt x="1099851" y="32692"/>
                </a:lnTo>
                <a:lnTo>
                  <a:pt x="1099851" y="10765"/>
                </a:lnTo>
                <a:lnTo>
                  <a:pt x="1112144" y="10765"/>
                </a:lnTo>
                <a:lnTo>
                  <a:pt x="1112144" y="32692"/>
                </a:lnTo>
                <a:lnTo>
                  <a:pt x="1135135" y="32692"/>
                </a:lnTo>
                <a:lnTo>
                  <a:pt x="1135135" y="39869"/>
                </a:lnTo>
                <a:lnTo>
                  <a:pt x="1112144" y="39869"/>
                </a:lnTo>
                <a:lnTo>
                  <a:pt x="1112144" y="84721"/>
                </a:lnTo>
                <a:cubicBezTo>
                  <a:pt x="1112144" y="90701"/>
                  <a:pt x="1112720" y="94533"/>
                  <a:pt x="1113871" y="96216"/>
                </a:cubicBezTo>
                <a:cubicBezTo>
                  <a:pt x="1115023" y="97900"/>
                  <a:pt x="1117150" y="98741"/>
                  <a:pt x="1120250" y="98741"/>
                </a:cubicBezTo>
                <a:cubicBezTo>
                  <a:pt x="1123440" y="98741"/>
                  <a:pt x="1125766" y="97800"/>
                  <a:pt x="1127227" y="95917"/>
                </a:cubicBezTo>
                <a:cubicBezTo>
                  <a:pt x="1128689" y="94035"/>
                  <a:pt x="1129465" y="90989"/>
                  <a:pt x="1129553" y="86781"/>
                </a:cubicBezTo>
                <a:lnTo>
                  <a:pt x="1138789" y="86781"/>
                </a:lnTo>
                <a:cubicBezTo>
                  <a:pt x="1138435" y="93228"/>
                  <a:pt x="1136685" y="97941"/>
                  <a:pt x="1133540" y="100920"/>
                </a:cubicBezTo>
                <a:cubicBezTo>
                  <a:pt x="1130395" y="103897"/>
                  <a:pt x="1125611" y="105386"/>
                  <a:pt x="1119187" y="105386"/>
                </a:cubicBezTo>
                <a:cubicBezTo>
                  <a:pt x="1112144" y="105386"/>
                  <a:pt x="1107160" y="103820"/>
                  <a:pt x="1104236" y="100687"/>
                </a:cubicBezTo>
                <a:cubicBezTo>
                  <a:pt x="1101313" y="97553"/>
                  <a:pt x="1099851" y="92231"/>
                  <a:pt x="1099851" y="84721"/>
                </a:cubicBezTo>
                <a:lnTo>
                  <a:pt x="1099851" y="39869"/>
                </a:lnTo>
                <a:close/>
                <a:moveTo>
                  <a:pt x="1209570" y="82129"/>
                </a:moveTo>
                <a:cubicBezTo>
                  <a:pt x="1207842" y="89703"/>
                  <a:pt x="1204520" y="95473"/>
                  <a:pt x="1199603" y="99439"/>
                </a:cubicBezTo>
                <a:cubicBezTo>
                  <a:pt x="1194686" y="103404"/>
                  <a:pt x="1188329" y="105386"/>
                  <a:pt x="1180532" y="105386"/>
                </a:cubicBezTo>
                <a:cubicBezTo>
                  <a:pt x="1170255" y="105386"/>
                  <a:pt x="1161993" y="101984"/>
                  <a:pt x="1155747" y="95178"/>
                </a:cubicBezTo>
                <a:cubicBezTo>
                  <a:pt x="1149501" y="88371"/>
                  <a:pt x="1146378" y="79337"/>
                  <a:pt x="1146378" y="68076"/>
                </a:cubicBezTo>
                <a:cubicBezTo>
                  <a:pt x="1146378" y="56770"/>
                  <a:pt x="1149501" y="47737"/>
                  <a:pt x="1155747" y="40975"/>
                </a:cubicBezTo>
                <a:cubicBezTo>
                  <a:pt x="1161993" y="34213"/>
                  <a:pt x="1170255" y="30832"/>
                  <a:pt x="1180532" y="30832"/>
                </a:cubicBezTo>
                <a:cubicBezTo>
                  <a:pt x="1185006" y="30832"/>
                  <a:pt x="1189458" y="31358"/>
                  <a:pt x="1193888" y="32410"/>
                </a:cubicBezTo>
                <a:cubicBezTo>
                  <a:pt x="1198318" y="33462"/>
                  <a:pt x="1202770" y="35062"/>
                  <a:pt x="1207244" y="37211"/>
                </a:cubicBezTo>
                <a:lnTo>
                  <a:pt x="1207244" y="55285"/>
                </a:lnTo>
                <a:lnTo>
                  <a:pt x="1200134" y="55285"/>
                </a:lnTo>
                <a:cubicBezTo>
                  <a:pt x="1199204" y="49083"/>
                  <a:pt x="1197178" y="44564"/>
                  <a:pt x="1194054" y="41729"/>
                </a:cubicBezTo>
                <a:cubicBezTo>
                  <a:pt x="1190931" y="38894"/>
                  <a:pt x="1186468" y="37477"/>
                  <a:pt x="1180665" y="37477"/>
                </a:cubicBezTo>
                <a:cubicBezTo>
                  <a:pt x="1174065" y="37477"/>
                  <a:pt x="1169081" y="40032"/>
                  <a:pt x="1165714" y="45143"/>
                </a:cubicBezTo>
                <a:cubicBezTo>
                  <a:pt x="1162348" y="50254"/>
                  <a:pt x="1160664" y="57898"/>
                  <a:pt x="1160664" y="68076"/>
                </a:cubicBezTo>
                <a:cubicBezTo>
                  <a:pt x="1160664" y="78253"/>
                  <a:pt x="1162337" y="85909"/>
                  <a:pt x="1165681" y="91042"/>
                </a:cubicBezTo>
                <a:cubicBezTo>
                  <a:pt x="1169026" y="96175"/>
                  <a:pt x="1174020" y="98741"/>
                  <a:pt x="1180665" y="98741"/>
                </a:cubicBezTo>
                <a:cubicBezTo>
                  <a:pt x="1185937" y="98741"/>
                  <a:pt x="1190145" y="97363"/>
                  <a:pt x="1193290" y="94605"/>
                </a:cubicBezTo>
                <a:cubicBezTo>
                  <a:pt x="1196436" y="91847"/>
                  <a:pt x="1198584" y="87689"/>
                  <a:pt x="1199736" y="82129"/>
                </a:cubicBezTo>
                <a:lnTo>
                  <a:pt x="1209570" y="82129"/>
                </a:lnTo>
                <a:close/>
                <a:moveTo>
                  <a:pt x="1221390" y="103393"/>
                </a:moveTo>
                <a:lnTo>
                  <a:pt x="1221390" y="96349"/>
                </a:lnTo>
                <a:lnTo>
                  <a:pt x="1232421" y="96349"/>
                </a:lnTo>
                <a:lnTo>
                  <a:pt x="1232421" y="7043"/>
                </a:lnTo>
                <a:lnTo>
                  <a:pt x="1220726" y="7043"/>
                </a:lnTo>
                <a:lnTo>
                  <a:pt x="1220726" y="0"/>
                </a:lnTo>
                <a:lnTo>
                  <a:pt x="1244647" y="0"/>
                </a:lnTo>
                <a:lnTo>
                  <a:pt x="1244647" y="45317"/>
                </a:lnTo>
                <a:cubicBezTo>
                  <a:pt x="1246906" y="40533"/>
                  <a:pt x="1249841" y="36923"/>
                  <a:pt x="1253452" y="34486"/>
                </a:cubicBezTo>
                <a:cubicBezTo>
                  <a:pt x="1257062" y="32050"/>
                  <a:pt x="1261259" y="30832"/>
                  <a:pt x="1266043" y="30832"/>
                </a:cubicBezTo>
                <a:cubicBezTo>
                  <a:pt x="1273840" y="30832"/>
                  <a:pt x="1279577" y="33069"/>
                  <a:pt x="1283253" y="37543"/>
                </a:cubicBezTo>
                <a:cubicBezTo>
                  <a:pt x="1286930" y="42017"/>
                  <a:pt x="1288769" y="48994"/>
                  <a:pt x="1288769" y="58474"/>
                </a:cubicBezTo>
                <a:lnTo>
                  <a:pt x="1288769" y="96349"/>
                </a:lnTo>
                <a:lnTo>
                  <a:pt x="1299666" y="96349"/>
                </a:lnTo>
                <a:lnTo>
                  <a:pt x="1299666" y="103393"/>
                </a:lnTo>
                <a:lnTo>
                  <a:pt x="1265911" y="103393"/>
                </a:lnTo>
                <a:lnTo>
                  <a:pt x="1265911" y="96349"/>
                </a:lnTo>
                <a:lnTo>
                  <a:pt x="1276476" y="96349"/>
                </a:lnTo>
                <a:lnTo>
                  <a:pt x="1276476" y="62328"/>
                </a:lnTo>
                <a:cubicBezTo>
                  <a:pt x="1276476" y="53690"/>
                  <a:pt x="1275424" y="47787"/>
                  <a:pt x="1273319" y="44620"/>
                </a:cubicBezTo>
                <a:cubicBezTo>
                  <a:pt x="1271215" y="41452"/>
                  <a:pt x="1267461" y="39869"/>
                  <a:pt x="1262057" y="39869"/>
                </a:cubicBezTo>
                <a:cubicBezTo>
                  <a:pt x="1256386" y="39869"/>
                  <a:pt x="1252067" y="41929"/>
                  <a:pt x="1249099" y="46048"/>
                </a:cubicBezTo>
                <a:cubicBezTo>
                  <a:pt x="1246131" y="50168"/>
                  <a:pt x="1244647" y="56171"/>
                  <a:pt x="1244647" y="64056"/>
                </a:cubicBezTo>
                <a:lnTo>
                  <a:pt x="1244647" y="96349"/>
                </a:lnTo>
                <a:lnTo>
                  <a:pt x="1255279" y="96349"/>
                </a:lnTo>
                <a:lnTo>
                  <a:pt x="1255279" y="103393"/>
                </a:lnTo>
                <a:lnTo>
                  <a:pt x="1221390" y="1033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3EF873-E867-4576-AD40-F75FD3C9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0914" y="2629277"/>
            <a:ext cx="1307917" cy="579775"/>
          </a:xfrm>
          <a:custGeom xmlns:a="http://schemas.openxmlformats.org/drawingml/2006/main">
            <a:pathLst>
              <a:path w="1307917" h="579775">
                <a:moveTo>
                  <a:pt x="654212" y="579775"/>
                </a:moveTo>
                <a:lnTo>
                  <a:pt x="37989" y="579775"/>
                </a:lnTo>
                <a:cubicBezTo>
                  <a:pt x="16938" y="579775"/>
                  <a:pt x="0" y="562818"/>
                  <a:pt x="0" y="542275"/>
                </a:cubicBezTo>
                <a:lnTo>
                  <a:pt x="0" y="37499"/>
                </a:lnTo>
                <a:cubicBezTo>
                  <a:pt x="0" y="16449"/>
                  <a:pt x="16938" y="0"/>
                  <a:pt x="37989" y="0"/>
                </a:cubicBezTo>
                <a:lnTo>
                  <a:pt x="1270435" y="0"/>
                </a:lnTo>
                <a:cubicBezTo>
                  <a:pt x="1290979" y="0"/>
                  <a:pt x="1307917" y="16449"/>
                  <a:pt x="1307917" y="37499"/>
                </a:cubicBezTo>
                <a:lnTo>
                  <a:pt x="1307917" y="542275"/>
                </a:lnTo>
                <a:cubicBezTo>
                  <a:pt x="1307917" y="562818"/>
                  <a:pt x="1290979" y="579775"/>
                  <a:pt x="1270435" y="579775"/>
                </a:cubicBezTo>
                <a:lnTo>
                  <a:pt x="654212" y="579775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73">
            <a:extLst xmlns:a="http://schemas.openxmlformats.org/drawingml/2006/main">
              <a:ext uri="{FF2B5EF4-FFF2-40B4-BE49-F238E27FC236}">
                <a16:creationId xmlns:a16="http://schemas.microsoft.com/office/drawing/2014/main" id="{3D2074BA-960C-4F05-8DA0-CAC053A6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4443" y="2794007"/>
            <a:ext cx="208246" cy="126316"/>
          </a:xfrm>
          <a:custGeom xmlns:a="http://schemas.openxmlformats.org/drawingml/2006/main">
            <a:pathLst>
              <a:path w="208246" h="126316">
                <a:moveTo>
                  <a:pt x="89073" y="22831"/>
                </a:moveTo>
                <a:lnTo>
                  <a:pt x="38873" y="123871"/>
                </a:lnTo>
                <a:lnTo>
                  <a:pt x="22329" y="123871"/>
                </a:lnTo>
                <a:lnTo>
                  <a:pt x="71226" y="25263"/>
                </a:lnTo>
                <a:lnTo>
                  <a:pt x="11165" y="25263"/>
                </a:lnTo>
                <a:lnTo>
                  <a:pt x="11165" y="41725"/>
                </a:lnTo>
                <a:lnTo>
                  <a:pt x="0" y="41725"/>
                </a:lnTo>
                <a:lnTo>
                  <a:pt x="0" y="2119"/>
                </a:lnTo>
                <a:lnTo>
                  <a:pt x="89073" y="2119"/>
                </a:lnTo>
                <a:lnTo>
                  <a:pt x="89073" y="22831"/>
                </a:lnTo>
                <a:close/>
                <a:moveTo>
                  <a:pt x="117135" y="5705"/>
                </a:moveTo>
                <a:cubicBezTo>
                  <a:pt x="124307" y="3803"/>
                  <a:pt x="131261" y="2377"/>
                  <a:pt x="137998" y="1426"/>
                </a:cubicBezTo>
                <a:cubicBezTo>
                  <a:pt x="144735" y="475"/>
                  <a:pt x="151309" y="0"/>
                  <a:pt x="157719" y="0"/>
                </a:cubicBezTo>
                <a:cubicBezTo>
                  <a:pt x="172388" y="0"/>
                  <a:pt x="183648" y="2621"/>
                  <a:pt x="191499" y="7864"/>
                </a:cubicBezTo>
                <a:cubicBezTo>
                  <a:pt x="199349" y="13107"/>
                  <a:pt x="203275" y="20618"/>
                  <a:pt x="203275" y="30397"/>
                </a:cubicBezTo>
                <a:cubicBezTo>
                  <a:pt x="203275" y="37732"/>
                  <a:pt x="201020" y="43681"/>
                  <a:pt x="196511" y="48244"/>
                </a:cubicBezTo>
                <a:cubicBezTo>
                  <a:pt x="192001" y="52808"/>
                  <a:pt x="185400" y="55878"/>
                  <a:pt x="176708" y="57453"/>
                </a:cubicBezTo>
                <a:cubicBezTo>
                  <a:pt x="187302" y="59139"/>
                  <a:pt x="195207" y="62756"/>
                  <a:pt x="200422" y="68305"/>
                </a:cubicBezTo>
                <a:cubicBezTo>
                  <a:pt x="205638" y="73853"/>
                  <a:pt x="208246" y="81441"/>
                  <a:pt x="208246" y="91070"/>
                </a:cubicBezTo>
                <a:cubicBezTo>
                  <a:pt x="208246" y="102438"/>
                  <a:pt x="203750" y="111155"/>
                  <a:pt x="194759" y="117219"/>
                </a:cubicBezTo>
                <a:cubicBezTo>
                  <a:pt x="185767" y="123284"/>
                  <a:pt x="172742" y="126316"/>
                  <a:pt x="155682" y="126316"/>
                </a:cubicBezTo>
                <a:cubicBezTo>
                  <a:pt x="149271" y="126316"/>
                  <a:pt x="142657" y="125773"/>
                  <a:pt x="135838" y="124686"/>
                </a:cubicBezTo>
                <a:cubicBezTo>
                  <a:pt x="129020" y="123599"/>
                  <a:pt x="121889" y="121969"/>
                  <a:pt x="114446" y="119796"/>
                </a:cubicBezTo>
                <a:lnTo>
                  <a:pt x="114446" y="92903"/>
                </a:lnTo>
                <a:lnTo>
                  <a:pt x="124307" y="92903"/>
                </a:lnTo>
                <a:cubicBezTo>
                  <a:pt x="124905" y="100645"/>
                  <a:pt x="127322" y="106547"/>
                  <a:pt x="131560" y="110608"/>
                </a:cubicBezTo>
                <a:cubicBezTo>
                  <a:pt x="135798" y="114669"/>
                  <a:pt x="141665" y="116700"/>
                  <a:pt x="149163" y="116700"/>
                </a:cubicBezTo>
                <a:cubicBezTo>
                  <a:pt x="157421" y="116700"/>
                  <a:pt x="163804" y="114404"/>
                  <a:pt x="168314" y="109813"/>
                </a:cubicBezTo>
                <a:cubicBezTo>
                  <a:pt x="172823" y="105222"/>
                  <a:pt x="175078" y="98717"/>
                  <a:pt x="175078" y="90295"/>
                </a:cubicBezTo>
                <a:cubicBezTo>
                  <a:pt x="175078" y="81494"/>
                  <a:pt x="172728" y="74703"/>
                  <a:pt x="168028" y="69922"/>
                </a:cubicBezTo>
                <a:cubicBezTo>
                  <a:pt x="163329" y="65141"/>
                  <a:pt x="156660" y="62750"/>
                  <a:pt x="148022" y="62750"/>
                </a:cubicBezTo>
                <a:lnTo>
                  <a:pt x="142643" y="62750"/>
                </a:lnTo>
                <a:lnTo>
                  <a:pt x="142643" y="52971"/>
                </a:lnTo>
                <a:lnTo>
                  <a:pt x="146881" y="52971"/>
                </a:lnTo>
                <a:cubicBezTo>
                  <a:pt x="154867" y="52971"/>
                  <a:pt x="160871" y="51127"/>
                  <a:pt x="164891" y="47440"/>
                </a:cubicBezTo>
                <a:cubicBezTo>
                  <a:pt x="168911" y="43752"/>
                  <a:pt x="170922" y="38248"/>
                  <a:pt x="170922" y="30927"/>
                </a:cubicBezTo>
                <a:cubicBezTo>
                  <a:pt x="170922" y="24041"/>
                  <a:pt x="169034" y="18767"/>
                  <a:pt x="165258" y="15107"/>
                </a:cubicBezTo>
                <a:cubicBezTo>
                  <a:pt x="161482" y="11447"/>
                  <a:pt x="156062" y="9616"/>
                  <a:pt x="149000" y="9616"/>
                </a:cubicBezTo>
                <a:cubicBezTo>
                  <a:pt x="142589" y="9616"/>
                  <a:pt x="137509" y="11368"/>
                  <a:pt x="133760" y="14873"/>
                </a:cubicBezTo>
                <a:cubicBezTo>
                  <a:pt x="130011" y="18377"/>
                  <a:pt x="127757" y="23470"/>
                  <a:pt x="126996" y="30153"/>
                </a:cubicBezTo>
                <a:lnTo>
                  <a:pt x="117135" y="30153"/>
                </a:lnTo>
                <a:lnTo>
                  <a:pt x="117135" y="57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N-Daysthat">
            <a:extLst xmlns:a="http://schemas.openxmlformats.org/drawingml/2006/main">
              <a:ext uri="{FF2B5EF4-FFF2-40B4-BE49-F238E27FC236}">
                <a16:creationId xmlns:a16="http://schemas.microsoft.com/office/drawing/2014/main" id="{CBF7F2E1-FB14-4B6B-98AA-14C522E0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7886" y="2986511"/>
            <a:ext cx="813954" cy="133693"/>
          </a:xfrm>
          <a:custGeom xmlns:a="http://schemas.openxmlformats.org/drawingml/2006/main">
            <a:pathLst>
              <a:path w="813954" h="133693">
                <a:moveTo>
                  <a:pt x="0" y="103393"/>
                </a:moveTo>
                <a:lnTo>
                  <a:pt x="0" y="96349"/>
                </a:lnTo>
                <a:lnTo>
                  <a:pt x="13356" y="96349"/>
                </a:lnTo>
                <a:lnTo>
                  <a:pt x="13356" y="11296"/>
                </a:lnTo>
                <a:lnTo>
                  <a:pt x="0" y="11296"/>
                </a:lnTo>
                <a:lnTo>
                  <a:pt x="0" y="4120"/>
                </a:lnTo>
                <a:lnTo>
                  <a:pt x="25450" y="4120"/>
                </a:lnTo>
                <a:lnTo>
                  <a:pt x="84920" y="82462"/>
                </a:lnTo>
                <a:lnTo>
                  <a:pt x="84920" y="11296"/>
                </a:lnTo>
                <a:lnTo>
                  <a:pt x="71631" y="11296"/>
                </a:lnTo>
                <a:lnTo>
                  <a:pt x="71631" y="4120"/>
                </a:lnTo>
                <a:lnTo>
                  <a:pt x="106449" y="4120"/>
                </a:lnTo>
                <a:lnTo>
                  <a:pt x="106449" y="11296"/>
                </a:lnTo>
                <a:lnTo>
                  <a:pt x="93093" y="11296"/>
                </a:lnTo>
                <a:lnTo>
                  <a:pt x="93093" y="105386"/>
                </a:lnTo>
                <a:lnTo>
                  <a:pt x="85053" y="105386"/>
                </a:lnTo>
                <a:lnTo>
                  <a:pt x="21529" y="21728"/>
                </a:lnTo>
                <a:lnTo>
                  <a:pt x="21529" y="96349"/>
                </a:lnTo>
                <a:lnTo>
                  <a:pt x="34885" y="96349"/>
                </a:lnTo>
                <a:lnTo>
                  <a:pt x="34885" y="103393"/>
                </a:lnTo>
                <a:lnTo>
                  <a:pt x="0" y="103393"/>
                </a:lnTo>
                <a:close/>
                <a:moveTo>
                  <a:pt x="118953" y="61664"/>
                </a:moveTo>
                <a:lnTo>
                  <a:pt x="152975" y="61664"/>
                </a:lnTo>
                <a:lnTo>
                  <a:pt x="152975" y="72029"/>
                </a:lnTo>
                <a:lnTo>
                  <a:pt x="118953" y="72029"/>
                </a:lnTo>
                <a:lnTo>
                  <a:pt x="118953" y="61664"/>
                </a:lnTo>
                <a:close/>
                <a:moveTo>
                  <a:pt x="191913" y="96349"/>
                </a:moveTo>
                <a:lnTo>
                  <a:pt x="204272" y="96349"/>
                </a:lnTo>
                <a:cubicBezTo>
                  <a:pt x="217163" y="96349"/>
                  <a:pt x="227053" y="92673"/>
                  <a:pt x="233941" y="85319"/>
                </a:cubicBezTo>
                <a:cubicBezTo>
                  <a:pt x="240829" y="77965"/>
                  <a:pt x="244274" y="67422"/>
                  <a:pt x="244274" y="53690"/>
                </a:cubicBezTo>
                <a:cubicBezTo>
                  <a:pt x="244274" y="39957"/>
                  <a:pt x="240840" y="29459"/>
                  <a:pt x="233974" y="22194"/>
                </a:cubicBezTo>
                <a:cubicBezTo>
                  <a:pt x="227108" y="14929"/>
                  <a:pt x="217207" y="11296"/>
                  <a:pt x="204272" y="11296"/>
                </a:cubicBezTo>
                <a:lnTo>
                  <a:pt x="191913" y="11296"/>
                </a:lnTo>
                <a:lnTo>
                  <a:pt x="191913" y="96349"/>
                </a:lnTo>
                <a:moveTo>
                  <a:pt x="165799" y="103393"/>
                </a:moveTo>
                <a:lnTo>
                  <a:pt x="165799" y="96349"/>
                </a:lnTo>
                <a:lnTo>
                  <a:pt x="178424" y="96349"/>
                </a:lnTo>
                <a:lnTo>
                  <a:pt x="178424" y="11296"/>
                </a:lnTo>
                <a:lnTo>
                  <a:pt x="165799" y="11296"/>
                </a:lnTo>
                <a:lnTo>
                  <a:pt x="165799" y="4120"/>
                </a:lnTo>
                <a:lnTo>
                  <a:pt x="205269" y="4120"/>
                </a:lnTo>
                <a:cubicBezTo>
                  <a:pt x="222368" y="4120"/>
                  <a:pt x="235691" y="8486"/>
                  <a:pt x="245237" y="17218"/>
                </a:cubicBezTo>
                <a:cubicBezTo>
                  <a:pt x="254783" y="25951"/>
                  <a:pt x="259557" y="38097"/>
                  <a:pt x="259557" y="53657"/>
                </a:cubicBezTo>
                <a:cubicBezTo>
                  <a:pt x="259557" y="69261"/>
                  <a:pt x="254772" y="81451"/>
                  <a:pt x="245204" y="90228"/>
                </a:cubicBezTo>
                <a:cubicBezTo>
                  <a:pt x="235635" y="99004"/>
                  <a:pt x="222324" y="103393"/>
                  <a:pt x="205269" y="103393"/>
                </a:cubicBezTo>
                <a:lnTo>
                  <a:pt x="165799" y="103393"/>
                </a:lnTo>
                <a:close/>
                <a:moveTo>
                  <a:pt x="321313" y="81232"/>
                </a:moveTo>
                <a:lnTo>
                  <a:pt x="321313" y="66315"/>
                </a:lnTo>
                <a:lnTo>
                  <a:pt x="305565" y="66315"/>
                </a:lnTo>
                <a:cubicBezTo>
                  <a:pt x="299496" y="66315"/>
                  <a:pt x="294977" y="67619"/>
                  <a:pt x="292009" y="70227"/>
                </a:cubicBezTo>
                <a:cubicBezTo>
                  <a:pt x="289041" y="72835"/>
                  <a:pt x="287557" y="76836"/>
                  <a:pt x="287557" y="82229"/>
                </a:cubicBezTo>
                <a:cubicBezTo>
                  <a:pt x="287557" y="87137"/>
                  <a:pt x="289064" y="91027"/>
                  <a:pt x="292076" y="93901"/>
                </a:cubicBezTo>
                <a:cubicBezTo>
                  <a:pt x="295088" y="96774"/>
                  <a:pt x="299164" y="98210"/>
                  <a:pt x="304302" y="98210"/>
                </a:cubicBezTo>
                <a:cubicBezTo>
                  <a:pt x="309397" y="98210"/>
                  <a:pt x="313505" y="96641"/>
                  <a:pt x="316628" y="93502"/>
                </a:cubicBezTo>
                <a:cubicBezTo>
                  <a:pt x="319751" y="90363"/>
                  <a:pt x="321313" y="86273"/>
                  <a:pt x="321313" y="81232"/>
                </a:cubicBezTo>
                <a:moveTo>
                  <a:pt x="333539" y="59274"/>
                </a:moveTo>
                <a:lnTo>
                  <a:pt x="333539" y="96349"/>
                </a:lnTo>
                <a:lnTo>
                  <a:pt x="344437" y="96349"/>
                </a:lnTo>
                <a:lnTo>
                  <a:pt x="344437" y="103393"/>
                </a:lnTo>
                <a:lnTo>
                  <a:pt x="321313" y="103393"/>
                </a:lnTo>
                <a:lnTo>
                  <a:pt x="321313" y="95753"/>
                </a:lnTo>
                <a:cubicBezTo>
                  <a:pt x="318611" y="99054"/>
                  <a:pt x="315488" y="101484"/>
                  <a:pt x="311944" y="103046"/>
                </a:cubicBezTo>
                <a:cubicBezTo>
                  <a:pt x="308400" y="104606"/>
                  <a:pt x="304258" y="105386"/>
                  <a:pt x="299518" y="105386"/>
                </a:cubicBezTo>
                <a:cubicBezTo>
                  <a:pt x="291677" y="105386"/>
                  <a:pt x="285453" y="103301"/>
                  <a:pt x="280846" y="99132"/>
                </a:cubicBezTo>
                <a:cubicBezTo>
                  <a:pt x="276239" y="94961"/>
                  <a:pt x="273936" y="89327"/>
                  <a:pt x="273936" y="82229"/>
                </a:cubicBezTo>
                <a:cubicBezTo>
                  <a:pt x="273936" y="74909"/>
                  <a:pt x="276571" y="69230"/>
                  <a:pt x="281843" y="65194"/>
                </a:cubicBezTo>
                <a:cubicBezTo>
                  <a:pt x="287115" y="61157"/>
                  <a:pt x="294557" y="59139"/>
                  <a:pt x="304169" y="59139"/>
                </a:cubicBezTo>
                <a:lnTo>
                  <a:pt x="321313" y="59139"/>
                </a:lnTo>
                <a:lnTo>
                  <a:pt x="321313" y="54325"/>
                </a:lnTo>
                <a:cubicBezTo>
                  <a:pt x="321313" y="48975"/>
                  <a:pt x="319685" y="44829"/>
                  <a:pt x="316429" y="41889"/>
                </a:cubicBezTo>
                <a:cubicBezTo>
                  <a:pt x="313173" y="38947"/>
                  <a:pt x="308599" y="37477"/>
                  <a:pt x="302708" y="37477"/>
                </a:cubicBezTo>
                <a:cubicBezTo>
                  <a:pt x="297835" y="37477"/>
                  <a:pt x="293959" y="38584"/>
                  <a:pt x="291079" y="40799"/>
                </a:cubicBezTo>
                <a:cubicBezTo>
                  <a:pt x="288200" y="43014"/>
                  <a:pt x="286406" y="46292"/>
                  <a:pt x="285697" y="50633"/>
                </a:cubicBezTo>
                <a:lnTo>
                  <a:pt x="279384" y="50633"/>
                </a:lnTo>
                <a:lnTo>
                  <a:pt x="279384" y="36280"/>
                </a:lnTo>
                <a:cubicBezTo>
                  <a:pt x="283637" y="34464"/>
                  <a:pt x="287768" y="33102"/>
                  <a:pt x="291777" y="32194"/>
                </a:cubicBezTo>
                <a:cubicBezTo>
                  <a:pt x="295786" y="31286"/>
                  <a:pt x="299695" y="30832"/>
                  <a:pt x="303505" y="30832"/>
                </a:cubicBezTo>
                <a:cubicBezTo>
                  <a:pt x="313295" y="30832"/>
                  <a:pt x="320748" y="33258"/>
                  <a:pt x="325865" y="38110"/>
                </a:cubicBezTo>
                <a:cubicBezTo>
                  <a:pt x="330981" y="42961"/>
                  <a:pt x="333539" y="50015"/>
                  <a:pt x="333539" y="59274"/>
                </a:cubicBezTo>
                <a:close/>
                <a:moveTo>
                  <a:pt x="378043" y="116286"/>
                </a:moveTo>
                <a:lnTo>
                  <a:pt x="382695" y="104535"/>
                </a:lnTo>
                <a:lnTo>
                  <a:pt x="356315" y="39869"/>
                </a:lnTo>
                <a:lnTo>
                  <a:pt x="348275" y="39869"/>
                </a:lnTo>
                <a:lnTo>
                  <a:pt x="348275" y="32692"/>
                </a:lnTo>
                <a:lnTo>
                  <a:pt x="380768" y="32692"/>
                </a:lnTo>
                <a:lnTo>
                  <a:pt x="380768" y="39869"/>
                </a:lnTo>
                <a:lnTo>
                  <a:pt x="369472" y="39869"/>
                </a:lnTo>
                <a:lnTo>
                  <a:pt x="389339" y="88442"/>
                </a:lnTo>
                <a:lnTo>
                  <a:pt x="409207" y="39869"/>
                </a:lnTo>
                <a:lnTo>
                  <a:pt x="398642" y="39869"/>
                </a:lnTo>
                <a:lnTo>
                  <a:pt x="398642" y="32692"/>
                </a:lnTo>
                <a:lnTo>
                  <a:pt x="425155" y="32692"/>
                </a:lnTo>
                <a:lnTo>
                  <a:pt x="425155" y="39869"/>
                </a:lnTo>
                <a:lnTo>
                  <a:pt x="417247" y="39869"/>
                </a:lnTo>
                <a:lnTo>
                  <a:pt x="384887" y="119284"/>
                </a:lnTo>
                <a:cubicBezTo>
                  <a:pt x="382672" y="124824"/>
                  <a:pt x="380214" y="128610"/>
                  <a:pt x="377512" y="130643"/>
                </a:cubicBezTo>
                <a:cubicBezTo>
                  <a:pt x="374809" y="132676"/>
                  <a:pt x="371000" y="133693"/>
                  <a:pt x="366083" y="133693"/>
                </a:cubicBezTo>
                <a:cubicBezTo>
                  <a:pt x="364001" y="133693"/>
                  <a:pt x="361863" y="133510"/>
                  <a:pt x="359670" y="133143"/>
                </a:cubicBezTo>
                <a:cubicBezTo>
                  <a:pt x="357478" y="132777"/>
                  <a:pt x="355274" y="132252"/>
                  <a:pt x="353059" y="131567"/>
                </a:cubicBezTo>
                <a:lnTo>
                  <a:pt x="353059" y="118011"/>
                </a:lnTo>
                <a:lnTo>
                  <a:pt x="359305" y="118011"/>
                </a:lnTo>
                <a:cubicBezTo>
                  <a:pt x="359571" y="121047"/>
                  <a:pt x="360335" y="123223"/>
                  <a:pt x="361597" y="124540"/>
                </a:cubicBezTo>
                <a:cubicBezTo>
                  <a:pt x="362860" y="125858"/>
                  <a:pt x="364820" y="126517"/>
                  <a:pt x="367478" y="126517"/>
                </a:cubicBezTo>
                <a:cubicBezTo>
                  <a:pt x="369914" y="126517"/>
                  <a:pt x="371875" y="125837"/>
                  <a:pt x="373359" y="124477"/>
                </a:cubicBezTo>
                <a:cubicBezTo>
                  <a:pt x="374843" y="123118"/>
                  <a:pt x="376404" y="120387"/>
                  <a:pt x="378043" y="116286"/>
                </a:cubicBezTo>
                <a:close/>
                <a:moveTo>
                  <a:pt x="432522" y="99539"/>
                </a:moveTo>
                <a:lnTo>
                  <a:pt x="432522" y="83060"/>
                </a:lnTo>
                <a:lnTo>
                  <a:pt x="439566" y="83060"/>
                </a:lnTo>
                <a:cubicBezTo>
                  <a:pt x="439743" y="88309"/>
                  <a:pt x="441393" y="92235"/>
                  <a:pt x="444516" y="94838"/>
                </a:cubicBezTo>
                <a:cubicBezTo>
                  <a:pt x="447639" y="97440"/>
                  <a:pt x="452257" y="98741"/>
                  <a:pt x="458370" y="98741"/>
                </a:cubicBezTo>
                <a:cubicBezTo>
                  <a:pt x="463863" y="98741"/>
                  <a:pt x="468050" y="97714"/>
                  <a:pt x="470929" y="95658"/>
                </a:cubicBezTo>
                <a:cubicBezTo>
                  <a:pt x="473808" y="93601"/>
                  <a:pt x="475248" y="90604"/>
                  <a:pt x="475248" y="86669"/>
                </a:cubicBezTo>
                <a:cubicBezTo>
                  <a:pt x="475248" y="83573"/>
                  <a:pt x="474196" y="81075"/>
                  <a:pt x="472092" y="79175"/>
                </a:cubicBezTo>
                <a:cubicBezTo>
                  <a:pt x="469988" y="77273"/>
                  <a:pt x="465547" y="75238"/>
                  <a:pt x="458769" y="73072"/>
                </a:cubicBezTo>
                <a:lnTo>
                  <a:pt x="449931" y="70075"/>
                </a:lnTo>
                <a:cubicBezTo>
                  <a:pt x="443863" y="68125"/>
                  <a:pt x="439466" y="65686"/>
                  <a:pt x="436742" y="62760"/>
                </a:cubicBezTo>
                <a:cubicBezTo>
                  <a:pt x="434017" y="59832"/>
                  <a:pt x="432655" y="56107"/>
                  <a:pt x="432655" y="51584"/>
                </a:cubicBezTo>
                <a:cubicBezTo>
                  <a:pt x="432655" y="45110"/>
                  <a:pt x="435025" y="40033"/>
                  <a:pt x="439765" y="36353"/>
                </a:cubicBezTo>
                <a:cubicBezTo>
                  <a:pt x="444505" y="32672"/>
                  <a:pt x="451061" y="30832"/>
                  <a:pt x="459433" y="30832"/>
                </a:cubicBezTo>
                <a:cubicBezTo>
                  <a:pt x="463155" y="30832"/>
                  <a:pt x="467075" y="31319"/>
                  <a:pt x="471195" y="32294"/>
                </a:cubicBezTo>
                <a:cubicBezTo>
                  <a:pt x="475314" y="33268"/>
                  <a:pt x="479567" y="34686"/>
                  <a:pt x="483953" y="36546"/>
                </a:cubicBezTo>
                <a:lnTo>
                  <a:pt x="483953" y="51962"/>
                </a:lnTo>
                <a:lnTo>
                  <a:pt x="476909" y="51962"/>
                </a:lnTo>
                <a:cubicBezTo>
                  <a:pt x="476732" y="47420"/>
                  <a:pt x="475137" y="43871"/>
                  <a:pt x="472125" y="41314"/>
                </a:cubicBezTo>
                <a:cubicBezTo>
                  <a:pt x="469113" y="38756"/>
                  <a:pt x="465015" y="37477"/>
                  <a:pt x="459832" y="37477"/>
                </a:cubicBezTo>
                <a:cubicBezTo>
                  <a:pt x="454693" y="37477"/>
                  <a:pt x="450806" y="38383"/>
                  <a:pt x="448171" y="40197"/>
                </a:cubicBezTo>
                <a:cubicBezTo>
                  <a:pt x="445535" y="42009"/>
                  <a:pt x="444217" y="44727"/>
                  <a:pt x="444217" y="48351"/>
                </a:cubicBezTo>
                <a:cubicBezTo>
                  <a:pt x="444217" y="51314"/>
                  <a:pt x="445214" y="53691"/>
                  <a:pt x="447207" y="55482"/>
                </a:cubicBezTo>
                <a:cubicBezTo>
                  <a:pt x="449200" y="57272"/>
                  <a:pt x="453187" y="59095"/>
                  <a:pt x="459168" y="60951"/>
                </a:cubicBezTo>
                <a:lnTo>
                  <a:pt x="468869" y="63948"/>
                </a:lnTo>
                <a:cubicBezTo>
                  <a:pt x="475558" y="66032"/>
                  <a:pt x="480376" y="68638"/>
                  <a:pt x="483321" y="71764"/>
                </a:cubicBezTo>
                <a:cubicBezTo>
                  <a:pt x="486267" y="74889"/>
                  <a:pt x="487740" y="78914"/>
                  <a:pt x="487740" y="83836"/>
                </a:cubicBezTo>
                <a:cubicBezTo>
                  <a:pt x="487740" y="90531"/>
                  <a:pt x="485182" y="95796"/>
                  <a:pt x="480065" y="99632"/>
                </a:cubicBezTo>
                <a:cubicBezTo>
                  <a:pt x="474949" y="103468"/>
                  <a:pt x="467894" y="105386"/>
                  <a:pt x="458902" y="105386"/>
                </a:cubicBezTo>
                <a:cubicBezTo>
                  <a:pt x="454339" y="105386"/>
                  <a:pt x="449887" y="104899"/>
                  <a:pt x="445546" y="103924"/>
                </a:cubicBezTo>
                <a:cubicBezTo>
                  <a:pt x="441205" y="102950"/>
                  <a:pt x="436863" y="101488"/>
                  <a:pt x="432522" y="99539"/>
                </a:cubicBezTo>
                <a:close/>
                <a:moveTo>
                  <a:pt x="551972" y="39869"/>
                </a:moveTo>
                <a:lnTo>
                  <a:pt x="541207" y="39869"/>
                </a:lnTo>
                <a:lnTo>
                  <a:pt x="541207" y="32692"/>
                </a:lnTo>
                <a:lnTo>
                  <a:pt x="551972" y="32692"/>
                </a:lnTo>
                <a:lnTo>
                  <a:pt x="551972" y="10765"/>
                </a:lnTo>
                <a:lnTo>
                  <a:pt x="564265" y="10765"/>
                </a:lnTo>
                <a:lnTo>
                  <a:pt x="564265" y="32692"/>
                </a:lnTo>
                <a:lnTo>
                  <a:pt x="587256" y="32692"/>
                </a:lnTo>
                <a:lnTo>
                  <a:pt x="587256" y="39869"/>
                </a:lnTo>
                <a:lnTo>
                  <a:pt x="564265" y="39869"/>
                </a:lnTo>
                <a:lnTo>
                  <a:pt x="564265" y="84721"/>
                </a:lnTo>
                <a:cubicBezTo>
                  <a:pt x="564265" y="90701"/>
                  <a:pt x="564841" y="94533"/>
                  <a:pt x="565992" y="96216"/>
                </a:cubicBezTo>
                <a:cubicBezTo>
                  <a:pt x="567144" y="97900"/>
                  <a:pt x="569270" y="98741"/>
                  <a:pt x="572371" y="98741"/>
                </a:cubicBezTo>
                <a:cubicBezTo>
                  <a:pt x="575561" y="98741"/>
                  <a:pt x="577887" y="97800"/>
                  <a:pt x="579348" y="95917"/>
                </a:cubicBezTo>
                <a:cubicBezTo>
                  <a:pt x="580810" y="94035"/>
                  <a:pt x="581585" y="90989"/>
                  <a:pt x="581674" y="86781"/>
                </a:cubicBezTo>
                <a:lnTo>
                  <a:pt x="590910" y="86781"/>
                </a:lnTo>
                <a:cubicBezTo>
                  <a:pt x="590556" y="93228"/>
                  <a:pt x="588806" y="97941"/>
                  <a:pt x="585661" y="100920"/>
                </a:cubicBezTo>
                <a:cubicBezTo>
                  <a:pt x="582516" y="103897"/>
                  <a:pt x="577731" y="105386"/>
                  <a:pt x="571308" y="105386"/>
                </a:cubicBezTo>
                <a:cubicBezTo>
                  <a:pt x="564265" y="105386"/>
                  <a:pt x="559281" y="103820"/>
                  <a:pt x="556357" y="100687"/>
                </a:cubicBezTo>
                <a:cubicBezTo>
                  <a:pt x="553434" y="97553"/>
                  <a:pt x="551972" y="92231"/>
                  <a:pt x="551972" y="84721"/>
                </a:cubicBezTo>
                <a:lnTo>
                  <a:pt x="551972" y="39869"/>
                </a:lnTo>
                <a:close/>
                <a:moveTo>
                  <a:pt x="597303" y="103393"/>
                </a:moveTo>
                <a:lnTo>
                  <a:pt x="597303" y="96349"/>
                </a:lnTo>
                <a:lnTo>
                  <a:pt x="608333" y="96349"/>
                </a:lnTo>
                <a:lnTo>
                  <a:pt x="608333" y="7043"/>
                </a:lnTo>
                <a:lnTo>
                  <a:pt x="596639" y="7043"/>
                </a:lnTo>
                <a:lnTo>
                  <a:pt x="596639" y="0"/>
                </a:lnTo>
                <a:lnTo>
                  <a:pt x="620560" y="0"/>
                </a:lnTo>
                <a:lnTo>
                  <a:pt x="620560" y="45317"/>
                </a:lnTo>
                <a:cubicBezTo>
                  <a:pt x="622819" y="40533"/>
                  <a:pt x="625754" y="36923"/>
                  <a:pt x="629364" y="34486"/>
                </a:cubicBezTo>
                <a:cubicBezTo>
                  <a:pt x="632974" y="32050"/>
                  <a:pt x="637172" y="30832"/>
                  <a:pt x="641956" y="30832"/>
                </a:cubicBezTo>
                <a:cubicBezTo>
                  <a:pt x="649753" y="30832"/>
                  <a:pt x="655489" y="33069"/>
                  <a:pt x="659166" y="37543"/>
                </a:cubicBezTo>
                <a:cubicBezTo>
                  <a:pt x="662843" y="42017"/>
                  <a:pt x="664681" y="48994"/>
                  <a:pt x="664681" y="58474"/>
                </a:cubicBezTo>
                <a:lnTo>
                  <a:pt x="664681" y="96349"/>
                </a:lnTo>
                <a:lnTo>
                  <a:pt x="675579" y="96349"/>
                </a:lnTo>
                <a:lnTo>
                  <a:pt x="675579" y="103393"/>
                </a:lnTo>
                <a:lnTo>
                  <a:pt x="641823" y="103393"/>
                </a:lnTo>
                <a:lnTo>
                  <a:pt x="641823" y="96349"/>
                </a:lnTo>
                <a:lnTo>
                  <a:pt x="652388" y="96349"/>
                </a:lnTo>
                <a:lnTo>
                  <a:pt x="652388" y="62328"/>
                </a:lnTo>
                <a:cubicBezTo>
                  <a:pt x="652388" y="53690"/>
                  <a:pt x="651336" y="47787"/>
                  <a:pt x="649232" y="44620"/>
                </a:cubicBezTo>
                <a:cubicBezTo>
                  <a:pt x="647128" y="41452"/>
                  <a:pt x="643374" y="39869"/>
                  <a:pt x="637969" y="39869"/>
                </a:cubicBezTo>
                <a:cubicBezTo>
                  <a:pt x="632299" y="39869"/>
                  <a:pt x="627980" y="41929"/>
                  <a:pt x="625012" y="46048"/>
                </a:cubicBezTo>
                <a:cubicBezTo>
                  <a:pt x="622044" y="50168"/>
                  <a:pt x="620560" y="56171"/>
                  <a:pt x="620560" y="64056"/>
                </a:cubicBezTo>
                <a:lnTo>
                  <a:pt x="620560" y="96349"/>
                </a:lnTo>
                <a:lnTo>
                  <a:pt x="631191" y="96349"/>
                </a:lnTo>
                <a:lnTo>
                  <a:pt x="631191" y="103393"/>
                </a:lnTo>
                <a:lnTo>
                  <a:pt x="597303" y="103393"/>
                </a:lnTo>
                <a:close/>
                <a:moveTo>
                  <a:pt x="732971" y="81232"/>
                </a:moveTo>
                <a:lnTo>
                  <a:pt x="732971" y="66315"/>
                </a:lnTo>
                <a:lnTo>
                  <a:pt x="717223" y="66315"/>
                </a:lnTo>
                <a:cubicBezTo>
                  <a:pt x="711154" y="66315"/>
                  <a:pt x="706636" y="67619"/>
                  <a:pt x="703668" y="70227"/>
                </a:cubicBezTo>
                <a:cubicBezTo>
                  <a:pt x="700700" y="72835"/>
                  <a:pt x="699216" y="76836"/>
                  <a:pt x="699216" y="82229"/>
                </a:cubicBezTo>
                <a:cubicBezTo>
                  <a:pt x="699216" y="87137"/>
                  <a:pt x="700722" y="91027"/>
                  <a:pt x="703734" y="93901"/>
                </a:cubicBezTo>
                <a:cubicBezTo>
                  <a:pt x="706747" y="96774"/>
                  <a:pt x="710822" y="98210"/>
                  <a:pt x="715961" y="98210"/>
                </a:cubicBezTo>
                <a:cubicBezTo>
                  <a:pt x="721055" y="98210"/>
                  <a:pt x="725164" y="96641"/>
                  <a:pt x="728287" y="93502"/>
                </a:cubicBezTo>
                <a:cubicBezTo>
                  <a:pt x="731410" y="90363"/>
                  <a:pt x="732971" y="86273"/>
                  <a:pt x="732971" y="81232"/>
                </a:cubicBezTo>
                <a:moveTo>
                  <a:pt x="745198" y="59274"/>
                </a:moveTo>
                <a:lnTo>
                  <a:pt x="745198" y="96349"/>
                </a:lnTo>
                <a:lnTo>
                  <a:pt x="756095" y="96349"/>
                </a:lnTo>
                <a:lnTo>
                  <a:pt x="756095" y="103393"/>
                </a:lnTo>
                <a:lnTo>
                  <a:pt x="732971" y="103393"/>
                </a:lnTo>
                <a:lnTo>
                  <a:pt x="732971" y="95753"/>
                </a:lnTo>
                <a:cubicBezTo>
                  <a:pt x="730269" y="99054"/>
                  <a:pt x="727146" y="101484"/>
                  <a:pt x="723602" y="103046"/>
                </a:cubicBezTo>
                <a:cubicBezTo>
                  <a:pt x="720058" y="104606"/>
                  <a:pt x="715916" y="105386"/>
                  <a:pt x="711176" y="105386"/>
                </a:cubicBezTo>
                <a:cubicBezTo>
                  <a:pt x="703336" y="105386"/>
                  <a:pt x="697112" y="103301"/>
                  <a:pt x="692505" y="99132"/>
                </a:cubicBezTo>
                <a:cubicBezTo>
                  <a:pt x="687898" y="94961"/>
                  <a:pt x="685594" y="89327"/>
                  <a:pt x="685594" y="82229"/>
                </a:cubicBezTo>
                <a:cubicBezTo>
                  <a:pt x="685594" y="74909"/>
                  <a:pt x="688230" y="69230"/>
                  <a:pt x="693501" y="65194"/>
                </a:cubicBezTo>
                <a:cubicBezTo>
                  <a:pt x="698773" y="61157"/>
                  <a:pt x="706215" y="59139"/>
                  <a:pt x="715828" y="59139"/>
                </a:cubicBezTo>
                <a:lnTo>
                  <a:pt x="732971" y="59139"/>
                </a:lnTo>
                <a:lnTo>
                  <a:pt x="732971" y="54325"/>
                </a:lnTo>
                <a:cubicBezTo>
                  <a:pt x="732971" y="48975"/>
                  <a:pt x="731343" y="44829"/>
                  <a:pt x="728087" y="41889"/>
                </a:cubicBezTo>
                <a:cubicBezTo>
                  <a:pt x="724831" y="38947"/>
                  <a:pt x="720258" y="37477"/>
                  <a:pt x="714366" y="37477"/>
                </a:cubicBezTo>
                <a:cubicBezTo>
                  <a:pt x="709493" y="37477"/>
                  <a:pt x="705617" y="38584"/>
                  <a:pt x="702738" y="40799"/>
                </a:cubicBezTo>
                <a:cubicBezTo>
                  <a:pt x="699858" y="43014"/>
                  <a:pt x="698064" y="46292"/>
                  <a:pt x="697355" y="50633"/>
                </a:cubicBezTo>
                <a:lnTo>
                  <a:pt x="691043" y="50633"/>
                </a:lnTo>
                <a:lnTo>
                  <a:pt x="691043" y="36280"/>
                </a:lnTo>
                <a:cubicBezTo>
                  <a:pt x="695295" y="34464"/>
                  <a:pt x="699426" y="33102"/>
                  <a:pt x="703435" y="32194"/>
                </a:cubicBezTo>
                <a:cubicBezTo>
                  <a:pt x="707444" y="31286"/>
                  <a:pt x="711354" y="30832"/>
                  <a:pt x="715163" y="30832"/>
                </a:cubicBezTo>
                <a:cubicBezTo>
                  <a:pt x="724953" y="30832"/>
                  <a:pt x="732406" y="33258"/>
                  <a:pt x="737523" y="38110"/>
                </a:cubicBezTo>
                <a:cubicBezTo>
                  <a:pt x="742639" y="42961"/>
                  <a:pt x="745198" y="50015"/>
                  <a:pt x="745198" y="59274"/>
                </a:cubicBezTo>
                <a:close/>
                <a:moveTo>
                  <a:pt x="775016" y="39869"/>
                </a:moveTo>
                <a:lnTo>
                  <a:pt x="764252" y="39869"/>
                </a:lnTo>
                <a:lnTo>
                  <a:pt x="764252" y="32692"/>
                </a:lnTo>
                <a:lnTo>
                  <a:pt x="775016" y="32692"/>
                </a:lnTo>
                <a:lnTo>
                  <a:pt x="775016" y="10765"/>
                </a:lnTo>
                <a:lnTo>
                  <a:pt x="787309" y="10765"/>
                </a:lnTo>
                <a:lnTo>
                  <a:pt x="787309" y="32692"/>
                </a:lnTo>
                <a:lnTo>
                  <a:pt x="810300" y="32692"/>
                </a:lnTo>
                <a:lnTo>
                  <a:pt x="810300" y="39869"/>
                </a:lnTo>
                <a:lnTo>
                  <a:pt x="787309" y="39869"/>
                </a:lnTo>
                <a:lnTo>
                  <a:pt x="787309" y="84721"/>
                </a:lnTo>
                <a:cubicBezTo>
                  <a:pt x="787309" y="90701"/>
                  <a:pt x="787885" y="94533"/>
                  <a:pt x="789037" y="96216"/>
                </a:cubicBezTo>
                <a:cubicBezTo>
                  <a:pt x="790188" y="97900"/>
                  <a:pt x="792315" y="98741"/>
                  <a:pt x="795416" y="98741"/>
                </a:cubicBezTo>
                <a:cubicBezTo>
                  <a:pt x="798605" y="98741"/>
                  <a:pt x="800931" y="97800"/>
                  <a:pt x="802393" y="95917"/>
                </a:cubicBezTo>
                <a:cubicBezTo>
                  <a:pt x="803854" y="94035"/>
                  <a:pt x="804630" y="90989"/>
                  <a:pt x="804718" y="86781"/>
                </a:cubicBezTo>
                <a:lnTo>
                  <a:pt x="813954" y="86781"/>
                </a:lnTo>
                <a:cubicBezTo>
                  <a:pt x="813600" y="93228"/>
                  <a:pt x="811850" y="97941"/>
                  <a:pt x="808705" y="100920"/>
                </a:cubicBezTo>
                <a:cubicBezTo>
                  <a:pt x="805560" y="103897"/>
                  <a:pt x="800776" y="105386"/>
                  <a:pt x="794352" y="105386"/>
                </a:cubicBezTo>
                <a:cubicBezTo>
                  <a:pt x="787309" y="105386"/>
                  <a:pt x="782325" y="103820"/>
                  <a:pt x="779402" y="100687"/>
                </a:cubicBezTo>
                <a:cubicBezTo>
                  <a:pt x="776478" y="97553"/>
                  <a:pt x="775016" y="92231"/>
                  <a:pt x="775016" y="84721"/>
                </a:cubicBezTo>
                <a:lnTo>
                  <a:pt x="775016" y="398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mightbePatched">
            <a:extLst xmlns:a="http://schemas.openxmlformats.org/drawingml/2006/main">
              <a:ext uri="{FF2B5EF4-FFF2-40B4-BE49-F238E27FC236}">
                <a16:creationId xmlns:a16="http://schemas.microsoft.com/office/drawing/2014/main" id="{048CDF3B-0A2C-440F-B8D4-64EE4F6A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6158" y="3149806"/>
            <a:ext cx="1197373" cy="133693"/>
          </a:xfrm>
          <a:custGeom xmlns:a="http://schemas.openxmlformats.org/drawingml/2006/main">
            <a:pathLst>
              <a:path w="1197373" h="133693">
                <a:moveTo>
                  <a:pt x="65584" y="46513"/>
                </a:moveTo>
                <a:cubicBezTo>
                  <a:pt x="67932" y="41331"/>
                  <a:pt x="70933" y="37421"/>
                  <a:pt x="74588" y="34785"/>
                </a:cubicBezTo>
                <a:cubicBezTo>
                  <a:pt x="78242" y="32150"/>
                  <a:pt x="82506" y="30832"/>
                  <a:pt x="87379" y="30832"/>
                </a:cubicBezTo>
                <a:cubicBezTo>
                  <a:pt x="94777" y="30832"/>
                  <a:pt x="100292" y="33124"/>
                  <a:pt x="103924" y="37709"/>
                </a:cubicBezTo>
                <a:cubicBezTo>
                  <a:pt x="107557" y="42294"/>
                  <a:pt x="109373" y="49216"/>
                  <a:pt x="109373" y="58474"/>
                </a:cubicBezTo>
                <a:lnTo>
                  <a:pt x="109373" y="96349"/>
                </a:lnTo>
                <a:lnTo>
                  <a:pt x="120403" y="96349"/>
                </a:lnTo>
                <a:lnTo>
                  <a:pt x="120403" y="103393"/>
                </a:lnTo>
                <a:lnTo>
                  <a:pt x="86515" y="103393"/>
                </a:lnTo>
                <a:lnTo>
                  <a:pt x="86515" y="96349"/>
                </a:lnTo>
                <a:lnTo>
                  <a:pt x="97147" y="96349"/>
                </a:lnTo>
                <a:lnTo>
                  <a:pt x="97147" y="59869"/>
                </a:lnTo>
                <a:cubicBezTo>
                  <a:pt x="97147" y="52649"/>
                  <a:pt x="96084" y="47510"/>
                  <a:pt x="93957" y="44454"/>
                </a:cubicBezTo>
                <a:cubicBezTo>
                  <a:pt x="91831" y="41397"/>
                  <a:pt x="88309" y="39869"/>
                  <a:pt x="83392" y="39869"/>
                </a:cubicBezTo>
                <a:cubicBezTo>
                  <a:pt x="77943" y="39869"/>
                  <a:pt x="73790" y="41929"/>
                  <a:pt x="70933" y="46048"/>
                </a:cubicBezTo>
                <a:cubicBezTo>
                  <a:pt x="68076" y="50168"/>
                  <a:pt x="66647" y="56171"/>
                  <a:pt x="66647" y="64056"/>
                </a:cubicBezTo>
                <a:lnTo>
                  <a:pt x="66647" y="96349"/>
                </a:lnTo>
                <a:lnTo>
                  <a:pt x="77279" y="96349"/>
                </a:lnTo>
                <a:lnTo>
                  <a:pt x="77279" y="103393"/>
                </a:lnTo>
                <a:lnTo>
                  <a:pt x="43789" y="103393"/>
                </a:lnTo>
                <a:lnTo>
                  <a:pt x="43789" y="96349"/>
                </a:lnTo>
                <a:lnTo>
                  <a:pt x="54421" y="96349"/>
                </a:lnTo>
                <a:lnTo>
                  <a:pt x="54421" y="59404"/>
                </a:lnTo>
                <a:cubicBezTo>
                  <a:pt x="54421" y="52361"/>
                  <a:pt x="53358" y="47344"/>
                  <a:pt x="51231" y="44354"/>
                </a:cubicBezTo>
                <a:cubicBezTo>
                  <a:pt x="49105" y="41364"/>
                  <a:pt x="45583" y="39869"/>
                  <a:pt x="40666" y="39869"/>
                </a:cubicBezTo>
                <a:cubicBezTo>
                  <a:pt x="35217" y="39869"/>
                  <a:pt x="31064" y="41929"/>
                  <a:pt x="28207" y="46048"/>
                </a:cubicBezTo>
                <a:cubicBezTo>
                  <a:pt x="25350" y="50168"/>
                  <a:pt x="23921" y="56171"/>
                  <a:pt x="23921" y="64056"/>
                </a:cubicBezTo>
                <a:lnTo>
                  <a:pt x="23921" y="96349"/>
                </a:lnTo>
                <a:lnTo>
                  <a:pt x="34553" y="96349"/>
                </a:lnTo>
                <a:lnTo>
                  <a:pt x="34553" y="103393"/>
                </a:lnTo>
                <a:lnTo>
                  <a:pt x="664" y="103393"/>
                </a:lnTo>
                <a:lnTo>
                  <a:pt x="664" y="96349"/>
                </a:lnTo>
                <a:lnTo>
                  <a:pt x="11695" y="96349"/>
                </a:lnTo>
                <a:lnTo>
                  <a:pt x="11695" y="39736"/>
                </a:lnTo>
                <a:lnTo>
                  <a:pt x="0" y="39736"/>
                </a:lnTo>
                <a:lnTo>
                  <a:pt x="0" y="32692"/>
                </a:lnTo>
                <a:lnTo>
                  <a:pt x="23921" y="32692"/>
                </a:lnTo>
                <a:lnTo>
                  <a:pt x="23921" y="45317"/>
                </a:lnTo>
                <a:cubicBezTo>
                  <a:pt x="26180" y="40622"/>
                  <a:pt x="29060" y="37034"/>
                  <a:pt x="32559" y="34553"/>
                </a:cubicBezTo>
                <a:cubicBezTo>
                  <a:pt x="36059" y="32072"/>
                  <a:pt x="40024" y="30832"/>
                  <a:pt x="44454" y="30832"/>
                </a:cubicBezTo>
                <a:cubicBezTo>
                  <a:pt x="49947" y="30832"/>
                  <a:pt x="54531" y="32194"/>
                  <a:pt x="58208" y="34918"/>
                </a:cubicBezTo>
                <a:cubicBezTo>
                  <a:pt x="61885" y="37643"/>
                  <a:pt x="64344" y="41508"/>
                  <a:pt x="65584" y="46513"/>
                </a:cubicBezTo>
                <a:close/>
                <a:moveTo>
                  <a:pt x="137179" y="10665"/>
                </a:moveTo>
                <a:cubicBezTo>
                  <a:pt x="137179" y="8619"/>
                  <a:pt x="137921" y="6839"/>
                  <a:pt x="139405" y="5326"/>
                </a:cubicBezTo>
                <a:cubicBezTo>
                  <a:pt x="140889" y="3813"/>
                  <a:pt x="142672" y="3057"/>
                  <a:pt x="144754" y="3057"/>
                </a:cubicBezTo>
                <a:cubicBezTo>
                  <a:pt x="146792" y="3057"/>
                  <a:pt x="148553" y="3813"/>
                  <a:pt x="150037" y="5326"/>
                </a:cubicBezTo>
                <a:cubicBezTo>
                  <a:pt x="151521" y="6839"/>
                  <a:pt x="152263" y="8619"/>
                  <a:pt x="152263" y="10665"/>
                </a:cubicBezTo>
                <a:cubicBezTo>
                  <a:pt x="152263" y="12757"/>
                  <a:pt x="151532" y="14537"/>
                  <a:pt x="150070" y="16006"/>
                </a:cubicBezTo>
                <a:cubicBezTo>
                  <a:pt x="148608" y="17473"/>
                  <a:pt x="146836" y="18207"/>
                  <a:pt x="144754" y="18207"/>
                </a:cubicBezTo>
                <a:cubicBezTo>
                  <a:pt x="142672" y="18207"/>
                  <a:pt x="140889" y="17473"/>
                  <a:pt x="139405" y="16006"/>
                </a:cubicBezTo>
                <a:cubicBezTo>
                  <a:pt x="137921" y="14537"/>
                  <a:pt x="137179" y="12757"/>
                  <a:pt x="137179" y="10665"/>
                </a:cubicBezTo>
                <a:moveTo>
                  <a:pt x="152794" y="96349"/>
                </a:moveTo>
                <a:lnTo>
                  <a:pt x="164356" y="96349"/>
                </a:lnTo>
                <a:lnTo>
                  <a:pt x="164356" y="103393"/>
                </a:lnTo>
                <a:lnTo>
                  <a:pt x="128873" y="103393"/>
                </a:lnTo>
                <a:lnTo>
                  <a:pt x="128873" y="96349"/>
                </a:lnTo>
                <a:lnTo>
                  <a:pt x="140568" y="96349"/>
                </a:lnTo>
                <a:lnTo>
                  <a:pt x="140568" y="39869"/>
                </a:lnTo>
                <a:lnTo>
                  <a:pt x="128873" y="39869"/>
                </a:lnTo>
                <a:lnTo>
                  <a:pt x="128873" y="32692"/>
                </a:lnTo>
                <a:lnTo>
                  <a:pt x="152794" y="32692"/>
                </a:lnTo>
                <a:lnTo>
                  <a:pt x="152794" y="96349"/>
                </a:lnTo>
                <a:close/>
                <a:moveTo>
                  <a:pt x="238798" y="39869"/>
                </a:moveTo>
                <a:lnTo>
                  <a:pt x="238798" y="101902"/>
                </a:lnTo>
                <a:cubicBezTo>
                  <a:pt x="238798" y="112056"/>
                  <a:pt x="236008" y="119893"/>
                  <a:pt x="230426" y="125412"/>
                </a:cubicBezTo>
                <a:cubicBezTo>
                  <a:pt x="224844" y="130933"/>
                  <a:pt x="216893" y="133693"/>
                  <a:pt x="206571" y="133693"/>
                </a:cubicBezTo>
                <a:cubicBezTo>
                  <a:pt x="201920" y="133693"/>
                  <a:pt x="197468" y="133272"/>
                  <a:pt x="193215" y="132430"/>
                </a:cubicBezTo>
                <a:cubicBezTo>
                  <a:pt x="188963" y="131589"/>
                  <a:pt x="184887" y="130326"/>
                  <a:pt x="180989" y="128643"/>
                </a:cubicBezTo>
                <a:lnTo>
                  <a:pt x="180989" y="113759"/>
                </a:lnTo>
                <a:lnTo>
                  <a:pt x="187368" y="113759"/>
                </a:lnTo>
                <a:cubicBezTo>
                  <a:pt x="188165" y="118366"/>
                  <a:pt x="190048" y="121732"/>
                  <a:pt x="193016" y="123859"/>
                </a:cubicBezTo>
                <a:cubicBezTo>
                  <a:pt x="195984" y="125985"/>
                  <a:pt x="200236" y="127048"/>
                  <a:pt x="205774" y="127048"/>
                </a:cubicBezTo>
                <a:cubicBezTo>
                  <a:pt x="212950" y="127048"/>
                  <a:pt x="218211" y="125024"/>
                  <a:pt x="221555" y="120977"/>
                </a:cubicBezTo>
                <a:cubicBezTo>
                  <a:pt x="224900" y="116930"/>
                  <a:pt x="226572" y="110572"/>
                  <a:pt x="226572" y="101902"/>
                </a:cubicBezTo>
                <a:lnTo>
                  <a:pt x="226572" y="92362"/>
                </a:lnTo>
                <a:cubicBezTo>
                  <a:pt x="224180" y="96814"/>
                  <a:pt x="221134" y="100098"/>
                  <a:pt x="217435" y="102213"/>
                </a:cubicBezTo>
                <a:cubicBezTo>
                  <a:pt x="213736" y="104329"/>
                  <a:pt x="209163" y="105386"/>
                  <a:pt x="203714" y="105386"/>
                </a:cubicBezTo>
                <a:cubicBezTo>
                  <a:pt x="195031" y="105386"/>
                  <a:pt x="187933" y="101939"/>
                  <a:pt x="182417" y="95045"/>
                </a:cubicBezTo>
                <a:cubicBezTo>
                  <a:pt x="176902" y="88150"/>
                  <a:pt x="174145" y="79160"/>
                  <a:pt x="174145" y="68076"/>
                </a:cubicBezTo>
                <a:cubicBezTo>
                  <a:pt x="174145" y="56991"/>
                  <a:pt x="176891" y="48013"/>
                  <a:pt x="182384" y="41142"/>
                </a:cubicBezTo>
                <a:cubicBezTo>
                  <a:pt x="187877" y="34268"/>
                  <a:pt x="194987" y="30832"/>
                  <a:pt x="203714" y="30832"/>
                </a:cubicBezTo>
                <a:cubicBezTo>
                  <a:pt x="209163" y="30832"/>
                  <a:pt x="213736" y="31884"/>
                  <a:pt x="217435" y="33988"/>
                </a:cubicBezTo>
                <a:cubicBezTo>
                  <a:pt x="221134" y="36092"/>
                  <a:pt x="224180" y="39359"/>
                  <a:pt x="226572" y="43789"/>
                </a:cubicBezTo>
                <a:lnTo>
                  <a:pt x="226572" y="32692"/>
                </a:lnTo>
                <a:lnTo>
                  <a:pt x="250493" y="32692"/>
                </a:lnTo>
                <a:lnTo>
                  <a:pt x="250493" y="39869"/>
                </a:lnTo>
                <a:lnTo>
                  <a:pt x="238798" y="39869"/>
                </a:lnTo>
                <a:moveTo>
                  <a:pt x="226572" y="64587"/>
                </a:moveTo>
                <a:cubicBezTo>
                  <a:pt x="226572" y="56148"/>
                  <a:pt x="224944" y="49697"/>
                  <a:pt x="221688" y="45234"/>
                </a:cubicBezTo>
                <a:cubicBezTo>
                  <a:pt x="218432" y="40771"/>
                  <a:pt x="213703" y="38540"/>
                  <a:pt x="207501" y="38540"/>
                </a:cubicBezTo>
                <a:cubicBezTo>
                  <a:pt x="201211" y="38540"/>
                  <a:pt x="196460" y="41018"/>
                  <a:pt x="193248" y="45974"/>
                </a:cubicBezTo>
                <a:cubicBezTo>
                  <a:pt x="190037" y="50929"/>
                  <a:pt x="188431" y="58297"/>
                  <a:pt x="188431" y="68076"/>
                </a:cubicBezTo>
                <a:cubicBezTo>
                  <a:pt x="188431" y="77810"/>
                  <a:pt x="190037" y="85178"/>
                  <a:pt x="193248" y="90178"/>
                </a:cubicBezTo>
                <a:cubicBezTo>
                  <a:pt x="196460" y="95178"/>
                  <a:pt x="201211" y="97678"/>
                  <a:pt x="207501" y="97678"/>
                </a:cubicBezTo>
                <a:cubicBezTo>
                  <a:pt x="213703" y="97678"/>
                  <a:pt x="218432" y="95452"/>
                  <a:pt x="221688" y="91000"/>
                </a:cubicBezTo>
                <a:cubicBezTo>
                  <a:pt x="224944" y="86548"/>
                  <a:pt x="226572" y="80070"/>
                  <a:pt x="226572" y="71564"/>
                </a:cubicBezTo>
                <a:lnTo>
                  <a:pt x="226572" y="64587"/>
                </a:lnTo>
                <a:close/>
                <a:moveTo>
                  <a:pt x="260043" y="103393"/>
                </a:moveTo>
                <a:lnTo>
                  <a:pt x="260043" y="96349"/>
                </a:lnTo>
                <a:lnTo>
                  <a:pt x="271073" y="96349"/>
                </a:lnTo>
                <a:lnTo>
                  <a:pt x="271073" y="7043"/>
                </a:lnTo>
                <a:lnTo>
                  <a:pt x="259378" y="7043"/>
                </a:lnTo>
                <a:lnTo>
                  <a:pt x="259378" y="0"/>
                </a:lnTo>
                <a:lnTo>
                  <a:pt x="283299" y="0"/>
                </a:lnTo>
                <a:lnTo>
                  <a:pt x="283299" y="45317"/>
                </a:lnTo>
                <a:cubicBezTo>
                  <a:pt x="285559" y="40533"/>
                  <a:pt x="288493" y="36923"/>
                  <a:pt x="292104" y="34486"/>
                </a:cubicBezTo>
                <a:cubicBezTo>
                  <a:pt x="295714" y="32050"/>
                  <a:pt x="299911" y="30832"/>
                  <a:pt x="304696" y="30832"/>
                </a:cubicBezTo>
                <a:cubicBezTo>
                  <a:pt x="312492" y="30832"/>
                  <a:pt x="318229" y="33069"/>
                  <a:pt x="321906" y="37543"/>
                </a:cubicBezTo>
                <a:cubicBezTo>
                  <a:pt x="325582" y="42017"/>
                  <a:pt x="327421" y="48994"/>
                  <a:pt x="327421" y="58474"/>
                </a:cubicBezTo>
                <a:lnTo>
                  <a:pt x="327421" y="96349"/>
                </a:lnTo>
                <a:lnTo>
                  <a:pt x="338318" y="96349"/>
                </a:lnTo>
                <a:lnTo>
                  <a:pt x="338318" y="103393"/>
                </a:lnTo>
                <a:lnTo>
                  <a:pt x="304563" y="103393"/>
                </a:lnTo>
                <a:lnTo>
                  <a:pt x="304563" y="96349"/>
                </a:lnTo>
                <a:lnTo>
                  <a:pt x="315128" y="96349"/>
                </a:lnTo>
                <a:lnTo>
                  <a:pt x="315128" y="62328"/>
                </a:lnTo>
                <a:cubicBezTo>
                  <a:pt x="315128" y="53690"/>
                  <a:pt x="314076" y="47787"/>
                  <a:pt x="311972" y="44620"/>
                </a:cubicBezTo>
                <a:cubicBezTo>
                  <a:pt x="309867" y="41452"/>
                  <a:pt x="306113" y="39869"/>
                  <a:pt x="300709" y="39869"/>
                </a:cubicBezTo>
                <a:cubicBezTo>
                  <a:pt x="295038" y="39869"/>
                  <a:pt x="290719" y="41929"/>
                  <a:pt x="287751" y="46048"/>
                </a:cubicBezTo>
                <a:cubicBezTo>
                  <a:pt x="284783" y="50168"/>
                  <a:pt x="283299" y="56171"/>
                  <a:pt x="283299" y="64056"/>
                </a:cubicBezTo>
                <a:lnTo>
                  <a:pt x="283299" y="96349"/>
                </a:lnTo>
                <a:lnTo>
                  <a:pt x="293931" y="96349"/>
                </a:lnTo>
                <a:lnTo>
                  <a:pt x="293931" y="103393"/>
                </a:lnTo>
                <a:lnTo>
                  <a:pt x="260043" y="103393"/>
                </a:lnTo>
                <a:close/>
                <a:moveTo>
                  <a:pt x="356240" y="39869"/>
                </a:moveTo>
                <a:lnTo>
                  <a:pt x="345475" y="39869"/>
                </a:lnTo>
                <a:lnTo>
                  <a:pt x="345475" y="32692"/>
                </a:lnTo>
                <a:lnTo>
                  <a:pt x="356240" y="32692"/>
                </a:lnTo>
                <a:lnTo>
                  <a:pt x="356240" y="10765"/>
                </a:lnTo>
                <a:lnTo>
                  <a:pt x="368533" y="10765"/>
                </a:lnTo>
                <a:lnTo>
                  <a:pt x="368533" y="32692"/>
                </a:lnTo>
                <a:lnTo>
                  <a:pt x="391523" y="32692"/>
                </a:lnTo>
                <a:lnTo>
                  <a:pt x="391523" y="39869"/>
                </a:lnTo>
                <a:lnTo>
                  <a:pt x="368533" y="39869"/>
                </a:lnTo>
                <a:lnTo>
                  <a:pt x="368533" y="84721"/>
                </a:lnTo>
                <a:cubicBezTo>
                  <a:pt x="368533" y="90701"/>
                  <a:pt x="369108" y="94533"/>
                  <a:pt x="370260" y="96216"/>
                </a:cubicBezTo>
                <a:cubicBezTo>
                  <a:pt x="371412" y="97900"/>
                  <a:pt x="373538" y="98741"/>
                  <a:pt x="376639" y="98741"/>
                </a:cubicBezTo>
                <a:cubicBezTo>
                  <a:pt x="379829" y="98741"/>
                  <a:pt x="382154" y="97800"/>
                  <a:pt x="383616" y="95917"/>
                </a:cubicBezTo>
                <a:cubicBezTo>
                  <a:pt x="385078" y="94035"/>
                  <a:pt x="385853" y="90989"/>
                  <a:pt x="385942" y="86781"/>
                </a:cubicBezTo>
                <a:lnTo>
                  <a:pt x="395178" y="86781"/>
                </a:lnTo>
                <a:cubicBezTo>
                  <a:pt x="394824" y="93228"/>
                  <a:pt x="393074" y="97941"/>
                  <a:pt x="389929" y="100920"/>
                </a:cubicBezTo>
                <a:cubicBezTo>
                  <a:pt x="386784" y="103897"/>
                  <a:pt x="381999" y="105386"/>
                  <a:pt x="375576" y="105386"/>
                </a:cubicBezTo>
                <a:cubicBezTo>
                  <a:pt x="368533" y="105386"/>
                  <a:pt x="363549" y="103820"/>
                  <a:pt x="360625" y="100687"/>
                </a:cubicBezTo>
                <a:cubicBezTo>
                  <a:pt x="357702" y="97553"/>
                  <a:pt x="356240" y="92231"/>
                  <a:pt x="356240" y="84721"/>
                </a:cubicBezTo>
                <a:lnTo>
                  <a:pt x="356240" y="39869"/>
                </a:lnTo>
                <a:close/>
                <a:moveTo>
                  <a:pt x="455082" y="96349"/>
                </a:moveTo>
                <a:lnTo>
                  <a:pt x="455082" y="7043"/>
                </a:lnTo>
                <a:lnTo>
                  <a:pt x="443321" y="7043"/>
                </a:lnTo>
                <a:lnTo>
                  <a:pt x="443321" y="0"/>
                </a:lnTo>
                <a:lnTo>
                  <a:pt x="467309" y="0"/>
                </a:lnTo>
                <a:lnTo>
                  <a:pt x="467309" y="43849"/>
                </a:lnTo>
                <a:cubicBezTo>
                  <a:pt x="469701" y="39399"/>
                  <a:pt x="472746" y="36116"/>
                  <a:pt x="476445" y="34003"/>
                </a:cubicBezTo>
                <a:cubicBezTo>
                  <a:pt x="480144" y="31889"/>
                  <a:pt x="484718" y="30832"/>
                  <a:pt x="490167" y="30832"/>
                </a:cubicBezTo>
                <a:cubicBezTo>
                  <a:pt x="498849" y="30832"/>
                  <a:pt x="505937" y="34268"/>
                  <a:pt x="511430" y="41142"/>
                </a:cubicBezTo>
                <a:cubicBezTo>
                  <a:pt x="516923" y="48013"/>
                  <a:pt x="519670" y="56991"/>
                  <a:pt x="519670" y="68076"/>
                </a:cubicBezTo>
                <a:cubicBezTo>
                  <a:pt x="519670" y="79160"/>
                  <a:pt x="516923" y="88150"/>
                  <a:pt x="511430" y="95045"/>
                </a:cubicBezTo>
                <a:cubicBezTo>
                  <a:pt x="505937" y="101939"/>
                  <a:pt x="498849" y="105386"/>
                  <a:pt x="490167" y="105386"/>
                </a:cubicBezTo>
                <a:cubicBezTo>
                  <a:pt x="484718" y="105386"/>
                  <a:pt x="480144" y="104329"/>
                  <a:pt x="476445" y="102215"/>
                </a:cubicBezTo>
                <a:cubicBezTo>
                  <a:pt x="472746" y="100100"/>
                  <a:pt x="469701" y="96817"/>
                  <a:pt x="467309" y="92367"/>
                </a:cubicBezTo>
                <a:lnTo>
                  <a:pt x="467309" y="103393"/>
                </a:lnTo>
                <a:lnTo>
                  <a:pt x="443321" y="103393"/>
                </a:lnTo>
                <a:lnTo>
                  <a:pt x="443321" y="96349"/>
                </a:lnTo>
                <a:lnTo>
                  <a:pt x="455082" y="96349"/>
                </a:lnTo>
                <a:moveTo>
                  <a:pt x="467309" y="71593"/>
                </a:moveTo>
                <a:cubicBezTo>
                  <a:pt x="467309" y="80089"/>
                  <a:pt x="468937" y="86561"/>
                  <a:pt x="472193" y="91009"/>
                </a:cubicBezTo>
                <a:cubicBezTo>
                  <a:pt x="475449" y="95455"/>
                  <a:pt x="480177" y="97678"/>
                  <a:pt x="486379" y="97678"/>
                </a:cubicBezTo>
                <a:cubicBezTo>
                  <a:pt x="492625" y="97678"/>
                  <a:pt x="497354" y="95178"/>
                  <a:pt x="500566" y="90178"/>
                </a:cubicBezTo>
                <a:cubicBezTo>
                  <a:pt x="503778" y="85178"/>
                  <a:pt x="505383" y="77810"/>
                  <a:pt x="505383" y="68076"/>
                </a:cubicBezTo>
                <a:cubicBezTo>
                  <a:pt x="505383" y="58297"/>
                  <a:pt x="503778" y="50929"/>
                  <a:pt x="500566" y="45974"/>
                </a:cubicBezTo>
                <a:cubicBezTo>
                  <a:pt x="497354" y="41018"/>
                  <a:pt x="492625" y="38540"/>
                  <a:pt x="486379" y="38540"/>
                </a:cubicBezTo>
                <a:cubicBezTo>
                  <a:pt x="480177" y="38540"/>
                  <a:pt x="475449" y="40775"/>
                  <a:pt x="472193" y="45245"/>
                </a:cubicBezTo>
                <a:cubicBezTo>
                  <a:pt x="468937" y="49713"/>
                  <a:pt x="467309" y="56173"/>
                  <a:pt x="467309" y="64625"/>
                </a:cubicBezTo>
                <a:lnTo>
                  <a:pt x="467309" y="71593"/>
                </a:lnTo>
                <a:close/>
                <a:moveTo>
                  <a:pt x="600252" y="69371"/>
                </a:moveTo>
                <a:lnTo>
                  <a:pt x="547559" y="69371"/>
                </a:lnTo>
                <a:lnTo>
                  <a:pt x="547559" y="69903"/>
                </a:lnTo>
                <a:cubicBezTo>
                  <a:pt x="547559" y="79427"/>
                  <a:pt x="549353" y="86615"/>
                  <a:pt x="552941" y="91465"/>
                </a:cubicBezTo>
                <a:cubicBezTo>
                  <a:pt x="556529" y="96316"/>
                  <a:pt x="561823" y="98741"/>
                  <a:pt x="568822" y="98741"/>
                </a:cubicBezTo>
                <a:cubicBezTo>
                  <a:pt x="574182" y="98741"/>
                  <a:pt x="578579" y="97335"/>
                  <a:pt x="582012" y="94522"/>
                </a:cubicBezTo>
                <a:cubicBezTo>
                  <a:pt x="585445" y="91709"/>
                  <a:pt x="587848" y="87534"/>
                  <a:pt x="589221" y="81997"/>
                </a:cubicBezTo>
                <a:lnTo>
                  <a:pt x="599056" y="81997"/>
                </a:lnTo>
                <a:cubicBezTo>
                  <a:pt x="597107" y="89771"/>
                  <a:pt x="593507" y="95613"/>
                  <a:pt x="588258" y="99522"/>
                </a:cubicBezTo>
                <a:cubicBezTo>
                  <a:pt x="583009" y="103432"/>
                  <a:pt x="576109" y="105386"/>
                  <a:pt x="567559" y="105386"/>
                </a:cubicBezTo>
                <a:cubicBezTo>
                  <a:pt x="557238" y="105386"/>
                  <a:pt x="548943" y="101984"/>
                  <a:pt x="542675" y="95178"/>
                </a:cubicBezTo>
                <a:cubicBezTo>
                  <a:pt x="536407" y="88371"/>
                  <a:pt x="533272" y="79337"/>
                  <a:pt x="533272" y="68076"/>
                </a:cubicBezTo>
                <a:cubicBezTo>
                  <a:pt x="533272" y="56903"/>
                  <a:pt x="536351" y="47903"/>
                  <a:pt x="542509" y="41075"/>
                </a:cubicBezTo>
                <a:cubicBezTo>
                  <a:pt x="548666" y="34246"/>
                  <a:pt x="556751" y="30832"/>
                  <a:pt x="566762" y="30832"/>
                </a:cubicBezTo>
                <a:cubicBezTo>
                  <a:pt x="577438" y="30832"/>
                  <a:pt x="585633" y="34121"/>
                  <a:pt x="591348" y="40699"/>
                </a:cubicBezTo>
                <a:cubicBezTo>
                  <a:pt x="597062" y="47278"/>
                  <a:pt x="600030" y="56835"/>
                  <a:pt x="600252" y="69371"/>
                </a:cubicBezTo>
                <a:moveTo>
                  <a:pt x="585833" y="62328"/>
                </a:moveTo>
                <a:cubicBezTo>
                  <a:pt x="585567" y="54111"/>
                  <a:pt x="583828" y="47914"/>
                  <a:pt x="580616" y="43739"/>
                </a:cubicBezTo>
                <a:cubicBezTo>
                  <a:pt x="577405" y="39564"/>
                  <a:pt x="572787" y="37477"/>
                  <a:pt x="566762" y="37477"/>
                </a:cubicBezTo>
                <a:cubicBezTo>
                  <a:pt x="561136" y="37477"/>
                  <a:pt x="556706" y="39575"/>
                  <a:pt x="553473" y="43772"/>
                </a:cubicBezTo>
                <a:cubicBezTo>
                  <a:pt x="550239" y="47970"/>
                  <a:pt x="548267" y="54155"/>
                  <a:pt x="547559" y="62328"/>
                </a:cubicBezTo>
                <a:lnTo>
                  <a:pt x="585833" y="62328"/>
                </a:lnTo>
                <a:close/>
                <a:moveTo>
                  <a:pt x="683410" y="52760"/>
                </a:moveTo>
                <a:lnTo>
                  <a:pt x="700952" y="52760"/>
                </a:lnTo>
                <a:cubicBezTo>
                  <a:pt x="707553" y="52760"/>
                  <a:pt x="712581" y="50982"/>
                  <a:pt x="716036" y="47427"/>
                </a:cubicBezTo>
                <a:cubicBezTo>
                  <a:pt x="719491" y="43872"/>
                  <a:pt x="721219" y="38739"/>
                  <a:pt x="721219" y="32028"/>
                </a:cubicBezTo>
                <a:cubicBezTo>
                  <a:pt x="721219" y="25272"/>
                  <a:pt x="719491" y="20128"/>
                  <a:pt x="716036" y="16595"/>
                </a:cubicBezTo>
                <a:cubicBezTo>
                  <a:pt x="712581" y="13063"/>
                  <a:pt x="707553" y="11296"/>
                  <a:pt x="700952" y="11296"/>
                </a:cubicBezTo>
                <a:lnTo>
                  <a:pt x="683410" y="11296"/>
                </a:lnTo>
                <a:lnTo>
                  <a:pt x="683410" y="52760"/>
                </a:lnTo>
                <a:moveTo>
                  <a:pt x="657296" y="103393"/>
                </a:moveTo>
                <a:lnTo>
                  <a:pt x="657296" y="96349"/>
                </a:lnTo>
                <a:lnTo>
                  <a:pt x="669921" y="96349"/>
                </a:lnTo>
                <a:lnTo>
                  <a:pt x="669921" y="11296"/>
                </a:lnTo>
                <a:lnTo>
                  <a:pt x="657296" y="11296"/>
                </a:lnTo>
                <a:lnTo>
                  <a:pt x="657296" y="4120"/>
                </a:lnTo>
                <a:lnTo>
                  <a:pt x="704208" y="4120"/>
                </a:lnTo>
                <a:cubicBezTo>
                  <a:pt x="714131" y="4120"/>
                  <a:pt x="721994" y="6634"/>
                  <a:pt x="727797" y="11662"/>
                </a:cubicBezTo>
                <a:cubicBezTo>
                  <a:pt x="733600" y="16689"/>
                  <a:pt x="736502" y="23478"/>
                  <a:pt x="736502" y="32028"/>
                </a:cubicBezTo>
                <a:cubicBezTo>
                  <a:pt x="736502" y="40533"/>
                  <a:pt x="733600" y="47311"/>
                  <a:pt x="727797" y="52361"/>
                </a:cubicBezTo>
                <a:cubicBezTo>
                  <a:pt x="721994" y="57411"/>
                  <a:pt x="714131" y="59936"/>
                  <a:pt x="704208" y="59936"/>
                </a:cubicBezTo>
                <a:lnTo>
                  <a:pt x="683410" y="59936"/>
                </a:lnTo>
                <a:lnTo>
                  <a:pt x="683410" y="96349"/>
                </a:lnTo>
                <a:lnTo>
                  <a:pt x="698760" y="96349"/>
                </a:lnTo>
                <a:lnTo>
                  <a:pt x="698760" y="103393"/>
                </a:lnTo>
                <a:lnTo>
                  <a:pt x="657296" y="103393"/>
                </a:lnTo>
                <a:close/>
                <a:moveTo>
                  <a:pt x="789267" y="81232"/>
                </a:moveTo>
                <a:lnTo>
                  <a:pt x="789267" y="66315"/>
                </a:lnTo>
                <a:lnTo>
                  <a:pt x="773519" y="66315"/>
                </a:lnTo>
                <a:cubicBezTo>
                  <a:pt x="767450" y="66315"/>
                  <a:pt x="762932" y="67619"/>
                  <a:pt x="759964" y="70227"/>
                </a:cubicBezTo>
                <a:cubicBezTo>
                  <a:pt x="756996" y="72835"/>
                  <a:pt x="755512" y="76836"/>
                  <a:pt x="755512" y="82229"/>
                </a:cubicBezTo>
                <a:cubicBezTo>
                  <a:pt x="755512" y="87137"/>
                  <a:pt x="757018" y="91027"/>
                  <a:pt x="760030" y="93901"/>
                </a:cubicBezTo>
                <a:cubicBezTo>
                  <a:pt x="763043" y="96774"/>
                  <a:pt x="767118" y="98210"/>
                  <a:pt x="772257" y="98210"/>
                </a:cubicBezTo>
                <a:cubicBezTo>
                  <a:pt x="777351" y="98210"/>
                  <a:pt x="781460" y="96641"/>
                  <a:pt x="784583" y="93502"/>
                </a:cubicBezTo>
                <a:cubicBezTo>
                  <a:pt x="787706" y="90363"/>
                  <a:pt x="789267" y="86273"/>
                  <a:pt x="789267" y="81232"/>
                </a:cubicBezTo>
                <a:moveTo>
                  <a:pt x="801494" y="59274"/>
                </a:moveTo>
                <a:lnTo>
                  <a:pt x="801494" y="96349"/>
                </a:lnTo>
                <a:lnTo>
                  <a:pt x="812391" y="96349"/>
                </a:lnTo>
                <a:lnTo>
                  <a:pt x="812391" y="103393"/>
                </a:lnTo>
                <a:lnTo>
                  <a:pt x="789267" y="103393"/>
                </a:lnTo>
                <a:lnTo>
                  <a:pt x="789267" y="95753"/>
                </a:lnTo>
                <a:cubicBezTo>
                  <a:pt x="786565" y="99054"/>
                  <a:pt x="783442" y="101484"/>
                  <a:pt x="779898" y="103046"/>
                </a:cubicBezTo>
                <a:cubicBezTo>
                  <a:pt x="776354" y="104606"/>
                  <a:pt x="772213" y="105386"/>
                  <a:pt x="767473" y="105386"/>
                </a:cubicBezTo>
                <a:cubicBezTo>
                  <a:pt x="759632" y="105386"/>
                  <a:pt x="753408" y="103301"/>
                  <a:pt x="748801" y="99132"/>
                </a:cubicBezTo>
                <a:cubicBezTo>
                  <a:pt x="744194" y="94961"/>
                  <a:pt x="741890" y="89327"/>
                  <a:pt x="741890" y="82229"/>
                </a:cubicBezTo>
                <a:cubicBezTo>
                  <a:pt x="741890" y="74909"/>
                  <a:pt x="744526" y="69230"/>
                  <a:pt x="749797" y="65194"/>
                </a:cubicBezTo>
                <a:cubicBezTo>
                  <a:pt x="755069" y="61157"/>
                  <a:pt x="762511" y="59139"/>
                  <a:pt x="772124" y="59139"/>
                </a:cubicBezTo>
                <a:lnTo>
                  <a:pt x="789267" y="59139"/>
                </a:lnTo>
                <a:lnTo>
                  <a:pt x="789267" y="54325"/>
                </a:lnTo>
                <a:cubicBezTo>
                  <a:pt x="789267" y="48975"/>
                  <a:pt x="787639" y="44829"/>
                  <a:pt x="784384" y="41889"/>
                </a:cubicBezTo>
                <a:cubicBezTo>
                  <a:pt x="781128" y="38947"/>
                  <a:pt x="776554" y="37477"/>
                  <a:pt x="770662" y="37477"/>
                </a:cubicBezTo>
                <a:cubicBezTo>
                  <a:pt x="765789" y="37477"/>
                  <a:pt x="761913" y="38584"/>
                  <a:pt x="759034" y="40799"/>
                </a:cubicBezTo>
                <a:cubicBezTo>
                  <a:pt x="756154" y="43014"/>
                  <a:pt x="754360" y="46292"/>
                  <a:pt x="753651" y="50633"/>
                </a:cubicBezTo>
                <a:lnTo>
                  <a:pt x="747339" y="50633"/>
                </a:lnTo>
                <a:lnTo>
                  <a:pt x="747339" y="36280"/>
                </a:lnTo>
                <a:cubicBezTo>
                  <a:pt x="751592" y="34464"/>
                  <a:pt x="755722" y="33102"/>
                  <a:pt x="759731" y="32194"/>
                </a:cubicBezTo>
                <a:cubicBezTo>
                  <a:pt x="763740" y="31286"/>
                  <a:pt x="767650" y="30832"/>
                  <a:pt x="771459" y="30832"/>
                </a:cubicBezTo>
                <a:cubicBezTo>
                  <a:pt x="781249" y="30832"/>
                  <a:pt x="788703" y="33258"/>
                  <a:pt x="793819" y="38110"/>
                </a:cubicBezTo>
                <a:cubicBezTo>
                  <a:pt x="798936" y="42961"/>
                  <a:pt x="801494" y="50015"/>
                  <a:pt x="801494" y="59274"/>
                </a:cubicBezTo>
                <a:close/>
                <a:moveTo>
                  <a:pt x="831313" y="39869"/>
                </a:moveTo>
                <a:lnTo>
                  <a:pt x="820549" y="39869"/>
                </a:lnTo>
                <a:lnTo>
                  <a:pt x="820549" y="32692"/>
                </a:lnTo>
                <a:lnTo>
                  <a:pt x="831313" y="32692"/>
                </a:lnTo>
                <a:lnTo>
                  <a:pt x="831313" y="10765"/>
                </a:lnTo>
                <a:lnTo>
                  <a:pt x="843606" y="10765"/>
                </a:lnTo>
                <a:lnTo>
                  <a:pt x="843606" y="32692"/>
                </a:lnTo>
                <a:lnTo>
                  <a:pt x="866597" y="32692"/>
                </a:lnTo>
                <a:lnTo>
                  <a:pt x="866597" y="39869"/>
                </a:lnTo>
                <a:lnTo>
                  <a:pt x="843606" y="39869"/>
                </a:lnTo>
                <a:lnTo>
                  <a:pt x="843606" y="84721"/>
                </a:lnTo>
                <a:cubicBezTo>
                  <a:pt x="843606" y="90701"/>
                  <a:pt x="844182" y="94533"/>
                  <a:pt x="845334" y="96216"/>
                </a:cubicBezTo>
                <a:cubicBezTo>
                  <a:pt x="846486" y="97900"/>
                  <a:pt x="848612" y="98741"/>
                  <a:pt x="851713" y="98741"/>
                </a:cubicBezTo>
                <a:cubicBezTo>
                  <a:pt x="854902" y="98741"/>
                  <a:pt x="857228" y="97800"/>
                  <a:pt x="858690" y="95917"/>
                </a:cubicBezTo>
                <a:cubicBezTo>
                  <a:pt x="860152" y="94035"/>
                  <a:pt x="860927" y="90989"/>
                  <a:pt x="861016" y="86781"/>
                </a:cubicBezTo>
                <a:lnTo>
                  <a:pt x="870252" y="86781"/>
                </a:lnTo>
                <a:cubicBezTo>
                  <a:pt x="869897" y="93228"/>
                  <a:pt x="868148" y="97941"/>
                  <a:pt x="865002" y="100920"/>
                </a:cubicBezTo>
                <a:cubicBezTo>
                  <a:pt x="861857" y="103897"/>
                  <a:pt x="857073" y="105386"/>
                  <a:pt x="850650" y="105386"/>
                </a:cubicBezTo>
                <a:cubicBezTo>
                  <a:pt x="843606" y="105386"/>
                  <a:pt x="838623" y="103820"/>
                  <a:pt x="835699" y="100687"/>
                </a:cubicBezTo>
                <a:cubicBezTo>
                  <a:pt x="832775" y="97553"/>
                  <a:pt x="831313" y="92231"/>
                  <a:pt x="831313" y="84721"/>
                </a:cubicBezTo>
                <a:lnTo>
                  <a:pt x="831313" y="39869"/>
                </a:lnTo>
                <a:close/>
                <a:moveTo>
                  <a:pt x="941032" y="82129"/>
                </a:moveTo>
                <a:cubicBezTo>
                  <a:pt x="939305" y="89703"/>
                  <a:pt x="935982" y="95473"/>
                  <a:pt x="931065" y="99439"/>
                </a:cubicBezTo>
                <a:cubicBezTo>
                  <a:pt x="926148" y="103404"/>
                  <a:pt x="919791" y="105386"/>
                  <a:pt x="911995" y="105386"/>
                </a:cubicBezTo>
                <a:cubicBezTo>
                  <a:pt x="901718" y="105386"/>
                  <a:pt x="893456" y="101984"/>
                  <a:pt x="887210" y="95178"/>
                </a:cubicBezTo>
                <a:cubicBezTo>
                  <a:pt x="880964" y="88371"/>
                  <a:pt x="877841" y="79337"/>
                  <a:pt x="877841" y="68076"/>
                </a:cubicBezTo>
                <a:cubicBezTo>
                  <a:pt x="877841" y="56770"/>
                  <a:pt x="880964" y="47737"/>
                  <a:pt x="887210" y="40975"/>
                </a:cubicBezTo>
                <a:cubicBezTo>
                  <a:pt x="893456" y="34213"/>
                  <a:pt x="901718" y="30832"/>
                  <a:pt x="911995" y="30832"/>
                </a:cubicBezTo>
                <a:cubicBezTo>
                  <a:pt x="916469" y="30832"/>
                  <a:pt x="920921" y="31358"/>
                  <a:pt x="925351" y="32410"/>
                </a:cubicBezTo>
                <a:cubicBezTo>
                  <a:pt x="929781" y="33462"/>
                  <a:pt x="934233" y="35062"/>
                  <a:pt x="938707" y="37211"/>
                </a:cubicBezTo>
                <a:lnTo>
                  <a:pt x="938707" y="55285"/>
                </a:lnTo>
                <a:lnTo>
                  <a:pt x="931597" y="55285"/>
                </a:lnTo>
                <a:cubicBezTo>
                  <a:pt x="930667" y="49083"/>
                  <a:pt x="928640" y="44564"/>
                  <a:pt x="925517" y="41729"/>
                </a:cubicBezTo>
                <a:cubicBezTo>
                  <a:pt x="922394" y="38894"/>
                  <a:pt x="917931" y="37477"/>
                  <a:pt x="912128" y="37477"/>
                </a:cubicBezTo>
                <a:cubicBezTo>
                  <a:pt x="905527" y="37477"/>
                  <a:pt x="900544" y="40032"/>
                  <a:pt x="897177" y="45143"/>
                </a:cubicBezTo>
                <a:cubicBezTo>
                  <a:pt x="893810" y="50254"/>
                  <a:pt x="892127" y="57898"/>
                  <a:pt x="892127" y="68076"/>
                </a:cubicBezTo>
                <a:cubicBezTo>
                  <a:pt x="892127" y="78253"/>
                  <a:pt x="893799" y="85909"/>
                  <a:pt x="897144" y="91042"/>
                </a:cubicBezTo>
                <a:cubicBezTo>
                  <a:pt x="900488" y="96175"/>
                  <a:pt x="905483" y="98741"/>
                  <a:pt x="912128" y="98741"/>
                </a:cubicBezTo>
                <a:cubicBezTo>
                  <a:pt x="917399" y="98741"/>
                  <a:pt x="921608" y="97363"/>
                  <a:pt x="924753" y="94605"/>
                </a:cubicBezTo>
                <a:cubicBezTo>
                  <a:pt x="927898" y="91847"/>
                  <a:pt x="930046" y="87689"/>
                  <a:pt x="931198" y="82129"/>
                </a:cubicBezTo>
                <a:lnTo>
                  <a:pt x="941032" y="82129"/>
                </a:lnTo>
                <a:close/>
                <a:moveTo>
                  <a:pt x="952852" y="103393"/>
                </a:moveTo>
                <a:lnTo>
                  <a:pt x="952852" y="96349"/>
                </a:lnTo>
                <a:lnTo>
                  <a:pt x="963882" y="96349"/>
                </a:lnTo>
                <a:lnTo>
                  <a:pt x="963882" y="7043"/>
                </a:lnTo>
                <a:lnTo>
                  <a:pt x="952188" y="7043"/>
                </a:lnTo>
                <a:lnTo>
                  <a:pt x="952188" y="0"/>
                </a:lnTo>
                <a:lnTo>
                  <a:pt x="976109" y="0"/>
                </a:lnTo>
                <a:lnTo>
                  <a:pt x="976109" y="45317"/>
                </a:lnTo>
                <a:cubicBezTo>
                  <a:pt x="978368" y="40533"/>
                  <a:pt x="981303" y="36923"/>
                  <a:pt x="984913" y="34486"/>
                </a:cubicBezTo>
                <a:cubicBezTo>
                  <a:pt x="988523" y="32050"/>
                  <a:pt x="992721" y="30832"/>
                  <a:pt x="997505" y="30832"/>
                </a:cubicBezTo>
                <a:cubicBezTo>
                  <a:pt x="1005302" y="30832"/>
                  <a:pt x="1011038" y="33069"/>
                  <a:pt x="1014715" y="37543"/>
                </a:cubicBezTo>
                <a:cubicBezTo>
                  <a:pt x="1018392" y="42017"/>
                  <a:pt x="1020230" y="48994"/>
                  <a:pt x="1020230" y="58474"/>
                </a:cubicBezTo>
                <a:lnTo>
                  <a:pt x="1020230" y="96349"/>
                </a:lnTo>
                <a:lnTo>
                  <a:pt x="1031128" y="96349"/>
                </a:lnTo>
                <a:lnTo>
                  <a:pt x="1031128" y="103393"/>
                </a:lnTo>
                <a:lnTo>
                  <a:pt x="997372" y="103393"/>
                </a:lnTo>
                <a:lnTo>
                  <a:pt x="997372" y="96349"/>
                </a:lnTo>
                <a:lnTo>
                  <a:pt x="1007937" y="96349"/>
                </a:lnTo>
                <a:lnTo>
                  <a:pt x="1007937" y="62328"/>
                </a:lnTo>
                <a:cubicBezTo>
                  <a:pt x="1007937" y="53690"/>
                  <a:pt x="1006885" y="47787"/>
                  <a:pt x="1004781" y="44620"/>
                </a:cubicBezTo>
                <a:cubicBezTo>
                  <a:pt x="1002677" y="41452"/>
                  <a:pt x="998923" y="39869"/>
                  <a:pt x="993518" y="39869"/>
                </a:cubicBezTo>
                <a:cubicBezTo>
                  <a:pt x="987848" y="39869"/>
                  <a:pt x="983529" y="41929"/>
                  <a:pt x="980561" y="46048"/>
                </a:cubicBezTo>
                <a:cubicBezTo>
                  <a:pt x="977593" y="50168"/>
                  <a:pt x="976109" y="56171"/>
                  <a:pt x="976109" y="64056"/>
                </a:cubicBezTo>
                <a:lnTo>
                  <a:pt x="976109" y="96349"/>
                </a:lnTo>
                <a:lnTo>
                  <a:pt x="986740" y="96349"/>
                </a:lnTo>
                <a:lnTo>
                  <a:pt x="986740" y="103393"/>
                </a:lnTo>
                <a:lnTo>
                  <a:pt x="952852" y="103393"/>
                </a:lnTo>
                <a:close/>
                <a:moveTo>
                  <a:pt x="1108121" y="69371"/>
                </a:moveTo>
                <a:lnTo>
                  <a:pt x="1055428" y="69371"/>
                </a:lnTo>
                <a:lnTo>
                  <a:pt x="1055428" y="69903"/>
                </a:lnTo>
                <a:cubicBezTo>
                  <a:pt x="1055428" y="79427"/>
                  <a:pt x="1057222" y="86615"/>
                  <a:pt x="1060810" y="91465"/>
                </a:cubicBezTo>
                <a:cubicBezTo>
                  <a:pt x="1064399" y="96316"/>
                  <a:pt x="1069692" y="98741"/>
                  <a:pt x="1076691" y="98741"/>
                </a:cubicBezTo>
                <a:cubicBezTo>
                  <a:pt x="1082052" y="98741"/>
                  <a:pt x="1086448" y="97335"/>
                  <a:pt x="1089881" y="94522"/>
                </a:cubicBezTo>
                <a:cubicBezTo>
                  <a:pt x="1093314" y="91709"/>
                  <a:pt x="1095718" y="87534"/>
                  <a:pt x="1097091" y="81997"/>
                </a:cubicBezTo>
                <a:lnTo>
                  <a:pt x="1106925" y="81997"/>
                </a:lnTo>
                <a:cubicBezTo>
                  <a:pt x="1104976" y="89771"/>
                  <a:pt x="1101377" y="95613"/>
                  <a:pt x="1096127" y="99522"/>
                </a:cubicBezTo>
                <a:cubicBezTo>
                  <a:pt x="1090878" y="103432"/>
                  <a:pt x="1083979" y="105386"/>
                  <a:pt x="1075429" y="105386"/>
                </a:cubicBezTo>
                <a:cubicBezTo>
                  <a:pt x="1065107" y="105386"/>
                  <a:pt x="1056812" y="101984"/>
                  <a:pt x="1050544" y="95178"/>
                </a:cubicBezTo>
                <a:cubicBezTo>
                  <a:pt x="1044276" y="88371"/>
                  <a:pt x="1041142" y="79337"/>
                  <a:pt x="1041142" y="68076"/>
                </a:cubicBezTo>
                <a:cubicBezTo>
                  <a:pt x="1041142" y="56903"/>
                  <a:pt x="1044221" y="47903"/>
                  <a:pt x="1050378" y="41075"/>
                </a:cubicBezTo>
                <a:cubicBezTo>
                  <a:pt x="1056536" y="34246"/>
                  <a:pt x="1064620" y="30832"/>
                  <a:pt x="1074632" y="30832"/>
                </a:cubicBezTo>
                <a:cubicBezTo>
                  <a:pt x="1085308" y="30832"/>
                  <a:pt x="1093503" y="34121"/>
                  <a:pt x="1099217" y="40699"/>
                </a:cubicBezTo>
                <a:cubicBezTo>
                  <a:pt x="1104932" y="47278"/>
                  <a:pt x="1107900" y="56835"/>
                  <a:pt x="1108121" y="69371"/>
                </a:cubicBezTo>
                <a:moveTo>
                  <a:pt x="1093702" y="62328"/>
                </a:moveTo>
                <a:cubicBezTo>
                  <a:pt x="1093436" y="54111"/>
                  <a:pt x="1091698" y="47914"/>
                  <a:pt x="1088486" y="43739"/>
                </a:cubicBezTo>
                <a:cubicBezTo>
                  <a:pt x="1085274" y="39564"/>
                  <a:pt x="1080656" y="37477"/>
                  <a:pt x="1074632" y="37477"/>
                </a:cubicBezTo>
                <a:cubicBezTo>
                  <a:pt x="1069006" y="37477"/>
                  <a:pt x="1064576" y="39575"/>
                  <a:pt x="1061342" y="43772"/>
                </a:cubicBezTo>
                <a:cubicBezTo>
                  <a:pt x="1058108" y="47970"/>
                  <a:pt x="1056137" y="54155"/>
                  <a:pt x="1055428" y="62328"/>
                </a:cubicBezTo>
                <a:lnTo>
                  <a:pt x="1093702" y="62328"/>
                </a:lnTo>
                <a:close/>
                <a:moveTo>
                  <a:pt x="1185678" y="96349"/>
                </a:moveTo>
                <a:lnTo>
                  <a:pt x="1197373" y="96349"/>
                </a:lnTo>
                <a:lnTo>
                  <a:pt x="1197373" y="103393"/>
                </a:lnTo>
                <a:lnTo>
                  <a:pt x="1173452" y="103393"/>
                </a:lnTo>
                <a:lnTo>
                  <a:pt x="1173452" y="92367"/>
                </a:lnTo>
                <a:cubicBezTo>
                  <a:pt x="1171060" y="96817"/>
                  <a:pt x="1168014" y="100100"/>
                  <a:pt x="1164315" y="102215"/>
                </a:cubicBezTo>
                <a:cubicBezTo>
                  <a:pt x="1160617" y="104329"/>
                  <a:pt x="1156043" y="105386"/>
                  <a:pt x="1150594" y="105386"/>
                </a:cubicBezTo>
                <a:cubicBezTo>
                  <a:pt x="1141911" y="105386"/>
                  <a:pt x="1134813" y="101939"/>
                  <a:pt x="1129297" y="95045"/>
                </a:cubicBezTo>
                <a:cubicBezTo>
                  <a:pt x="1123782" y="88150"/>
                  <a:pt x="1121025" y="79160"/>
                  <a:pt x="1121025" y="68076"/>
                </a:cubicBezTo>
                <a:cubicBezTo>
                  <a:pt x="1121025" y="56991"/>
                  <a:pt x="1123771" y="48013"/>
                  <a:pt x="1129264" y="41142"/>
                </a:cubicBezTo>
                <a:cubicBezTo>
                  <a:pt x="1134757" y="34268"/>
                  <a:pt x="1141867" y="30832"/>
                  <a:pt x="1150594" y="30832"/>
                </a:cubicBezTo>
                <a:cubicBezTo>
                  <a:pt x="1156043" y="30832"/>
                  <a:pt x="1160617" y="31889"/>
                  <a:pt x="1164315" y="34003"/>
                </a:cubicBezTo>
                <a:cubicBezTo>
                  <a:pt x="1168014" y="36116"/>
                  <a:pt x="1171060" y="39399"/>
                  <a:pt x="1173452" y="43849"/>
                </a:cubicBezTo>
                <a:lnTo>
                  <a:pt x="1173452" y="7043"/>
                </a:lnTo>
                <a:lnTo>
                  <a:pt x="1161890" y="7043"/>
                </a:lnTo>
                <a:lnTo>
                  <a:pt x="1161890" y="0"/>
                </a:lnTo>
                <a:lnTo>
                  <a:pt x="1185678" y="0"/>
                </a:lnTo>
                <a:lnTo>
                  <a:pt x="1185678" y="96349"/>
                </a:lnTo>
                <a:moveTo>
                  <a:pt x="1173452" y="71593"/>
                </a:moveTo>
                <a:lnTo>
                  <a:pt x="1173452" y="64625"/>
                </a:lnTo>
                <a:cubicBezTo>
                  <a:pt x="1173452" y="56173"/>
                  <a:pt x="1171824" y="49713"/>
                  <a:pt x="1168568" y="45245"/>
                </a:cubicBezTo>
                <a:cubicBezTo>
                  <a:pt x="1165312" y="40775"/>
                  <a:pt x="1160583" y="38540"/>
                  <a:pt x="1154381" y="38540"/>
                </a:cubicBezTo>
                <a:cubicBezTo>
                  <a:pt x="1148091" y="38540"/>
                  <a:pt x="1143340" y="41018"/>
                  <a:pt x="1140128" y="45974"/>
                </a:cubicBezTo>
                <a:cubicBezTo>
                  <a:pt x="1136917" y="50929"/>
                  <a:pt x="1135311" y="58297"/>
                  <a:pt x="1135311" y="68076"/>
                </a:cubicBezTo>
                <a:cubicBezTo>
                  <a:pt x="1135311" y="77810"/>
                  <a:pt x="1136917" y="85178"/>
                  <a:pt x="1140128" y="90178"/>
                </a:cubicBezTo>
                <a:cubicBezTo>
                  <a:pt x="1143340" y="95178"/>
                  <a:pt x="1148091" y="97678"/>
                  <a:pt x="1154381" y="97678"/>
                </a:cubicBezTo>
                <a:cubicBezTo>
                  <a:pt x="1160583" y="97678"/>
                  <a:pt x="1165312" y="95455"/>
                  <a:pt x="1168568" y="91009"/>
                </a:cubicBezTo>
                <a:cubicBezTo>
                  <a:pt x="1171824" y="86561"/>
                  <a:pt x="1173452" y="80089"/>
                  <a:pt x="1173452" y="715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CD54BE-6136-48E7-85D6-F5C9F828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378" y="2558426"/>
            <a:ext cx="1032160" cy="579757"/>
          </a:xfrm>
          <a:custGeom xmlns:a="http://schemas.openxmlformats.org/drawingml/2006/main">
            <a:pathLst>
              <a:path w="1032160" h="579757">
                <a:moveTo>
                  <a:pt x="516080" y="579757"/>
                </a:moveTo>
                <a:lnTo>
                  <a:pt x="37989" y="579757"/>
                </a:lnTo>
                <a:cubicBezTo>
                  <a:pt x="16938" y="579757"/>
                  <a:pt x="0" y="562800"/>
                  <a:pt x="0" y="542257"/>
                </a:cubicBezTo>
                <a:lnTo>
                  <a:pt x="0" y="37481"/>
                </a:lnTo>
                <a:cubicBezTo>
                  <a:pt x="0" y="16431"/>
                  <a:pt x="16938" y="0"/>
                  <a:pt x="37989" y="0"/>
                </a:cubicBezTo>
                <a:lnTo>
                  <a:pt x="994678" y="0"/>
                </a:lnTo>
                <a:cubicBezTo>
                  <a:pt x="1015222" y="0"/>
                  <a:pt x="1032160" y="16431"/>
                  <a:pt x="1032160" y="37481"/>
                </a:cubicBezTo>
                <a:lnTo>
                  <a:pt x="1032160" y="542257"/>
                </a:lnTo>
                <a:cubicBezTo>
                  <a:pt x="1032160" y="562800"/>
                  <a:pt x="1015222" y="579757"/>
                  <a:pt x="994678" y="579757"/>
                </a:cubicBezTo>
                <a:lnTo>
                  <a:pt x="516080" y="57975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70">
            <a:extLst xmlns:a="http://schemas.openxmlformats.org/drawingml/2006/main">
              <a:ext uri="{FF2B5EF4-FFF2-40B4-BE49-F238E27FC236}">
                <a16:creationId xmlns:a16="http://schemas.microsoft.com/office/drawing/2014/main" id="{CC9BB961-EE2E-4B37-8C7D-2803C458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386" y="2723138"/>
            <a:ext cx="211100" cy="126316"/>
          </a:xfrm>
          <a:custGeom xmlns:a="http://schemas.openxmlformats.org/drawingml/2006/main">
            <a:pathLst>
              <a:path w="211100" h="126316">
                <a:moveTo>
                  <a:pt x="89073" y="22831"/>
                </a:moveTo>
                <a:lnTo>
                  <a:pt x="38873" y="123871"/>
                </a:lnTo>
                <a:lnTo>
                  <a:pt x="22329" y="123871"/>
                </a:lnTo>
                <a:lnTo>
                  <a:pt x="71226" y="25263"/>
                </a:lnTo>
                <a:lnTo>
                  <a:pt x="11165" y="25263"/>
                </a:lnTo>
                <a:lnTo>
                  <a:pt x="11165" y="41725"/>
                </a:lnTo>
                <a:lnTo>
                  <a:pt x="0" y="41725"/>
                </a:lnTo>
                <a:lnTo>
                  <a:pt x="0" y="2119"/>
                </a:lnTo>
                <a:lnTo>
                  <a:pt x="89073" y="2119"/>
                </a:lnTo>
                <a:lnTo>
                  <a:pt x="89073" y="22831"/>
                </a:lnTo>
                <a:close/>
                <a:moveTo>
                  <a:pt x="160899" y="116700"/>
                </a:moveTo>
                <a:cubicBezTo>
                  <a:pt x="167419" y="116700"/>
                  <a:pt x="171887" y="113741"/>
                  <a:pt x="174305" y="107824"/>
                </a:cubicBezTo>
                <a:cubicBezTo>
                  <a:pt x="176723" y="101906"/>
                  <a:pt x="177931" y="87031"/>
                  <a:pt x="177931" y="63199"/>
                </a:cubicBezTo>
                <a:cubicBezTo>
                  <a:pt x="177931" y="39530"/>
                  <a:pt x="176723" y="24683"/>
                  <a:pt x="174305" y="18657"/>
                </a:cubicBezTo>
                <a:cubicBezTo>
                  <a:pt x="171887" y="12630"/>
                  <a:pt x="167419" y="9616"/>
                  <a:pt x="160899" y="9616"/>
                </a:cubicBezTo>
                <a:cubicBezTo>
                  <a:pt x="154380" y="9616"/>
                  <a:pt x="149911" y="12576"/>
                  <a:pt x="147493" y="18494"/>
                </a:cubicBezTo>
                <a:cubicBezTo>
                  <a:pt x="145076" y="24411"/>
                  <a:pt x="143867" y="39312"/>
                  <a:pt x="143867" y="63199"/>
                </a:cubicBezTo>
                <a:cubicBezTo>
                  <a:pt x="143867" y="87031"/>
                  <a:pt x="145076" y="101906"/>
                  <a:pt x="147493" y="107824"/>
                </a:cubicBezTo>
                <a:cubicBezTo>
                  <a:pt x="149911" y="113741"/>
                  <a:pt x="154380" y="116700"/>
                  <a:pt x="160899" y="116700"/>
                </a:cubicBezTo>
                <a:moveTo>
                  <a:pt x="160899" y="126316"/>
                </a:moveTo>
                <a:cubicBezTo>
                  <a:pt x="144655" y="126316"/>
                  <a:pt x="132213" y="120893"/>
                  <a:pt x="123575" y="110048"/>
                </a:cubicBezTo>
                <a:cubicBezTo>
                  <a:pt x="114937" y="99202"/>
                  <a:pt x="110617" y="83586"/>
                  <a:pt x="110617" y="63199"/>
                </a:cubicBezTo>
                <a:cubicBezTo>
                  <a:pt x="110617" y="42812"/>
                  <a:pt x="114937" y="27182"/>
                  <a:pt x="123575" y="16309"/>
                </a:cubicBezTo>
                <a:cubicBezTo>
                  <a:pt x="132213" y="5436"/>
                  <a:pt x="144655" y="0"/>
                  <a:pt x="160899" y="0"/>
                </a:cubicBezTo>
                <a:cubicBezTo>
                  <a:pt x="177089" y="0"/>
                  <a:pt x="189504" y="5436"/>
                  <a:pt x="198142" y="16309"/>
                </a:cubicBezTo>
                <a:cubicBezTo>
                  <a:pt x="206780" y="27182"/>
                  <a:pt x="211100" y="42812"/>
                  <a:pt x="211100" y="63199"/>
                </a:cubicBezTo>
                <a:cubicBezTo>
                  <a:pt x="211100" y="83586"/>
                  <a:pt x="206780" y="99202"/>
                  <a:pt x="198142" y="110048"/>
                </a:cubicBezTo>
                <a:cubicBezTo>
                  <a:pt x="189504" y="120893"/>
                  <a:pt x="177089" y="126316"/>
                  <a:pt x="160899" y="1263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CVEExternal">
            <a:extLst xmlns:a="http://schemas.openxmlformats.org/drawingml/2006/main">
              <a:ext uri="{FF2B5EF4-FFF2-40B4-BE49-F238E27FC236}">
                <a16:creationId xmlns:a16="http://schemas.microsoft.com/office/drawing/2014/main" id="{AF503564-743B-4417-BB5A-C502D893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480" y="2915643"/>
            <a:ext cx="920191" cy="105386"/>
          </a:xfrm>
          <a:custGeom xmlns:a="http://schemas.openxmlformats.org/drawingml/2006/main">
            <a:pathLst>
              <a:path w="920191" h="105386">
                <a:moveTo>
                  <a:pt x="88309" y="77212"/>
                </a:moveTo>
                <a:cubicBezTo>
                  <a:pt x="85385" y="86471"/>
                  <a:pt x="80479" y="93481"/>
                  <a:pt x="73591" y="98243"/>
                </a:cubicBezTo>
                <a:cubicBezTo>
                  <a:pt x="66703" y="103005"/>
                  <a:pt x="57987" y="105386"/>
                  <a:pt x="47444" y="105386"/>
                </a:cubicBezTo>
                <a:cubicBezTo>
                  <a:pt x="40976" y="105386"/>
                  <a:pt x="34974" y="104278"/>
                  <a:pt x="29436" y="102062"/>
                </a:cubicBezTo>
                <a:cubicBezTo>
                  <a:pt x="23899" y="99845"/>
                  <a:pt x="18982" y="96587"/>
                  <a:pt x="14685" y="92288"/>
                </a:cubicBezTo>
                <a:cubicBezTo>
                  <a:pt x="9724" y="87323"/>
                  <a:pt x="6036" y="81683"/>
                  <a:pt x="3621" y="75366"/>
                </a:cubicBezTo>
                <a:cubicBezTo>
                  <a:pt x="1207" y="69050"/>
                  <a:pt x="0" y="61902"/>
                  <a:pt x="0" y="53922"/>
                </a:cubicBezTo>
                <a:cubicBezTo>
                  <a:pt x="0" y="38497"/>
                  <a:pt x="4452" y="26052"/>
                  <a:pt x="13356" y="16589"/>
                </a:cubicBezTo>
                <a:cubicBezTo>
                  <a:pt x="22260" y="7124"/>
                  <a:pt x="33999" y="2392"/>
                  <a:pt x="48573" y="2392"/>
                </a:cubicBezTo>
                <a:cubicBezTo>
                  <a:pt x="53978" y="2392"/>
                  <a:pt x="59737" y="3106"/>
                  <a:pt x="65850" y="4535"/>
                </a:cubicBezTo>
                <a:cubicBezTo>
                  <a:pt x="71963" y="5964"/>
                  <a:pt x="78541" y="8129"/>
                  <a:pt x="85585" y="11030"/>
                </a:cubicBezTo>
                <a:lnTo>
                  <a:pt x="85585" y="33888"/>
                </a:lnTo>
                <a:lnTo>
                  <a:pt x="78076" y="33888"/>
                </a:lnTo>
                <a:cubicBezTo>
                  <a:pt x="76437" y="25560"/>
                  <a:pt x="73148" y="19425"/>
                  <a:pt x="68209" y="15482"/>
                </a:cubicBezTo>
                <a:cubicBezTo>
                  <a:pt x="63269" y="11540"/>
                  <a:pt x="56348" y="9568"/>
                  <a:pt x="47444" y="9568"/>
                </a:cubicBezTo>
                <a:cubicBezTo>
                  <a:pt x="36856" y="9568"/>
                  <a:pt x="28838" y="13320"/>
                  <a:pt x="23390" y="20823"/>
                </a:cubicBezTo>
                <a:cubicBezTo>
                  <a:pt x="17941" y="28326"/>
                  <a:pt x="15217" y="39359"/>
                  <a:pt x="15217" y="53922"/>
                </a:cubicBezTo>
                <a:cubicBezTo>
                  <a:pt x="15217" y="68441"/>
                  <a:pt x="17941" y="79452"/>
                  <a:pt x="23390" y="86955"/>
                </a:cubicBezTo>
                <a:cubicBezTo>
                  <a:pt x="28838" y="94458"/>
                  <a:pt x="36856" y="98210"/>
                  <a:pt x="47444" y="98210"/>
                </a:cubicBezTo>
                <a:cubicBezTo>
                  <a:pt x="54842" y="98210"/>
                  <a:pt x="60933" y="96455"/>
                  <a:pt x="65717" y="92944"/>
                </a:cubicBezTo>
                <a:cubicBezTo>
                  <a:pt x="70501" y="89433"/>
                  <a:pt x="73956" y="84189"/>
                  <a:pt x="76083" y="77212"/>
                </a:cubicBezTo>
                <a:lnTo>
                  <a:pt x="88309" y="77212"/>
                </a:lnTo>
                <a:close/>
                <a:moveTo>
                  <a:pt x="119571" y="11296"/>
                </a:moveTo>
                <a:lnTo>
                  <a:pt x="148874" y="87445"/>
                </a:lnTo>
                <a:lnTo>
                  <a:pt x="178111" y="11296"/>
                </a:lnTo>
                <a:lnTo>
                  <a:pt x="166948" y="11296"/>
                </a:lnTo>
                <a:lnTo>
                  <a:pt x="166948" y="4120"/>
                </a:lnTo>
                <a:lnTo>
                  <a:pt x="196052" y="4120"/>
                </a:lnTo>
                <a:lnTo>
                  <a:pt x="196052" y="11296"/>
                </a:lnTo>
                <a:lnTo>
                  <a:pt x="186417" y="11296"/>
                </a:lnTo>
                <a:lnTo>
                  <a:pt x="151001" y="103393"/>
                </a:lnTo>
                <a:lnTo>
                  <a:pt x="139572" y="103393"/>
                </a:lnTo>
                <a:lnTo>
                  <a:pt x="104354" y="11296"/>
                </a:lnTo>
                <a:lnTo>
                  <a:pt x="94454" y="11296"/>
                </a:lnTo>
                <a:lnTo>
                  <a:pt x="94454" y="4120"/>
                </a:lnTo>
                <a:lnTo>
                  <a:pt x="130601" y="4120"/>
                </a:lnTo>
                <a:lnTo>
                  <a:pt x="130601" y="11296"/>
                </a:lnTo>
                <a:lnTo>
                  <a:pt x="119571" y="11296"/>
                </a:lnTo>
                <a:close/>
                <a:moveTo>
                  <a:pt x="201273" y="103393"/>
                </a:moveTo>
                <a:lnTo>
                  <a:pt x="201273" y="96349"/>
                </a:lnTo>
                <a:lnTo>
                  <a:pt x="213898" y="96349"/>
                </a:lnTo>
                <a:lnTo>
                  <a:pt x="213898" y="11296"/>
                </a:lnTo>
                <a:lnTo>
                  <a:pt x="201273" y="11296"/>
                </a:lnTo>
                <a:lnTo>
                  <a:pt x="201273" y="4120"/>
                </a:lnTo>
                <a:lnTo>
                  <a:pt x="281143" y="4120"/>
                </a:lnTo>
                <a:lnTo>
                  <a:pt x="281143" y="26313"/>
                </a:lnTo>
                <a:lnTo>
                  <a:pt x="272970" y="26313"/>
                </a:lnTo>
                <a:lnTo>
                  <a:pt x="272970" y="12359"/>
                </a:lnTo>
                <a:lnTo>
                  <a:pt x="227387" y="12359"/>
                </a:lnTo>
                <a:lnTo>
                  <a:pt x="227387" y="45583"/>
                </a:lnTo>
                <a:lnTo>
                  <a:pt x="259880" y="45583"/>
                </a:lnTo>
                <a:lnTo>
                  <a:pt x="259880" y="33091"/>
                </a:lnTo>
                <a:lnTo>
                  <a:pt x="268053" y="33091"/>
                </a:lnTo>
                <a:lnTo>
                  <a:pt x="268053" y="66182"/>
                </a:lnTo>
                <a:lnTo>
                  <a:pt x="259880" y="66182"/>
                </a:lnTo>
                <a:lnTo>
                  <a:pt x="259880" y="53690"/>
                </a:lnTo>
                <a:lnTo>
                  <a:pt x="227387" y="53690"/>
                </a:lnTo>
                <a:lnTo>
                  <a:pt x="227387" y="95153"/>
                </a:lnTo>
                <a:lnTo>
                  <a:pt x="274033" y="95153"/>
                </a:lnTo>
                <a:lnTo>
                  <a:pt x="274033" y="81199"/>
                </a:lnTo>
                <a:lnTo>
                  <a:pt x="282206" y="81199"/>
                </a:lnTo>
                <a:lnTo>
                  <a:pt x="282206" y="103393"/>
                </a:lnTo>
                <a:lnTo>
                  <a:pt x="201273" y="103393"/>
                </a:lnTo>
                <a:close/>
                <a:moveTo>
                  <a:pt x="344298" y="103393"/>
                </a:moveTo>
                <a:lnTo>
                  <a:pt x="344298" y="96349"/>
                </a:lnTo>
                <a:lnTo>
                  <a:pt x="356924" y="96349"/>
                </a:lnTo>
                <a:lnTo>
                  <a:pt x="356924" y="11296"/>
                </a:lnTo>
                <a:lnTo>
                  <a:pt x="344298" y="11296"/>
                </a:lnTo>
                <a:lnTo>
                  <a:pt x="344298" y="4120"/>
                </a:lnTo>
                <a:lnTo>
                  <a:pt x="424169" y="4120"/>
                </a:lnTo>
                <a:lnTo>
                  <a:pt x="424169" y="26313"/>
                </a:lnTo>
                <a:lnTo>
                  <a:pt x="415996" y="26313"/>
                </a:lnTo>
                <a:lnTo>
                  <a:pt x="415996" y="12359"/>
                </a:lnTo>
                <a:lnTo>
                  <a:pt x="370412" y="12359"/>
                </a:lnTo>
                <a:lnTo>
                  <a:pt x="370412" y="45583"/>
                </a:lnTo>
                <a:lnTo>
                  <a:pt x="402905" y="45583"/>
                </a:lnTo>
                <a:lnTo>
                  <a:pt x="402905" y="33091"/>
                </a:lnTo>
                <a:lnTo>
                  <a:pt x="411078" y="33091"/>
                </a:lnTo>
                <a:lnTo>
                  <a:pt x="411078" y="66182"/>
                </a:lnTo>
                <a:lnTo>
                  <a:pt x="402905" y="66182"/>
                </a:lnTo>
                <a:lnTo>
                  <a:pt x="402905" y="53690"/>
                </a:lnTo>
                <a:lnTo>
                  <a:pt x="370412" y="53690"/>
                </a:lnTo>
                <a:lnTo>
                  <a:pt x="370412" y="95153"/>
                </a:lnTo>
                <a:lnTo>
                  <a:pt x="417059" y="95153"/>
                </a:lnTo>
                <a:lnTo>
                  <a:pt x="417059" y="81199"/>
                </a:lnTo>
                <a:lnTo>
                  <a:pt x="425232" y="81199"/>
                </a:lnTo>
                <a:lnTo>
                  <a:pt x="425232" y="103393"/>
                </a:lnTo>
                <a:lnTo>
                  <a:pt x="344298" y="103393"/>
                </a:lnTo>
                <a:close/>
                <a:moveTo>
                  <a:pt x="476006" y="60268"/>
                </a:moveTo>
                <a:lnTo>
                  <a:pt x="490824" y="39869"/>
                </a:lnTo>
                <a:lnTo>
                  <a:pt x="481322" y="39869"/>
                </a:lnTo>
                <a:lnTo>
                  <a:pt x="481322" y="32692"/>
                </a:lnTo>
                <a:lnTo>
                  <a:pt x="508499" y="32692"/>
                </a:lnTo>
                <a:lnTo>
                  <a:pt x="508499" y="39869"/>
                </a:lnTo>
                <a:lnTo>
                  <a:pt x="499130" y="39869"/>
                </a:lnTo>
                <a:lnTo>
                  <a:pt x="480193" y="65983"/>
                </a:lnTo>
                <a:lnTo>
                  <a:pt x="502253" y="96349"/>
                </a:lnTo>
                <a:lnTo>
                  <a:pt x="511489" y="96349"/>
                </a:lnTo>
                <a:lnTo>
                  <a:pt x="511489" y="103393"/>
                </a:lnTo>
                <a:lnTo>
                  <a:pt x="478864" y="103393"/>
                </a:lnTo>
                <a:lnTo>
                  <a:pt x="478864" y="96349"/>
                </a:lnTo>
                <a:lnTo>
                  <a:pt x="487834" y="96349"/>
                </a:lnTo>
                <a:lnTo>
                  <a:pt x="472485" y="75219"/>
                </a:lnTo>
                <a:lnTo>
                  <a:pt x="457069" y="96349"/>
                </a:lnTo>
                <a:lnTo>
                  <a:pt x="466238" y="96349"/>
                </a:lnTo>
                <a:lnTo>
                  <a:pt x="466238" y="103393"/>
                </a:lnTo>
                <a:lnTo>
                  <a:pt x="439394" y="103393"/>
                </a:lnTo>
                <a:lnTo>
                  <a:pt x="439394" y="96349"/>
                </a:lnTo>
                <a:lnTo>
                  <a:pt x="448763" y="96349"/>
                </a:lnTo>
                <a:lnTo>
                  <a:pt x="468232" y="69504"/>
                </a:lnTo>
                <a:lnTo>
                  <a:pt x="446769" y="39869"/>
                </a:lnTo>
                <a:lnTo>
                  <a:pt x="438065" y="39869"/>
                </a:lnTo>
                <a:lnTo>
                  <a:pt x="438065" y="32692"/>
                </a:lnTo>
                <a:lnTo>
                  <a:pt x="469627" y="32692"/>
                </a:lnTo>
                <a:lnTo>
                  <a:pt x="469627" y="39869"/>
                </a:lnTo>
                <a:lnTo>
                  <a:pt x="461188" y="39869"/>
                </a:lnTo>
                <a:lnTo>
                  <a:pt x="476006" y="60268"/>
                </a:lnTo>
                <a:close/>
                <a:moveTo>
                  <a:pt x="527296" y="39869"/>
                </a:moveTo>
                <a:lnTo>
                  <a:pt x="516532" y="39869"/>
                </a:lnTo>
                <a:lnTo>
                  <a:pt x="516532" y="32692"/>
                </a:lnTo>
                <a:lnTo>
                  <a:pt x="527296" y="32692"/>
                </a:lnTo>
                <a:lnTo>
                  <a:pt x="527296" y="10765"/>
                </a:lnTo>
                <a:lnTo>
                  <a:pt x="539589" y="10765"/>
                </a:lnTo>
                <a:lnTo>
                  <a:pt x="539589" y="32692"/>
                </a:lnTo>
                <a:lnTo>
                  <a:pt x="562580" y="32692"/>
                </a:lnTo>
                <a:lnTo>
                  <a:pt x="562580" y="39869"/>
                </a:lnTo>
                <a:lnTo>
                  <a:pt x="539589" y="39869"/>
                </a:lnTo>
                <a:lnTo>
                  <a:pt x="539589" y="84721"/>
                </a:lnTo>
                <a:cubicBezTo>
                  <a:pt x="539589" y="90701"/>
                  <a:pt x="540165" y="94533"/>
                  <a:pt x="541317" y="96216"/>
                </a:cubicBezTo>
                <a:cubicBezTo>
                  <a:pt x="542468" y="97900"/>
                  <a:pt x="544595" y="98741"/>
                  <a:pt x="547696" y="98741"/>
                </a:cubicBezTo>
                <a:cubicBezTo>
                  <a:pt x="550885" y="98741"/>
                  <a:pt x="553211" y="97800"/>
                  <a:pt x="554673" y="95917"/>
                </a:cubicBezTo>
                <a:cubicBezTo>
                  <a:pt x="556135" y="94035"/>
                  <a:pt x="556910" y="90989"/>
                  <a:pt x="556998" y="86781"/>
                </a:cubicBezTo>
                <a:lnTo>
                  <a:pt x="566235" y="86781"/>
                </a:lnTo>
                <a:cubicBezTo>
                  <a:pt x="565880" y="93228"/>
                  <a:pt x="564130" y="97941"/>
                  <a:pt x="560985" y="100920"/>
                </a:cubicBezTo>
                <a:cubicBezTo>
                  <a:pt x="557840" y="103897"/>
                  <a:pt x="553056" y="105386"/>
                  <a:pt x="546633" y="105386"/>
                </a:cubicBezTo>
                <a:cubicBezTo>
                  <a:pt x="539589" y="105386"/>
                  <a:pt x="534605" y="103820"/>
                  <a:pt x="531682" y="100687"/>
                </a:cubicBezTo>
                <a:cubicBezTo>
                  <a:pt x="528758" y="97553"/>
                  <a:pt x="527296" y="92231"/>
                  <a:pt x="527296" y="84721"/>
                </a:cubicBezTo>
                <a:lnTo>
                  <a:pt x="527296" y="39869"/>
                </a:lnTo>
                <a:close/>
                <a:moveTo>
                  <a:pt x="640803" y="69371"/>
                </a:moveTo>
                <a:lnTo>
                  <a:pt x="588109" y="69371"/>
                </a:lnTo>
                <a:lnTo>
                  <a:pt x="588109" y="69903"/>
                </a:lnTo>
                <a:cubicBezTo>
                  <a:pt x="588109" y="79427"/>
                  <a:pt x="589904" y="86615"/>
                  <a:pt x="593492" y="91465"/>
                </a:cubicBezTo>
                <a:cubicBezTo>
                  <a:pt x="597080" y="96316"/>
                  <a:pt x="602374" y="98741"/>
                  <a:pt x="609373" y="98741"/>
                </a:cubicBezTo>
                <a:cubicBezTo>
                  <a:pt x="614733" y="98741"/>
                  <a:pt x="619129" y="97335"/>
                  <a:pt x="622563" y="94522"/>
                </a:cubicBezTo>
                <a:cubicBezTo>
                  <a:pt x="625996" y="91709"/>
                  <a:pt x="628399" y="87534"/>
                  <a:pt x="629772" y="81997"/>
                </a:cubicBezTo>
                <a:lnTo>
                  <a:pt x="639606" y="81997"/>
                </a:lnTo>
                <a:cubicBezTo>
                  <a:pt x="637657" y="89771"/>
                  <a:pt x="634058" y="95613"/>
                  <a:pt x="628809" y="99522"/>
                </a:cubicBezTo>
                <a:cubicBezTo>
                  <a:pt x="623559" y="103432"/>
                  <a:pt x="616660" y="105386"/>
                  <a:pt x="608110" y="105386"/>
                </a:cubicBezTo>
                <a:cubicBezTo>
                  <a:pt x="597789" y="105386"/>
                  <a:pt x="589494" y="101984"/>
                  <a:pt x="583226" y="95178"/>
                </a:cubicBezTo>
                <a:cubicBezTo>
                  <a:pt x="576957" y="88371"/>
                  <a:pt x="573823" y="79337"/>
                  <a:pt x="573823" y="68076"/>
                </a:cubicBezTo>
                <a:cubicBezTo>
                  <a:pt x="573823" y="56903"/>
                  <a:pt x="576902" y="47903"/>
                  <a:pt x="583059" y="41075"/>
                </a:cubicBezTo>
                <a:cubicBezTo>
                  <a:pt x="589217" y="34246"/>
                  <a:pt x="597301" y="30832"/>
                  <a:pt x="607313" y="30832"/>
                </a:cubicBezTo>
                <a:cubicBezTo>
                  <a:pt x="617989" y="30832"/>
                  <a:pt x="626184" y="34121"/>
                  <a:pt x="631899" y="40699"/>
                </a:cubicBezTo>
                <a:cubicBezTo>
                  <a:pt x="637613" y="47278"/>
                  <a:pt x="640581" y="56835"/>
                  <a:pt x="640803" y="69371"/>
                </a:cubicBezTo>
                <a:moveTo>
                  <a:pt x="626383" y="62328"/>
                </a:moveTo>
                <a:cubicBezTo>
                  <a:pt x="626118" y="54111"/>
                  <a:pt x="624379" y="47914"/>
                  <a:pt x="621167" y="43739"/>
                </a:cubicBezTo>
                <a:cubicBezTo>
                  <a:pt x="617956" y="39564"/>
                  <a:pt x="613337" y="37477"/>
                  <a:pt x="607313" y="37477"/>
                </a:cubicBezTo>
                <a:cubicBezTo>
                  <a:pt x="601687" y="37477"/>
                  <a:pt x="597257" y="39575"/>
                  <a:pt x="594023" y="43772"/>
                </a:cubicBezTo>
                <a:cubicBezTo>
                  <a:pt x="590789" y="47970"/>
                  <a:pt x="588818" y="54155"/>
                  <a:pt x="588109" y="62328"/>
                </a:cubicBezTo>
                <a:lnTo>
                  <a:pt x="626383" y="62328"/>
                </a:lnTo>
                <a:close/>
                <a:moveTo>
                  <a:pt x="711979" y="32692"/>
                </a:moveTo>
                <a:lnTo>
                  <a:pt x="711979" y="50367"/>
                </a:lnTo>
                <a:lnTo>
                  <a:pt x="704936" y="50367"/>
                </a:lnTo>
                <a:cubicBezTo>
                  <a:pt x="704714" y="46846"/>
                  <a:pt x="703740" y="44215"/>
                  <a:pt x="702012" y="42477"/>
                </a:cubicBezTo>
                <a:cubicBezTo>
                  <a:pt x="700284" y="40738"/>
                  <a:pt x="697759" y="39869"/>
                  <a:pt x="694437" y="39869"/>
                </a:cubicBezTo>
                <a:cubicBezTo>
                  <a:pt x="688412" y="39869"/>
                  <a:pt x="683794" y="41955"/>
                  <a:pt x="680583" y="46127"/>
                </a:cubicBezTo>
                <a:cubicBezTo>
                  <a:pt x="677371" y="50298"/>
                  <a:pt x="675765" y="56290"/>
                  <a:pt x="675765" y="64101"/>
                </a:cubicBezTo>
                <a:lnTo>
                  <a:pt x="675765" y="96349"/>
                </a:lnTo>
                <a:lnTo>
                  <a:pt x="689919" y="96349"/>
                </a:lnTo>
                <a:lnTo>
                  <a:pt x="689919" y="103393"/>
                </a:lnTo>
                <a:lnTo>
                  <a:pt x="652509" y="103393"/>
                </a:lnTo>
                <a:lnTo>
                  <a:pt x="652509" y="96349"/>
                </a:lnTo>
                <a:lnTo>
                  <a:pt x="663539" y="96349"/>
                </a:lnTo>
                <a:lnTo>
                  <a:pt x="663539" y="39736"/>
                </a:lnTo>
                <a:lnTo>
                  <a:pt x="651844" y="39736"/>
                </a:lnTo>
                <a:lnTo>
                  <a:pt x="651844" y="32692"/>
                </a:lnTo>
                <a:lnTo>
                  <a:pt x="675765" y="32692"/>
                </a:lnTo>
                <a:lnTo>
                  <a:pt x="675765" y="45353"/>
                </a:lnTo>
                <a:cubicBezTo>
                  <a:pt x="678157" y="40423"/>
                  <a:pt x="681236" y="36771"/>
                  <a:pt x="685001" y="34395"/>
                </a:cubicBezTo>
                <a:cubicBezTo>
                  <a:pt x="688767" y="32020"/>
                  <a:pt x="693352" y="30832"/>
                  <a:pt x="698756" y="30832"/>
                </a:cubicBezTo>
                <a:cubicBezTo>
                  <a:pt x="700750" y="30832"/>
                  <a:pt x="702843" y="30993"/>
                  <a:pt x="705035" y="31316"/>
                </a:cubicBezTo>
                <a:cubicBezTo>
                  <a:pt x="707228" y="31637"/>
                  <a:pt x="709543" y="32096"/>
                  <a:pt x="711979" y="32692"/>
                </a:cubicBezTo>
                <a:close/>
                <a:moveTo>
                  <a:pt x="717694" y="103393"/>
                </a:moveTo>
                <a:lnTo>
                  <a:pt x="717694" y="96349"/>
                </a:lnTo>
                <a:lnTo>
                  <a:pt x="728724" y="96349"/>
                </a:lnTo>
                <a:lnTo>
                  <a:pt x="728724" y="39869"/>
                </a:lnTo>
                <a:lnTo>
                  <a:pt x="717029" y="39869"/>
                </a:lnTo>
                <a:lnTo>
                  <a:pt x="717029" y="32692"/>
                </a:lnTo>
                <a:lnTo>
                  <a:pt x="740951" y="32692"/>
                </a:lnTo>
                <a:lnTo>
                  <a:pt x="740951" y="45317"/>
                </a:lnTo>
                <a:cubicBezTo>
                  <a:pt x="743210" y="40533"/>
                  <a:pt x="746145" y="36923"/>
                  <a:pt x="749755" y="34486"/>
                </a:cubicBezTo>
                <a:cubicBezTo>
                  <a:pt x="753365" y="32050"/>
                  <a:pt x="757562" y="30832"/>
                  <a:pt x="762347" y="30832"/>
                </a:cubicBezTo>
                <a:cubicBezTo>
                  <a:pt x="770143" y="30832"/>
                  <a:pt x="775880" y="33069"/>
                  <a:pt x="779557" y="37543"/>
                </a:cubicBezTo>
                <a:cubicBezTo>
                  <a:pt x="783233" y="42017"/>
                  <a:pt x="785072" y="48994"/>
                  <a:pt x="785072" y="58474"/>
                </a:cubicBezTo>
                <a:lnTo>
                  <a:pt x="785072" y="96349"/>
                </a:lnTo>
                <a:lnTo>
                  <a:pt x="795969" y="96349"/>
                </a:lnTo>
                <a:lnTo>
                  <a:pt x="795969" y="103393"/>
                </a:lnTo>
                <a:lnTo>
                  <a:pt x="762214" y="103393"/>
                </a:lnTo>
                <a:lnTo>
                  <a:pt x="762214" y="96349"/>
                </a:lnTo>
                <a:lnTo>
                  <a:pt x="772779" y="96349"/>
                </a:lnTo>
                <a:lnTo>
                  <a:pt x="772779" y="62328"/>
                </a:lnTo>
                <a:cubicBezTo>
                  <a:pt x="772779" y="53690"/>
                  <a:pt x="771716" y="47765"/>
                  <a:pt x="769590" y="44553"/>
                </a:cubicBezTo>
                <a:cubicBezTo>
                  <a:pt x="767463" y="41342"/>
                  <a:pt x="763720" y="39736"/>
                  <a:pt x="758360" y="39736"/>
                </a:cubicBezTo>
                <a:cubicBezTo>
                  <a:pt x="752690" y="39736"/>
                  <a:pt x="748371" y="41807"/>
                  <a:pt x="745403" y="45949"/>
                </a:cubicBezTo>
                <a:cubicBezTo>
                  <a:pt x="742435" y="50091"/>
                  <a:pt x="740951" y="56126"/>
                  <a:pt x="740951" y="64056"/>
                </a:cubicBezTo>
                <a:lnTo>
                  <a:pt x="740951" y="96349"/>
                </a:lnTo>
                <a:lnTo>
                  <a:pt x="751582" y="96349"/>
                </a:lnTo>
                <a:lnTo>
                  <a:pt x="751582" y="103393"/>
                </a:lnTo>
                <a:lnTo>
                  <a:pt x="717694" y="103393"/>
                </a:lnTo>
                <a:close/>
                <a:moveTo>
                  <a:pt x="853361" y="81232"/>
                </a:moveTo>
                <a:lnTo>
                  <a:pt x="853361" y="66315"/>
                </a:lnTo>
                <a:lnTo>
                  <a:pt x="837613" y="66315"/>
                </a:lnTo>
                <a:cubicBezTo>
                  <a:pt x="831544" y="66315"/>
                  <a:pt x="827025" y="67619"/>
                  <a:pt x="824057" y="70227"/>
                </a:cubicBezTo>
                <a:cubicBezTo>
                  <a:pt x="821089" y="72835"/>
                  <a:pt x="819605" y="76836"/>
                  <a:pt x="819605" y="82229"/>
                </a:cubicBezTo>
                <a:cubicBezTo>
                  <a:pt x="819605" y="87137"/>
                  <a:pt x="821112" y="91027"/>
                  <a:pt x="824124" y="93901"/>
                </a:cubicBezTo>
                <a:cubicBezTo>
                  <a:pt x="827136" y="96774"/>
                  <a:pt x="831212" y="98210"/>
                  <a:pt x="836350" y="98210"/>
                </a:cubicBezTo>
                <a:cubicBezTo>
                  <a:pt x="841445" y="98210"/>
                  <a:pt x="845553" y="96641"/>
                  <a:pt x="848676" y="93502"/>
                </a:cubicBezTo>
                <a:cubicBezTo>
                  <a:pt x="851799" y="90363"/>
                  <a:pt x="853361" y="86273"/>
                  <a:pt x="853361" y="81232"/>
                </a:cubicBezTo>
                <a:moveTo>
                  <a:pt x="865587" y="59274"/>
                </a:moveTo>
                <a:lnTo>
                  <a:pt x="865587" y="96349"/>
                </a:lnTo>
                <a:lnTo>
                  <a:pt x="876485" y="96349"/>
                </a:lnTo>
                <a:lnTo>
                  <a:pt x="876485" y="103393"/>
                </a:lnTo>
                <a:lnTo>
                  <a:pt x="853361" y="103393"/>
                </a:lnTo>
                <a:lnTo>
                  <a:pt x="853361" y="95753"/>
                </a:lnTo>
                <a:cubicBezTo>
                  <a:pt x="850659" y="99054"/>
                  <a:pt x="847536" y="101484"/>
                  <a:pt x="843992" y="103046"/>
                </a:cubicBezTo>
                <a:cubicBezTo>
                  <a:pt x="840448" y="104606"/>
                  <a:pt x="836306" y="105386"/>
                  <a:pt x="831566" y="105386"/>
                </a:cubicBezTo>
                <a:cubicBezTo>
                  <a:pt x="823725" y="105386"/>
                  <a:pt x="817501" y="103301"/>
                  <a:pt x="812894" y="99132"/>
                </a:cubicBezTo>
                <a:cubicBezTo>
                  <a:pt x="808287" y="94961"/>
                  <a:pt x="805984" y="89327"/>
                  <a:pt x="805984" y="82229"/>
                </a:cubicBezTo>
                <a:cubicBezTo>
                  <a:pt x="805984" y="74909"/>
                  <a:pt x="808619" y="69230"/>
                  <a:pt x="813891" y="65194"/>
                </a:cubicBezTo>
                <a:cubicBezTo>
                  <a:pt x="819162" y="61157"/>
                  <a:pt x="826605" y="59139"/>
                  <a:pt x="836217" y="59139"/>
                </a:cubicBezTo>
                <a:lnTo>
                  <a:pt x="853361" y="59139"/>
                </a:lnTo>
                <a:lnTo>
                  <a:pt x="853361" y="54325"/>
                </a:lnTo>
                <a:cubicBezTo>
                  <a:pt x="853361" y="48975"/>
                  <a:pt x="851733" y="44829"/>
                  <a:pt x="848477" y="41889"/>
                </a:cubicBezTo>
                <a:cubicBezTo>
                  <a:pt x="845221" y="38947"/>
                  <a:pt x="840647" y="37477"/>
                  <a:pt x="834755" y="37477"/>
                </a:cubicBezTo>
                <a:cubicBezTo>
                  <a:pt x="829883" y="37477"/>
                  <a:pt x="826007" y="38584"/>
                  <a:pt x="823127" y="40799"/>
                </a:cubicBezTo>
                <a:cubicBezTo>
                  <a:pt x="820248" y="43014"/>
                  <a:pt x="818454" y="46292"/>
                  <a:pt x="817745" y="50633"/>
                </a:cubicBezTo>
                <a:lnTo>
                  <a:pt x="811432" y="50633"/>
                </a:lnTo>
                <a:lnTo>
                  <a:pt x="811432" y="36280"/>
                </a:lnTo>
                <a:cubicBezTo>
                  <a:pt x="815685" y="34464"/>
                  <a:pt x="819816" y="33102"/>
                  <a:pt x="823825" y="32194"/>
                </a:cubicBezTo>
                <a:cubicBezTo>
                  <a:pt x="827834" y="31286"/>
                  <a:pt x="831743" y="30832"/>
                  <a:pt x="835553" y="30832"/>
                </a:cubicBezTo>
                <a:cubicBezTo>
                  <a:pt x="845343" y="30832"/>
                  <a:pt x="852796" y="33258"/>
                  <a:pt x="857913" y="38110"/>
                </a:cubicBezTo>
                <a:cubicBezTo>
                  <a:pt x="863029" y="42961"/>
                  <a:pt x="865587" y="50015"/>
                  <a:pt x="865587" y="59274"/>
                </a:cubicBezTo>
                <a:close/>
                <a:moveTo>
                  <a:pt x="908629" y="96349"/>
                </a:moveTo>
                <a:lnTo>
                  <a:pt x="920191" y="96349"/>
                </a:lnTo>
                <a:lnTo>
                  <a:pt x="920191" y="103393"/>
                </a:lnTo>
                <a:lnTo>
                  <a:pt x="884642" y="103393"/>
                </a:lnTo>
                <a:lnTo>
                  <a:pt x="884642" y="96349"/>
                </a:lnTo>
                <a:lnTo>
                  <a:pt x="896403" y="96349"/>
                </a:lnTo>
                <a:lnTo>
                  <a:pt x="896403" y="7043"/>
                </a:lnTo>
                <a:lnTo>
                  <a:pt x="884642" y="7043"/>
                </a:lnTo>
                <a:lnTo>
                  <a:pt x="884642" y="0"/>
                </a:lnTo>
                <a:lnTo>
                  <a:pt x="908629" y="0"/>
                </a:lnTo>
                <a:lnTo>
                  <a:pt x="908629" y="963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OnlySource">
            <a:extLst xmlns:a="http://schemas.openxmlformats.org/drawingml/2006/main">
              <a:ext uri="{FF2B5EF4-FFF2-40B4-BE49-F238E27FC236}">
                <a16:creationId xmlns:a16="http://schemas.microsoft.com/office/drawing/2014/main" id="{8D41BAE0-27F6-4EAD-9D36-463F6F12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040" y="3078956"/>
            <a:ext cx="829552" cy="133693"/>
          </a:xfrm>
          <a:custGeom xmlns:a="http://schemas.openxmlformats.org/drawingml/2006/main">
            <a:pathLst>
              <a:path w="829552" h="133693">
                <a:moveTo>
                  <a:pt x="48175" y="98210"/>
                </a:moveTo>
                <a:cubicBezTo>
                  <a:pt x="59028" y="98210"/>
                  <a:pt x="67223" y="94480"/>
                  <a:pt x="72760" y="87022"/>
                </a:cubicBezTo>
                <a:cubicBezTo>
                  <a:pt x="78298" y="79563"/>
                  <a:pt x="81066" y="68530"/>
                  <a:pt x="81066" y="53922"/>
                </a:cubicBezTo>
                <a:cubicBezTo>
                  <a:pt x="81066" y="39271"/>
                  <a:pt x="78298" y="28215"/>
                  <a:pt x="72760" y="20757"/>
                </a:cubicBezTo>
                <a:cubicBezTo>
                  <a:pt x="67223" y="13298"/>
                  <a:pt x="59028" y="9568"/>
                  <a:pt x="48175" y="9568"/>
                </a:cubicBezTo>
                <a:cubicBezTo>
                  <a:pt x="37277" y="9568"/>
                  <a:pt x="29060" y="13298"/>
                  <a:pt x="23523" y="20757"/>
                </a:cubicBezTo>
                <a:cubicBezTo>
                  <a:pt x="17985" y="28215"/>
                  <a:pt x="15217" y="39271"/>
                  <a:pt x="15217" y="53922"/>
                </a:cubicBezTo>
                <a:cubicBezTo>
                  <a:pt x="15217" y="68530"/>
                  <a:pt x="17985" y="79563"/>
                  <a:pt x="23523" y="87022"/>
                </a:cubicBezTo>
                <a:cubicBezTo>
                  <a:pt x="29060" y="94480"/>
                  <a:pt x="37277" y="98210"/>
                  <a:pt x="48175" y="98210"/>
                </a:cubicBezTo>
                <a:moveTo>
                  <a:pt x="48175" y="105386"/>
                </a:moveTo>
                <a:cubicBezTo>
                  <a:pt x="41441" y="105386"/>
                  <a:pt x="35251" y="104278"/>
                  <a:pt x="29602" y="102062"/>
                </a:cubicBezTo>
                <a:cubicBezTo>
                  <a:pt x="23954" y="99845"/>
                  <a:pt x="18982" y="96587"/>
                  <a:pt x="14685" y="92288"/>
                </a:cubicBezTo>
                <a:cubicBezTo>
                  <a:pt x="9724" y="87323"/>
                  <a:pt x="6036" y="81694"/>
                  <a:pt x="3621" y="75400"/>
                </a:cubicBezTo>
                <a:cubicBezTo>
                  <a:pt x="1207" y="69105"/>
                  <a:pt x="0" y="61946"/>
                  <a:pt x="0" y="53922"/>
                </a:cubicBezTo>
                <a:cubicBezTo>
                  <a:pt x="0" y="45899"/>
                  <a:pt x="1207" y="38729"/>
                  <a:pt x="3621" y="32412"/>
                </a:cubicBezTo>
                <a:cubicBezTo>
                  <a:pt x="6036" y="26095"/>
                  <a:pt x="9724" y="20455"/>
                  <a:pt x="14685" y="15491"/>
                </a:cubicBezTo>
                <a:cubicBezTo>
                  <a:pt x="19026" y="11147"/>
                  <a:pt x="23988" y="7878"/>
                  <a:pt x="29569" y="5683"/>
                </a:cubicBezTo>
                <a:cubicBezTo>
                  <a:pt x="35151" y="3489"/>
                  <a:pt x="41353" y="2392"/>
                  <a:pt x="48175" y="2392"/>
                </a:cubicBezTo>
                <a:cubicBezTo>
                  <a:pt x="62572" y="2392"/>
                  <a:pt x="74200" y="7113"/>
                  <a:pt x="83060" y="16556"/>
                </a:cubicBezTo>
                <a:cubicBezTo>
                  <a:pt x="91919" y="25997"/>
                  <a:pt x="96349" y="38453"/>
                  <a:pt x="96349" y="53922"/>
                </a:cubicBezTo>
                <a:cubicBezTo>
                  <a:pt x="96349" y="61857"/>
                  <a:pt x="95131" y="69005"/>
                  <a:pt x="92695" y="75366"/>
                </a:cubicBezTo>
                <a:cubicBezTo>
                  <a:pt x="90258" y="81727"/>
                  <a:pt x="86559" y="87368"/>
                  <a:pt x="81598" y="92288"/>
                </a:cubicBezTo>
                <a:cubicBezTo>
                  <a:pt x="77257" y="96632"/>
                  <a:pt x="72295" y="99901"/>
                  <a:pt x="66714" y="102095"/>
                </a:cubicBezTo>
                <a:cubicBezTo>
                  <a:pt x="61132" y="104289"/>
                  <a:pt x="54952" y="105386"/>
                  <a:pt x="48175" y="105386"/>
                </a:cubicBezTo>
                <a:close/>
                <a:moveTo>
                  <a:pt x="108578" y="103393"/>
                </a:moveTo>
                <a:lnTo>
                  <a:pt x="108578" y="96349"/>
                </a:lnTo>
                <a:lnTo>
                  <a:pt x="119608" y="96349"/>
                </a:lnTo>
                <a:lnTo>
                  <a:pt x="119608" y="39869"/>
                </a:lnTo>
                <a:lnTo>
                  <a:pt x="107913" y="39869"/>
                </a:lnTo>
                <a:lnTo>
                  <a:pt x="107913" y="32692"/>
                </a:lnTo>
                <a:lnTo>
                  <a:pt x="131834" y="32692"/>
                </a:lnTo>
                <a:lnTo>
                  <a:pt x="131834" y="45317"/>
                </a:lnTo>
                <a:cubicBezTo>
                  <a:pt x="134094" y="40533"/>
                  <a:pt x="137028" y="36923"/>
                  <a:pt x="140639" y="34486"/>
                </a:cubicBezTo>
                <a:cubicBezTo>
                  <a:pt x="144249" y="32050"/>
                  <a:pt x="148446" y="30832"/>
                  <a:pt x="153231" y="30832"/>
                </a:cubicBezTo>
                <a:cubicBezTo>
                  <a:pt x="161027" y="30832"/>
                  <a:pt x="166764" y="33069"/>
                  <a:pt x="170441" y="37543"/>
                </a:cubicBezTo>
                <a:cubicBezTo>
                  <a:pt x="174117" y="42017"/>
                  <a:pt x="175956" y="48994"/>
                  <a:pt x="175956" y="58474"/>
                </a:cubicBezTo>
                <a:lnTo>
                  <a:pt x="175956" y="96349"/>
                </a:lnTo>
                <a:lnTo>
                  <a:pt x="186853" y="96349"/>
                </a:lnTo>
                <a:lnTo>
                  <a:pt x="186853" y="103393"/>
                </a:lnTo>
                <a:lnTo>
                  <a:pt x="153098" y="103393"/>
                </a:lnTo>
                <a:lnTo>
                  <a:pt x="153098" y="96349"/>
                </a:lnTo>
                <a:lnTo>
                  <a:pt x="163663" y="96349"/>
                </a:lnTo>
                <a:lnTo>
                  <a:pt x="163663" y="62328"/>
                </a:lnTo>
                <a:cubicBezTo>
                  <a:pt x="163663" y="53690"/>
                  <a:pt x="162600" y="47765"/>
                  <a:pt x="160473" y="44553"/>
                </a:cubicBezTo>
                <a:cubicBezTo>
                  <a:pt x="158347" y="41342"/>
                  <a:pt x="154604" y="39736"/>
                  <a:pt x="149244" y="39736"/>
                </a:cubicBezTo>
                <a:cubicBezTo>
                  <a:pt x="143574" y="39736"/>
                  <a:pt x="139254" y="41807"/>
                  <a:pt x="136286" y="45949"/>
                </a:cubicBezTo>
                <a:cubicBezTo>
                  <a:pt x="133318" y="50091"/>
                  <a:pt x="131834" y="56126"/>
                  <a:pt x="131834" y="64056"/>
                </a:cubicBezTo>
                <a:lnTo>
                  <a:pt x="131834" y="96349"/>
                </a:lnTo>
                <a:lnTo>
                  <a:pt x="142466" y="96349"/>
                </a:lnTo>
                <a:lnTo>
                  <a:pt x="142466" y="103393"/>
                </a:lnTo>
                <a:lnTo>
                  <a:pt x="108578" y="103393"/>
                </a:lnTo>
                <a:close/>
                <a:moveTo>
                  <a:pt x="217998" y="96349"/>
                </a:moveTo>
                <a:lnTo>
                  <a:pt x="229560" y="96349"/>
                </a:lnTo>
                <a:lnTo>
                  <a:pt x="229560" y="103393"/>
                </a:lnTo>
                <a:lnTo>
                  <a:pt x="194010" y="103393"/>
                </a:lnTo>
                <a:lnTo>
                  <a:pt x="194010" y="96349"/>
                </a:lnTo>
                <a:lnTo>
                  <a:pt x="205772" y="96349"/>
                </a:lnTo>
                <a:lnTo>
                  <a:pt x="205772" y="7043"/>
                </a:lnTo>
                <a:lnTo>
                  <a:pt x="194010" y="7043"/>
                </a:lnTo>
                <a:lnTo>
                  <a:pt x="194010" y="0"/>
                </a:lnTo>
                <a:lnTo>
                  <a:pt x="217998" y="0"/>
                </a:lnTo>
                <a:lnTo>
                  <a:pt x="217998" y="96349"/>
                </a:lnTo>
                <a:close/>
                <a:moveTo>
                  <a:pt x="262871" y="116286"/>
                </a:moveTo>
                <a:lnTo>
                  <a:pt x="267522" y="104535"/>
                </a:lnTo>
                <a:lnTo>
                  <a:pt x="241142" y="39869"/>
                </a:lnTo>
                <a:lnTo>
                  <a:pt x="233102" y="39869"/>
                </a:lnTo>
                <a:lnTo>
                  <a:pt x="233102" y="32692"/>
                </a:lnTo>
                <a:lnTo>
                  <a:pt x="265595" y="32692"/>
                </a:lnTo>
                <a:lnTo>
                  <a:pt x="265595" y="39869"/>
                </a:lnTo>
                <a:lnTo>
                  <a:pt x="254299" y="39869"/>
                </a:lnTo>
                <a:lnTo>
                  <a:pt x="274167" y="88442"/>
                </a:lnTo>
                <a:lnTo>
                  <a:pt x="294035" y="39869"/>
                </a:lnTo>
                <a:lnTo>
                  <a:pt x="283470" y="39869"/>
                </a:lnTo>
                <a:lnTo>
                  <a:pt x="283470" y="32692"/>
                </a:lnTo>
                <a:lnTo>
                  <a:pt x="309982" y="32692"/>
                </a:lnTo>
                <a:lnTo>
                  <a:pt x="309982" y="39869"/>
                </a:lnTo>
                <a:lnTo>
                  <a:pt x="302075" y="39869"/>
                </a:lnTo>
                <a:lnTo>
                  <a:pt x="269715" y="119284"/>
                </a:lnTo>
                <a:cubicBezTo>
                  <a:pt x="267500" y="124824"/>
                  <a:pt x="265041" y="128610"/>
                  <a:pt x="262339" y="130643"/>
                </a:cubicBezTo>
                <a:cubicBezTo>
                  <a:pt x="259637" y="132676"/>
                  <a:pt x="255827" y="133693"/>
                  <a:pt x="250910" y="133693"/>
                </a:cubicBezTo>
                <a:cubicBezTo>
                  <a:pt x="248828" y="133693"/>
                  <a:pt x="246691" y="133510"/>
                  <a:pt x="244498" y="133143"/>
                </a:cubicBezTo>
                <a:cubicBezTo>
                  <a:pt x="242305" y="132777"/>
                  <a:pt x="240101" y="132252"/>
                  <a:pt x="237886" y="131567"/>
                </a:cubicBezTo>
                <a:lnTo>
                  <a:pt x="237886" y="118011"/>
                </a:lnTo>
                <a:lnTo>
                  <a:pt x="244133" y="118011"/>
                </a:lnTo>
                <a:cubicBezTo>
                  <a:pt x="244398" y="121047"/>
                  <a:pt x="245163" y="123223"/>
                  <a:pt x="246425" y="124540"/>
                </a:cubicBezTo>
                <a:cubicBezTo>
                  <a:pt x="247688" y="125858"/>
                  <a:pt x="249648" y="126517"/>
                  <a:pt x="252306" y="126517"/>
                </a:cubicBezTo>
                <a:cubicBezTo>
                  <a:pt x="254742" y="126517"/>
                  <a:pt x="256702" y="125837"/>
                  <a:pt x="258186" y="124477"/>
                </a:cubicBezTo>
                <a:cubicBezTo>
                  <a:pt x="259670" y="123118"/>
                  <a:pt x="261232" y="120387"/>
                  <a:pt x="262871" y="116286"/>
                </a:cubicBezTo>
                <a:close/>
                <a:moveTo>
                  <a:pt x="365744" y="98609"/>
                </a:moveTo>
                <a:lnTo>
                  <a:pt x="365744" y="76016"/>
                </a:lnTo>
                <a:lnTo>
                  <a:pt x="373386" y="76083"/>
                </a:lnTo>
                <a:cubicBezTo>
                  <a:pt x="373607" y="83613"/>
                  <a:pt x="375789" y="89184"/>
                  <a:pt x="379931" y="92794"/>
                </a:cubicBezTo>
                <a:cubicBezTo>
                  <a:pt x="384073" y="96405"/>
                  <a:pt x="390374" y="98210"/>
                  <a:pt x="398835" y="98210"/>
                </a:cubicBezTo>
                <a:cubicBezTo>
                  <a:pt x="406720" y="98210"/>
                  <a:pt x="412734" y="96648"/>
                  <a:pt x="416876" y="93525"/>
                </a:cubicBezTo>
                <a:cubicBezTo>
                  <a:pt x="421018" y="90402"/>
                  <a:pt x="423089" y="85851"/>
                  <a:pt x="423089" y="79870"/>
                </a:cubicBezTo>
                <a:cubicBezTo>
                  <a:pt x="423089" y="75086"/>
                  <a:pt x="421837" y="71409"/>
                  <a:pt x="419334" y="68840"/>
                </a:cubicBezTo>
                <a:cubicBezTo>
                  <a:pt x="416831" y="66271"/>
                  <a:pt x="411549" y="63768"/>
                  <a:pt x="403486" y="61331"/>
                </a:cubicBezTo>
                <a:lnTo>
                  <a:pt x="390396" y="57411"/>
                </a:lnTo>
                <a:cubicBezTo>
                  <a:pt x="380916" y="54531"/>
                  <a:pt x="374238" y="50943"/>
                  <a:pt x="370362" y="46646"/>
                </a:cubicBezTo>
                <a:cubicBezTo>
                  <a:pt x="366486" y="42349"/>
                  <a:pt x="364548" y="36458"/>
                  <a:pt x="364548" y="28971"/>
                </a:cubicBezTo>
                <a:cubicBezTo>
                  <a:pt x="364548" y="20555"/>
                  <a:pt x="367538" y="14020"/>
                  <a:pt x="373518" y="9369"/>
                </a:cubicBezTo>
                <a:cubicBezTo>
                  <a:pt x="379499" y="4718"/>
                  <a:pt x="387893" y="2392"/>
                  <a:pt x="398702" y="2392"/>
                </a:cubicBezTo>
                <a:cubicBezTo>
                  <a:pt x="403309" y="2392"/>
                  <a:pt x="408359" y="2890"/>
                  <a:pt x="413852" y="3887"/>
                </a:cubicBezTo>
                <a:cubicBezTo>
                  <a:pt x="419345" y="4884"/>
                  <a:pt x="425193" y="6335"/>
                  <a:pt x="431395" y="8240"/>
                </a:cubicBezTo>
                <a:lnTo>
                  <a:pt x="431395" y="29370"/>
                </a:lnTo>
                <a:lnTo>
                  <a:pt x="423886" y="29370"/>
                </a:lnTo>
                <a:cubicBezTo>
                  <a:pt x="423133" y="22394"/>
                  <a:pt x="420796" y="17350"/>
                  <a:pt x="416876" y="14239"/>
                </a:cubicBezTo>
                <a:cubicBezTo>
                  <a:pt x="412955" y="11125"/>
                  <a:pt x="406986" y="9568"/>
                  <a:pt x="398968" y="9568"/>
                </a:cubicBezTo>
                <a:cubicBezTo>
                  <a:pt x="391969" y="9568"/>
                  <a:pt x="386642" y="10994"/>
                  <a:pt x="382987" y="13846"/>
                </a:cubicBezTo>
                <a:cubicBezTo>
                  <a:pt x="379333" y="16698"/>
                  <a:pt x="377505" y="20843"/>
                  <a:pt x="377505" y="26282"/>
                </a:cubicBezTo>
                <a:cubicBezTo>
                  <a:pt x="377505" y="31014"/>
                  <a:pt x="378879" y="34729"/>
                  <a:pt x="381625" y="37427"/>
                </a:cubicBezTo>
                <a:cubicBezTo>
                  <a:pt x="384372" y="40123"/>
                  <a:pt x="390197" y="42798"/>
                  <a:pt x="399101" y="45450"/>
                </a:cubicBezTo>
                <a:lnTo>
                  <a:pt x="411394" y="49105"/>
                </a:lnTo>
                <a:cubicBezTo>
                  <a:pt x="420386" y="51810"/>
                  <a:pt x="426799" y="55258"/>
                  <a:pt x="430630" y="59450"/>
                </a:cubicBezTo>
                <a:cubicBezTo>
                  <a:pt x="434462" y="63640"/>
                  <a:pt x="436378" y="69261"/>
                  <a:pt x="436378" y="76313"/>
                </a:cubicBezTo>
                <a:cubicBezTo>
                  <a:pt x="436378" y="85938"/>
                  <a:pt x="433299" y="93190"/>
                  <a:pt x="427142" y="98069"/>
                </a:cubicBezTo>
                <a:cubicBezTo>
                  <a:pt x="420984" y="102947"/>
                  <a:pt x="411815" y="105386"/>
                  <a:pt x="399632" y="105386"/>
                </a:cubicBezTo>
                <a:cubicBezTo>
                  <a:pt x="394184" y="105386"/>
                  <a:pt x="388635" y="104827"/>
                  <a:pt x="382987" y="103708"/>
                </a:cubicBezTo>
                <a:cubicBezTo>
                  <a:pt x="377339" y="102590"/>
                  <a:pt x="371592" y="100890"/>
                  <a:pt x="365744" y="98609"/>
                </a:cubicBezTo>
                <a:close/>
                <a:moveTo>
                  <a:pt x="486590" y="98741"/>
                </a:moveTo>
                <a:cubicBezTo>
                  <a:pt x="493146" y="98741"/>
                  <a:pt x="498096" y="96153"/>
                  <a:pt x="501441" y="90975"/>
                </a:cubicBezTo>
                <a:cubicBezTo>
                  <a:pt x="504785" y="85798"/>
                  <a:pt x="506457" y="78165"/>
                  <a:pt x="506457" y="68076"/>
                </a:cubicBezTo>
                <a:cubicBezTo>
                  <a:pt x="506457" y="57987"/>
                  <a:pt x="504785" y="50365"/>
                  <a:pt x="501441" y="45209"/>
                </a:cubicBezTo>
                <a:cubicBezTo>
                  <a:pt x="498096" y="40054"/>
                  <a:pt x="493146" y="37477"/>
                  <a:pt x="486590" y="37477"/>
                </a:cubicBezTo>
                <a:cubicBezTo>
                  <a:pt x="480033" y="37477"/>
                  <a:pt x="475083" y="40054"/>
                  <a:pt x="471738" y="45209"/>
                </a:cubicBezTo>
                <a:cubicBezTo>
                  <a:pt x="468394" y="50365"/>
                  <a:pt x="466722" y="57987"/>
                  <a:pt x="466722" y="68076"/>
                </a:cubicBezTo>
                <a:cubicBezTo>
                  <a:pt x="466722" y="78165"/>
                  <a:pt x="468405" y="85798"/>
                  <a:pt x="471772" y="90975"/>
                </a:cubicBezTo>
                <a:cubicBezTo>
                  <a:pt x="475138" y="96153"/>
                  <a:pt x="480078" y="98741"/>
                  <a:pt x="486590" y="98741"/>
                </a:cubicBezTo>
                <a:moveTo>
                  <a:pt x="486590" y="105386"/>
                </a:moveTo>
                <a:cubicBezTo>
                  <a:pt x="476312" y="105386"/>
                  <a:pt x="468051" y="101984"/>
                  <a:pt x="461805" y="95178"/>
                </a:cubicBezTo>
                <a:cubicBezTo>
                  <a:pt x="455558" y="88371"/>
                  <a:pt x="452435" y="79337"/>
                  <a:pt x="452435" y="68076"/>
                </a:cubicBezTo>
                <a:cubicBezTo>
                  <a:pt x="452435" y="56814"/>
                  <a:pt x="455547" y="47792"/>
                  <a:pt x="461771" y="41009"/>
                </a:cubicBezTo>
                <a:cubicBezTo>
                  <a:pt x="467995" y="34224"/>
                  <a:pt x="476268" y="30832"/>
                  <a:pt x="486590" y="30832"/>
                </a:cubicBezTo>
                <a:cubicBezTo>
                  <a:pt x="496911" y="30832"/>
                  <a:pt x="505184" y="34224"/>
                  <a:pt x="511408" y="41009"/>
                </a:cubicBezTo>
                <a:cubicBezTo>
                  <a:pt x="517632" y="47792"/>
                  <a:pt x="520744" y="56814"/>
                  <a:pt x="520744" y="68076"/>
                </a:cubicBezTo>
                <a:cubicBezTo>
                  <a:pt x="520744" y="79337"/>
                  <a:pt x="517632" y="88371"/>
                  <a:pt x="511408" y="95178"/>
                </a:cubicBezTo>
                <a:cubicBezTo>
                  <a:pt x="505184" y="101984"/>
                  <a:pt x="496911" y="105386"/>
                  <a:pt x="486590" y="105386"/>
                </a:cubicBezTo>
                <a:close/>
                <a:moveTo>
                  <a:pt x="575483" y="32692"/>
                </a:moveTo>
                <a:lnTo>
                  <a:pt x="598341" y="32692"/>
                </a:lnTo>
                <a:lnTo>
                  <a:pt x="598341" y="96349"/>
                </a:lnTo>
                <a:lnTo>
                  <a:pt x="609903" y="96349"/>
                </a:lnTo>
                <a:lnTo>
                  <a:pt x="609903" y="103393"/>
                </a:lnTo>
                <a:lnTo>
                  <a:pt x="586115" y="103393"/>
                </a:lnTo>
                <a:lnTo>
                  <a:pt x="586115" y="90901"/>
                </a:lnTo>
                <a:cubicBezTo>
                  <a:pt x="583856" y="95618"/>
                  <a:pt x="580932" y="99212"/>
                  <a:pt x="577344" y="101682"/>
                </a:cubicBezTo>
                <a:cubicBezTo>
                  <a:pt x="573756" y="104151"/>
                  <a:pt x="569592" y="105386"/>
                  <a:pt x="564852" y="105386"/>
                </a:cubicBezTo>
                <a:cubicBezTo>
                  <a:pt x="557011" y="105386"/>
                  <a:pt x="551241" y="103155"/>
                  <a:pt x="547542" y="98694"/>
                </a:cubicBezTo>
                <a:cubicBezTo>
                  <a:pt x="543843" y="94231"/>
                  <a:pt x="541994" y="87225"/>
                  <a:pt x="541994" y="77677"/>
                </a:cubicBezTo>
                <a:lnTo>
                  <a:pt x="541994" y="39869"/>
                </a:lnTo>
                <a:lnTo>
                  <a:pt x="530963" y="39869"/>
                </a:lnTo>
                <a:lnTo>
                  <a:pt x="530963" y="32692"/>
                </a:lnTo>
                <a:lnTo>
                  <a:pt x="554287" y="32692"/>
                </a:lnTo>
                <a:lnTo>
                  <a:pt x="554287" y="73890"/>
                </a:lnTo>
                <a:cubicBezTo>
                  <a:pt x="554287" y="82484"/>
                  <a:pt x="555339" y="88376"/>
                  <a:pt x="557443" y="91565"/>
                </a:cubicBezTo>
                <a:cubicBezTo>
                  <a:pt x="559547" y="94755"/>
                  <a:pt x="563301" y="96349"/>
                  <a:pt x="568706" y="96349"/>
                </a:cubicBezTo>
                <a:cubicBezTo>
                  <a:pt x="574376" y="96349"/>
                  <a:pt x="578695" y="94267"/>
                  <a:pt x="581663" y="90103"/>
                </a:cubicBezTo>
                <a:cubicBezTo>
                  <a:pt x="584631" y="85939"/>
                  <a:pt x="586115" y="79892"/>
                  <a:pt x="586115" y="71963"/>
                </a:cubicBezTo>
                <a:lnTo>
                  <a:pt x="586115" y="39869"/>
                </a:lnTo>
                <a:lnTo>
                  <a:pt x="575483" y="39869"/>
                </a:lnTo>
                <a:lnTo>
                  <a:pt x="575483" y="32692"/>
                </a:lnTo>
                <a:close/>
                <a:moveTo>
                  <a:pt x="679455" y="32692"/>
                </a:moveTo>
                <a:lnTo>
                  <a:pt x="679455" y="50367"/>
                </a:lnTo>
                <a:lnTo>
                  <a:pt x="672412" y="50367"/>
                </a:lnTo>
                <a:cubicBezTo>
                  <a:pt x="672190" y="46846"/>
                  <a:pt x="671216" y="44215"/>
                  <a:pt x="669488" y="42477"/>
                </a:cubicBezTo>
                <a:cubicBezTo>
                  <a:pt x="667760" y="40738"/>
                  <a:pt x="665235" y="39869"/>
                  <a:pt x="661913" y="39869"/>
                </a:cubicBezTo>
                <a:cubicBezTo>
                  <a:pt x="655888" y="39869"/>
                  <a:pt x="651270" y="41955"/>
                  <a:pt x="648059" y="46127"/>
                </a:cubicBezTo>
                <a:cubicBezTo>
                  <a:pt x="644847" y="50298"/>
                  <a:pt x="643241" y="56290"/>
                  <a:pt x="643241" y="64101"/>
                </a:cubicBezTo>
                <a:lnTo>
                  <a:pt x="643241" y="96349"/>
                </a:lnTo>
                <a:lnTo>
                  <a:pt x="657395" y="96349"/>
                </a:lnTo>
                <a:lnTo>
                  <a:pt x="657395" y="103393"/>
                </a:lnTo>
                <a:lnTo>
                  <a:pt x="619984" y="103393"/>
                </a:lnTo>
                <a:lnTo>
                  <a:pt x="619984" y="96349"/>
                </a:lnTo>
                <a:lnTo>
                  <a:pt x="631015" y="96349"/>
                </a:lnTo>
                <a:lnTo>
                  <a:pt x="631015" y="39736"/>
                </a:lnTo>
                <a:lnTo>
                  <a:pt x="619320" y="39736"/>
                </a:lnTo>
                <a:lnTo>
                  <a:pt x="619320" y="32692"/>
                </a:lnTo>
                <a:lnTo>
                  <a:pt x="643241" y="32692"/>
                </a:lnTo>
                <a:lnTo>
                  <a:pt x="643241" y="45353"/>
                </a:lnTo>
                <a:cubicBezTo>
                  <a:pt x="645633" y="40423"/>
                  <a:pt x="648712" y="36771"/>
                  <a:pt x="652477" y="34395"/>
                </a:cubicBezTo>
                <a:cubicBezTo>
                  <a:pt x="656243" y="32020"/>
                  <a:pt x="660828" y="30832"/>
                  <a:pt x="666232" y="30832"/>
                </a:cubicBezTo>
                <a:cubicBezTo>
                  <a:pt x="668226" y="30832"/>
                  <a:pt x="670319" y="30993"/>
                  <a:pt x="672511" y="31316"/>
                </a:cubicBezTo>
                <a:cubicBezTo>
                  <a:pt x="674704" y="31637"/>
                  <a:pt x="677019" y="32096"/>
                  <a:pt x="679455" y="32692"/>
                </a:cubicBezTo>
                <a:close/>
                <a:moveTo>
                  <a:pt x="749557" y="82129"/>
                </a:moveTo>
                <a:cubicBezTo>
                  <a:pt x="747830" y="89703"/>
                  <a:pt x="744507" y="95473"/>
                  <a:pt x="739590" y="99439"/>
                </a:cubicBezTo>
                <a:cubicBezTo>
                  <a:pt x="734673" y="103404"/>
                  <a:pt x="728316" y="105386"/>
                  <a:pt x="720520" y="105386"/>
                </a:cubicBezTo>
                <a:cubicBezTo>
                  <a:pt x="710242" y="105386"/>
                  <a:pt x="701981" y="101984"/>
                  <a:pt x="695735" y="95178"/>
                </a:cubicBezTo>
                <a:cubicBezTo>
                  <a:pt x="689489" y="88371"/>
                  <a:pt x="686366" y="79337"/>
                  <a:pt x="686366" y="68076"/>
                </a:cubicBezTo>
                <a:cubicBezTo>
                  <a:pt x="686366" y="56770"/>
                  <a:pt x="689489" y="47737"/>
                  <a:pt x="695735" y="40975"/>
                </a:cubicBezTo>
                <a:cubicBezTo>
                  <a:pt x="701981" y="34213"/>
                  <a:pt x="710242" y="30832"/>
                  <a:pt x="720520" y="30832"/>
                </a:cubicBezTo>
                <a:cubicBezTo>
                  <a:pt x="724994" y="30832"/>
                  <a:pt x="729446" y="31358"/>
                  <a:pt x="733876" y="32410"/>
                </a:cubicBezTo>
                <a:cubicBezTo>
                  <a:pt x="738306" y="33462"/>
                  <a:pt x="742758" y="35062"/>
                  <a:pt x="747232" y="37211"/>
                </a:cubicBezTo>
                <a:lnTo>
                  <a:pt x="747232" y="55285"/>
                </a:lnTo>
                <a:lnTo>
                  <a:pt x="740122" y="55285"/>
                </a:lnTo>
                <a:cubicBezTo>
                  <a:pt x="739192" y="49083"/>
                  <a:pt x="737165" y="44564"/>
                  <a:pt x="734042" y="41729"/>
                </a:cubicBezTo>
                <a:cubicBezTo>
                  <a:pt x="730919" y="38894"/>
                  <a:pt x="726456" y="37477"/>
                  <a:pt x="720653" y="37477"/>
                </a:cubicBezTo>
                <a:cubicBezTo>
                  <a:pt x="714052" y="37477"/>
                  <a:pt x="709068" y="40032"/>
                  <a:pt x="705702" y="45143"/>
                </a:cubicBezTo>
                <a:cubicBezTo>
                  <a:pt x="702335" y="50254"/>
                  <a:pt x="700652" y="57898"/>
                  <a:pt x="700652" y="68076"/>
                </a:cubicBezTo>
                <a:cubicBezTo>
                  <a:pt x="700652" y="78253"/>
                  <a:pt x="702324" y="85909"/>
                  <a:pt x="705669" y="91042"/>
                </a:cubicBezTo>
                <a:cubicBezTo>
                  <a:pt x="709013" y="96175"/>
                  <a:pt x="714008" y="98741"/>
                  <a:pt x="720653" y="98741"/>
                </a:cubicBezTo>
                <a:cubicBezTo>
                  <a:pt x="725924" y="98741"/>
                  <a:pt x="730132" y="97363"/>
                  <a:pt x="733278" y="94605"/>
                </a:cubicBezTo>
                <a:cubicBezTo>
                  <a:pt x="736423" y="91847"/>
                  <a:pt x="738571" y="87689"/>
                  <a:pt x="739723" y="82129"/>
                </a:cubicBezTo>
                <a:lnTo>
                  <a:pt x="749557" y="82129"/>
                </a:lnTo>
                <a:close/>
                <a:moveTo>
                  <a:pt x="829552" y="69371"/>
                </a:moveTo>
                <a:lnTo>
                  <a:pt x="776859" y="69371"/>
                </a:lnTo>
                <a:lnTo>
                  <a:pt x="776859" y="69903"/>
                </a:lnTo>
                <a:cubicBezTo>
                  <a:pt x="776859" y="79427"/>
                  <a:pt x="778653" y="86615"/>
                  <a:pt x="782241" y="91465"/>
                </a:cubicBezTo>
                <a:cubicBezTo>
                  <a:pt x="785829" y="96316"/>
                  <a:pt x="791123" y="98741"/>
                  <a:pt x="798122" y="98741"/>
                </a:cubicBezTo>
                <a:cubicBezTo>
                  <a:pt x="803482" y="98741"/>
                  <a:pt x="807879" y="97335"/>
                  <a:pt x="811312" y="94522"/>
                </a:cubicBezTo>
                <a:cubicBezTo>
                  <a:pt x="814745" y="91709"/>
                  <a:pt x="817149" y="87534"/>
                  <a:pt x="818522" y="81997"/>
                </a:cubicBezTo>
                <a:lnTo>
                  <a:pt x="828356" y="81997"/>
                </a:lnTo>
                <a:cubicBezTo>
                  <a:pt x="826407" y="89771"/>
                  <a:pt x="822808" y="95613"/>
                  <a:pt x="817558" y="99522"/>
                </a:cubicBezTo>
                <a:cubicBezTo>
                  <a:pt x="812309" y="103432"/>
                  <a:pt x="805409" y="105386"/>
                  <a:pt x="796860" y="105386"/>
                </a:cubicBezTo>
                <a:cubicBezTo>
                  <a:pt x="786538" y="105386"/>
                  <a:pt x="778243" y="101984"/>
                  <a:pt x="771975" y="95178"/>
                </a:cubicBezTo>
                <a:cubicBezTo>
                  <a:pt x="765707" y="88371"/>
                  <a:pt x="762573" y="79337"/>
                  <a:pt x="762573" y="68076"/>
                </a:cubicBezTo>
                <a:cubicBezTo>
                  <a:pt x="762573" y="56903"/>
                  <a:pt x="765651" y="47903"/>
                  <a:pt x="771809" y="41075"/>
                </a:cubicBezTo>
                <a:cubicBezTo>
                  <a:pt x="777966" y="34246"/>
                  <a:pt x="786051" y="30832"/>
                  <a:pt x="796062" y="30832"/>
                </a:cubicBezTo>
                <a:cubicBezTo>
                  <a:pt x="806738" y="30832"/>
                  <a:pt x="814934" y="34121"/>
                  <a:pt x="820648" y="40699"/>
                </a:cubicBezTo>
                <a:cubicBezTo>
                  <a:pt x="826363" y="47278"/>
                  <a:pt x="829331" y="56835"/>
                  <a:pt x="829552" y="69371"/>
                </a:cubicBezTo>
                <a:moveTo>
                  <a:pt x="815133" y="62328"/>
                </a:moveTo>
                <a:cubicBezTo>
                  <a:pt x="814867" y="54111"/>
                  <a:pt x="813128" y="47914"/>
                  <a:pt x="809917" y="43739"/>
                </a:cubicBezTo>
                <a:cubicBezTo>
                  <a:pt x="806705" y="39564"/>
                  <a:pt x="802087" y="37477"/>
                  <a:pt x="796062" y="37477"/>
                </a:cubicBezTo>
                <a:cubicBezTo>
                  <a:pt x="790437" y="37477"/>
                  <a:pt x="786007" y="39575"/>
                  <a:pt x="782773" y="43772"/>
                </a:cubicBezTo>
                <a:cubicBezTo>
                  <a:pt x="779539" y="47970"/>
                  <a:pt x="777568" y="54155"/>
                  <a:pt x="776859" y="62328"/>
                </a:cubicBezTo>
                <a:lnTo>
                  <a:pt x="815133" y="62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20FBA-F455-46A8-A2DC-1E65FD70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219" y="3257311"/>
            <a:ext cx="950005" cy="417494"/>
          </a:xfrm>
          <a:custGeom xmlns:a="http://schemas.openxmlformats.org/drawingml/2006/main">
            <a:pathLst>
              <a:path w="950005" h="417494">
                <a:moveTo>
                  <a:pt x="474993" y="417494"/>
                </a:moveTo>
                <a:lnTo>
                  <a:pt x="37481" y="417494"/>
                </a:lnTo>
                <a:cubicBezTo>
                  <a:pt x="16938" y="417494"/>
                  <a:pt x="0" y="400538"/>
                  <a:pt x="0" y="379488"/>
                </a:cubicBezTo>
                <a:lnTo>
                  <a:pt x="0" y="38007"/>
                </a:lnTo>
                <a:cubicBezTo>
                  <a:pt x="0" y="16956"/>
                  <a:pt x="16938" y="0"/>
                  <a:pt x="37481" y="0"/>
                </a:cubicBezTo>
                <a:lnTo>
                  <a:pt x="911998" y="0"/>
                </a:lnTo>
                <a:cubicBezTo>
                  <a:pt x="933049" y="0"/>
                  <a:pt x="950005" y="16956"/>
                  <a:pt x="950005" y="38007"/>
                </a:cubicBezTo>
                <a:lnTo>
                  <a:pt x="950005" y="379488"/>
                </a:lnTo>
                <a:cubicBezTo>
                  <a:pt x="950005" y="400538"/>
                  <a:pt x="933049" y="417494"/>
                  <a:pt x="911998" y="417494"/>
                </a:cubicBezTo>
                <a:lnTo>
                  <a:pt x="474993" y="417494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70">
            <a:extLst xmlns:a="http://schemas.openxmlformats.org/drawingml/2006/main">
              <a:ext uri="{FF2B5EF4-FFF2-40B4-BE49-F238E27FC236}">
                <a16:creationId xmlns:a16="http://schemas.microsoft.com/office/drawing/2014/main" id="{3D59C645-28B0-45F8-826B-741F9344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747" y="3340901"/>
            <a:ext cx="211100" cy="126316"/>
          </a:xfrm>
          <a:custGeom xmlns:a="http://schemas.openxmlformats.org/drawingml/2006/main">
            <a:pathLst>
              <a:path w="211100" h="126316">
                <a:moveTo>
                  <a:pt x="89073" y="22831"/>
                </a:moveTo>
                <a:lnTo>
                  <a:pt x="38873" y="123871"/>
                </a:lnTo>
                <a:lnTo>
                  <a:pt x="22329" y="123871"/>
                </a:lnTo>
                <a:lnTo>
                  <a:pt x="71226" y="25263"/>
                </a:lnTo>
                <a:lnTo>
                  <a:pt x="11165" y="25263"/>
                </a:lnTo>
                <a:lnTo>
                  <a:pt x="11165" y="41725"/>
                </a:lnTo>
                <a:lnTo>
                  <a:pt x="0" y="41725"/>
                </a:lnTo>
                <a:lnTo>
                  <a:pt x="0" y="2119"/>
                </a:lnTo>
                <a:lnTo>
                  <a:pt x="89073" y="2119"/>
                </a:lnTo>
                <a:lnTo>
                  <a:pt x="89073" y="22831"/>
                </a:lnTo>
                <a:close/>
                <a:moveTo>
                  <a:pt x="160899" y="116700"/>
                </a:moveTo>
                <a:cubicBezTo>
                  <a:pt x="167419" y="116700"/>
                  <a:pt x="171887" y="113741"/>
                  <a:pt x="174305" y="107824"/>
                </a:cubicBezTo>
                <a:cubicBezTo>
                  <a:pt x="176723" y="101906"/>
                  <a:pt x="177931" y="87031"/>
                  <a:pt x="177931" y="63199"/>
                </a:cubicBezTo>
                <a:cubicBezTo>
                  <a:pt x="177931" y="39530"/>
                  <a:pt x="176723" y="24683"/>
                  <a:pt x="174305" y="18657"/>
                </a:cubicBezTo>
                <a:cubicBezTo>
                  <a:pt x="171887" y="12630"/>
                  <a:pt x="167419" y="9616"/>
                  <a:pt x="160899" y="9616"/>
                </a:cubicBezTo>
                <a:cubicBezTo>
                  <a:pt x="154380" y="9616"/>
                  <a:pt x="149911" y="12576"/>
                  <a:pt x="147493" y="18494"/>
                </a:cubicBezTo>
                <a:cubicBezTo>
                  <a:pt x="145076" y="24411"/>
                  <a:pt x="143867" y="39312"/>
                  <a:pt x="143867" y="63199"/>
                </a:cubicBezTo>
                <a:cubicBezTo>
                  <a:pt x="143867" y="87031"/>
                  <a:pt x="145076" y="101906"/>
                  <a:pt x="147493" y="107824"/>
                </a:cubicBezTo>
                <a:cubicBezTo>
                  <a:pt x="149911" y="113741"/>
                  <a:pt x="154380" y="116700"/>
                  <a:pt x="160899" y="116700"/>
                </a:cubicBezTo>
                <a:moveTo>
                  <a:pt x="160899" y="126316"/>
                </a:moveTo>
                <a:cubicBezTo>
                  <a:pt x="144655" y="126316"/>
                  <a:pt x="132213" y="120893"/>
                  <a:pt x="123575" y="110048"/>
                </a:cubicBezTo>
                <a:cubicBezTo>
                  <a:pt x="114937" y="99202"/>
                  <a:pt x="110617" y="83586"/>
                  <a:pt x="110617" y="63199"/>
                </a:cubicBezTo>
                <a:cubicBezTo>
                  <a:pt x="110617" y="42812"/>
                  <a:pt x="114937" y="27182"/>
                  <a:pt x="123575" y="16309"/>
                </a:cubicBezTo>
                <a:cubicBezTo>
                  <a:pt x="132213" y="5436"/>
                  <a:pt x="144655" y="0"/>
                  <a:pt x="160899" y="0"/>
                </a:cubicBezTo>
                <a:cubicBezTo>
                  <a:pt x="177089" y="0"/>
                  <a:pt x="189504" y="5436"/>
                  <a:pt x="198142" y="16309"/>
                </a:cubicBezTo>
                <a:cubicBezTo>
                  <a:pt x="206780" y="27182"/>
                  <a:pt x="211100" y="42812"/>
                  <a:pt x="211100" y="63199"/>
                </a:cubicBezTo>
                <a:cubicBezTo>
                  <a:pt x="211100" y="83586"/>
                  <a:pt x="206780" y="99202"/>
                  <a:pt x="198142" y="110048"/>
                </a:cubicBezTo>
                <a:cubicBezTo>
                  <a:pt x="189504" y="120893"/>
                  <a:pt x="177089" y="126316"/>
                  <a:pt x="160899" y="1263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Unverifable">
            <a:extLst xmlns:a="http://schemas.openxmlformats.org/drawingml/2006/main">
              <a:ext uri="{FF2B5EF4-FFF2-40B4-BE49-F238E27FC236}">
                <a16:creationId xmlns:a16="http://schemas.microsoft.com/office/drawing/2014/main" id="{A81B60C5-1F8A-457C-8299-6A95AE86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1924" y="3533406"/>
            <a:ext cx="836124" cy="105386"/>
          </a:xfrm>
          <a:custGeom xmlns:a="http://schemas.openxmlformats.org/drawingml/2006/main">
            <a:pathLst>
              <a:path w="836124" h="105386">
                <a:moveTo>
                  <a:pt x="12692" y="11296"/>
                </a:moveTo>
                <a:lnTo>
                  <a:pt x="0" y="11296"/>
                </a:lnTo>
                <a:lnTo>
                  <a:pt x="0" y="4120"/>
                </a:lnTo>
                <a:lnTo>
                  <a:pt x="38806" y="4120"/>
                </a:lnTo>
                <a:lnTo>
                  <a:pt x="38806" y="11296"/>
                </a:lnTo>
                <a:lnTo>
                  <a:pt x="26114" y="11296"/>
                </a:lnTo>
                <a:lnTo>
                  <a:pt x="26114" y="62594"/>
                </a:lnTo>
                <a:cubicBezTo>
                  <a:pt x="26114" y="75263"/>
                  <a:pt x="28185" y="84101"/>
                  <a:pt x="32327" y="89106"/>
                </a:cubicBezTo>
                <a:cubicBezTo>
                  <a:pt x="36469" y="94112"/>
                  <a:pt x="43612" y="96615"/>
                  <a:pt x="53756" y="96615"/>
                </a:cubicBezTo>
                <a:cubicBezTo>
                  <a:pt x="63901" y="96615"/>
                  <a:pt x="71044" y="94112"/>
                  <a:pt x="75186" y="89106"/>
                </a:cubicBezTo>
                <a:cubicBezTo>
                  <a:pt x="79328" y="84101"/>
                  <a:pt x="81399" y="75263"/>
                  <a:pt x="81399" y="62594"/>
                </a:cubicBezTo>
                <a:lnTo>
                  <a:pt x="81399" y="11296"/>
                </a:lnTo>
                <a:lnTo>
                  <a:pt x="68707" y="11296"/>
                </a:lnTo>
                <a:lnTo>
                  <a:pt x="68707" y="4120"/>
                </a:lnTo>
                <a:lnTo>
                  <a:pt x="102197" y="4120"/>
                </a:lnTo>
                <a:lnTo>
                  <a:pt x="102197" y="11296"/>
                </a:lnTo>
                <a:lnTo>
                  <a:pt x="89572" y="11296"/>
                </a:lnTo>
                <a:lnTo>
                  <a:pt x="89572" y="63923"/>
                </a:lnTo>
                <a:cubicBezTo>
                  <a:pt x="89572" y="79053"/>
                  <a:pt x="86670" y="89747"/>
                  <a:pt x="80867" y="96003"/>
                </a:cubicBezTo>
                <a:cubicBezTo>
                  <a:pt x="75064" y="102258"/>
                  <a:pt x="65207" y="105386"/>
                  <a:pt x="51298" y="105386"/>
                </a:cubicBezTo>
                <a:cubicBezTo>
                  <a:pt x="37388" y="105386"/>
                  <a:pt x="27476" y="102236"/>
                  <a:pt x="21562" y="95936"/>
                </a:cubicBezTo>
                <a:cubicBezTo>
                  <a:pt x="15648" y="89635"/>
                  <a:pt x="12692" y="78964"/>
                  <a:pt x="12692" y="63923"/>
                </a:cubicBezTo>
                <a:lnTo>
                  <a:pt x="12692" y="11296"/>
                </a:lnTo>
                <a:close/>
                <a:moveTo>
                  <a:pt x="113515" y="103393"/>
                </a:moveTo>
                <a:lnTo>
                  <a:pt x="113515" y="96349"/>
                </a:lnTo>
                <a:lnTo>
                  <a:pt x="124546" y="96349"/>
                </a:lnTo>
                <a:lnTo>
                  <a:pt x="124546" y="39869"/>
                </a:lnTo>
                <a:lnTo>
                  <a:pt x="112851" y="39869"/>
                </a:lnTo>
                <a:lnTo>
                  <a:pt x="112851" y="32692"/>
                </a:lnTo>
                <a:lnTo>
                  <a:pt x="136772" y="32692"/>
                </a:lnTo>
                <a:lnTo>
                  <a:pt x="136772" y="45317"/>
                </a:lnTo>
                <a:cubicBezTo>
                  <a:pt x="139031" y="40533"/>
                  <a:pt x="141966" y="36923"/>
                  <a:pt x="145577" y="34486"/>
                </a:cubicBezTo>
                <a:cubicBezTo>
                  <a:pt x="149187" y="32050"/>
                  <a:pt x="153384" y="30832"/>
                  <a:pt x="158168" y="30832"/>
                </a:cubicBezTo>
                <a:cubicBezTo>
                  <a:pt x="165965" y="30832"/>
                  <a:pt x="171702" y="33069"/>
                  <a:pt x="175378" y="37543"/>
                </a:cubicBezTo>
                <a:cubicBezTo>
                  <a:pt x="179055" y="42017"/>
                  <a:pt x="180894" y="48994"/>
                  <a:pt x="180894" y="58474"/>
                </a:cubicBezTo>
                <a:lnTo>
                  <a:pt x="180894" y="96349"/>
                </a:lnTo>
                <a:lnTo>
                  <a:pt x="191791" y="96349"/>
                </a:lnTo>
                <a:lnTo>
                  <a:pt x="191791" y="103393"/>
                </a:lnTo>
                <a:lnTo>
                  <a:pt x="158036" y="103393"/>
                </a:lnTo>
                <a:lnTo>
                  <a:pt x="158036" y="96349"/>
                </a:lnTo>
                <a:lnTo>
                  <a:pt x="168601" y="96349"/>
                </a:lnTo>
                <a:lnTo>
                  <a:pt x="168601" y="62328"/>
                </a:lnTo>
                <a:cubicBezTo>
                  <a:pt x="168601" y="53690"/>
                  <a:pt x="167538" y="47765"/>
                  <a:pt x="165411" y="44553"/>
                </a:cubicBezTo>
                <a:cubicBezTo>
                  <a:pt x="163285" y="41342"/>
                  <a:pt x="159542" y="39736"/>
                  <a:pt x="154182" y="39736"/>
                </a:cubicBezTo>
                <a:cubicBezTo>
                  <a:pt x="148511" y="39736"/>
                  <a:pt x="144192" y="41807"/>
                  <a:pt x="141224" y="45949"/>
                </a:cubicBezTo>
                <a:cubicBezTo>
                  <a:pt x="138256" y="50091"/>
                  <a:pt x="136772" y="56126"/>
                  <a:pt x="136772" y="64056"/>
                </a:cubicBezTo>
                <a:lnTo>
                  <a:pt x="136772" y="96349"/>
                </a:lnTo>
                <a:lnTo>
                  <a:pt x="147404" y="96349"/>
                </a:lnTo>
                <a:lnTo>
                  <a:pt x="147404" y="103393"/>
                </a:lnTo>
                <a:lnTo>
                  <a:pt x="113515" y="103393"/>
                </a:lnTo>
                <a:close/>
                <a:moveTo>
                  <a:pt x="228650" y="103393"/>
                </a:moveTo>
                <a:lnTo>
                  <a:pt x="202669" y="39869"/>
                </a:lnTo>
                <a:lnTo>
                  <a:pt x="194629" y="39869"/>
                </a:lnTo>
                <a:lnTo>
                  <a:pt x="194629" y="32692"/>
                </a:lnTo>
                <a:lnTo>
                  <a:pt x="227122" y="32692"/>
                </a:lnTo>
                <a:lnTo>
                  <a:pt x="227122" y="39869"/>
                </a:lnTo>
                <a:lnTo>
                  <a:pt x="215826" y="39869"/>
                </a:lnTo>
                <a:lnTo>
                  <a:pt x="235694" y="88442"/>
                </a:lnTo>
                <a:lnTo>
                  <a:pt x="255562" y="39869"/>
                </a:lnTo>
                <a:lnTo>
                  <a:pt x="244997" y="39869"/>
                </a:lnTo>
                <a:lnTo>
                  <a:pt x="244997" y="32692"/>
                </a:lnTo>
                <a:lnTo>
                  <a:pt x="271509" y="32692"/>
                </a:lnTo>
                <a:lnTo>
                  <a:pt x="271509" y="39869"/>
                </a:lnTo>
                <a:lnTo>
                  <a:pt x="263602" y="39869"/>
                </a:lnTo>
                <a:lnTo>
                  <a:pt x="237621" y="103393"/>
                </a:lnTo>
                <a:lnTo>
                  <a:pt x="228650" y="103393"/>
                </a:lnTo>
                <a:close/>
                <a:moveTo>
                  <a:pt x="344994" y="69371"/>
                </a:moveTo>
                <a:lnTo>
                  <a:pt x="292301" y="69371"/>
                </a:lnTo>
                <a:lnTo>
                  <a:pt x="292301" y="69903"/>
                </a:lnTo>
                <a:cubicBezTo>
                  <a:pt x="292301" y="79427"/>
                  <a:pt x="294095" y="86615"/>
                  <a:pt x="297683" y="91465"/>
                </a:cubicBezTo>
                <a:cubicBezTo>
                  <a:pt x="301271" y="96316"/>
                  <a:pt x="306565" y="98741"/>
                  <a:pt x="313564" y="98741"/>
                </a:cubicBezTo>
                <a:cubicBezTo>
                  <a:pt x="318924" y="98741"/>
                  <a:pt x="323321" y="97335"/>
                  <a:pt x="326754" y="94522"/>
                </a:cubicBezTo>
                <a:cubicBezTo>
                  <a:pt x="330187" y="91709"/>
                  <a:pt x="332590" y="87534"/>
                  <a:pt x="333963" y="81997"/>
                </a:cubicBezTo>
                <a:lnTo>
                  <a:pt x="343798" y="81997"/>
                </a:lnTo>
                <a:cubicBezTo>
                  <a:pt x="341848" y="89771"/>
                  <a:pt x="338249" y="95613"/>
                  <a:pt x="333000" y="99522"/>
                </a:cubicBezTo>
                <a:cubicBezTo>
                  <a:pt x="327750" y="103432"/>
                  <a:pt x="320851" y="105386"/>
                  <a:pt x="312301" y="105386"/>
                </a:cubicBezTo>
                <a:cubicBezTo>
                  <a:pt x="301980" y="105386"/>
                  <a:pt x="293685" y="101984"/>
                  <a:pt x="287417" y="95178"/>
                </a:cubicBezTo>
                <a:cubicBezTo>
                  <a:pt x="281148" y="88371"/>
                  <a:pt x="278014" y="79337"/>
                  <a:pt x="278014" y="68076"/>
                </a:cubicBezTo>
                <a:cubicBezTo>
                  <a:pt x="278014" y="56903"/>
                  <a:pt x="281093" y="47903"/>
                  <a:pt x="287250" y="41075"/>
                </a:cubicBezTo>
                <a:cubicBezTo>
                  <a:pt x="293408" y="34246"/>
                  <a:pt x="301492" y="30832"/>
                  <a:pt x="311504" y="30832"/>
                </a:cubicBezTo>
                <a:cubicBezTo>
                  <a:pt x="322180" y="30832"/>
                  <a:pt x="330375" y="34121"/>
                  <a:pt x="336090" y="40699"/>
                </a:cubicBezTo>
                <a:cubicBezTo>
                  <a:pt x="341804" y="47278"/>
                  <a:pt x="344772" y="56835"/>
                  <a:pt x="344994" y="69371"/>
                </a:cubicBezTo>
                <a:moveTo>
                  <a:pt x="330574" y="62328"/>
                </a:moveTo>
                <a:cubicBezTo>
                  <a:pt x="330309" y="54111"/>
                  <a:pt x="328570" y="47914"/>
                  <a:pt x="325358" y="43739"/>
                </a:cubicBezTo>
                <a:cubicBezTo>
                  <a:pt x="322147" y="39564"/>
                  <a:pt x="317529" y="37477"/>
                  <a:pt x="311504" y="37477"/>
                </a:cubicBezTo>
                <a:cubicBezTo>
                  <a:pt x="305878" y="37477"/>
                  <a:pt x="301448" y="39575"/>
                  <a:pt x="298214" y="43772"/>
                </a:cubicBezTo>
                <a:cubicBezTo>
                  <a:pt x="294981" y="47970"/>
                  <a:pt x="293009" y="54155"/>
                  <a:pt x="292301" y="62328"/>
                </a:cubicBezTo>
                <a:lnTo>
                  <a:pt x="330574" y="62328"/>
                </a:lnTo>
                <a:close/>
                <a:moveTo>
                  <a:pt x="416170" y="32692"/>
                </a:moveTo>
                <a:lnTo>
                  <a:pt x="416170" y="50367"/>
                </a:lnTo>
                <a:lnTo>
                  <a:pt x="409127" y="50367"/>
                </a:lnTo>
                <a:cubicBezTo>
                  <a:pt x="408905" y="46846"/>
                  <a:pt x="407931" y="44215"/>
                  <a:pt x="406203" y="42477"/>
                </a:cubicBezTo>
                <a:cubicBezTo>
                  <a:pt x="404476" y="40738"/>
                  <a:pt x="401951" y="39869"/>
                  <a:pt x="398628" y="39869"/>
                </a:cubicBezTo>
                <a:cubicBezTo>
                  <a:pt x="392604" y="39869"/>
                  <a:pt x="387985" y="41955"/>
                  <a:pt x="384774" y="46127"/>
                </a:cubicBezTo>
                <a:cubicBezTo>
                  <a:pt x="381562" y="50298"/>
                  <a:pt x="379956" y="56290"/>
                  <a:pt x="379956" y="64101"/>
                </a:cubicBezTo>
                <a:lnTo>
                  <a:pt x="379956" y="96349"/>
                </a:lnTo>
                <a:lnTo>
                  <a:pt x="394110" y="96349"/>
                </a:lnTo>
                <a:lnTo>
                  <a:pt x="394110" y="103393"/>
                </a:lnTo>
                <a:lnTo>
                  <a:pt x="356700" y="103393"/>
                </a:lnTo>
                <a:lnTo>
                  <a:pt x="356700" y="96349"/>
                </a:lnTo>
                <a:lnTo>
                  <a:pt x="367730" y="96349"/>
                </a:lnTo>
                <a:lnTo>
                  <a:pt x="367730" y="39736"/>
                </a:lnTo>
                <a:lnTo>
                  <a:pt x="356035" y="39736"/>
                </a:lnTo>
                <a:lnTo>
                  <a:pt x="356035" y="32692"/>
                </a:lnTo>
                <a:lnTo>
                  <a:pt x="379956" y="32692"/>
                </a:lnTo>
                <a:lnTo>
                  <a:pt x="379956" y="45353"/>
                </a:lnTo>
                <a:cubicBezTo>
                  <a:pt x="382348" y="40423"/>
                  <a:pt x="385427" y="36771"/>
                  <a:pt x="389193" y="34395"/>
                </a:cubicBezTo>
                <a:cubicBezTo>
                  <a:pt x="392958" y="32020"/>
                  <a:pt x="397543" y="30832"/>
                  <a:pt x="402947" y="30832"/>
                </a:cubicBezTo>
                <a:cubicBezTo>
                  <a:pt x="404941" y="30832"/>
                  <a:pt x="407034" y="30993"/>
                  <a:pt x="409227" y="31316"/>
                </a:cubicBezTo>
                <a:cubicBezTo>
                  <a:pt x="411419" y="31637"/>
                  <a:pt x="413734" y="32096"/>
                  <a:pt x="416170" y="32692"/>
                </a:cubicBezTo>
                <a:close/>
                <a:moveTo>
                  <a:pt x="429526" y="10665"/>
                </a:moveTo>
                <a:cubicBezTo>
                  <a:pt x="429526" y="8619"/>
                  <a:pt x="430268" y="6839"/>
                  <a:pt x="431752" y="5326"/>
                </a:cubicBezTo>
                <a:cubicBezTo>
                  <a:pt x="433236" y="3813"/>
                  <a:pt x="435019" y="3057"/>
                  <a:pt x="437101" y="3057"/>
                </a:cubicBezTo>
                <a:cubicBezTo>
                  <a:pt x="439138" y="3057"/>
                  <a:pt x="440899" y="3813"/>
                  <a:pt x="442383" y="5326"/>
                </a:cubicBezTo>
                <a:cubicBezTo>
                  <a:pt x="443867" y="6839"/>
                  <a:pt x="444609" y="8619"/>
                  <a:pt x="444609" y="10665"/>
                </a:cubicBezTo>
                <a:cubicBezTo>
                  <a:pt x="444609" y="12757"/>
                  <a:pt x="443878" y="14537"/>
                  <a:pt x="442416" y="16006"/>
                </a:cubicBezTo>
                <a:cubicBezTo>
                  <a:pt x="440955" y="17473"/>
                  <a:pt x="439183" y="18207"/>
                  <a:pt x="437101" y="18207"/>
                </a:cubicBezTo>
                <a:cubicBezTo>
                  <a:pt x="435019" y="18207"/>
                  <a:pt x="433236" y="17473"/>
                  <a:pt x="431752" y="16006"/>
                </a:cubicBezTo>
                <a:cubicBezTo>
                  <a:pt x="430268" y="14537"/>
                  <a:pt x="429526" y="12757"/>
                  <a:pt x="429526" y="10665"/>
                </a:cubicBezTo>
                <a:moveTo>
                  <a:pt x="445141" y="96349"/>
                </a:moveTo>
                <a:lnTo>
                  <a:pt x="456703" y="96349"/>
                </a:lnTo>
                <a:lnTo>
                  <a:pt x="456703" y="103393"/>
                </a:lnTo>
                <a:lnTo>
                  <a:pt x="421220" y="103393"/>
                </a:lnTo>
                <a:lnTo>
                  <a:pt x="421220" y="96349"/>
                </a:lnTo>
                <a:lnTo>
                  <a:pt x="432914" y="96349"/>
                </a:lnTo>
                <a:lnTo>
                  <a:pt x="432914" y="39869"/>
                </a:lnTo>
                <a:lnTo>
                  <a:pt x="421220" y="39869"/>
                </a:lnTo>
                <a:lnTo>
                  <a:pt x="421220" y="32692"/>
                </a:lnTo>
                <a:lnTo>
                  <a:pt x="445141" y="32692"/>
                </a:lnTo>
                <a:lnTo>
                  <a:pt x="445141" y="96349"/>
                </a:lnTo>
                <a:close/>
                <a:moveTo>
                  <a:pt x="530879" y="18074"/>
                </a:moveTo>
                <a:lnTo>
                  <a:pt x="524633" y="18007"/>
                </a:lnTo>
                <a:cubicBezTo>
                  <a:pt x="524500" y="14153"/>
                  <a:pt x="523083" y="11274"/>
                  <a:pt x="520380" y="9369"/>
                </a:cubicBezTo>
                <a:cubicBezTo>
                  <a:pt x="517678" y="7464"/>
                  <a:pt x="513603" y="6512"/>
                  <a:pt x="508154" y="6512"/>
                </a:cubicBezTo>
                <a:cubicBezTo>
                  <a:pt x="501376" y="6512"/>
                  <a:pt x="496415" y="8087"/>
                  <a:pt x="493270" y="11236"/>
                </a:cubicBezTo>
                <a:cubicBezTo>
                  <a:pt x="490124" y="14384"/>
                  <a:pt x="488552" y="19351"/>
                  <a:pt x="488552" y="26137"/>
                </a:cubicBezTo>
                <a:lnTo>
                  <a:pt x="488552" y="32692"/>
                </a:lnTo>
                <a:lnTo>
                  <a:pt x="535796" y="32692"/>
                </a:lnTo>
                <a:lnTo>
                  <a:pt x="535796" y="96349"/>
                </a:lnTo>
                <a:lnTo>
                  <a:pt x="547358" y="96349"/>
                </a:lnTo>
                <a:lnTo>
                  <a:pt x="547358" y="103393"/>
                </a:lnTo>
                <a:lnTo>
                  <a:pt x="511809" y="103393"/>
                </a:lnTo>
                <a:lnTo>
                  <a:pt x="511809" y="96349"/>
                </a:lnTo>
                <a:lnTo>
                  <a:pt x="523570" y="96349"/>
                </a:lnTo>
                <a:lnTo>
                  <a:pt x="523570" y="39869"/>
                </a:lnTo>
                <a:lnTo>
                  <a:pt x="488552" y="39869"/>
                </a:lnTo>
                <a:lnTo>
                  <a:pt x="488552" y="96349"/>
                </a:lnTo>
                <a:lnTo>
                  <a:pt x="500114" y="96349"/>
                </a:lnTo>
                <a:lnTo>
                  <a:pt x="500114" y="103393"/>
                </a:lnTo>
                <a:lnTo>
                  <a:pt x="464631" y="103393"/>
                </a:lnTo>
                <a:lnTo>
                  <a:pt x="464631" y="96349"/>
                </a:lnTo>
                <a:lnTo>
                  <a:pt x="476326" y="96349"/>
                </a:lnTo>
                <a:lnTo>
                  <a:pt x="476326" y="39869"/>
                </a:lnTo>
                <a:lnTo>
                  <a:pt x="464631" y="39869"/>
                </a:lnTo>
                <a:lnTo>
                  <a:pt x="464631" y="32692"/>
                </a:lnTo>
                <a:lnTo>
                  <a:pt x="476326" y="32692"/>
                </a:lnTo>
                <a:lnTo>
                  <a:pt x="476326" y="26398"/>
                </a:lnTo>
                <a:cubicBezTo>
                  <a:pt x="476326" y="17666"/>
                  <a:pt x="478917" y="11084"/>
                  <a:pt x="484100" y="6651"/>
                </a:cubicBezTo>
                <a:cubicBezTo>
                  <a:pt x="489283" y="2217"/>
                  <a:pt x="496946" y="0"/>
                  <a:pt x="507091" y="0"/>
                </a:cubicBezTo>
                <a:cubicBezTo>
                  <a:pt x="510945" y="0"/>
                  <a:pt x="514887" y="293"/>
                  <a:pt x="518919" y="880"/>
                </a:cubicBezTo>
                <a:cubicBezTo>
                  <a:pt x="522950" y="1467"/>
                  <a:pt x="526937" y="2370"/>
                  <a:pt x="530879" y="3588"/>
                </a:cubicBezTo>
                <a:lnTo>
                  <a:pt x="530879" y="18074"/>
                </a:lnTo>
                <a:close/>
                <a:moveTo>
                  <a:pt x="604502" y="81232"/>
                </a:moveTo>
                <a:lnTo>
                  <a:pt x="604502" y="66315"/>
                </a:lnTo>
                <a:lnTo>
                  <a:pt x="588754" y="66315"/>
                </a:lnTo>
                <a:cubicBezTo>
                  <a:pt x="582685" y="66315"/>
                  <a:pt x="578166" y="67619"/>
                  <a:pt x="575198" y="70227"/>
                </a:cubicBezTo>
                <a:cubicBezTo>
                  <a:pt x="572230" y="72835"/>
                  <a:pt x="570746" y="76836"/>
                  <a:pt x="570746" y="82229"/>
                </a:cubicBezTo>
                <a:cubicBezTo>
                  <a:pt x="570746" y="87137"/>
                  <a:pt x="572253" y="91027"/>
                  <a:pt x="575265" y="93901"/>
                </a:cubicBezTo>
                <a:cubicBezTo>
                  <a:pt x="578277" y="96774"/>
                  <a:pt x="582353" y="98210"/>
                  <a:pt x="587491" y="98210"/>
                </a:cubicBezTo>
                <a:cubicBezTo>
                  <a:pt x="592586" y="98210"/>
                  <a:pt x="596694" y="96641"/>
                  <a:pt x="599817" y="93502"/>
                </a:cubicBezTo>
                <a:cubicBezTo>
                  <a:pt x="602940" y="90363"/>
                  <a:pt x="604502" y="86273"/>
                  <a:pt x="604502" y="81232"/>
                </a:cubicBezTo>
                <a:moveTo>
                  <a:pt x="616728" y="59274"/>
                </a:moveTo>
                <a:lnTo>
                  <a:pt x="616728" y="96349"/>
                </a:lnTo>
                <a:lnTo>
                  <a:pt x="627626" y="96349"/>
                </a:lnTo>
                <a:lnTo>
                  <a:pt x="627626" y="103393"/>
                </a:lnTo>
                <a:lnTo>
                  <a:pt x="604502" y="103393"/>
                </a:lnTo>
                <a:lnTo>
                  <a:pt x="604502" y="95753"/>
                </a:lnTo>
                <a:cubicBezTo>
                  <a:pt x="601800" y="99054"/>
                  <a:pt x="598677" y="101484"/>
                  <a:pt x="595133" y="103046"/>
                </a:cubicBezTo>
                <a:cubicBezTo>
                  <a:pt x="591589" y="104606"/>
                  <a:pt x="587447" y="105386"/>
                  <a:pt x="582707" y="105386"/>
                </a:cubicBezTo>
                <a:cubicBezTo>
                  <a:pt x="574866" y="105386"/>
                  <a:pt x="568642" y="103301"/>
                  <a:pt x="564035" y="99132"/>
                </a:cubicBezTo>
                <a:cubicBezTo>
                  <a:pt x="559428" y="94961"/>
                  <a:pt x="557125" y="89327"/>
                  <a:pt x="557125" y="82229"/>
                </a:cubicBezTo>
                <a:cubicBezTo>
                  <a:pt x="557125" y="74909"/>
                  <a:pt x="559760" y="69230"/>
                  <a:pt x="565032" y="65194"/>
                </a:cubicBezTo>
                <a:cubicBezTo>
                  <a:pt x="570303" y="61157"/>
                  <a:pt x="577746" y="59139"/>
                  <a:pt x="587358" y="59139"/>
                </a:cubicBezTo>
                <a:lnTo>
                  <a:pt x="604502" y="59139"/>
                </a:lnTo>
                <a:lnTo>
                  <a:pt x="604502" y="54325"/>
                </a:lnTo>
                <a:cubicBezTo>
                  <a:pt x="604502" y="48975"/>
                  <a:pt x="602874" y="44829"/>
                  <a:pt x="599618" y="41889"/>
                </a:cubicBezTo>
                <a:cubicBezTo>
                  <a:pt x="596362" y="38947"/>
                  <a:pt x="591788" y="37477"/>
                  <a:pt x="585896" y="37477"/>
                </a:cubicBezTo>
                <a:cubicBezTo>
                  <a:pt x="581024" y="37477"/>
                  <a:pt x="577147" y="38584"/>
                  <a:pt x="574268" y="40799"/>
                </a:cubicBezTo>
                <a:cubicBezTo>
                  <a:pt x="571389" y="43014"/>
                  <a:pt x="569595" y="46292"/>
                  <a:pt x="568886" y="50633"/>
                </a:cubicBezTo>
                <a:lnTo>
                  <a:pt x="562573" y="50633"/>
                </a:lnTo>
                <a:lnTo>
                  <a:pt x="562573" y="36280"/>
                </a:lnTo>
                <a:cubicBezTo>
                  <a:pt x="566826" y="34464"/>
                  <a:pt x="570957" y="33102"/>
                  <a:pt x="574966" y="32194"/>
                </a:cubicBezTo>
                <a:cubicBezTo>
                  <a:pt x="578975" y="31286"/>
                  <a:pt x="582884" y="30832"/>
                  <a:pt x="586694" y="30832"/>
                </a:cubicBezTo>
                <a:cubicBezTo>
                  <a:pt x="596484" y="30832"/>
                  <a:pt x="603937" y="33258"/>
                  <a:pt x="609054" y="38110"/>
                </a:cubicBezTo>
                <a:cubicBezTo>
                  <a:pt x="614170" y="42961"/>
                  <a:pt x="616728" y="50015"/>
                  <a:pt x="616728" y="59274"/>
                </a:cubicBezTo>
                <a:close/>
                <a:moveTo>
                  <a:pt x="647543" y="96349"/>
                </a:moveTo>
                <a:lnTo>
                  <a:pt x="647543" y="7043"/>
                </a:lnTo>
                <a:lnTo>
                  <a:pt x="635782" y="7043"/>
                </a:lnTo>
                <a:lnTo>
                  <a:pt x="635782" y="0"/>
                </a:lnTo>
                <a:lnTo>
                  <a:pt x="659770" y="0"/>
                </a:lnTo>
                <a:lnTo>
                  <a:pt x="659770" y="43849"/>
                </a:lnTo>
                <a:cubicBezTo>
                  <a:pt x="662162" y="39399"/>
                  <a:pt x="665207" y="36116"/>
                  <a:pt x="668906" y="34003"/>
                </a:cubicBezTo>
                <a:cubicBezTo>
                  <a:pt x="672605" y="31889"/>
                  <a:pt x="677179" y="30832"/>
                  <a:pt x="682628" y="30832"/>
                </a:cubicBezTo>
                <a:cubicBezTo>
                  <a:pt x="691310" y="30832"/>
                  <a:pt x="698398" y="34268"/>
                  <a:pt x="703891" y="41142"/>
                </a:cubicBezTo>
                <a:cubicBezTo>
                  <a:pt x="709384" y="48013"/>
                  <a:pt x="712131" y="56991"/>
                  <a:pt x="712131" y="68076"/>
                </a:cubicBezTo>
                <a:cubicBezTo>
                  <a:pt x="712131" y="79160"/>
                  <a:pt x="709384" y="88150"/>
                  <a:pt x="703891" y="95045"/>
                </a:cubicBezTo>
                <a:cubicBezTo>
                  <a:pt x="698398" y="101939"/>
                  <a:pt x="691310" y="105386"/>
                  <a:pt x="682628" y="105386"/>
                </a:cubicBezTo>
                <a:cubicBezTo>
                  <a:pt x="677179" y="105386"/>
                  <a:pt x="672605" y="104329"/>
                  <a:pt x="668906" y="102215"/>
                </a:cubicBezTo>
                <a:cubicBezTo>
                  <a:pt x="665207" y="100100"/>
                  <a:pt x="662162" y="96817"/>
                  <a:pt x="659770" y="92367"/>
                </a:cubicBezTo>
                <a:lnTo>
                  <a:pt x="659770" y="103393"/>
                </a:lnTo>
                <a:lnTo>
                  <a:pt x="635782" y="103393"/>
                </a:lnTo>
                <a:lnTo>
                  <a:pt x="635782" y="96349"/>
                </a:lnTo>
                <a:lnTo>
                  <a:pt x="647543" y="96349"/>
                </a:lnTo>
                <a:moveTo>
                  <a:pt x="659770" y="71593"/>
                </a:moveTo>
                <a:cubicBezTo>
                  <a:pt x="659770" y="80089"/>
                  <a:pt x="661398" y="86561"/>
                  <a:pt x="664654" y="91009"/>
                </a:cubicBezTo>
                <a:cubicBezTo>
                  <a:pt x="667910" y="95455"/>
                  <a:pt x="672638" y="97678"/>
                  <a:pt x="678840" y="97678"/>
                </a:cubicBezTo>
                <a:cubicBezTo>
                  <a:pt x="685086" y="97678"/>
                  <a:pt x="689815" y="95178"/>
                  <a:pt x="693027" y="90178"/>
                </a:cubicBezTo>
                <a:cubicBezTo>
                  <a:pt x="696238" y="85178"/>
                  <a:pt x="697844" y="77810"/>
                  <a:pt x="697844" y="68076"/>
                </a:cubicBezTo>
                <a:cubicBezTo>
                  <a:pt x="697844" y="58297"/>
                  <a:pt x="696238" y="50929"/>
                  <a:pt x="693027" y="45974"/>
                </a:cubicBezTo>
                <a:cubicBezTo>
                  <a:pt x="689815" y="41018"/>
                  <a:pt x="685086" y="38540"/>
                  <a:pt x="678840" y="38540"/>
                </a:cubicBezTo>
                <a:cubicBezTo>
                  <a:pt x="672638" y="38540"/>
                  <a:pt x="667910" y="40775"/>
                  <a:pt x="664654" y="45245"/>
                </a:cubicBezTo>
                <a:cubicBezTo>
                  <a:pt x="661398" y="49713"/>
                  <a:pt x="659770" y="56173"/>
                  <a:pt x="659770" y="64625"/>
                </a:cubicBezTo>
                <a:lnTo>
                  <a:pt x="659770" y="71593"/>
                </a:lnTo>
                <a:close/>
                <a:moveTo>
                  <a:pt x="746864" y="96349"/>
                </a:moveTo>
                <a:lnTo>
                  <a:pt x="758426" y="96349"/>
                </a:lnTo>
                <a:lnTo>
                  <a:pt x="758426" y="103393"/>
                </a:lnTo>
                <a:lnTo>
                  <a:pt x="722876" y="103393"/>
                </a:lnTo>
                <a:lnTo>
                  <a:pt x="722876" y="96349"/>
                </a:lnTo>
                <a:lnTo>
                  <a:pt x="734637" y="96349"/>
                </a:lnTo>
                <a:lnTo>
                  <a:pt x="734637" y="7043"/>
                </a:lnTo>
                <a:lnTo>
                  <a:pt x="722876" y="7043"/>
                </a:lnTo>
                <a:lnTo>
                  <a:pt x="722876" y="0"/>
                </a:lnTo>
                <a:lnTo>
                  <a:pt x="746864" y="0"/>
                </a:lnTo>
                <a:lnTo>
                  <a:pt x="746864" y="96349"/>
                </a:lnTo>
                <a:close/>
                <a:moveTo>
                  <a:pt x="836124" y="69371"/>
                </a:moveTo>
                <a:lnTo>
                  <a:pt x="783430" y="69371"/>
                </a:lnTo>
                <a:lnTo>
                  <a:pt x="783430" y="69903"/>
                </a:lnTo>
                <a:cubicBezTo>
                  <a:pt x="783430" y="79427"/>
                  <a:pt x="785225" y="86615"/>
                  <a:pt x="788813" y="91465"/>
                </a:cubicBezTo>
                <a:cubicBezTo>
                  <a:pt x="792401" y="96316"/>
                  <a:pt x="797695" y="98741"/>
                  <a:pt x="804694" y="98741"/>
                </a:cubicBezTo>
                <a:cubicBezTo>
                  <a:pt x="810054" y="98741"/>
                  <a:pt x="814451" y="97335"/>
                  <a:pt x="817884" y="94522"/>
                </a:cubicBezTo>
                <a:cubicBezTo>
                  <a:pt x="821317" y="91709"/>
                  <a:pt x="823720" y="87534"/>
                  <a:pt x="825093" y="81997"/>
                </a:cubicBezTo>
                <a:lnTo>
                  <a:pt x="834928" y="81997"/>
                </a:lnTo>
                <a:cubicBezTo>
                  <a:pt x="832978" y="89771"/>
                  <a:pt x="829379" y="95613"/>
                  <a:pt x="824130" y="99522"/>
                </a:cubicBezTo>
                <a:cubicBezTo>
                  <a:pt x="818880" y="103432"/>
                  <a:pt x="811981" y="105386"/>
                  <a:pt x="803431" y="105386"/>
                </a:cubicBezTo>
                <a:cubicBezTo>
                  <a:pt x="793110" y="105386"/>
                  <a:pt x="784815" y="101984"/>
                  <a:pt x="778547" y="95178"/>
                </a:cubicBezTo>
                <a:cubicBezTo>
                  <a:pt x="772278" y="88371"/>
                  <a:pt x="769144" y="79337"/>
                  <a:pt x="769144" y="68076"/>
                </a:cubicBezTo>
                <a:cubicBezTo>
                  <a:pt x="769144" y="56903"/>
                  <a:pt x="772223" y="47903"/>
                  <a:pt x="778380" y="41075"/>
                </a:cubicBezTo>
                <a:cubicBezTo>
                  <a:pt x="784538" y="34246"/>
                  <a:pt x="792622" y="30832"/>
                  <a:pt x="802634" y="30832"/>
                </a:cubicBezTo>
                <a:cubicBezTo>
                  <a:pt x="813310" y="30832"/>
                  <a:pt x="821505" y="34121"/>
                  <a:pt x="827220" y="40699"/>
                </a:cubicBezTo>
                <a:cubicBezTo>
                  <a:pt x="832934" y="47278"/>
                  <a:pt x="835902" y="56835"/>
                  <a:pt x="836124" y="69371"/>
                </a:cubicBezTo>
                <a:moveTo>
                  <a:pt x="821704" y="62328"/>
                </a:moveTo>
                <a:cubicBezTo>
                  <a:pt x="821439" y="54111"/>
                  <a:pt x="819700" y="47914"/>
                  <a:pt x="816488" y="43739"/>
                </a:cubicBezTo>
                <a:cubicBezTo>
                  <a:pt x="813277" y="39564"/>
                  <a:pt x="808658" y="37477"/>
                  <a:pt x="802634" y="37477"/>
                </a:cubicBezTo>
                <a:cubicBezTo>
                  <a:pt x="797008" y="37477"/>
                  <a:pt x="792578" y="39575"/>
                  <a:pt x="789344" y="43772"/>
                </a:cubicBezTo>
                <a:cubicBezTo>
                  <a:pt x="786111" y="47970"/>
                  <a:pt x="784139" y="54155"/>
                  <a:pt x="783430" y="62328"/>
                </a:cubicBezTo>
                <a:lnTo>
                  <a:pt x="821704" y="623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65F21-E36A-4645-B5F5-24D3F792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413" y="3334847"/>
            <a:ext cx="652690" cy="416987"/>
          </a:xfrm>
          <a:custGeom xmlns:a="http://schemas.openxmlformats.org/drawingml/2006/main">
            <a:pathLst>
              <a:path w="652690" h="416987">
                <a:moveTo>
                  <a:pt x="326608" y="416987"/>
                </a:moveTo>
                <a:lnTo>
                  <a:pt x="37499" y="416987"/>
                </a:lnTo>
                <a:cubicBezTo>
                  <a:pt x="16956" y="416987"/>
                  <a:pt x="0" y="400031"/>
                  <a:pt x="0" y="379506"/>
                </a:cubicBezTo>
                <a:lnTo>
                  <a:pt x="0" y="37499"/>
                </a:lnTo>
                <a:cubicBezTo>
                  <a:pt x="0" y="16449"/>
                  <a:pt x="16956" y="0"/>
                  <a:pt x="37499" y="0"/>
                </a:cubicBezTo>
                <a:lnTo>
                  <a:pt x="615191" y="0"/>
                </a:lnTo>
                <a:cubicBezTo>
                  <a:pt x="636259" y="0"/>
                  <a:pt x="652690" y="16449"/>
                  <a:pt x="652690" y="37499"/>
                </a:cubicBezTo>
                <a:lnTo>
                  <a:pt x="652690" y="379506"/>
                </a:lnTo>
                <a:cubicBezTo>
                  <a:pt x="652690" y="400031"/>
                  <a:pt x="636259" y="416987"/>
                  <a:pt x="615191" y="416987"/>
                </a:cubicBezTo>
                <a:lnTo>
                  <a:pt x="326608" y="41698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54">
            <a:extLst xmlns:a="http://schemas.openxmlformats.org/drawingml/2006/main">
              <a:ext uri="{FF2B5EF4-FFF2-40B4-BE49-F238E27FC236}">
                <a16:creationId xmlns:a16="http://schemas.microsoft.com/office/drawing/2014/main" id="{D1212B6D-684E-4095-B2C1-3E5620B7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415" y="3418962"/>
            <a:ext cx="211588" cy="126316"/>
          </a:xfrm>
          <a:custGeom xmlns:a="http://schemas.openxmlformats.org/drawingml/2006/main">
            <a:pathLst>
              <a:path w="211588" h="126316">
                <a:moveTo>
                  <a:pt x="80435" y="2119"/>
                </a:moveTo>
                <a:lnTo>
                  <a:pt x="80435" y="23470"/>
                </a:lnTo>
                <a:lnTo>
                  <a:pt x="15321" y="23470"/>
                </a:lnTo>
                <a:lnTo>
                  <a:pt x="15321" y="50351"/>
                </a:lnTo>
                <a:cubicBezTo>
                  <a:pt x="18907" y="47558"/>
                  <a:pt x="22900" y="45449"/>
                  <a:pt x="27301" y="44025"/>
                </a:cubicBezTo>
                <a:cubicBezTo>
                  <a:pt x="31701" y="42600"/>
                  <a:pt x="36346" y="41888"/>
                  <a:pt x="41236" y="41888"/>
                </a:cubicBezTo>
                <a:cubicBezTo>
                  <a:pt x="56231" y="41888"/>
                  <a:pt x="68075" y="45682"/>
                  <a:pt x="76767" y="53269"/>
                </a:cubicBezTo>
                <a:cubicBezTo>
                  <a:pt x="85460" y="60855"/>
                  <a:pt x="89806" y="71173"/>
                  <a:pt x="89806" y="84224"/>
                </a:cubicBezTo>
                <a:cubicBezTo>
                  <a:pt x="89806" y="97494"/>
                  <a:pt x="85460" y="107827"/>
                  <a:pt x="76767" y="115222"/>
                </a:cubicBezTo>
                <a:cubicBezTo>
                  <a:pt x="68075" y="122618"/>
                  <a:pt x="55905" y="126316"/>
                  <a:pt x="40258" y="126316"/>
                </a:cubicBezTo>
                <a:cubicBezTo>
                  <a:pt x="33630" y="126316"/>
                  <a:pt x="27042" y="125773"/>
                  <a:pt x="20496" y="124686"/>
                </a:cubicBezTo>
                <a:cubicBezTo>
                  <a:pt x="13949" y="123599"/>
                  <a:pt x="7117" y="121915"/>
                  <a:pt x="0" y="119633"/>
                </a:cubicBezTo>
                <a:lnTo>
                  <a:pt x="0" y="92903"/>
                </a:lnTo>
                <a:lnTo>
                  <a:pt x="9779" y="92903"/>
                </a:lnTo>
                <a:cubicBezTo>
                  <a:pt x="10105" y="100917"/>
                  <a:pt x="12183" y="106886"/>
                  <a:pt x="16014" y="110812"/>
                </a:cubicBezTo>
                <a:cubicBezTo>
                  <a:pt x="19844" y="114737"/>
                  <a:pt x="25508" y="116700"/>
                  <a:pt x="33005" y="116700"/>
                </a:cubicBezTo>
                <a:cubicBezTo>
                  <a:pt x="40992" y="116700"/>
                  <a:pt x="46913" y="114027"/>
                  <a:pt x="50771" y="108683"/>
                </a:cubicBezTo>
                <a:cubicBezTo>
                  <a:pt x="54628" y="103338"/>
                  <a:pt x="56557" y="95185"/>
                  <a:pt x="56557" y="84224"/>
                </a:cubicBezTo>
                <a:cubicBezTo>
                  <a:pt x="56557" y="73426"/>
                  <a:pt x="54669" y="65355"/>
                  <a:pt x="50893" y="60010"/>
                </a:cubicBezTo>
                <a:cubicBezTo>
                  <a:pt x="47117" y="54666"/>
                  <a:pt x="41399" y="51993"/>
                  <a:pt x="33739" y="51993"/>
                </a:cubicBezTo>
                <a:cubicBezTo>
                  <a:pt x="29610" y="51993"/>
                  <a:pt x="25929" y="52846"/>
                  <a:pt x="22696" y="54550"/>
                </a:cubicBezTo>
                <a:cubicBezTo>
                  <a:pt x="19464" y="56255"/>
                  <a:pt x="16462" y="58893"/>
                  <a:pt x="13691" y="62465"/>
                </a:cubicBezTo>
                <a:lnTo>
                  <a:pt x="5542" y="62465"/>
                </a:lnTo>
                <a:lnTo>
                  <a:pt x="5542" y="2119"/>
                </a:lnTo>
                <a:lnTo>
                  <a:pt x="80435" y="2119"/>
                </a:lnTo>
                <a:close/>
                <a:moveTo>
                  <a:pt x="208817" y="123871"/>
                </a:moveTo>
                <a:lnTo>
                  <a:pt x="141829" y="123871"/>
                </a:lnTo>
                <a:lnTo>
                  <a:pt x="141829" y="113929"/>
                </a:lnTo>
                <a:lnTo>
                  <a:pt x="159921" y="113929"/>
                </a:lnTo>
                <a:lnTo>
                  <a:pt x="159921" y="91762"/>
                </a:lnTo>
                <a:lnTo>
                  <a:pt x="109150" y="91762"/>
                </a:lnTo>
                <a:lnTo>
                  <a:pt x="109150" y="82398"/>
                </a:lnTo>
                <a:lnTo>
                  <a:pt x="160084" y="0"/>
                </a:lnTo>
                <a:lnTo>
                  <a:pt x="190725" y="0"/>
                </a:lnTo>
                <a:lnTo>
                  <a:pt x="190725" y="81168"/>
                </a:lnTo>
                <a:lnTo>
                  <a:pt x="211588" y="81168"/>
                </a:lnTo>
                <a:lnTo>
                  <a:pt x="211588" y="91762"/>
                </a:lnTo>
                <a:lnTo>
                  <a:pt x="190725" y="91762"/>
                </a:lnTo>
                <a:lnTo>
                  <a:pt x="190725" y="113929"/>
                </a:lnTo>
                <a:lnTo>
                  <a:pt x="208817" y="113929"/>
                </a:lnTo>
                <a:lnTo>
                  <a:pt x="208817" y="123871"/>
                </a:lnTo>
                <a:moveTo>
                  <a:pt x="159921" y="81168"/>
                </a:moveTo>
                <a:lnTo>
                  <a:pt x="159921" y="22202"/>
                </a:lnTo>
                <a:lnTo>
                  <a:pt x="123656" y="81168"/>
                </a:lnTo>
                <a:lnTo>
                  <a:pt x="159921" y="811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Patched">
            <a:extLst xmlns:a="http://schemas.openxmlformats.org/drawingml/2006/main">
              <a:ext uri="{FF2B5EF4-FFF2-40B4-BE49-F238E27FC236}">
                <a16:creationId xmlns:a16="http://schemas.microsoft.com/office/drawing/2014/main" id="{C18821EB-1DD3-4C17-AE7D-B0B56FC4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233" y="3611467"/>
            <a:ext cx="540075" cy="105386"/>
          </a:xfrm>
          <a:custGeom xmlns:a="http://schemas.openxmlformats.org/drawingml/2006/main">
            <a:pathLst>
              <a:path w="540075" h="105386">
                <a:moveTo>
                  <a:pt x="26114" y="52760"/>
                </a:moveTo>
                <a:lnTo>
                  <a:pt x="43656" y="52760"/>
                </a:lnTo>
                <a:cubicBezTo>
                  <a:pt x="50257" y="52760"/>
                  <a:pt x="55285" y="50982"/>
                  <a:pt x="58740" y="47427"/>
                </a:cubicBezTo>
                <a:cubicBezTo>
                  <a:pt x="62195" y="43872"/>
                  <a:pt x="63923" y="38739"/>
                  <a:pt x="63923" y="32028"/>
                </a:cubicBezTo>
                <a:cubicBezTo>
                  <a:pt x="63923" y="25272"/>
                  <a:pt x="62195" y="20128"/>
                  <a:pt x="58740" y="16595"/>
                </a:cubicBezTo>
                <a:cubicBezTo>
                  <a:pt x="55285" y="13063"/>
                  <a:pt x="50257" y="11296"/>
                  <a:pt x="43656" y="11296"/>
                </a:cubicBezTo>
                <a:lnTo>
                  <a:pt x="26114" y="11296"/>
                </a:lnTo>
                <a:lnTo>
                  <a:pt x="26114" y="52760"/>
                </a:lnTo>
                <a:moveTo>
                  <a:pt x="0" y="103393"/>
                </a:moveTo>
                <a:lnTo>
                  <a:pt x="0" y="96349"/>
                </a:lnTo>
                <a:lnTo>
                  <a:pt x="12625" y="96349"/>
                </a:lnTo>
                <a:lnTo>
                  <a:pt x="12625" y="11296"/>
                </a:lnTo>
                <a:lnTo>
                  <a:pt x="0" y="11296"/>
                </a:lnTo>
                <a:lnTo>
                  <a:pt x="0" y="4120"/>
                </a:lnTo>
                <a:lnTo>
                  <a:pt x="46912" y="4120"/>
                </a:lnTo>
                <a:cubicBezTo>
                  <a:pt x="56835" y="4120"/>
                  <a:pt x="64698" y="6634"/>
                  <a:pt x="70501" y="11662"/>
                </a:cubicBezTo>
                <a:cubicBezTo>
                  <a:pt x="76304" y="16689"/>
                  <a:pt x="79206" y="23478"/>
                  <a:pt x="79206" y="32028"/>
                </a:cubicBezTo>
                <a:cubicBezTo>
                  <a:pt x="79206" y="40533"/>
                  <a:pt x="76304" y="47311"/>
                  <a:pt x="70501" y="52361"/>
                </a:cubicBezTo>
                <a:cubicBezTo>
                  <a:pt x="64698" y="57411"/>
                  <a:pt x="56835" y="59936"/>
                  <a:pt x="46912" y="59936"/>
                </a:cubicBezTo>
                <a:lnTo>
                  <a:pt x="26114" y="59936"/>
                </a:lnTo>
                <a:lnTo>
                  <a:pt x="26114" y="96349"/>
                </a:lnTo>
                <a:lnTo>
                  <a:pt x="41463" y="96349"/>
                </a:lnTo>
                <a:lnTo>
                  <a:pt x="41463" y="103393"/>
                </a:lnTo>
                <a:lnTo>
                  <a:pt x="0" y="103393"/>
                </a:lnTo>
                <a:close/>
                <a:moveTo>
                  <a:pt x="131972" y="81232"/>
                </a:moveTo>
                <a:lnTo>
                  <a:pt x="131972" y="66315"/>
                </a:lnTo>
                <a:lnTo>
                  <a:pt x="116223" y="66315"/>
                </a:lnTo>
                <a:cubicBezTo>
                  <a:pt x="110155" y="66315"/>
                  <a:pt x="105636" y="67619"/>
                  <a:pt x="102668" y="70227"/>
                </a:cubicBezTo>
                <a:cubicBezTo>
                  <a:pt x="99700" y="72835"/>
                  <a:pt x="98216" y="76836"/>
                  <a:pt x="98216" y="82229"/>
                </a:cubicBezTo>
                <a:cubicBezTo>
                  <a:pt x="98216" y="87137"/>
                  <a:pt x="99722" y="91027"/>
                  <a:pt x="102735" y="93901"/>
                </a:cubicBezTo>
                <a:cubicBezTo>
                  <a:pt x="105747" y="96774"/>
                  <a:pt x="109822" y="98210"/>
                  <a:pt x="114961" y="98210"/>
                </a:cubicBezTo>
                <a:cubicBezTo>
                  <a:pt x="120055" y="98210"/>
                  <a:pt x="124164" y="96641"/>
                  <a:pt x="127287" y="93502"/>
                </a:cubicBezTo>
                <a:cubicBezTo>
                  <a:pt x="130410" y="90363"/>
                  <a:pt x="131972" y="86273"/>
                  <a:pt x="131972" y="81232"/>
                </a:cubicBezTo>
                <a:moveTo>
                  <a:pt x="144198" y="59274"/>
                </a:moveTo>
                <a:lnTo>
                  <a:pt x="144198" y="96349"/>
                </a:lnTo>
                <a:lnTo>
                  <a:pt x="155095" y="96349"/>
                </a:lnTo>
                <a:lnTo>
                  <a:pt x="155095" y="103393"/>
                </a:lnTo>
                <a:lnTo>
                  <a:pt x="131972" y="103393"/>
                </a:lnTo>
                <a:lnTo>
                  <a:pt x="131972" y="95753"/>
                </a:lnTo>
                <a:cubicBezTo>
                  <a:pt x="129269" y="99054"/>
                  <a:pt x="126146" y="101484"/>
                  <a:pt x="122602" y="103046"/>
                </a:cubicBezTo>
                <a:cubicBezTo>
                  <a:pt x="119059" y="104606"/>
                  <a:pt x="114917" y="105386"/>
                  <a:pt x="110177" y="105386"/>
                </a:cubicBezTo>
                <a:cubicBezTo>
                  <a:pt x="102336" y="105386"/>
                  <a:pt x="96112" y="103301"/>
                  <a:pt x="91505" y="99132"/>
                </a:cubicBezTo>
                <a:cubicBezTo>
                  <a:pt x="86898" y="94961"/>
                  <a:pt x="84594" y="89327"/>
                  <a:pt x="84594" y="82229"/>
                </a:cubicBezTo>
                <a:cubicBezTo>
                  <a:pt x="84594" y="74909"/>
                  <a:pt x="87230" y="69230"/>
                  <a:pt x="92502" y="65194"/>
                </a:cubicBezTo>
                <a:cubicBezTo>
                  <a:pt x="97773" y="61157"/>
                  <a:pt x="105215" y="59139"/>
                  <a:pt x="114828" y="59139"/>
                </a:cubicBezTo>
                <a:lnTo>
                  <a:pt x="131972" y="59139"/>
                </a:lnTo>
                <a:lnTo>
                  <a:pt x="131972" y="54325"/>
                </a:lnTo>
                <a:cubicBezTo>
                  <a:pt x="131972" y="48975"/>
                  <a:pt x="130344" y="44829"/>
                  <a:pt x="127088" y="41889"/>
                </a:cubicBezTo>
                <a:cubicBezTo>
                  <a:pt x="123832" y="38947"/>
                  <a:pt x="119258" y="37477"/>
                  <a:pt x="113366" y="37477"/>
                </a:cubicBezTo>
                <a:cubicBezTo>
                  <a:pt x="108493" y="37477"/>
                  <a:pt x="104617" y="38584"/>
                  <a:pt x="101738" y="40799"/>
                </a:cubicBezTo>
                <a:cubicBezTo>
                  <a:pt x="98858" y="43014"/>
                  <a:pt x="97064" y="46292"/>
                  <a:pt x="96356" y="50633"/>
                </a:cubicBezTo>
                <a:lnTo>
                  <a:pt x="90043" y="50633"/>
                </a:lnTo>
                <a:lnTo>
                  <a:pt x="90043" y="36280"/>
                </a:lnTo>
                <a:cubicBezTo>
                  <a:pt x="94296" y="34464"/>
                  <a:pt x="98427" y="33102"/>
                  <a:pt x="102436" y="32194"/>
                </a:cubicBezTo>
                <a:cubicBezTo>
                  <a:pt x="106445" y="31286"/>
                  <a:pt x="110354" y="30832"/>
                  <a:pt x="114164" y="30832"/>
                </a:cubicBezTo>
                <a:cubicBezTo>
                  <a:pt x="123954" y="30832"/>
                  <a:pt x="131407" y="33258"/>
                  <a:pt x="136523" y="38110"/>
                </a:cubicBezTo>
                <a:cubicBezTo>
                  <a:pt x="141640" y="42961"/>
                  <a:pt x="144198" y="50015"/>
                  <a:pt x="144198" y="59274"/>
                </a:cubicBezTo>
                <a:close/>
                <a:moveTo>
                  <a:pt x="174016" y="39869"/>
                </a:moveTo>
                <a:lnTo>
                  <a:pt x="163252" y="39869"/>
                </a:lnTo>
                <a:lnTo>
                  <a:pt x="163252" y="32692"/>
                </a:lnTo>
                <a:lnTo>
                  <a:pt x="174016" y="32692"/>
                </a:lnTo>
                <a:lnTo>
                  <a:pt x="174016" y="10765"/>
                </a:lnTo>
                <a:lnTo>
                  <a:pt x="186309" y="10765"/>
                </a:lnTo>
                <a:lnTo>
                  <a:pt x="186309" y="32692"/>
                </a:lnTo>
                <a:lnTo>
                  <a:pt x="209300" y="32692"/>
                </a:lnTo>
                <a:lnTo>
                  <a:pt x="209300" y="39869"/>
                </a:lnTo>
                <a:lnTo>
                  <a:pt x="186309" y="39869"/>
                </a:lnTo>
                <a:lnTo>
                  <a:pt x="186309" y="84721"/>
                </a:lnTo>
                <a:cubicBezTo>
                  <a:pt x="186309" y="90701"/>
                  <a:pt x="186885" y="94533"/>
                  <a:pt x="188037" y="96216"/>
                </a:cubicBezTo>
                <a:cubicBezTo>
                  <a:pt x="189188" y="97900"/>
                  <a:pt x="191315" y="98741"/>
                  <a:pt x="194416" y="98741"/>
                </a:cubicBezTo>
                <a:cubicBezTo>
                  <a:pt x="197605" y="98741"/>
                  <a:pt x="199931" y="97800"/>
                  <a:pt x="201393" y="95917"/>
                </a:cubicBezTo>
                <a:cubicBezTo>
                  <a:pt x="202854" y="94035"/>
                  <a:pt x="203630" y="90989"/>
                  <a:pt x="203718" y="86781"/>
                </a:cubicBezTo>
                <a:lnTo>
                  <a:pt x="212954" y="86781"/>
                </a:lnTo>
                <a:cubicBezTo>
                  <a:pt x="212600" y="93228"/>
                  <a:pt x="210850" y="97941"/>
                  <a:pt x="207705" y="100920"/>
                </a:cubicBezTo>
                <a:cubicBezTo>
                  <a:pt x="204560" y="103897"/>
                  <a:pt x="199776" y="105386"/>
                  <a:pt x="193352" y="105386"/>
                </a:cubicBezTo>
                <a:cubicBezTo>
                  <a:pt x="186309" y="105386"/>
                  <a:pt x="181325" y="103820"/>
                  <a:pt x="178402" y="100687"/>
                </a:cubicBezTo>
                <a:cubicBezTo>
                  <a:pt x="175478" y="97553"/>
                  <a:pt x="174016" y="92231"/>
                  <a:pt x="174016" y="84721"/>
                </a:cubicBezTo>
                <a:lnTo>
                  <a:pt x="174016" y="39869"/>
                </a:lnTo>
                <a:close/>
                <a:moveTo>
                  <a:pt x="283735" y="82129"/>
                </a:moveTo>
                <a:cubicBezTo>
                  <a:pt x="282007" y="89703"/>
                  <a:pt x="278685" y="95473"/>
                  <a:pt x="273767" y="99439"/>
                </a:cubicBezTo>
                <a:cubicBezTo>
                  <a:pt x="268850" y="103404"/>
                  <a:pt x="262493" y="105386"/>
                  <a:pt x="254697" y="105386"/>
                </a:cubicBezTo>
                <a:cubicBezTo>
                  <a:pt x="244420" y="105386"/>
                  <a:pt x="236158" y="101984"/>
                  <a:pt x="229912" y="95178"/>
                </a:cubicBezTo>
                <a:cubicBezTo>
                  <a:pt x="223666" y="88371"/>
                  <a:pt x="220543" y="79337"/>
                  <a:pt x="220543" y="68076"/>
                </a:cubicBezTo>
                <a:cubicBezTo>
                  <a:pt x="220543" y="56770"/>
                  <a:pt x="223666" y="47737"/>
                  <a:pt x="229912" y="40975"/>
                </a:cubicBezTo>
                <a:cubicBezTo>
                  <a:pt x="236158" y="34213"/>
                  <a:pt x="244420" y="30832"/>
                  <a:pt x="254697" y="30832"/>
                </a:cubicBezTo>
                <a:cubicBezTo>
                  <a:pt x="259171" y="30832"/>
                  <a:pt x="263623" y="31358"/>
                  <a:pt x="268053" y="32410"/>
                </a:cubicBezTo>
                <a:cubicBezTo>
                  <a:pt x="272483" y="33462"/>
                  <a:pt x="276935" y="35062"/>
                  <a:pt x="281409" y="37211"/>
                </a:cubicBezTo>
                <a:lnTo>
                  <a:pt x="281409" y="55285"/>
                </a:lnTo>
                <a:lnTo>
                  <a:pt x="274299" y="55285"/>
                </a:lnTo>
                <a:cubicBezTo>
                  <a:pt x="273369" y="49083"/>
                  <a:pt x="271342" y="44564"/>
                  <a:pt x="268219" y="41729"/>
                </a:cubicBezTo>
                <a:cubicBezTo>
                  <a:pt x="265096" y="38894"/>
                  <a:pt x="260633" y="37477"/>
                  <a:pt x="254830" y="37477"/>
                </a:cubicBezTo>
                <a:cubicBezTo>
                  <a:pt x="248229" y="37477"/>
                  <a:pt x="243246" y="40032"/>
                  <a:pt x="239879" y="45143"/>
                </a:cubicBezTo>
                <a:cubicBezTo>
                  <a:pt x="236512" y="50254"/>
                  <a:pt x="234829" y="57898"/>
                  <a:pt x="234829" y="68076"/>
                </a:cubicBezTo>
                <a:cubicBezTo>
                  <a:pt x="234829" y="78253"/>
                  <a:pt x="236501" y="85909"/>
                  <a:pt x="239846" y="91042"/>
                </a:cubicBezTo>
                <a:cubicBezTo>
                  <a:pt x="243190" y="96175"/>
                  <a:pt x="248185" y="98741"/>
                  <a:pt x="254830" y="98741"/>
                </a:cubicBezTo>
                <a:cubicBezTo>
                  <a:pt x="260101" y="98741"/>
                  <a:pt x="264310" y="97363"/>
                  <a:pt x="267455" y="94605"/>
                </a:cubicBezTo>
                <a:cubicBezTo>
                  <a:pt x="270600" y="91847"/>
                  <a:pt x="272749" y="87689"/>
                  <a:pt x="273900" y="82129"/>
                </a:cubicBezTo>
                <a:lnTo>
                  <a:pt x="283735" y="82129"/>
                </a:lnTo>
                <a:close/>
                <a:moveTo>
                  <a:pt x="295554" y="103393"/>
                </a:moveTo>
                <a:lnTo>
                  <a:pt x="295554" y="96349"/>
                </a:lnTo>
                <a:lnTo>
                  <a:pt x="306585" y="96349"/>
                </a:lnTo>
                <a:lnTo>
                  <a:pt x="306585" y="7043"/>
                </a:lnTo>
                <a:lnTo>
                  <a:pt x="294890" y="7043"/>
                </a:lnTo>
                <a:lnTo>
                  <a:pt x="294890" y="0"/>
                </a:lnTo>
                <a:lnTo>
                  <a:pt x="318811" y="0"/>
                </a:lnTo>
                <a:lnTo>
                  <a:pt x="318811" y="45317"/>
                </a:lnTo>
                <a:cubicBezTo>
                  <a:pt x="321070" y="40533"/>
                  <a:pt x="324005" y="36923"/>
                  <a:pt x="327615" y="34486"/>
                </a:cubicBezTo>
                <a:cubicBezTo>
                  <a:pt x="331226" y="32050"/>
                  <a:pt x="335423" y="30832"/>
                  <a:pt x="340207" y="30832"/>
                </a:cubicBezTo>
                <a:cubicBezTo>
                  <a:pt x="348004" y="30832"/>
                  <a:pt x="353740" y="33069"/>
                  <a:pt x="357417" y="37543"/>
                </a:cubicBezTo>
                <a:cubicBezTo>
                  <a:pt x="361094" y="42017"/>
                  <a:pt x="362932" y="48994"/>
                  <a:pt x="362932" y="58474"/>
                </a:cubicBezTo>
                <a:lnTo>
                  <a:pt x="362932" y="96349"/>
                </a:lnTo>
                <a:lnTo>
                  <a:pt x="373830" y="96349"/>
                </a:lnTo>
                <a:lnTo>
                  <a:pt x="373830" y="103393"/>
                </a:lnTo>
                <a:lnTo>
                  <a:pt x="340074" y="103393"/>
                </a:lnTo>
                <a:lnTo>
                  <a:pt x="340074" y="96349"/>
                </a:lnTo>
                <a:lnTo>
                  <a:pt x="350639" y="96349"/>
                </a:lnTo>
                <a:lnTo>
                  <a:pt x="350639" y="62328"/>
                </a:lnTo>
                <a:cubicBezTo>
                  <a:pt x="350639" y="53690"/>
                  <a:pt x="349587" y="47787"/>
                  <a:pt x="347483" y="44620"/>
                </a:cubicBezTo>
                <a:cubicBezTo>
                  <a:pt x="345379" y="41452"/>
                  <a:pt x="341625" y="39869"/>
                  <a:pt x="336220" y="39869"/>
                </a:cubicBezTo>
                <a:cubicBezTo>
                  <a:pt x="330550" y="39869"/>
                  <a:pt x="326231" y="41929"/>
                  <a:pt x="323263" y="46048"/>
                </a:cubicBezTo>
                <a:cubicBezTo>
                  <a:pt x="320295" y="50168"/>
                  <a:pt x="318811" y="56171"/>
                  <a:pt x="318811" y="64056"/>
                </a:cubicBezTo>
                <a:lnTo>
                  <a:pt x="318811" y="96349"/>
                </a:lnTo>
                <a:lnTo>
                  <a:pt x="329443" y="96349"/>
                </a:lnTo>
                <a:lnTo>
                  <a:pt x="329443" y="103393"/>
                </a:lnTo>
                <a:lnTo>
                  <a:pt x="295554" y="103393"/>
                </a:lnTo>
                <a:close/>
                <a:moveTo>
                  <a:pt x="450824" y="69371"/>
                </a:moveTo>
                <a:lnTo>
                  <a:pt x="398131" y="69371"/>
                </a:lnTo>
                <a:lnTo>
                  <a:pt x="398131" y="69903"/>
                </a:lnTo>
                <a:cubicBezTo>
                  <a:pt x="398131" y="79427"/>
                  <a:pt x="399925" y="86615"/>
                  <a:pt x="403513" y="91465"/>
                </a:cubicBezTo>
                <a:cubicBezTo>
                  <a:pt x="407102" y="96316"/>
                  <a:pt x="412395" y="98741"/>
                  <a:pt x="419394" y="98741"/>
                </a:cubicBezTo>
                <a:cubicBezTo>
                  <a:pt x="424755" y="98741"/>
                  <a:pt x="429151" y="97335"/>
                  <a:pt x="432584" y="94522"/>
                </a:cubicBezTo>
                <a:cubicBezTo>
                  <a:pt x="436017" y="91709"/>
                  <a:pt x="438421" y="87534"/>
                  <a:pt x="439794" y="81997"/>
                </a:cubicBezTo>
                <a:lnTo>
                  <a:pt x="449628" y="81997"/>
                </a:lnTo>
                <a:cubicBezTo>
                  <a:pt x="447679" y="89771"/>
                  <a:pt x="444080" y="95613"/>
                  <a:pt x="438830" y="99522"/>
                </a:cubicBezTo>
                <a:cubicBezTo>
                  <a:pt x="433581" y="103432"/>
                  <a:pt x="426682" y="105386"/>
                  <a:pt x="418132" y="105386"/>
                </a:cubicBezTo>
                <a:cubicBezTo>
                  <a:pt x="407810" y="105386"/>
                  <a:pt x="399515" y="101984"/>
                  <a:pt x="393247" y="95178"/>
                </a:cubicBezTo>
                <a:cubicBezTo>
                  <a:pt x="386979" y="88371"/>
                  <a:pt x="383845" y="79337"/>
                  <a:pt x="383845" y="68076"/>
                </a:cubicBezTo>
                <a:cubicBezTo>
                  <a:pt x="383845" y="56903"/>
                  <a:pt x="386924" y="47903"/>
                  <a:pt x="393081" y="41075"/>
                </a:cubicBezTo>
                <a:cubicBezTo>
                  <a:pt x="399239" y="34246"/>
                  <a:pt x="407323" y="30832"/>
                  <a:pt x="417335" y="30832"/>
                </a:cubicBezTo>
                <a:cubicBezTo>
                  <a:pt x="428010" y="30832"/>
                  <a:pt x="436206" y="34121"/>
                  <a:pt x="441920" y="40699"/>
                </a:cubicBezTo>
                <a:cubicBezTo>
                  <a:pt x="447635" y="47278"/>
                  <a:pt x="450603" y="56835"/>
                  <a:pt x="450824" y="69371"/>
                </a:cubicBezTo>
                <a:moveTo>
                  <a:pt x="436405" y="62328"/>
                </a:moveTo>
                <a:cubicBezTo>
                  <a:pt x="436139" y="54111"/>
                  <a:pt x="434401" y="47914"/>
                  <a:pt x="431189" y="43739"/>
                </a:cubicBezTo>
                <a:cubicBezTo>
                  <a:pt x="427977" y="39564"/>
                  <a:pt x="423359" y="37477"/>
                  <a:pt x="417335" y="37477"/>
                </a:cubicBezTo>
                <a:cubicBezTo>
                  <a:pt x="411709" y="37477"/>
                  <a:pt x="407279" y="39575"/>
                  <a:pt x="404045" y="43772"/>
                </a:cubicBezTo>
                <a:cubicBezTo>
                  <a:pt x="400811" y="47970"/>
                  <a:pt x="398840" y="54155"/>
                  <a:pt x="398131" y="62328"/>
                </a:cubicBezTo>
                <a:lnTo>
                  <a:pt x="436405" y="62328"/>
                </a:lnTo>
                <a:close/>
                <a:moveTo>
                  <a:pt x="528381" y="96349"/>
                </a:moveTo>
                <a:lnTo>
                  <a:pt x="540075" y="96349"/>
                </a:lnTo>
                <a:lnTo>
                  <a:pt x="540075" y="103393"/>
                </a:lnTo>
                <a:lnTo>
                  <a:pt x="516154" y="103393"/>
                </a:lnTo>
                <a:lnTo>
                  <a:pt x="516154" y="92367"/>
                </a:lnTo>
                <a:cubicBezTo>
                  <a:pt x="513762" y="96817"/>
                  <a:pt x="510717" y="100100"/>
                  <a:pt x="507018" y="102215"/>
                </a:cubicBezTo>
                <a:cubicBezTo>
                  <a:pt x="503319" y="104329"/>
                  <a:pt x="498745" y="105386"/>
                  <a:pt x="493296" y="105386"/>
                </a:cubicBezTo>
                <a:cubicBezTo>
                  <a:pt x="484614" y="105386"/>
                  <a:pt x="477515" y="101939"/>
                  <a:pt x="472000" y="95045"/>
                </a:cubicBezTo>
                <a:cubicBezTo>
                  <a:pt x="466484" y="88150"/>
                  <a:pt x="463727" y="79160"/>
                  <a:pt x="463727" y="68076"/>
                </a:cubicBezTo>
                <a:cubicBezTo>
                  <a:pt x="463727" y="56991"/>
                  <a:pt x="466473" y="48013"/>
                  <a:pt x="471966" y="41142"/>
                </a:cubicBezTo>
                <a:cubicBezTo>
                  <a:pt x="477459" y="34268"/>
                  <a:pt x="484569" y="30832"/>
                  <a:pt x="493296" y="30832"/>
                </a:cubicBezTo>
                <a:cubicBezTo>
                  <a:pt x="498745" y="30832"/>
                  <a:pt x="503319" y="31889"/>
                  <a:pt x="507018" y="34003"/>
                </a:cubicBezTo>
                <a:cubicBezTo>
                  <a:pt x="510717" y="36116"/>
                  <a:pt x="513762" y="39399"/>
                  <a:pt x="516154" y="43849"/>
                </a:cubicBezTo>
                <a:lnTo>
                  <a:pt x="516154" y="7043"/>
                </a:lnTo>
                <a:lnTo>
                  <a:pt x="504592" y="7043"/>
                </a:lnTo>
                <a:lnTo>
                  <a:pt x="504592" y="0"/>
                </a:lnTo>
                <a:lnTo>
                  <a:pt x="528381" y="0"/>
                </a:lnTo>
                <a:lnTo>
                  <a:pt x="528381" y="96349"/>
                </a:lnTo>
                <a:moveTo>
                  <a:pt x="516154" y="71593"/>
                </a:moveTo>
                <a:lnTo>
                  <a:pt x="516154" y="64625"/>
                </a:lnTo>
                <a:cubicBezTo>
                  <a:pt x="516154" y="56173"/>
                  <a:pt x="514526" y="49713"/>
                  <a:pt x="511270" y="45245"/>
                </a:cubicBezTo>
                <a:cubicBezTo>
                  <a:pt x="508014" y="40775"/>
                  <a:pt x="503285" y="38540"/>
                  <a:pt x="497084" y="38540"/>
                </a:cubicBezTo>
                <a:cubicBezTo>
                  <a:pt x="490793" y="38540"/>
                  <a:pt x="486042" y="41018"/>
                  <a:pt x="482831" y="45974"/>
                </a:cubicBezTo>
                <a:cubicBezTo>
                  <a:pt x="479619" y="50929"/>
                  <a:pt x="478013" y="58297"/>
                  <a:pt x="478013" y="68076"/>
                </a:cubicBezTo>
                <a:cubicBezTo>
                  <a:pt x="478013" y="77810"/>
                  <a:pt x="479619" y="85178"/>
                  <a:pt x="482831" y="90178"/>
                </a:cubicBezTo>
                <a:cubicBezTo>
                  <a:pt x="486042" y="95178"/>
                  <a:pt x="490793" y="97678"/>
                  <a:pt x="497084" y="97678"/>
                </a:cubicBezTo>
                <a:cubicBezTo>
                  <a:pt x="503285" y="97678"/>
                  <a:pt x="508014" y="95455"/>
                  <a:pt x="511270" y="91009"/>
                </a:cubicBezTo>
                <a:cubicBezTo>
                  <a:pt x="514526" y="86561"/>
                  <a:pt x="516154" y="80089"/>
                  <a:pt x="516154" y="715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A3D8F7-5374-4BF0-9F91-35D6A4CA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174" y="3787775"/>
            <a:ext cx="653198" cy="579757"/>
          </a:xfrm>
          <a:custGeom xmlns:a="http://schemas.openxmlformats.org/drawingml/2006/main">
            <a:pathLst>
              <a:path w="653198" h="579757">
                <a:moveTo>
                  <a:pt x="326608" y="579757"/>
                </a:moveTo>
                <a:lnTo>
                  <a:pt x="37481" y="579757"/>
                </a:lnTo>
                <a:cubicBezTo>
                  <a:pt x="16956" y="579757"/>
                  <a:pt x="0" y="562818"/>
                  <a:pt x="0" y="542275"/>
                </a:cubicBezTo>
                <a:lnTo>
                  <a:pt x="0" y="37481"/>
                </a:lnTo>
                <a:cubicBezTo>
                  <a:pt x="0" y="16938"/>
                  <a:pt x="16956" y="0"/>
                  <a:pt x="37481" y="0"/>
                </a:cubicBezTo>
                <a:lnTo>
                  <a:pt x="615191" y="0"/>
                </a:lnTo>
                <a:cubicBezTo>
                  <a:pt x="636241" y="0"/>
                  <a:pt x="653198" y="16938"/>
                  <a:pt x="653198" y="37481"/>
                </a:cubicBezTo>
                <a:lnTo>
                  <a:pt x="653198" y="542275"/>
                </a:lnTo>
                <a:cubicBezTo>
                  <a:pt x="653198" y="562818"/>
                  <a:pt x="636241" y="579757"/>
                  <a:pt x="615191" y="579757"/>
                </a:cubicBezTo>
                <a:lnTo>
                  <a:pt x="326608" y="57975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53">
            <a:extLst xmlns:a="http://schemas.openxmlformats.org/drawingml/2006/main">
              <a:ext uri="{FF2B5EF4-FFF2-40B4-BE49-F238E27FC236}">
                <a16:creationId xmlns:a16="http://schemas.microsoft.com/office/drawing/2014/main" id="{9351EED7-E568-4C65-8546-14C21B54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7684" y="3953519"/>
            <a:ext cx="207758" cy="126316"/>
          </a:xfrm>
          <a:custGeom xmlns:a="http://schemas.openxmlformats.org/drawingml/2006/main">
            <a:pathLst>
              <a:path w="207758" h="126316">
                <a:moveTo>
                  <a:pt x="80435" y="2119"/>
                </a:moveTo>
                <a:lnTo>
                  <a:pt x="80435" y="23470"/>
                </a:lnTo>
                <a:lnTo>
                  <a:pt x="15321" y="23470"/>
                </a:lnTo>
                <a:lnTo>
                  <a:pt x="15321" y="50351"/>
                </a:lnTo>
                <a:cubicBezTo>
                  <a:pt x="18907" y="47558"/>
                  <a:pt x="22900" y="45449"/>
                  <a:pt x="27301" y="44025"/>
                </a:cubicBezTo>
                <a:cubicBezTo>
                  <a:pt x="31701" y="42600"/>
                  <a:pt x="36346" y="41888"/>
                  <a:pt x="41236" y="41888"/>
                </a:cubicBezTo>
                <a:cubicBezTo>
                  <a:pt x="56231" y="41888"/>
                  <a:pt x="68075" y="45682"/>
                  <a:pt x="76767" y="53269"/>
                </a:cubicBezTo>
                <a:cubicBezTo>
                  <a:pt x="85460" y="60855"/>
                  <a:pt x="89806" y="71173"/>
                  <a:pt x="89806" y="84224"/>
                </a:cubicBezTo>
                <a:cubicBezTo>
                  <a:pt x="89806" y="97494"/>
                  <a:pt x="85460" y="107827"/>
                  <a:pt x="76767" y="115222"/>
                </a:cubicBezTo>
                <a:cubicBezTo>
                  <a:pt x="68075" y="122618"/>
                  <a:pt x="55905" y="126316"/>
                  <a:pt x="40258" y="126316"/>
                </a:cubicBezTo>
                <a:cubicBezTo>
                  <a:pt x="33630" y="126316"/>
                  <a:pt x="27042" y="125773"/>
                  <a:pt x="20496" y="124686"/>
                </a:cubicBezTo>
                <a:cubicBezTo>
                  <a:pt x="13949" y="123599"/>
                  <a:pt x="7117" y="121915"/>
                  <a:pt x="0" y="119633"/>
                </a:cubicBezTo>
                <a:lnTo>
                  <a:pt x="0" y="92903"/>
                </a:lnTo>
                <a:lnTo>
                  <a:pt x="9779" y="92903"/>
                </a:lnTo>
                <a:cubicBezTo>
                  <a:pt x="10105" y="100917"/>
                  <a:pt x="12183" y="106886"/>
                  <a:pt x="16014" y="110812"/>
                </a:cubicBezTo>
                <a:cubicBezTo>
                  <a:pt x="19844" y="114737"/>
                  <a:pt x="25508" y="116700"/>
                  <a:pt x="33005" y="116700"/>
                </a:cubicBezTo>
                <a:cubicBezTo>
                  <a:pt x="40992" y="116700"/>
                  <a:pt x="46913" y="114027"/>
                  <a:pt x="50771" y="108683"/>
                </a:cubicBezTo>
                <a:cubicBezTo>
                  <a:pt x="54628" y="103338"/>
                  <a:pt x="56557" y="95185"/>
                  <a:pt x="56557" y="84224"/>
                </a:cubicBezTo>
                <a:cubicBezTo>
                  <a:pt x="56557" y="73426"/>
                  <a:pt x="54669" y="65355"/>
                  <a:pt x="50893" y="60010"/>
                </a:cubicBezTo>
                <a:cubicBezTo>
                  <a:pt x="47117" y="54666"/>
                  <a:pt x="41399" y="51993"/>
                  <a:pt x="33739" y="51993"/>
                </a:cubicBezTo>
                <a:cubicBezTo>
                  <a:pt x="29610" y="51993"/>
                  <a:pt x="25929" y="52846"/>
                  <a:pt x="22696" y="54550"/>
                </a:cubicBezTo>
                <a:cubicBezTo>
                  <a:pt x="19464" y="56255"/>
                  <a:pt x="16462" y="58893"/>
                  <a:pt x="13691" y="62465"/>
                </a:cubicBezTo>
                <a:lnTo>
                  <a:pt x="5542" y="62465"/>
                </a:lnTo>
                <a:lnTo>
                  <a:pt x="5542" y="2119"/>
                </a:lnTo>
                <a:lnTo>
                  <a:pt x="80435" y="2119"/>
                </a:lnTo>
                <a:close/>
                <a:moveTo>
                  <a:pt x="116648" y="5705"/>
                </a:moveTo>
                <a:cubicBezTo>
                  <a:pt x="123819" y="3803"/>
                  <a:pt x="130773" y="2377"/>
                  <a:pt x="137510" y="1426"/>
                </a:cubicBezTo>
                <a:cubicBezTo>
                  <a:pt x="144247" y="475"/>
                  <a:pt x="150821" y="0"/>
                  <a:pt x="157232" y="0"/>
                </a:cubicBezTo>
                <a:cubicBezTo>
                  <a:pt x="171901" y="0"/>
                  <a:pt x="183160" y="2621"/>
                  <a:pt x="191011" y="7864"/>
                </a:cubicBezTo>
                <a:cubicBezTo>
                  <a:pt x="198862" y="13107"/>
                  <a:pt x="202787" y="20618"/>
                  <a:pt x="202787" y="30397"/>
                </a:cubicBezTo>
                <a:cubicBezTo>
                  <a:pt x="202787" y="37732"/>
                  <a:pt x="200532" y="43681"/>
                  <a:pt x="196023" y="48244"/>
                </a:cubicBezTo>
                <a:cubicBezTo>
                  <a:pt x="191513" y="52808"/>
                  <a:pt x="184912" y="55878"/>
                  <a:pt x="176220" y="57453"/>
                </a:cubicBezTo>
                <a:cubicBezTo>
                  <a:pt x="186814" y="59139"/>
                  <a:pt x="194719" y="62756"/>
                  <a:pt x="199935" y="68305"/>
                </a:cubicBezTo>
                <a:cubicBezTo>
                  <a:pt x="205150" y="73853"/>
                  <a:pt x="207758" y="81441"/>
                  <a:pt x="207758" y="91070"/>
                </a:cubicBezTo>
                <a:cubicBezTo>
                  <a:pt x="207758" y="102438"/>
                  <a:pt x="203262" y="111155"/>
                  <a:pt x="194271" y="117219"/>
                </a:cubicBezTo>
                <a:cubicBezTo>
                  <a:pt x="185279" y="123284"/>
                  <a:pt x="172254" y="126316"/>
                  <a:pt x="155194" y="126316"/>
                </a:cubicBezTo>
                <a:cubicBezTo>
                  <a:pt x="148783" y="126316"/>
                  <a:pt x="142169" y="125773"/>
                  <a:pt x="135350" y="124686"/>
                </a:cubicBezTo>
                <a:cubicBezTo>
                  <a:pt x="128532" y="123599"/>
                  <a:pt x="121401" y="121969"/>
                  <a:pt x="113958" y="119796"/>
                </a:cubicBezTo>
                <a:lnTo>
                  <a:pt x="113958" y="92903"/>
                </a:lnTo>
                <a:lnTo>
                  <a:pt x="123819" y="92903"/>
                </a:lnTo>
                <a:cubicBezTo>
                  <a:pt x="124417" y="100645"/>
                  <a:pt x="126834" y="106547"/>
                  <a:pt x="131072" y="110608"/>
                </a:cubicBezTo>
                <a:cubicBezTo>
                  <a:pt x="135310" y="114669"/>
                  <a:pt x="141177" y="116700"/>
                  <a:pt x="148675" y="116700"/>
                </a:cubicBezTo>
                <a:cubicBezTo>
                  <a:pt x="156933" y="116700"/>
                  <a:pt x="163317" y="114404"/>
                  <a:pt x="167826" y="109813"/>
                </a:cubicBezTo>
                <a:cubicBezTo>
                  <a:pt x="172335" y="105222"/>
                  <a:pt x="174590" y="98717"/>
                  <a:pt x="174590" y="90295"/>
                </a:cubicBezTo>
                <a:cubicBezTo>
                  <a:pt x="174590" y="81494"/>
                  <a:pt x="172240" y="74703"/>
                  <a:pt x="167541" y="69922"/>
                </a:cubicBezTo>
                <a:cubicBezTo>
                  <a:pt x="162841" y="65141"/>
                  <a:pt x="156172" y="62750"/>
                  <a:pt x="147534" y="62750"/>
                </a:cubicBezTo>
                <a:lnTo>
                  <a:pt x="142155" y="62750"/>
                </a:lnTo>
                <a:lnTo>
                  <a:pt x="142155" y="52971"/>
                </a:lnTo>
                <a:lnTo>
                  <a:pt x="146393" y="52971"/>
                </a:lnTo>
                <a:cubicBezTo>
                  <a:pt x="154379" y="52971"/>
                  <a:pt x="160383" y="51127"/>
                  <a:pt x="164403" y="47440"/>
                </a:cubicBezTo>
                <a:cubicBezTo>
                  <a:pt x="168424" y="43752"/>
                  <a:pt x="170434" y="38248"/>
                  <a:pt x="170434" y="30927"/>
                </a:cubicBezTo>
                <a:cubicBezTo>
                  <a:pt x="170434" y="24041"/>
                  <a:pt x="168546" y="18767"/>
                  <a:pt x="164770" y="15107"/>
                </a:cubicBezTo>
                <a:cubicBezTo>
                  <a:pt x="160994" y="11447"/>
                  <a:pt x="155575" y="9616"/>
                  <a:pt x="148512" y="9616"/>
                </a:cubicBezTo>
                <a:cubicBezTo>
                  <a:pt x="142101" y="9616"/>
                  <a:pt x="137021" y="11368"/>
                  <a:pt x="133272" y="14873"/>
                </a:cubicBezTo>
                <a:cubicBezTo>
                  <a:pt x="129524" y="18377"/>
                  <a:pt x="127269" y="23470"/>
                  <a:pt x="126508" y="30153"/>
                </a:cubicBezTo>
                <a:lnTo>
                  <a:pt x="116648" y="30153"/>
                </a:lnTo>
                <a:lnTo>
                  <a:pt x="116648" y="57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Not">
            <a:extLst xmlns:a="http://schemas.openxmlformats.org/drawingml/2006/main">
              <a:ext uri="{FF2B5EF4-FFF2-40B4-BE49-F238E27FC236}">
                <a16:creationId xmlns:a16="http://schemas.microsoft.com/office/drawing/2014/main" id="{2E408CCB-7A7C-474D-AF29-5D294428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638" y="4150162"/>
            <a:ext cx="248249" cy="101266"/>
          </a:xfrm>
          <a:custGeom xmlns:a="http://schemas.openxmlformats.org/drawingml/2006/main">
            <a:pathLst>
              <a:path w="248249" h="101266">
                <a:moveTo>
                  <a:pt x="0" y="99273"/>
                </a:moveTo>
                <a:lnTo>
                  <a:pt x="0" y="92230"/>
                </a:lnTo>
                <a:lnTo>
                  <a:pt x="13356" y="92230"/>
                </a:lnTo>
                <a:lnTo>
                  <a:pt x="13356" y="7176"/>
                </a:lnTo>
                <a:lnTo>
                  <a:pt x="0" y="7176"/>
                </a:lnTo>
                <a:lnTo>
                  <a:pt x="0" y="0"/>
                </a:lnTo>
                <a:lnTo>
                  <a:pt x="25450" y="0"/>
                </a:lnTo>
                <a:lnTo>
                  <a:pt x="84920" y="78342"/>
                </a:lnTo>
                <a:lnTo>
                  <a:pt x="84920" y="7176"/>
                </a:lnTo>
                <a:lnTo>
                  <a:pt x="71631" y="7176"/>
                </a:lnTo>
                <a:lnTo>
                  <a:pt x="71631" y="0"/>
                </a:lnTo>
                <a:lnTo>
                  <a:pt x="106449" y="0"/>
                </a:lnTo>
                <a:lnTo>
                  <a:pt x="106449" y="7176"/>
                </a:lnTo>
                <a:lnTo>
                  <a:pt x="93093" y="7176"/>
                </a:lnTo>
                <a:lnTo>
                  <a:pt x="93093" y="101266"/>
                </a:lnTo>
                <a:lnTo>
                  <a:pt x="85053" y="101266"/>
                </a:lnTo>
                <a:lnTo>
                  <a:pt x="21529" y="17609"/>
                </a:lnTo>
                <a:lnTo>
                  <a:pt x="21529" y="92230"/>
                </a:lnTo>
                <a:lnTo>
                  <a:pt x="34885" y="92230"/>
                </a:lnTo>
                <a:lnTo>
                  <a:pt x="34885" y="99273"/>
                </a:lnTo>
                <a:lnTo>
                  <a:pt x="0" y="99273"/>
                </a:lnTo>
                <a:close/>
                <a:moveTo>
                  <a:pt x="153906" y="94622"/>
                </a:moveTo>
                <a:cubicBezTo>
                  <a:pt x="160462" y="94622"/>
                  <a:pt x="165413" y="92033"/>
                  <a:pt x="168757" y="86856"/>
                </a:cubicBezTo>
                <a:cubicBezTo>
                  <a:pt x="172102" y="81678"/>
                  <a:pt x="173774" y="74045"/>
                  <a:pt x="173774" y="63956"/>
                </a:cubicBezTo>
                <a:cubicBezTo>
                  <a:pt x="173774" y="53867"/>
                  <a:pt x="172102" y="46245"/>
                  <a:pt x="168757" y="41090"/>
                </a:cubicBezTo>
                <a:cubicBezTo>
                  <a:pt x="165413" y="35934"/>
                  <a:pt x="160462" y="33357"/>
                  <a:pt x="153906" y="33357"/>
                </a:cubicBezTo>
                <a:cubicBezTo>
                  <a:pt x="147350" y="33357"/>
                  <a:pt x="142399" y="35934"/>
                  <a:pt x="139055" y="41090"/>
                </a:cubicBezTo>
                <a:cubicBezTo>
                  <a:pt x="135710" y="46245"/>
                  <a:pt x="134038" y="53867"/>
                  <a:pt x="134038" y="63956"/>
                </a:cubicBezTo>
                <a:cubicBezTo>
                  <a:pt x="134038" y="74045"/>
                  <a:pt x="135721" y="81678"/>
                  <a:pt x="139088" y="86856"/>
                </a:cubicBezTo>
                <a:cubicBezTo>
                  <a:pt x="142455" y="92033"/>
                  <a:pt x="147394" y="94622"/>
                  <a:pt x="153906" y="94622"/>
                </a:cubicBezTo>
                <a:moveTo>
                  <a:pt x="153906" y="101266"/>
                </a:moveTo>
                <a:cubicBezTo>
                  <a:pt x="143629" y="101266"/>
                  <a:pt x="135367" y="97864"/>
                  <a:pt x="129121" y="91058"/>
                </a:cubicBezTo>
                <a:cubicBezTo>
                  <a:pt x="122875" y="84252"/>
                  <a:pt x="119752" y="75218"/>
                  <a:pt x="119752" y="63956"/>
                </a:cubicBezTo>
                <a:cubicBezTo>
                  <a:pt x="119752" y="52694"/>
                  <a:pt x="122864" y="43672"/>
                  <a:pt x="129088" y="36889"/>
                </a:cubicBezTo>
                <a:cubicBezTo>
                  <a:pt x="135312" y="30104"/>
                  <a:pt x="143584" y="26712"/>
                  <a:pt x="153906" y="26712"/>
                </a:cubicBezTo>
                <a:cubicBezTo>
                  <a:pt x="164228" y="26712"/>
                  <a:pt x="172500" y="30104"/>
                  <a:pt x="178724" y="36889"/>
                </a:cubicBezTo>
                <a:cubicBezTo>
                  <a:pt x="184948" y="43672"/>
                  <a:pt x="188060" y="52694"/>
                  <a:pt x="188060" y="63956"/>
                </a:cubicBezTo>
                <a:cubicBezTo>
                  <a:pt x="188060" y="75218"/>
                  <a:pt x="184948" y="84252"/>
                  <a:pt x="178724" y="91058"/>
                </a:cubicBezTo>
                <a:cubicBezTo>
                  <a:pt x="172500" y="97864"/>
                  <a:pt x="164228" y="101266"/>
                  <a:pt x="153906" y="101266"/>
                </a:cubicBezTo>
                <a:close/>
                <a:moveTo>
                  <a:pt x="209310" y="35749"/>
                </a:moveTo>
                <a:lnTo>
                  <a:pt x="198546" y="35749"/>
                </a:lnTo>
                <a:lnTo>
                  <a:pt x="198546" y="28573"/>
                </a:lnTo>
                <a:lnTo>
                  <a:pt x="209310" y="28573"/>
                </a:lnTo>
                <a:lnTo>
                  <a:pt x="209310" y="6645"/>
                </a:lnTo>
                <a:lnTo>
                  <a:pt x="221603" y="6645"/>
                </a:lnTo>
                <a:lnTo>
                  <a:pt x="221603" y="28573"/>
                </a:lnTo>
                <a:lnTo>
                  <a:pt x="244594" y="28573"/>
                </a:lnTo>
                <a:lnTo>
                  <a:pt x="244594" y="35749"/>
                </a:lnTo>
                <a:lnTo>
                  <a:pt x="221603" y="35749"/>
                </a:lnTo>
                <a:lnTo>
                  <a:pt x="221603" y="80601"/>
                </a:lnTo>
                <a:cubicBezTo>
                  <a:pt x="221603" y="86581"/>
                  <a:pt x="222179" y="90413"/>
                  <a:pt x="223331" y="92097"/>
                </a:cubicBezTo>
                <a:cubicBezTo>
                  <a:pt x="224482" y="93780"/>
                  <a:pt x="226609" y="94622"/>
                  <a:pt x="229710" y="94622"/>
                </a:cubicBezTo>
                <a:cubicBezTo>
                  <a:pt x="232899" y="94622"/>
                  <a:pt x="235225" y="93680"/>
                  <a:pt x="236687" y="91798"/>
                </a:cubicBezTo>
                <a:cubicBezTo>
                  <a:pt x="238149" y="89915"/>
                  <a:pt x="238924" y="86869"/>
                  <a:pt x="239012" y="82661"/>
                </a:cubicBezTo>
                <a:lnTo>
                  <a:pt x="248249" y="82661"/>
                </a:lnTo>
                <a:cubicBezTo>
                  <a:pt x="247894" y="89108"/>
                  <a:pt x="246144" y="93821"/>
                  <a:pt x="242999" y="96800"/>
                </a:cubicBezTo>
                <a:cubicBezTo>
                  <a:pt x="239854" y="99778"/>
                  <a:pt x="235070" y="101266"/>
                  <a:pt x="228647" y="101266"/>
                </a:cubicBezTo>
                <a:cubicBezTo>
                  <a:pt x="221603" y="101266"/>
                  <a:pt x="216619" y="99700"/>
                  <a:pt x="213696" y="96567"/>
                </a:cubicBezTo>
                <a:cubicBezTo>
                  <a:pt x="210772" y="93433"/>
                  <a:pt x="209310" y="88111"/>
                  <a:pt x="209310" y="80601"/>
                </a:cubicBezTo>
                <a:lnTo>
                  <a:pt x="209310" y="357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Patched">
            <a:extLst xmlns:a="http://schemas.openxmlformats.org/drawingml/2006/main">
              <a:ext uri="{FF2B5EF4-FFF2-40B4-BE49-F238E27FC236}">
                <a16:creationId xmlns:a16="http://schemas.microsoft.com/office/drawing/2014/main" id="{67C0EF2D-7B8B-492A-9D72-37D2B9C2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501" y="4308812"/>
            <a:ext cx="540076" cy="105386"/>
          </a:xfrm>
          <a:custGeom xmlns:a="http://schemas.openxmlformats.org/drawingml/2006/main">
            <a:pathLst>
              <a:path w="540076" h="105386">
                <a:moveTo>
                  <a:pt x="26114" y="52760"/>
                </a:moveTo>
                <a:lnTo>
                  <a:pt x="43656" y="52760"/>
                </a:lnTo>
                <a:cubicBezTo>
                  <a:pt x="50257" y="52760"/>
                  <a:pt x="55285" y="50982"/>
                  <a:pt x="58740" y="47427"/>
                </a:cubicBezTo>
                <a:cubicBezTo>
                  <a:pt x="62195" y="43872"/>
                  <a:pt x="63923" y="38739"/>
                  <a:pt x="63923" y="32028"/>
                </a:cubicBezTo>
                <a:cubicBezTo>
                  <a:pt x="63923" y="25272"/>
                  <a:pt x="62195" y="20128"/>
                  <a:pt x="58740" y="16595"/>
                </a:cubicBezTo>
                <a:cubicBezTo>
                  <a:pt x="55285" y="13063"/>
                  <a:pt x="50257" y="11296"/>
                  <a:pt x="43656" y="11296"/>
                </a:cubicBezTo>
                <a:lnTo>
                  <a:pt x="26114" y="11296"/>
                </a:lnTo>
                <a:lnTo>
                  <a:pt x="26114" y="52760"/>
                </a:lnTo>
                <a:moveTo>
                  <a:pt x="0" y="103393"/>
                </a:moveTo>
                <a:lnTo>
                  <a:pt x="0" y="96349"/>
                </a:lnTo>
                <a:lnTo>
                  <a:pt x="12625" y="96349"/>
                </a:lnTo>
                <a:lnTo>
                  <a:pt x="12625" y="11296"/>
                </a:lnTo>
                <a:lnTo>
                  <a:pt x="0" y="11296"/>
                </a:lnTo>
                <a:lnTo>
                  <a:pt x="0" y="4120"/>
                </a:lnTo>
                <a:lnTo>
                  <a:pt x="46912" y="4120"/>
                </a:lnTo>
                <a:cubicBezTo>
                  <a:pt x="56835" y="4120"/>
                  <a:pt x="64698" y="6634"/>
                  <a:pt x="70501" y="11662"/>
                </a:cubicBezTo>
                <a:cubicBezTo>
                  <a:pt x="76304" y="16689"/>
                  <a:pt x="79206" y="23478"/>
                  <a:pt x="79206" y="32028"/>
                </a:cubicBezTo>
                <a:cubicBezTo>
                  <a:pt x="79206" y="40533"/>
                  <a:pt x="76304" y="47311"/>
                  <a:pt x="70501" y="52361"/>
                </a:cubicBezTo>
                <a:cubicBezTo>
                  <a:pt x="64698" y="57411"/>
                  <a:pt x="56835" y="59936"/>
                  <a:pt x="46912" y="59936"/>
                </a:cubicBezTo>
                <a:lnTo>
                  <a:pt x="26114" y="59936"/>
                </a:lnTo>
                <a:lnTo>
                  <a:pt x="26114" y="96349"/>
                </a:lnTo>
                <a:lnTo>
                  <a:pt x="41463" y="96349"/>
                </a:lnTo>
                <a:lnTo>
                  <a:pt x="41463" y="103393"/>
                </a:lnTo>
                <a:lnTo>
                  <a:pt x="0" y="103393"/>
                </a:lnTo>
                <a:close/>
                <a:moveTo>
                  <a:pt x="131972" y="81232"/>
                </a:moveTo>
                <a:lnTo>
                  <a:pt x="131972" y="66315"/>
                </a:lnTo>
                <a:lnTo>
                  <a:pt x="116223" y="66315"/>
                </a:lnTo>
                <a:cubicBezTo>
                  <a:pt x="110155" y="66315"/>
                  <a:pt x="105636" y="67619"/>
                  <a:pt x="102668" y="70227"/>
                </a:cubicBezTo>
                <a:cubicBezTo>
                  <a:pt x="99700" y="72835"/>
                  <a:pt x="98216" y="76836"/>
                  <a:pt x="98216" y="82229"/>
                </a:cubicBezTo>
                <a:cubicBezTo>
                  <a:pt x="98216" y="87137"/>
                  <a:pt x="99722" y="91027"/>
                  <a:pt x="102735" y="93901"/>
                </a:cubicBezTo>
                <a:cubicBezTo>
                  <a:pt x="105747" y="96774"/>
                  <a:pt x="109822" y="98210"/>
                  <a:pt x="114961" y="98210"/>
                </a:cubicBezTo>
                <a:cubicBezTo>
                  <a:pt x="120055" y="98210"/>
                  <a:pt x="124164" y="96641"/>
                  <a:pt x="127287" y="93502"/>
                </a:cubicBezTo>
                <a:cubicBezTo>
                  <a:pt x="130410" y="90363"/>
                  <a:pt x="131972" y="86273"/>
                  <a:pt x="131972" y="81232"/>
                </a:cubicBezTo>
                <a:moveTo>
                  <a:pt x="144198" y="59274"/>
                </a:moveTo>
                <a:lnTo>
                  <a:pt x="144198" y="96349"/>
                </a:lnTo>
                <a:lnTo>
                  <a:pt x="155095" y="96349"/>
                </a:lnTo>
                <a:lnTo>
                  <a:pt x="155095" y="103393"/>
                </a:lnTo>
                <a:lnTo>
                  <a:pt x="131972" y="103393"/>
                </a:lnTo>
                <a:lnTo>
                  <a:pt x="131972" y="95753"/>
                </a:lnTo>
                <a:cubicBezTo>
                  <a:pt x="129269" y="99054"/>
                  <a:pt x="126146" y="101484"/>
                  <a:pt x="122602" y="103046"/>
                </a:cubicBezTo>
                <a:cubicBezTo>
                  <a:pt x="119059" y="104606"/>
                  <a:pt x="114917" y="105386"/>
                  <a:pt x="110177" y="105386"/>
                </a:cubicBezTo>
                <a:cubicBezTo>
                  <a:pt x="102336" y="105386"/>
                  <a:pt x="96112" y="103301"/>
                  <a:pt x="91505" y="99132"/>
                </a:cubicBezTo>
                <a:cubicBezTo>
                  <a:pt x="86898" y="94961"/>
                  <a:pt x="84594" y="89327"/>
                  <a:pt x="84594" y="82229"/>
                </a:cubicBezTo>
                <a:cubicBezTo>
                  <a:pt x="84594" y="74909"/>
                  <a:pt x="87230" y="69230"/>
                  <a:pt x="92502" y="65194"/>
                </a:cubicBezTo>
                <a:cubicBezTo>
                  <a:pt x="97773" y="61157"/>
                  <a:pt x="105215" y="59139"/>
                  <a:pt x="114828" y="59139"/>
                </a:cubicBezTo>
                <a:lnTo>
                  <a:pt x="131972" y="59139"/>
                </a:lnTo>
                <a:lnTo>
                  <a:pt x="131972" y="54325"/>
                </a:lnTo>
                <a:cubicBezTo>
                  <a:pt x="131972" y="48975"/>
                  <a:pt x="130344" y="44829"/>
                  <a:pt x="127088" y="41889"/>
                </a:cubicBezTo>
                <a:cubicBezTo>
                  <a:pt x="123832" y="38947"/>
                  <a:pt x="119258" y="37477"/>
                  <a:pt x="113366" y="37477"/>
                </a:cubicBezTo>
                <a:cubicBezTo>
                  <a:pt x="108493" y="37477"/>
                  <a:pt x="104617" y="38584"/>
                  <a:pt x="101738" y="40799"/>
                </a:cubicBezTo>
                <a:cubicBezTo>
                  <a:pt x="98858" y="43014"/>
                  <a:pt x="97064" y="46292"/>
                  <a:pt x="96356" y="50633"/>
                </a:cubicBezTo>
                <a:lnTo>
                  <a:pt x="90043" y="50633"/>
                </a:lnTo>
                <a:lnTo>
                  <a:pt x="90043" y="36280"/>
                </a:lnTo>
                <a:cubicBezTo>
                  <a:pt x="94296" y="34464"/>
                  <a:pt x="98427" y="33102"/>
                  <a:pt x="102436" y="32194"/>
                </a:cubicBezTo>
                <a:cubicBezTo>
                  <a:pt x="106445" y="31286"/>
                  <a:pt x="110354" y="30832"/>
                  <a:pt x="114164" y="30832"/>
                </a:cubicBezTo>
                <a:cubicBezTo>
                  <a:pt x="123954" y="30832"/>
                  <a:pt x="131407" y="33258"/>
                  <a:pt x="136523" y="38110"/>
                </a:cubicBezTo>
                <a:cubicBezTo>
                  <a:pt x="141640" y="42961"/>
                  <a:pt x="144198" y="50015"/>
                  <a:pt x="144198" y="59274"/>
                </a:cubicBezTo>
                <a:close/>
                <a:moveTo>
                  <a:pt x="174016" y="39869"/>
                </a:moveTo>
                <a:lnTo>
                  <a:pt x="163252" y="39869"/>
                </a:lnTo>
                <a:lnTo>
                  <a:pt x="163252" y="32692"/>
                </a:lnTo>
                <a:lnTo>
                  <a:pt x="174016" y="32692"/>
                </a:lnTo>
                <a:lnTo>
                  <a:pt x="174016" y="10765"/>
                </a:lnTo>
                <a:lnTo>
                  <a:pt x="186309" y="10765"/>
                </a:lnTo>
                <a:lnTo>
                  <a:pt x="186309" y="32692"/>
                </a:lnTo>
                <a:lnTo>
                  <a:pt x="209300" y="32692"/>
                </a:lnTo>
                <a:lnTo>
                  <a:pt x="209300" y="39869"/>
                </a:lnTo>
                <a:lnTo>
                  <a:pt x="186309" y="39869"/>
                </a:lnTo>
                <a:lnTo>
                  <a:pt x="186309" y="84721"/>
                </a:lnTo>
                <a:cubicBezTo>
                  <a:pt x="186309" y="90701"/>
                  <a:pt x="186885" y="94533"/>
                  <a:pt x="188037" y="96216"/>
                </a:cubicBezTo>
                <a:cubicBezTo>
                  <a:pt x="189189" y="97900"/>
                  <a:pt x="191315" y="98741"/>
                  <a:pt x="194416" y="98741"/>
                </a:cubicBezTo>
                <a:cubicBezTo>
                  <a:pt x="197605" y="98741"/>
                  <a:pt x="199931" y="97800"/>
                  <a:pt x="201393" y="95917"/>
                </a:cubicBezTo>
                <a:cubicBezTo>
                  <a:pt x="202855" y="94035"/>
                  <a:pt x="203630" y="90989"/>
                  <a:pt x="203719" y="86781"/>
                </a:cubicBezTo>
                <a:lnTo>
                  <a:pt x="212955" y="86781"/>
                </a:lnTo>
                <a:cubicBezTo>
                  <a:pt x="212600" y="93228"/>
                  <a:pt x="210851" y="97941"/>
                  <a:pt x="207705" y="100920"/>
                </a:cubicBezTo>
                <a:cubicBezTo>
                  <a:pt x="204560" y="103897"/>
                  <a:pt x="199776" y="105386"/>
                  <a:pt x="193353" y="105386"/>
                </a:cubicBezTo>
                <a:cubicBezTo>
                  <a:pt x="186309" y="105386"/>
                  <a:pt x="181326" y="103820"/>
                  <a:pt x="178402" y="100687"/>
                </a:cubicBezTo>
                <a:cubicBezTo>
                  <a:pt x="175478" y="97553"/>
                  <a:pt x="174016" y="92231"/>
                  <a:pt x="174016" y="84721"/>
                </a:cubicBezTo>
                <a:lnTo>
                  <a:pt x="174016" y="39869"/>
                </a:lnTo>
                <a:close/>
                <a:moveTo>
                  <a:pt x="283735" y="82129"/>
                </a:moveTo>
                <a:cubicBezTo>
                  <a:pt x="282007" y="89703"/>
                  <a:pt x="278685" y="95473"/>
                  <a:pt x="273767" y="99439"/>
                </a:cubicBezTo>
                <a:cubicBezTo>
                  <a:pt x="268850" y="103404"/>
                  <a:pt x="262493" y="105386"/>
                  <a:pt x="254697" y="105386"/>
                </a:cubicBezTo>
                <a:cubicBezTo>
                  <a:pt x="244420" y="105386"/>
                  <a:pt x="236158" y="101984"/>
                  <a:pt x="229912" y="95178"/>
                </a:cubicBezTo>
                <a:cubicBezTo>
                  <a:pt x="223666" y="88371"/>
                  <a:pt x="220543" y="79337"/>
                  <a:pt x="220543" y="68076"/>
                </a:cubicBezTo>
                <a:cubicBezTo>
                  <a:pt x="220543" y="56770"/>
                  <a:pt x="223666" y="47737"/>
                  <a:pt x="229912" y="40975"/>
                </a:cubicBezTo>
                <a:cubicBezTo>
                  <a:pt x="236158" y="34213"/>
                  <a:pt x="244420" y="30832"/>
                  <a:pt x="254697" y="30832"/>
                </a:cubicBezTo>
                <a:cubicBezTo>
                  <a:pt x="259171" y="30832"/>
                  <a:pt x="263623" y="31358"/>
                  <a:pt x="268053" y="32410"/>
                </a:cubicBezTo>
                <a:cubicBezTo>
                  <a:pt x="272483" y="33462"/>
                  <a:pt x="276935" y="35062"/>
                  <a:pt x="281409" y="37211"/>
                </a:cubicBezTo>
                <a:lnTo>
                  <a:pt x="281409" y="55285"/>
                </a:lnTo>
                <a:lnTo>
                  <a:pt x="274299" y="55285"/>
                </a:lnTo>
                <a:cubicBezTo>
                  <a:pt x="273369" y="49083"/>
                  <a:pt x="271342" y="44564"/>
                  <a:pt x="268219" y="41729"/>
                </a:cubicBezTo>
                <a:cubicBezTo>
                  <a:pt x="265096" y="38894"/>
                  <a:pt x="260633" y="37477"/>
                  <a:pt x="254830" y="37477"/>
                </a:cubicBezTo>
                <a:cubicBezTo>
                  <a:pt x="248229" y="37477"/>
                  <a:pt x="243246" y="40032"/>
                  <a:pt x="239879" y="45143"/>
                </a:cubicBezTo>
                <a:cubicBezTo>
                  <a:pt x="236512" y="50254"/>
                  <a:pt x="234829" y="57898"/>
                  <a:pt x="234829" y="68076"/>
                </a:cubicBezTo>
                <a:cubicBezTo>
                  <a:pt x="234829" y="78253"/>
                  <a:pt x="236501" y="85909"/>
                  <a:pt x="239846" y="91042"/>
                </a:cubicBezTo>
                <a:cubicBezTo>
                  <a:pt x="243190" y="96175"/>
                  <a:pt x="248185" y="98741"/>
                  <a:pt x="254830" y="98741"/>
                </a:cubicBezTo>
                <a:cubicBezTo>
                  <a:pt x="260101" y="98741"/>
                  <a:pt x="264310" y="97363"/>
                  <a:pt x="267455" y="94605"/>
                </a:cubicBezTo>
                <a:cubicBezTo>
                  <a:pt x="270600" y="91847"/>
                  <a:pt x="272749" y="87689"/>
                  <a:pt x="273900" y="82129"/>
                </a:cubicBezTo>
                <a:lnTo>
                  <a:pt x="283735" y="82129"/>
                </a:lnTo>
                <a:close/>
                <a:moveTo>
                  <a:pt x="295554" y="103393"/>
                </a:moveTo>
                <a:lnTo>
                  <a:pt x="295554" y="96349"/>
                </a:lnTo>
                <a:lnTo>
                  <a:pt x="306585" y="96349"/>
                </a:lnTo>
                <a:lnTo>
                  <a:pt x="306585" y="7043"/>
                </a:lnTo>
                <a:lnTo>
                  <a:pt x="294890" y="7043"/>
                </a:lnTo>
                <a:lnTo>
                  <a:pt x="294890" y="0"/>
                </a:lnTo>
                <a:lnTo>
                  <a:pt x="318811" y="0"/>
                </a:lnTo>
                <a:lnTo>
                  <a:pt x="318811" y="45317"/>
                </a:lnTo>
                <a:cubicBezTo>
                  <a:pt x="321070" y="40533"/>
                  <a:pt x="324005" y="36923"/>
                  <a:pt x="327616" y="34486"/>
                </a:cubicBezTo>
                <a:cubicBezTo>
                  <a:pt x="331226" y="32050"/>
                  <a:pt x="335423" y="30832"/>
                  <a:pt x="340207" y="30832"/>
                </a:cubicBezTo>
                <a:cubicBezTo>
                  <a:pt x="348004" y="30832"/>
                  <a:pt x="353741" y="33069"/>
                  <a:pt x="357417" y="37543"/>
                </a:cubicBezTo>
                <a:cubicBezTo>
                  <a:pt x="361094" y="42017"/>
                  <a:pt x="362933" y="48994"/>
                  <a:pt x="362933" y="58474"/>
                </a:cubicBezTo>
                <a:lnTo>
                  <a:pt x="362933" y="96349"/>
                </a:lnTo>
                <a:lnTo>
                  <a:pt x="373830" y="96349"/>
                </a:lnTo>
                <a:lnTo>
                  <a:pt x="373830" y="103393"/>
                </a:lnTo>
                <a:lnTo>
                  <a:pt x="340075" y="103393"/>
                </a:lnTo>
                <a:lnTo>
                  <a:pt x="340075" y="96349"/>
                </a:lnTo>
                <a:lnTo>
                  <a:pt x="350640" y="96349"/>
                </a:lnTo>
                <a:lnTo>
                  <a:pt x="350640" y="62328"/>
                </a:lnTo>
                <a:cubicBezTo>
                  <a:pt x="350640" y="53690"/>
                  <a:pt x="349588" y="47787"/>
                  <a:pt x="347483" y="44620"/>
                </a:cubicBezTo>
                <a:cubicBezTo>
                  <a:pt x="345379" y="41452"/>
                  <a:pt x="341625" y="39869"/>
                  <a:pt x="336221" y="39869"/>
                </a:cubicBezTo>
                <a:cubicBezTo>
                  <a:pt x="330550" y="39869"/>
                  <a:pt x="326231" y="41929"/>
                  <a:pt x="323263" y="46048"/>
                </a:cubicBezTo>
                <a:cubicBezTo>
                  <a:pt x="320295" y="50168"/>
                  <a:pt x="318811" y="56171"/>
                  <a:pt x="318811" y="64056"/>
                </a:cubicBezTo>
                <a:lnTo>
                  <a:pt x="318811" y="96349"/>
                </a:lnTo>
                <a:lnTo>
                  <a:pt x="329443" y="96349"/>
                </a:lnTo>
                <a:lnTo>
                  <a:pt x="329443" y="103393"/>
                </a:lnTo>
                <a:lnTo>
                  <a:pt x="295554" y="103393"/>
                </a:lnTo>
                <a:close/>
                <a:moveTo>
                  <a:pt x="450824" y="69371"/>
                </a:moveTo>
                <a:lnTo>
                  <a:pt x="398131" y="69371"/>
                </a:lnTo>
                <a:lnTo>
                  <a:pt x="398131" y="69903"/>
                </a:lnTo>
                <a:cubicBezTo>
                  <a:pt x="398131" y="79427"/>
                  <a:pt x="399925" y="86615"/>
                  <a:pt x="403513" y="91465"/>
                </a:cubicBezTo>
                <a:cubicBezTo>
                  <a:pt x="407102" y="96316"/>
                  <a:pt x="412395" y="98741"/>
                  <a:pt x="419394" y="98741"/>
                </a:cubicBezTo>
                <a:cubicBezTo>
                  <a:pt x="424755" y="98741"/>
                  <a:pt x="429151" y="97335"/>
                  <a:pt x="432584" y="94522"/>
                </a:cubicBezTo>
                <a:cubicBezTo>
                  <a:pt x="436017" y="91709"/>
                  <a:pt x="438421" y="87534"/>
                  <a:pt x="439794" y="81997"/>
                </a:cubicBezTo>
                <a:lnTo>
                  <a:pt x="449628" y="81997"/>
                </a:lnTo>
                <a:cubicBezTo>
                  <a:pt x="447679" y="89771"/>
                  <a:pt x="444080" y="95613"/>
                  <a:pt x="438830" y="99522"/>
                </a:cubicBezTo>
                <a:cubicBezTo>
                  <a:pt x="433581" y="103432"/>
                  <a:pt x="426682" y="105386"/>
                  <a:pt x="418132" y="105386"/>
                </a:cubicBezTo>
                <a:cubicBezTo>
                  <a:pt x="407810" y="105386"/>
                  <a:pt x="399515" y="101984"/>
                  <a:pt x="393247" y="95178"/>
                </a:cubicBezTo>
                <a:cubicBezTo>
                  <a:pt x="386979" y="88371"/>
                  <a:pt x="383845" y="79337"/>
                  <a:pt x="383845" y="68076"/>
                </a:cubicBezTo>
                <a:cubicBezTo>
                  <a:pt x="383845" y="56903"/>
                  <a:pt x="386924" y="47903"/>
                  <a:pt x="393081" y="41075"/>
                </a:cubicBezTo>
                <a:cubicBezTo>
                  <a:pt x="399239" y="34246"/>
                  <a:pt x="407323" y="30832"/>
                  <a:pt x="417335" y="30832"/>
                </a:cubicBezTo>
                <a:cubicBezTo>
                  <a:pt x="428010" y="30832"/>
                  <a:pt x="436206" y="34121"/>
                  <a:pt x="441920" y="40699"/>
                </a:cubicBezTo>
                <a:cubicBezTo>
                  <a:pt x="447635" y="47278"/>
                  <a:pt x="450603" y="56835"/>
                  <a:pt x="450824" y="69371"/>
                </a:cubicBezTo>
                <a:moveTo>
                  <a:pt x="436405" y="62328"/>
                </a:moveTo>
                <a:cubicBezTo>
                  <a:pt x="436139" y="54111"/>
                  <a:pt x="434401" y="47914"/>
                  <a:pt x="431189" y="43739"/>
                </a:cubicBezTo>
                <a:cubicBezTo>
                  <a:pt x="427977" y="39564"/>
                  <a:pt x="423359" y="37477"/>
                  <a:pt x="417335" y="37477"/>
                </a:cubicBezTo>
                <a:cubicBezTo>
                  <a:pt x="411709" y="37477"/>
                  <a:pt x="407279" y="39575"/>
                  <a:pt x="404045" y="43772"/>
                </a:cubicBezTo>
                <a:cubicBezTo>
                  <a:pt x="400811" y="47970"/>
                  <a:pt x="398840" y="54155"/>
                  <a:pt x="398131" y="62328"/>
                </a:cubicBezTo>
                <a:lnTo>
                  <a:pt x="436405" y="62328"/>
                </a:lnTo>
                <a:close/>
                <a:moveTo>
                  <a:pt x="528381" y="96349"/>
                </a:moveTo>
                <a:lnTo>
                  <a:pt x="540076" y="96349"/>
                </a:lnTo>
                <a:lnTo>
                  <a:pt x="540076" y="103393"/>
                </a:lnTo>
                <a:lnTo>
                  <a:pt x="516154" y="103393"/>
                </a:lnTo>
                <a:lnTo>
                  <a:pt x="516154" y="92367"/>
                </a:lnTo>
                <a:cubicBezTo>
                  <a:pt x="513762" y="96817"/>
                  <a:pt x="510717" y="100100"/>
                  <a:pt x="507018" y="102215"/>
                </a:cubicBezTo>
                <a:cubicBezTo>
                  <a:pt x="503319" y="104329"/>
                  <a:pt x="498745" y="105386"/>
                  <a:pt x="493296" y="105386"/>
                </a:cubicBezTo>
                <a:cubicBezTo>
                  <a:pt x="484614" y="105386"/>
                  <a:pt x="477515" y="101939"/>
                  <a:pt x="472000" y="95045"/>
                </a:cubicBezTo>
                <a:cubicBezTo>
                  <a:pt x="466485" y="88150"/>
                  <a:pt x="463727" y="79160"/>
                  <a:pt x="463727" y="68076"/>
                </a:cubicBezTo>
                <a:cubicBezTo>
                  <a:pt x="463727" y="56991"/>
                  <a:pt x="466474" y="48013"/>
                  <a:pt x="471967" y="41142"/>
                </a:cubicBezTo>
                <a:cubicBezTo>
                  <a:pt x="477460" y="34268"/>
                  <a:pt x="484570" y="30832"/>
                  <a:pt x="493296" y="30832"/>
                </a:cubicBezTo>
                <a:cubicBezTo>
                  <a:pt x="498745" y="30832"/>
                  <a:pt x="503319" y="31889"/>
                  <a:pt x="507018" y="34003"/>
                </a:cubicBezTo>
                <a:cubicBezTo>
                  <a:pt x="510717" y="36116"/>
                  <a:pt x="513762" y="39399"/>
                  <a:pt x="516154" y="43849"/>
                </a:cubicBezTo>
                <a:lnTo>
                  <a:pt x="516154" y="7043"/>
                </a:lnTo>
                <a:lnTo>
                  <a:pt x="504593" y="7043"/>
                </a:lnTo>
                <a:lnTo>
                  <a:pt x="504593" y="0"/>
                </a:lnTo>
                <a:lnTo>
                  <a:pt x="528381" y="0"/>
                </a:lnTo>
                <a:lnTo>
                  <a:pt x="528381" y="96349"/>
                </a:lnTo>
                <a:moveTo>
                  <a:pt x="516154" y="71593"/>
                </a:moveTo>
                <a:lnTo>
                  <a:pt x="516154" y="64625"/>
                </a:lnTo>
                <a:cubicBezTo>
                  <a:pt x="516154" y="56173"/>
                  <a:pt x="514526" y="49713"/>
                  <a:pt x="511271" y="45245"/>
                </a:cubicBezTo>
                <a:cubicBezTo>
                  <a:pt x="508015" y="40775"/>
                  <a:pt x="503286" y="38540"/>
                  <a:pt x="497084" y="38540"/>
                </a:cubicBezTo>
                <a:cubicBezTo>
                  <a:pt x="490794" y="38540"/>
                  <a:pt x="486043" y="41018"/>
                  <a:pt x="482831" y="45974"/>
                </a:cubicBezTo>
                <a:cubicBezTo>
                  <a:pt x="479619" y="50929"/>
                  <a:pt x="478013" y="58297"/>
                  <a:pt x="478013" y="68076"/>
                </a:cubicBezTo>
                <a:cubicBezTo>
                  <a:pt x="478013" y="77810"/>
                  <a:pt x="479619" y="85178"/>
                  <a:pt x="482831" y="90178"/>
                </a:cubicBezTo>
                <a:cubicBezTo>
                  <a:pt x="486043" y="95178"/>
                  <a:pt x="490794" y="97678"/>
                  <a:pt x="497084" y="97678"/>
                </a:cubicBezTo>
                <a:cubicBezTo>
                  <a:pt x="503286" y="97678"/>
                  <a:pt x="508015" y="95455"/>
                  <a:pt x="511271" y="91009"/>
                </a:cubicBezTo>
                <a:cubicBezTo>
                  <a:pt x="514526" y="86561"/>
                  <a:pt x="516154" y="80089"/>
                  <a:pt x="516154" y="715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CD057189-307E-4743-8582-B4633434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1" y="41936"/>
            <a:ext cx="5049136" cy="5753674"/>
          </a:xfrm>
          <a:custGeom xmlns:a="http://schemas.openxmlformats.org/drawingml/2006/main">
            <a:pathLst>
              <a:path w="5049136" h="5753674">
                <a:moveTo>
                  <a:pt x="5049107" y="5753549"/>
                </a:moveTo>
                <a:lnTo>
                  <a:pt x="5049095" y="5753674"/>
                </a:lnTo>
                <a:lnTo>
                  <a:pt x="0" y="5753674"/>
                </a:lnTo>
                <a:lnTo>
                  <a:pt x="0" y="0"/>
                </a:lnTo>
                <a:lnTo>
                  <a:pt x="5035529" y="0"/>
                </a:lnTo>
                <a:lnTo>
                  <a:pt x="5036419" y="29"/>
                </a:lnTo>
                <a:lnTo>
                  <a:pt x="5037305" y="116"/>
                </a:lnTo>
                <a:lnTo>
                  <a:pt x="5038183" y="261"/>
                </a:lnTo>
                <a:lnTo>
                  <a:pt x="5039051" y="464"/>
                </a:lnTo>
                <a:lnTo>
                  <a:pt x="5039903" y="722"/>
                </a:lnTo>
                <a:lnTo>
                  <a:pt x="5040736" y="1036"/>
                </a:lnTo>
                <a:lnTo>
                  <a:pt x="5041547" y="1403"/>
                </a:lnTo>
                <a:lnTo>
                  <a:pt x="5042332" y="1823"/>
                </a:lnTo>
                <a:lnTo>
                  <a:pt x="5043089" y="2293"/>
                </a:lnTo>
                <a:lnTo>
                  <a:pt x="5043812" y="2812"/>
                </a:lnTo>
                <a:lnTo>
                  <a:pt x="5044501" y="3377"/>
                </a:lnTo>
                <a:lnTo>
                  <a:pt x="5045151" y="3986"/>
                </a:lnTo>
                <a:lnTo>
                  <a:pt x="5045759" y="4636"/>
                </a:lnTo>
                <a:lnTo>
                  <a:pt x="5046324" y="5324"/>
                </a:lnTo>
                <a:lnTo>
                  <a:pt x="5046843" y="6048"/>
                </a:lnTo>
                <a:lnTo>
                  <a:pt x="5047313" y="6804"/>
                </a:lnTo>
                <a:lnTo>
                  <a:pt x="5047733" y="7589"/>
                </a:lnTo>
                <a:lnTo>
                  <a:pt x="5048101" y="8400"/>
                </a:lnTo>
                <a:lnTo>
                  <a:pt x="5048414" y="9234"/>
                </a:lnTo>
                <a:lnTo>
                  <a:pt x="5048673" y="10086"/>
                </a:lnTo>
                <a:lnTo>
                  <a:pt x="5048875" y="10953"/>
                </a:lnTo>
                <a:lnTo>
                  <a:pt x="5049020" y="11832"/>
                </a:lnTo>
                <a:lnTo>
                  <a:pt x="5049107" y="12718"/>
                </a:lnTo>
                <a:lnTo>
                  <a:pt x="5049136" y="13608"/>
                </a:lnTo>
                <a:lnTo>
                  <a:pt x="5049136" y="5752659"/>
                </a:lnTo>
                <a:lnTo>
                  <a:pt x="5049107" y="5753549"/>
                </a:lnTo>
                <a:close/>
                <a:moveTo>
                  <a:pt x="13608" y="27216"/>
                </a:moveTo>
                <a:lnTo>
                  <a:pt x="13608" y="5739051"/>
                </a:lnTo>
                <a:lnTo>
                  <a:pt x="5021921" y="5739051"/>
                </a:lnTo>
                <a:lnTo>
                  <a:pt x="5021921" y="27216"/>
                </a:lnTo>
                <a:lnTo>
                  <a:pt x="13608" y="272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ObservedResponse">
            <a:extLst xmlns:a="http://schemas.openxmlformats.org/drawingml/2006/main">
              <a:ext uri="{FF2B5EF4-FFF2-40B4-BE49-F238E27FC236}">
                <a16:creationId xmlns:a16="http://schemas.microsoft.com/office/drawing/2014/main" id="{76FD3767-3E28-4175-9B21-7888A258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547" y="365794"/>
            <a:ext cx="2110659" cy="225681"/>
          </a:xfrm>
          <a:custGeom xmlns:a="http://schemas.openxmlformats.org/drawingml/2006/main">
            <a:pathLst>
              <a:path w="2110659" h="225681">
                <a:moveTo>
                  <a:pt x="88068" y="991"/>
                </a:moveTo>
                <a:cubicBezTo>
                  <a:pt x="114822" y="0"/>
                  <a:pt x="136560" y="7803"/>
                  <a:pt x="153282" y="24401"/>
                </a:cubicBezTo>
                <a:cubicBezTo>
                  <a:pt x="170004" y="40999"/>
                  <a:pt x="178365" y="61767"/>
                  <a:pt x="178365" y="86705"/>
                </a:cubicBezTo>
                <a:cubicBezTo>
                  <a:pt x="178365" y="108010"/>
                  <a:pt x="172130" y="126754"/>
                  <a:pt x="159661" y="142939"/>
                </a:cubicBezTo>
                <a:cubicBezTo>
                  <a:pt x="143146" y="164409"/>
                  <a:pt x="119818" y="175144"/>
                  <a:pt x="89678" y="175144"/>
                </a:cubicBezTo>
                <a:cubicBezTo>
                  <a:pt x="59455" y="175144"/>
                  <a:pt x="36086" y="164905"/>
                  <a:pt x="19571" y="144426"/>
                </a:cubicBezTo>
                <a:cubicBezTo>
                  <a:pt x="6524" y="128241"/>
                  <a:pt x="0" y="109042"/>
                  <a:pt x="0" y="86829"/>
                </a:cubicBezTo>
                <a:cubicBezTo>
                  <a:pt x="0" y="61891"/>
                  <a:pt x="8485" y="41102"/>
                  <a:pt x="25454" y="24463"/>
                </a:cubicBezTo>
                <a:cubicBezTo>
                  <a:pt x="42424" y="7824"/>
                  <a:pt x="63295" y="0"/>
                  <a:pt x="88068" y="991"/>
                </a:cubicBezTo>
                <a:moveTo>
                  <a:pt x="89554" y="8918"/>
                </a:moveTo>
                <a:cubicBezTo>
                  <a:pt x="74195" y="8918"/>
                  <a:pt x="62510" y="16757"/>
                  <a:pt x="54500" y="32433"/>
                </a:cubicBezTo>
                <a:cubicBezTo>
                  <a:pt x="47977" y="45305"/>
                  <a:pt x="44715" y="63788"/>
                  <a:pt x="44715" y="87882"/>
                </a:cubicBezTo>
                <a:cubicBezTo>
                  <a:pt x="44715" y="116512"/>
                  <a:pt x="49752" y="137676"/>
                  <a:pt x="59826" y="151374"/>
                </a:cubicBezTo>
                <a:cubicBezTo>
                  <a:pt x="66845" y="160945"/>
                  <a:pt x="76672" y="165730"/>
                  <a:pt x="89306" y="165730"/>
                </a:cubicBezTo>
                <a:cubicBezTo>
                  <a:pt x="97811" y="165730"/>
                  <a:pt x="104913" y="163667"/>
                  <a:pt x="110611" y="159541"/>
                </a:cubicBezTo>
                <a:cubicBezTo>
                  <a:pt x="117878" y="154261"/>
                  <a:pt x="123534" y="145826"/>
                  <a:pt x="127580" y="134234"/>
                </a:cubicBezTo>
                <a:cubicBezTo>
                  <a:pt x="131626" y="122640"/>
                  <a:pt x="133650" y="107519"/>
                  <a:pt x="133650" y="88873"/>
                </a:cubicBezTo>
                <a:cubicBezTo>
                  <a:pt x="133650" y="66675"/>
                  <a:pt x="131585" y="50070"/>
                  <a:pt x="127456" y="39056"/>
                </a:cubicBezTo>
                <a:cubicBezTo>
                  <a:pt x="123328" y="28040"/>
                  <a:pt x="118063" y="20263"/>
                  <a:pt x="111664" y="15727"/>
                </a:cubicBezTo>
                <a:cubicBezTo>
                  <a:pt x="105264" y="11188"/>
                  <a:pt x="97894" y="8918"/>
                  <a:pt x="89554" y="8918"/>
                </a:cubicBezTo>
                <a:close/>
                <a:moveTo>
                  <a:pt x="240835" y="3468"/>
                </a:moveTo>
                <a:lnTo>
                  <a:pt x="240835" y="67134"/>
                </a:lnTo>
                <a:cubicBezTo>
                  <a:pt x="250579" y="57060"/>
                  <a:pt x="261231" y="52023"/>
                  <a:pt x="272792" y="52023"/>
                </a:cubicBezTo>
                <a:cubicBezTo>
                  <a:pt x="280719" y="52023"/>
                  <a:pt x="288192" y="54358"/>
                  <a:pt x="295211" y="59029"/>
                </a:cubicBezTo>
                <a:cubicBezTo>
                  <a:pt x="302230" y="63700"/>
                  <a:pt x="307722" y="70333"/>
                  <a:pt x="311685" y="78929"/>
                </a:cubicBezTo>
                <a:cubicBezTo>
                  <a:pt x="315649" y="87524"/>
                  <a:pt x="317631" y="97444"/>
                  <a:pt x="317631" y="108687"/>
                </a:cubicBezTo>
                <a:cubicBezTo>
                  <a:pt x="317631" y="121334"/>
                  <a:pt x="315112" y="132824"/>
                  <a:pt x="310075" y="143156"/>
                </a:cubicBezTo>
                <a:cubicBezTo>
                  <a:pt x="305038" y="153488"/>
                  <a:pt x="298308" y="161362"/>
                  <a:pt x="289885" y="166776"/>
                </a:cubicBezTo>
                <a:cubicBezTo>
                  <a:pt x="281463" y="172189"/>
                  <a:pt x="271842" y="174896"/>
                  <a:pt x="261025" y="174896"/>
                </a:cubicBezTo>
                <a:cubicBezTo>
                  <a:pt x="254749" y="174896"/>
                  <a:pt x="249175" y="173905"/>
                  <a:pt x="244303" y="171924"/>
                </a:cubicBezTo>
                <a:cubicBezTo>
                  <a:pt x="239431" y="169942"/>
                  <a:pt x="234642" y="166721"/>
                  <a:pt x="229935" y="162262"/>
                </a:cubicBezTo>
                <a:lnTo>
                  <a:pt x="210736" y="174896"/>
                </a:lnTo>
                <a:lnTo>
                  <a:pt x="206525" y="174896"/>
                </a:lnTo>
                <a:lnTo>
                  <a:pt x="206525" y="27498"/>
                </a:lnTo>
                <a:cubicBezTo>
                  <a:pt x="206525" y="20765"/>
                  <a:pt x="206236" y="16611"/>
                  <a:pt x="205658" y="15034"/>
                </a:cubicBezTo>
                <a:cubicBezTo>
                  <a:pt x="204832" y="12706"/>
                  <a:pt x="203531" y="10981"/>
                  <a:pt x="201756" y="9859"/>
                </a:cubicBezTo>
                <a:cubicBezTo>
                  <a:pt x="199980" y="8736"/>
                  <a:pt x="196987" y="8092"/>
                  <a:pt x="192776" y="7927"/>
                </a:cubicBezTo>
                <a:lnTo>
                  <a:pt x="192776" y="3468"/>
                </a:lnTo>
                <a:lnTo>
                  <a:pt x="240835" y="3468"/>
                </a:lnTo>
                <a:moveTo>
                  <a:pt x="240835" y="78174"/>
                </a:moveTo>
                <a:lnTo>
                  <a:pt x="240835" y="129763"/>
                </a:lnTo>
                <a:cubicBezTo>
                  <a:pt x="240835" y="140263"/>
                  <a:pt x="241083" y="146961"/>
                  <a:pt x="241578" y="149856"/>
                </a:cubicBezTo>
                <a:cubicBezTo>
                  <a:pt x="242404" y="154734"/>
                  <a:pt x="244386" y="158682"/>
                  <a:pt x="247524" y="161701"/>
                </a:cubicBezTo>
                <a:cubicBezTo>
                  <a:pt x="250662" y="164718"/>
                  <a:pt x="254667" y="166226"/>
                  <a:pt x="259539" y="166226"/>
                </a:cubicBezTo>
                <a:cubicBezTo>
                  <a:pt x="263750" y="166226"/>
                  <a:pt x="267363" y="165027"/>
                  <a:pt x="270377" y="162630"/>
                </a:cubicBezTo>
                <a:cubicBezTo>
                  <a:pt x="273391" y="160233"/>
                  <a:pt x="275909" y="155479"/>
                  <a:pt x="277932" y="148370"/>
                </a:cubicBezTo>
                <a:cubicBezTo>
                  <a:pt x="279955" y="141258"/>
                  <a:pt x="280967" y="128442"/>
                  <a:pt x="280967" y="109922"/>
                </a:cubicBezTo>
                <a:cubicBezTo>
                  <a:pt x="280967" y="92145"/>
                  <a:pt x="278738" y="79949"/>
                  <a:pt x="274278" y="73335"/>
                </a:cubicBezTo>
                <a:cubicBezTo>
                  <a:pt x="271058" y="68541"/>
                  <a:pt x="266723" y="66144"/>
                  <a:pt x="261273" y="66144"/>
                </a:cubicBezTo>
                <a:cubicBezTo>
                  <a:pt x="254171" y="66144"/>
                  <a:pt x="247359" y="70154"/>
                  <a:pt x="240835" y="78174"/>
                </a:cubicBezTo>
                <a:close/>
                <a:moveTo>
                  <a:pt x="410243" y="52518"/>
                </a:moveTo>
                <a:lnTo>
                  <a:pt x="412101" y="92155"/>
                </a:lnTo>
                <a:lnTo>
                  <a:pt x="407889" y="92155"/>
                </a:lnTo>
                <a:cubicBezTo>
                  <a:pt x="402852" y="80334"/>
                  <a:pt x="397629" y="72259"/>
                  <a:pt x="392220" y="67932"/>
                </a:cubicBezTo>
                <a:cubicBezTo>
                  <a:pt x="386812" y="63602"/>
                  <a:pt x="381424" y="61437"/>
                  <a:pt x="376056" y="61437"/>
                </a:cubicBezTo>
                <a:cubicBezTo>
                  <a:pt x="372671" y="61437"/>
                  <a:pt x="369780" y="62572"/>
                  <a:pt x="367386" y="64843"/>
                </a:cubicBezTo>
                <a:cubicBezTo>
                  <a:pt x="364991" y="67114"/>
                  <a:pt x="363794" y="69736"/>
                  <a:pt x="363794" y="72708"/>
                </a:cubicBezTo>
                <a:cubicBezTo>
                  <a:pt x="363794" y="74938"/>
                  <a:pt x="364619" y="77085"/>
                  <a:pt x="366271" y="79149"/>
                </a:cubicBezTo>
                <a:cubicBezTo>
                  <a:pt x="368913" y="82535"/>
                  <a:pt x="376304" y="88336"/>
                  <a:pt x="388443" y="96552"/>
                </a:cubicBezTo>
                <a:cubicBezTo>
                  <a:pt x="400581" y="104769"/>
                  <a:pt x="408571" y="111746"/>
                  <a:pt x="412410" y="117485"/>
                </a:cubicBezTo>
                <a:cubicBezTo>
                  <a:pt x="416250" y="123224"/>
                  <a:pt x="418170" y="129645"/>
                  <a:pt x="418170" y="136746"/>
                </a:cubicBezTo>
                <a:cubicBezTo>
                  <a:pt x="418170" y="143187"/>
                  <a:pt x="416560" y="149504"/>
                  <a:pt x="413339" y="155697"/>
                </a:cubicBezTo>
                <a:cubicBezTo>
                  <a:pt x="410119" y="161891"/>
                  <a:pt x="405577" y="166639"/>
                  <a:pt x="399714" y="169942"/>
                </a:cubicBezTo>
                <a:cubicBezTo>
                  <a:pt x="393851" y="173245"/>
                  <a:pt x="387369" y="174896"/>
                  <a:pt x="380268" y="174896"/>
                </a:cubicBezTo>
                <a:cubicBezTo>
                  <a:pt x="374735" y="174896"/>
                  <a:pt x="367344" y="173130"/>
                  <a:pt x="358096" y="169597"/>
                </a:cubicBezTo>
                <a:cubicBezTo>
                  <a:pt x="355619" y="168671"/>
                  <a:pt x="353926" y="168208"/>
                  <a:pt x="353017" y="168208"/>
                </a:cubicBezTo>
                <a:cubicBezTo>
                  <a:pt x="350292" y="168208"/>
                  <a:pt x="348022" y="170272"/>
                  <a:pt x="346205" y="174401"/>
                </a:cubicBezTo>
                <a:lnTo>
                  <a:pt x="342117" y="174401"/>
                </a:lnTo>
                <a:lnTo>
                  <a:pt x="340136" y="132783"/>
                </a:lnTo>
                <a:lnTo>
                  <a:pt x="344347" y="132783"/>
                </a:lnTo>
                <a:cubicBezTo>
                  <a:pt x="348063" y="143683"/>
                  <a:pt x="353162" y="151858"/>
                  <a:pt x="359644" y="157308"/>
                </a:cubicBezTo>
                <a:cubicBezTo>
                  <a:pt x="366126" y="162758"/>
                  <a:pt x="372258" y="165483"/>
                  <a:pt x="378038" y="165483"/>
                </a:cubicBezTo>
                <a:cubicBezTo>
                  <a:pt x="382002" y="165483"/>
                  <a:pt x="385243" y="164265"/>
                  <a:pt x="387761" y="161829"/>
                </a:cubicBezTo>
                <a:cubicBezTo>
                  <a:pt x="390280" y="159393"/>
                  <a:pt x="391539" y="156441"/>
                  <a:pt x="391539" y="152972"/>
                </a:cubicBezTo>
                <a:cubicBezTo>
                  <a:pt x="391539" y="149009"/>
                  <a:pt x="390301" y="145582"/>
                  <a:pt x="387823" y="142692"/>
                </a:cubicBezTo>
                <a:cubicBezTo>
                  <a:pt x="385346" y="139801"/>
                  <a:pt x="379813" y="135425"/>
                  <a:pt x="371225" y="129562"/>
                </a:cubicBezTo>
                <a:cubicBezTo>
                  <a:pt x="358591" y="120809"/>
                  <a:pt x="350416" y="114120"/>
                  <a:pt x="346700" y="109496"/>
                </a:cubicBezTo>
                <a:cubicBezTo>
                  <a:pt x="341250" y="102725"/>
                  <a:pt x="338525" y="95252"/>
                  <a:pt x="338525" y="87077"/>
                </a:cubicBezTo>
                <a:cubicBezTo>
                  <a:pt x="338525" y="78158"/>
                  <a:pt x="341601" y="70087"/>
                  <a:pt x="347753" y="62861"/>
                </a:cubicBezTo>
                <a:cubicBezTo>
                  <a:pt x="353905" y="55636"/>
                  <a:pt x="362803" y="52023"/>
                  <a:pt x="374446" y="52023"/>
                </a:cubicBezTo>
                <a:cubicBezTo>
                  <a:pt x="380722" y="52023"/>
                  <a:pt x="386791" y="53610"/>
                  <a:pt x="392654" y="56784"/>
                </a:cubicBezTo>
                <a:cubicBezTo>
                  <a:pt x="394884" y="58069"/>
                  <a:pt x="396700" y="58712"/>
                  <a:pt x="398104" y="58712"/>
                </a:cubicBezTo>
                <a:cubicBezTo>
                  <a:pt x="399590" y="58712"/>
                  <a:pt x="400788" y="58402"/>
                  <a:pt x="401696" y="57783"/>
                </a:cubicBezTo>
                <a:cubicBezTo>
                  <a:pt x="402604" y="57163"/>
                  <a:pt x="404050" y="55409"/>
                  <a:pt x="406031" y="52518"/>
                </a:cubicBezTo>
                <a:lnTo>
                  <a:pt x="410243" y="52518"/>
                </a:lnTo>
                <a:close/>
                <a:moveTo>
                  <a:pt x="534580" y="109248"/>
                </a:moveTo>
                <a:lnTo>
                  <a:pt x="471037" y="109248"/>
                </a:lnTo>
                <a:cubicBezTo>
                  <a:pt x="471781" y="124649"/>
                  <a:pt x="475868" y="136820"/>
                  <a:pt x="483300" y="145761"/>
                </a:cubicBezTo>
                <a:cubicBezTo>
                  <a:pt x="488998" y="152633"/>
                  <a:pt x="495852" y="156069"/>
                  <a:pt x="503862" y="156069"/>
                </a:cubicBezTo>
                <a:cubicBezTo>
                  <a:pt x="508816" y="156069"/>
                  <a:pt x="513317" y="154686"/>
                  <a:pt x="517363" y="151920"/>
                </a:cubicBezTo>
                <a:cubicBezTo>
                  <a:pt x="521409" y="149153"/>
                  <a:pt x="525744" y="144178"/>
                  <a:pt x="530368" y="136994"/>
                </a:cubicBezTo>
                <a:lnTo>
                  <a:pt x="534580" y="139719"/>
                </a:lnTo>
                <a:cubicBezTo>
                  <a:pt x="528304" y="152518"/>
                  <a:pt x="521368" y="161581"/>
                  <a:pt x="513771" y="166907"/>
                </a:cubicBezTo>
                <a:cubicBezTo>
                  <a:pt x="506174" y="172233"/>
                  <a:pt x="497379" y="174896"/>
                  <a:pt x="487388" y="174896"/>
                </a:cubicBezTo>
                <a:cubicBezTo>
                  <a:pt x="470212" y="174896"/>
                  <a:pt x="457206" y="168284"/>
                  <a:pt x="448370" y="155059"/>
                </a:cubicBezTo>
                <a:cubicBezTo>
                  <a:pt x="441269" y="144396"/>
                  <a:pt x="437718" y="131171"/>
                  <a:pt x="437718" y="115383"/>
                </a:cubicBezTo>
                <a:cubicBezTo>
                  <a:pt x="437718" y="96040"/>
                  <a:pt x="442941" y="80645"/>
                  <a:pt x="453387" y="69198"/>
                </a:cubicBezTo>
                <a:cubicBezTo>
                  <a:pt x="463833" y="57748"/>
                  <a:pt x="476075" y="52023"/>
                  <a:pt x="490113" y="52023"/>
                </a:cubicBezTo>
                <a:cubicBezTo>
                  <a:pt x="501838" y="52023"/>
                  <a:pt x="512016" y="56833"/>
                  <a:pt x="520645" y="66453"/>
                </a:cubicBezTo>
                <a:cubicBezTo>
                  <a:pt x="529274" y="76073"/>
                  <a:pt x="533919" y="90338"/>
                  <a:pt x="534580" y="109248"/>
                </a:cubicBezTo>
                <a:moveTo>
                  <a:pt x="504109" y="101073"/>
                </a:moveTo>
                <a:cubicBezTo>
                  <a:pt x="504109" y="87778"/>
                  <a:pt x="503387" y="78654"/>
                  <a:pt x="501942" y="73699"/>
                </a:cubicBezTo>
                <a:cubicBezTo>
                  <a:pt x="500497" y="68745"/>
                  <a:pt x="498246" y="64987"/>
                  <a:pt x="495191" y="62428"/>
                </a:cubicBezTo>
                <a:cubicBezTo>
                  <a:pt x="493457" y="60941"/>
                  <a:pt x="491145" y="60198"/>
                  <a:pt x="488255" y="60198"/>
                </a:cubicBezTo>
                <a:cubicBezTo>
                  <a:pt x="483961" y="60198"/>
                  <a:pt x="480451" y="62304"/>
                  <a:pt x="477726" y="66515"/>
                </a:cubicBezTo>
                <a:cubicBezTo>
                  <a:pt x="472854" y="73864"/>
                  <a:pt x="470418" y="83939"/>
                  <a:pt x="470418" y="96738"/>
                </a:cubicBezTo>
                <a:lnTo>
                  <a:pt x="470418" y="101073"/>
                </a:lnTo>
                <a:lnTo>
                  <a:pt x="504109" y="101073"/>
                </a:lnTo>
                <a:close/>
                <a:moveTo>
                  <a:pt x="596917" y="55491"/>
                </a:moveTo>
                <a:lnTo>
                  <a:pt x="596917" y="81750"/>
                </a:lnTo>
                <a:cubicBezTo>
                  <a:pt x="604596" y="69777"/>
                  <a:pt x="611326" y="61829"/>
                  <a:pt x="617107" y="57907"/>
                </a:cubicBezTo>
                <a:cubicBezTo>
                  <a:pt x="622887" y="53984"/>
                  <a:pt x="628461" y="52023"/>
                  <a:pt x="633828" y="52023"/>
                </a:cubicBezTo>
                <a:cubicBezTo>
                  <a:pt x="638453" y="52023"/>
                  <a:pt x="642148" y="53453"/>
                  <a:pt x="644914" y="56312"/>
                </a:cubicBezTo>
                <a:cubicBezTo>
                  <a:pt x="647680" y="59171"/>
                  <a:pt x="649064" y="63211"/>
                  <a:pt x="649064" y="68431"/>
                </a:cubicBezTo>
                <a:cubicBezTo>
                  <a:pt x="649064" y="73984"/>
                  <a:pt x="647722" y="78295"/>
                  <a:pt x="645038" y="81363"/>
                </a:cubicBezTo>
                <a:cubicBezTo>
                  <a:pt x="642354" y="84429"/>
                  <a:pt x="639113" y="85962"/>
                  <a:pt x="635315" y="85962"/>
                </a:cubicBezTo>
                <a:cubicBezTo>
                  <a:pt x="630938" y="85962"/>
                  <a:pt x="627140" y="84558"/>
                  <a:pt x="623919" y="81750"/>
                </a:cubicBezTo>
                <a:cubicBezTo>
                  <a:pt x="620699" y="78943"/>
                  <a:pt x="618799" y="77374"/>
                  <a:pt x="618221" y="77044"/>
                </a:cubicBezTo>
                <a:cubicBezTo>
                  <a:pt x="617396" y="76548"/>
                  <a:pt x="616446" y="76300"/>
                  <a:pt x="615373" y="76300"/>
                </a:cubicBezTo>
                <a:cubicBezTo>
                  <a:pt x="612978" y="76300"/>
                  <a:pt x="610707" y="77209"/>
                  <a:pt x="608560" y="79025"/>
                </a:cubicBezTo>
                <a:cubicBezTo>
                  <a:pt x="605174" y="81833"/>
                  <a:pt x="602615" y="85838"/>
                  <a:pt x="600880" y="91040"/>
                </a:cubicBezTo>
                <a:cubicBezTo>
                  <a:pt x="598238" y="99050"/>
                  <a:pt x="596917" y="107886"/>
                  <a:pt x="596917" y="117547"/>
                </a:cubicBezTo>
                <a:lnTo>
                  <a:pt x="596917" y="144178"/>
                </a:lnTo>
                <a:lnTo>
                  <a:pt x="597041" y="151114"/>
                </a:lnTo>
                <a:cubicBezTo>
                  <a:pt x="597041" y="155821"/>
                  <a:pt x="597330" y="158835"/>
                  <a:pt x="597908" y="160157"/>
                </a:cubicBezTo>
                <a:cubicBezTo>
                  <a:pt x="598899" y="162386"/>
                  <a:pt x="600364" y="164017"/>
                  <a:pt x="602305" y="165049"/>
                </a:cubicBezTo>
                <a:cubicBezTo>
                  <a:pt x="604245" y="166081"/>
                  <a:pt x="607528" y="166721"/>
                  <a:pt x="612152" y="166969"/>
                </a:cubicBezTo>
                <a:lnTo>
                  <a:pt x="612152" y="171428"/>
                </a:lnTo>
                <a:lnTo>
                  <a:pt x="549601" y="171428"/>
                </a:lnTo>
                <a:lnTo>
                  <a:pt x="549601" y="166969"/>
                </a:lnTo>
                <a:cubicBezTo>
                  <a:pt x="554638" y="166556"/>
                  <a:pt x="558044" y="165173"/>
                  <a:pt x="559819" y="162820"/>
                </a:cubicBezTo>
                <a:cubicBezTo>
                  <a:pt x="561595" y="160466"/>
                  <a:pt x="562482" y="154252"/>
                  <a:pt x="562482" y="144178"/>
                </a:cubicBezTo>
                <a:lnTo>
                  <a:pt x="562482" y="80016"/>
                </a:lnTo>
                <a:cubicBezTo>
                  <a:pt x="562482" y="73369"/>
                  <a:pt x="562152" y="69132"/>
                  <a:pt x="561492" y="67305"/>
                </a:cubicBezTo>
                <a:cubicBezTo>
                  <a:pt x="560666" y="64977"/>
                  <a:pt x="559468" y="63274"/>
                  <a:pt x="557899" y="62195"/>
                </a:cubicBezTo>
                <a:cubicBezTo>
                  <a:pt x="556331" y="61114"/>
                  <a:pt x="553564" y="60366"/>
                  <a:pt x="549601" y="59950"/>
                </a:cubicBezTo>
                <a:lnTo>
                  <a:pt x="549601" y="55491"/>
                </a:lnTo>
                <a:lnTo>
                  <a:pt x="596917" y="55491"/>
                </a:lnTo>
                <a:close/>
                <a:moveTo>
                  <a:pt x="715028" y="174896"/>
                </a:moveTo>
                <a:lnTo>
                  <a:pt x="676011" y="85041"/>
                </a:lnTo>
                <a:cubicBezTo>
                  <a:pt x="671304" y="74138"/>
                  <a:pt x="667629" y="67231"/>
                  <a:pt x="664987" y="64320"/>
                </a:cubicBezTo>
                <a:cubicBezTo>
                  <a:pt x="663088" y="62155"/>
                  <a:pt x="660280" y="60699"/>
                  <a:pt x="656564" y="59950"/>
                </a:cubicBezTo>
                <a:lnTo>
                  <a:pt x="656564" y="55491"/>
                </a:lnTo>
                <a:lnTo>
                  <a:pt x="718125" y="55491"/>
                </a:lnTo>
                <a:lnTo>
                  <a:pt x="718125" y="59950"/>
                </a:lnTo>
                <a:cubicBezTo>
                  <a:pt x="714244" y="59950"/>
                  <a:pt x="711601" y="60656"/>
                  <a:pt x="710197" y="62068"/>
                </a:cubicBezTo>
                <a:cubicBezTo>
                  <a:pt x="708216" y="63897"/>
                  <a:pt x="707225" y="66057"/>
                  <a:pt x="707225" y="68547"/>
                </a:cubicBezTo>
                <a:cubicBezTo>
                  <a:pt x="707225" y="71621"/>
                  <a:pt x="709041" y="77395"/>
                  <a:pt x="712675" y="85869"/>
                </a:cubicBezTo>
                <a:lnTo>
                  <a:pt x="731750" y="129392"/>
                </a:lnTo>
                <a:lnTo>
                  <a:pt x="746985" y="91822"/>
                </a:lnTo>
                <a:cubicBezTo>
                  <a:pt x="751362" y="81033"/>
                  <a:pt x="753550" y="73397"/>
                  <a:pt x="753550" y="68915"/>
                </a:cubicBezTo>
                <a:cubicBezTo>
                  <a:pt x="753550" y="66342"/>
                  <a:pt x="752621" y="64247"/>
                  <a:pt x="750763" y="62629"/>
                </a:cubicBezTo>
                <a:cubicBezTo>
                  <a:pt x="748905" y="61008"/>
                  <a:pt x="745623" y="60115"/>
                  <a:pt x="740916" y="59950"/>
                </a:cubicBezTo>
                <a:lnTo>
                  <a:pt x="740916" y="55491"/>
                </a:lnTo>
                <a:lnTo>
                  <a:pt x="778818" y="55491"/>
                </a:lnTo>
                <a:lnTo>
                  <a:pt x="778818" y="59950"/>
                </a:lnTo>
                <a:cubicBezTo>
                  <a:pt x="775185" y="60448"/>
                  <a:pt x="772212" y="61817"/>
                  <a:pt x="769900" y="64057"/>
                </a:cubicBezTo>
                <a:cubicBezTo>
                  <a:pt x="767588" y="66297"/>
                  <a:pt x="764120" y="72892"/>
                  <a:pt x="759495" y="83841"/>
                </a:cubicBezTo>
                <a:lnTo>
                  <a:pt x="720850" y="174896"/>
                </a:lnTo>
                <a:lnTo>
                  <a:pt x="715028" y="174896"/>
                </a:lnTo>
                <a:close/>
                <a:moveTo>
                  <a:pt x="887695" y="109248"/>
                </a:moveTo>
                <a:lnTo>
                  <a:pt x="824152" y="109248"/>
                </a:lnTo>
                <a:cubicBezTo>
                  <a:pt x="824895" y="124649"/>
                  <a:pt x="828983" y="136820"/>
                  <a:pt x="836415" y="145761"/>
                </a:cubicBezTo>
                <a:cubicBezTo>
                  <a:pt x="842113" y="152633"/>
                  <a:pt x="848966" y="156069"/>
                  <a:pt x="856976" y="156069"/>
                </a:cubicBezTo>
                <a:cubicBezTo>
                  <a:pt x="861931" y="156069"/>
                  <a:pt x="866431" y="154686"/>
                  <a:pt x="870477" y="151920"/>
                </a:cubicBezTo>
                <a:cubicBezTo>
                  <a:pt x="874524" y="149153"/>
                  <a:pt x="878859" y="144178"/>
                  <a:pt x="883483" y="136994"/>
                </a:cubicBezTo>
                <a:lnTo>
                  <a:pt x="887695" y="139719"/>
                </a:lnTo>
                <a:cubicBezTo>
                  <a:pt x="881419" y="152518"/>
                  <a:pt x="874482" y="161581"/>
                  <a:pt x="866885" y="166907"/>
                </a:cubicBezTo>
                <a:cubicBezTo>
                  <a:pt x="859288" y="172233"/>
                  <a:pt x="850494" y="174896"/>
                  <a:pt x="840502" y="174896"/>
                </a:cubicBezTo>
                <a:cubicBezTo>
                  <a:pt x="823326" y="174896"/>
                  <a:pt x="810321" y="168284"/>
                  <a:pt x="801485" y="155059"/>
                </a:cubicBezTo>
                <a:cubicBezTo>
                  <a:pt x="794383" y="144396"/>
                  <a:pt x="790833" y="131171"/>
                  <a:pt x="790833" y="115383"/>
                </a:cubicBezTo>
                <a:cubicBezTo>
                  <a:pt x="790833" y="96040"/>
                  <a:pt x="796056" y="80645"/>
                  <a:pt x="806502" y="69198"/>
                </a:cubicBezTo>
                <a:cubicBezTo>
                  <a:pt x="816947" y="57748"/>
                  <a:pt x="829189" y="52023"/>
                  <a:pt x="843227" y="52023"/>
                </a:cubicBezTo>
                <a:cubicBezTo>
                  <a:pt x="854953" y="52023"/>
                  <a:pt x="865131" y="56833"/>
                  <a:pt x="873760" y="66453"/>
                </a:cubicBezTo>
                <a:cubicBezTo>
                  <a:pt x="882389" y="76073"/>
                  <a:pt x="887034" y="90338"/>
                  <a:pt x="887695" y="109248"/>
                </a:cubicBezTo>
                <a:moveTo>
                  <a:pt x="857224" y="101073"/>
                </a:moveTo>
                <a:cubicBezTo>
                  <a:pt x="857224" y="87778"/>
                  <a:pt x="856501" y="78654"/>
                  <a:pt x="855056" y="73699"/>
                </a:cubicBezTo>
                <a:cubicBezTo>
                  <a:pt x="853611" y="68745"/>
                  <a:pt x="851361" y="64987"/>
                  <a:pt x="848306" y="62428"/>
                </a:cubicBezTo>
                <a:cubicBezTo>
                  <a:pt x="846572" y="60941"/>
                  <a:pt x="844260" y="60198"/>
                  <a:pt x="841369" y="60198"/>
                </a:cubicBezTo>
                <a:cubicBezTo>
                  <a:pt x="837075" y="60198"/>
                  <a:pt x="833566" y="62304"/>
                  <a:pt x="830841" y="66515"/>
                </a:cubicBezTo>
                <a:cubicBezTo>
                  <a:pt x="825969" y="73864"/>
                  <a:pt x="823533" y="83939"/>
                  <a:pt x="823533" y="96738"/>
                </a:cubicBezTo>
                <a:lnTo>
                  <a:pt x="823533" y="101073"/>
                </a:lnTo>
                <a:lnTo>
                  <a:pt x="857224" y="101073"/>
                </a:lnTo>
                <a:close/>
                <a:moveTo>
                  <a:pt x="1016086" y="3468"/>
                </a:moveTo>
                <a:lnTo>
                  <a:pt x="1016086" y="136746"/>
                </a:lnTo>
                <a:cubicBezTo>
                  <a:pt x="1016086" y="145657"/>
                  <a:pt x="1016334" y="150929"/>
                  <a:pt x="1016830" y="152562"/>
                </a:cubicBezTo>
                <a:cubicBezTo>
                  <a:pt x="1017490" y="155261"/>
                  <a:pt x="1018749" y="157265"/>
                  <a:pt x="1020607" y="158573"/>
                </a:cubicBezTo>
                <a:cubicBezTo>
                  <a:pt x="1022465" y="159879"/>
                  <a:pt x="1025706" y="160696"/>
                  <a:pt x="1030331" y="161024"/>
                </a:cubicBezTo>
                <a:lnTo>
                  <a:pt x="1030331" y="165483"/>
                </a:lnTo>
                <a:lnTo>
                  <a:pt x="981404" y="174896"/>
                </a:lnTo>
                <a:lnTo>
                  <a:pt x="981404" y="156564"/>
                </a:lnTo>
                <a:cubicBezTo>
                  <a:pt x="975541" y="163666"/>
                  <a:pt x="970319" y="168497"/>
                  <a:pt x="965736" y="171057"/>
                </a:cubicBezTo>
                <a:cubicBezTo>
                  <a:pt x="961153" y="173616"/>
                  <a:pt x="955971" y="174896"/>
                  <a:pt x="950191" y="174896"/>
                </a:cubicBezTo>
                <a:cubicBezTo>
                  <a:pt x="935409" y="174896"/>
                  <a:pt x="923725" y="168284"/>
                  <a:pt x="915137" y="155059"/>
                </a:cubicBezTo>
                <a:cubicBezTo>
                  <a:pt x="908201" y="144314"/>
                  <a:pt x="904732" y="131130"/>
                  <a:pt x="904732" y="115507"/>
                </a:cubicBezTo>
                <a:cubicBezTo>
                  <a:pt x="904732" y="103025"/>
                  <a:pt x="906879" y="91845"/>
                  <a:pt x="911173" y="81967"/>
                </a:cubicBezTo>
                <a:cubicBezTo>
                  <a:pt x="915467" y="72089"/>
                  <a:pt x="921351" y="64629"/>
                  <a:pt x="928824" y="59586"/>
                </a:cubicBezTo>
                <a:cubicBezTo>
                  <a:pt x="936297" y="54544"/>
                  <a:pt x="944328" y="52023"/>
                  <a:pt x="952916" y="52023"/>
                </a:cubicBezTo>
                <a:cubicBezTo>
                  <a:pt x="958448" y="52023"/>
                  <a:pt x="963361" y="53106"/>
                  <a:pt x="967655" y="55271"/>
                </a:cubicBezTo>
                <a:cubicBezTo>
                  <a:pt x="971949" y="57436"/>
                  <a:pt x="976532" y="61225"/>
                  <a:pt x="981404" y="66639"/>
                </a:cubicBezTo>
                <a:lnTo>
                  <a:pt x="981404" y="31709"/>
                </a:lnTo>
                <a:cubicBezTo>
                  <a:pt x="981404" y="22874"/>
                  <a:pt x="981033" y="17547"/>
                  <a:pt x="980290" y="15731"/>
                </a:cubicBezTo>
                <a:cubicBezTo>
                  <a:pt x="979299" y="13336"/>
                  <a:pt x="977812" y="11561"/>
                  <a:pt x="975830" y="10405"/>
                </a:cubicBezTo>
                <a:cubicBezTo>
                  <a:pt x="973849" y="9249"/>
                  <a:pt x="970133" y="8670"/>
                  <a:pt x="964683" y="8670"/>
                </a:cubicBezTo>
                <a:lnTo>
                  <a:pt x="964683" y="3468"/>
                </a:lnTo>
                <a:lnTo>
                  <a:pt x="1016086" y="3468"/>
                </a:lnTo>
                <a:moveTo>
                  <a:pt x="981404" y="81750"/>
                </a:moveTo>
                <a:cubicBezTo>
                  <a:pt x="975294" y="70190"/>
                  <a:pt x="967821" y="64409"/>
                  <a:pt x="958985" y="64409"/>
                </a:cubicBezTo>
                <a:cubicBezTo>
                  <a:pt x="955930" y="64409"/>
                  <a:pt x="953411" y="65235"/>
                  <a:pt x="951429" y="66887"/>
                </a:cubicBezTo>
                <a:cubicBezTo>
                  <a:pt x="948374" y="69447"/>
                  <a:pt x="945876" y="73947"/>
                  <a:pt x="943935" y="80388"/>
                </a:cubicBezTo>
                <a:cubicBezTo>
                  <a:pt x="941995" y="86829"/>
                  <a:pt x="941025" y="96697"/>
                  <a:pt x="941025" y="109991"/>
                </a:cubicBezTo>
                <a:cubicBezTo>
                  <a:pt x="941025" y="124607"/>
                  <a:pt x="942098" y="135425"/>
                  <a:pt x="944245" y="142444"/>
                </a:cubicBezTo>
                <a:cubicBezTo>
                  <a:pt x="946392" y="149463"/>
                  <a:pt x="949324" y="154541"/>
                  <a:pt x="953039" y="157679"/>
                </a:cubicBezTo>
                <a:cubicBezTo>
                  <a:pt x="954939" y="159248"/>
                  <a:pt x="957540" y="160033"/>
                  <a:pt x="960843" y="160033"/>
                </a:cubicBezTo>
                <a:cubicBezTo>
                  <a:pt x="968110" y="160033"/>
                  <a:pt x="974963" y="154317"/>
                  <a:pt x="981404" y="142885"/>
                </a:cubicBezTo>
                <a:lnTo>
                  <a:pt x="981404" y="81750"/>
                </a:lnTo>
                <a:close/>
                <a:moveTo>
                  <a:pt x="1166791" y="94880"/>
                </a:moveTo>
                <a:lnTo>
                  <a:pt x="1166791" y="142196"/>
                </a:lnTo>
                <a:cubicBezTo>
                  <a:pt x="1166791" y="151233"/>
                  <a:pt x="1167348" y="156923"/>
                  <a:pt x="1168463" y="159266"/>
                </a:cubicBezTo>
                <a:cubicBezTo>
                  <a:pt x="1169578" y="161607"/>
                  <a:pt x="1171539" y="163476"/>
                  <a:pt x="1174347" y="164875"/>
                </a:cubicBezTo>
                <a:cubicBezTo>
                  <a:pt x="1177154" y="166271"/>
                  <a:pt x="1182398" y="166969"/>
                  <a:pt x="1190077" y="166969"/>
                </a:cubicBezTo>
                <a:lnTo>
                  <a:pt x="1190077" y="171428"/>
                </a:lnTo>
                <a:lnTo>
                  <a:pt x="1104115" y="171428"/>
                </a:lnTo>
                <a:lnTo>
                  <a:pt x="1104115" y="166969"/>
                </a:lnTo>
                <a:cubicBezTo>
                  <a:pt x="1111878" y="166969"/>
                  <a:pt x="1117142" y="166250"/>
                  <a:pt x="1119908" y="164813"/>
                </a:cubicBezTo>
                <a:cubicBezTo>
                  <a:pt x="1122674" y="163376"/>
                  <a:pt x="1124615" y="161506"/>
                  <a:pt x="1125730" y="159204"/>
                </a:cubicBezTo>
                <a:cubicBezTo>
                  <a:pt x="1126845" y="156903"/>
                  <a:pt x="1127402" y="151233"/>
                  <a:pt x="1127402" y="142196"/>
                </a:cubicBezTo>
                <a:lnTo>
                  <a:pt x="1127402" y="32700"/>
                </a:lnTo>
                <a:cubicBezTo>
                  <a:pt x="1127402" y="23663"/>
                  <a:pt x="1126845" y="17975"/>
                  <a:pt x="1125730" y="15634"/>
                </a:cubicBezTo>
                <a:cubicBezTo>
                  <a:pt x="1124615" y="13291"/>
                  <a:pt x="1122654" y="11421"/>
                  <a:pt x="1119846" y="10025"/>
                </a:cubicBezTo>
                <a:cubicBezTo>
                  <a:pt x="1117039" y="8627"/>
                  <a:pt x="1111795" y="7927"/>
                  <a:pt x="1104115" y="7927"/>
                </a:cubicBezTo>
                <a:lnTo>
                  <a:pt x="1104115" y="3468"/>
                </a:lnTo>
                <a:lnTo>
                  <a:pt x="1182150" y="3468"/>
                </a:lnTo>
                <a:cubicBezTo>
                  <a:pt x="1202464" y="3468"/>
                  <a:pt x="1217327" y="4871"/>
                  <a:pt x="1226741" y="7676"/>
                </a:cubicBezTo>
                <a:cubicBezTo>
                  <a:pt x="1236155" y="10481"/>
                  <a:pt x="1243834" y="15657"/>
                  <a:pt x="1249780" y="23205"/>
                </a:cubicBezTo>
                <a:cubicBezTo>
                  <a:pt x="1255725" y="30753"/>
                  <a:pt x="1258698" y="39600"/>
                  <a:pt x="1258698" y="49747"/>
                </a:cubicBezTo>
                <a:cubicBezTo>
                  <a:pt x="1258698" y="62123"/>
                  <a:pt x="1254239" y="72354"/>
                  <a:pt x="1245321" y="80438"/>
                </a:cubicBezTo>
                <a:cubicBezTo>
                  <a:pt x="1239623" y="85553"/>
                  <a:pt x="1231654" y="89389"/>
                  <a:pt x="1221415" y="91946"/>
                </a:cubicBezTo>
                <a:lnTo>
                  <a:pt x="1261795" y="148939"/>
                </a:lnTo>
                <a:cubicBezTo>
                  <a:pt x="1267080" y="156216"/>
                  <a:pt x="1270837" y="160754"/>
                  <a:pt x="1273066" y="162553"/>
                </a:cubicBezTo>
                <a:cubicBezTo>
                  <a:pt x="1276452" y="165087"/>
                  <a:pt x="1280374" y="166476"/>
                  <a:pt x="1284833" y="166721"/>
                </a:cubicBezTo>
                <a:lnTo>
                  <a:pt x="1284833" y="171428"/>
                </a:lnTo>
                <a:lnTo>
                  <a:pt x="1231943" y="171428"/>
                </a:lnTo>
                <a:lnTo>
                  <a:pt x="1177815" y="94880"/>
                </a:lnTo>
                <a:lnTo>
                  <a:pt x="1166791" y="94880"/>
                </a:lnTo>
                <a:moveTo>
                  <a:pt x="1166791" y="12882"/>
                </a:moveTo>
                <a:lnTo>
                  <a:pt x="1166791" y="85962"/>
                </a:lnTo>
                <a:lnTo>
                  <a:pt x="1173851" y="85962"/>
                </a:lnTo>
                <a:cubicBezTo>
                  <a:pt x="1185329" y="85962"/>
                  <a:pt x="1193917" y="84917"/>
                  <a:pt x="1199615" y="82826"/>
                </a:cubicBezTo>
                <a:cubicBezTo>
                  <a:pt x="1205313" y="80734"/>
                  <a:pt x="1209792" y="76961"/>
                  <a:pt x="1213054" y="71508"/>
                </a:cubicBezTo>
                <a:cubicBezTo>
                  <a:pt x="1216316" y="66053"/>
                  <a:pt x="1217947" y="58937"/>
                  <a:pt x="1217947" y="50161"/>
                </a:cubicBezTo>
                <a:cubicBezTo>
                  <a:pt x="1217947" y="37447"/>
                  <a:pt x="1214953" y="28055"/>
                  <a:pt x="1208967" y="21986"/>
                </a:cubicBezTo>
                <a:cubicBezTo>
                  <a:pt x="1202980" y="15917"/>
                  <a:pt x="1193339" y="12882"/>
                  <a:pt x="1180044" y="12882"/>
                </a:cubicBezTo>
                <a:lnTo>
                  <a:pt x="1166791" y="12882"/>
                </a:lnTo>
                <a:close/>
                <a:moveTo>
                  <a:pt x="1388955" y="109248"/>
                </a:moveTo>
                <a:lnTo>
                  <a:pt x="1325413" y="109248"/>
                </a:lnTo>
                <a:cubicBezTo>
                  <a:pt x="1326156" y="124649"/>
                  <a:pt x="1330243" y="136820"/>
                  <a:pt x="1337675" y="145761"/>
                </a:cubicBezTo>
                <a:cubicBezTo>
                  <a:pt x="1343373" y="152633"/>
                  <a:pt x="1350227" y="156069"/>
                  <a:pt x="1358237" y="156069"/>
                </a:cubicBezTo>
                <a:cubicBezTo>
                  <a:pt x="1363191" y="156069"/>
                  <a:pt x="1367692" y="154686"/>
                  <a:pt x="1371738" y="151920"/>
                </a:cubicBezTo>
                <a:cubicBezTo>
                  <a:pt x="1375784" y="149153"/>
                  <a:pt x="1380119" y="144178"/>
                  <a:pt x="1384744" y="136994"/>
                </a:cubicBezTo>
                <a:lnTo>
                  <a:pt x="1388955" y="139719"/>
                </a:lnTo>
                <a:cubicBezTo>
                  <a:pt x="1382679" y="152518"/>
                  <a:pt x="1375743" y="161581"/>
                  <a:pt x="1368146" y="166907"/>
                </a:cubicBezTo>
                <a:cubicBezTo>
                  <a:pt x="1360549" y="172233"/>
                  <a:pt x="1351754" y="174896"/>
                  <a:pt x="1341763" y="174896"/>
                </a:cubicBezTo>
                <a:cubicBezTo>
                  <a:pt x="1324587" y="174896"/>
                  <a:pt x="1311581" y="168284"/>
                  <a:pt x="1302745" y="155059"/>
                </a:cubicBezTo>
                <a:cubicBezTo>
                  <a:pt x="1295644" y="144396"/>
                  <a:pt x="1292093" y="131171"/>
                  <a:pt x="1292093" y="115383"/>
                </a:cubicBezTo>
                <a:cubicBezTo>
                  <a:pt x="1292093" y="96040"/>
                  <a:pt x="1297316" y="80645"/>
                  <a:pt x="1307762" y="69198"/>
                </a:cubicBezTo>
                <a:cubicBezTo>
                  <a:pt x="1318208" y="57748"/>
                  <a:pt x="1330450" y="52023"/>
                  <a:pt x="1344488" y="52023"/>
                </a:cubicBezTo>
                <a:cubicBezTo>
                  <a:pt x="1356213" y="52023"/>
                  <a:pt x="1366391" y="56833"/>
                  <a:pt x="1375020" y="66453"/>
                </a:cubicBezTo>
                <a:cubicBezTo>
                  <a:pt x="1383649" y="76073"/>
                  <a:pt x="1388294" y="90338"/>
                  <a:pt x="1388955" y="109248"/>
                </a:cubicBezTo>
                <a:moveTo>
                  <a:pt x="1358484" y="101073"/>
                </a:moveTo>
                <a:cubicBezTo>
                  <a:pt x="1358484" y="87778"/>
                  <a:pt x="1357762" y="78654"/>
                  <a:pt x="1356317" y="73699"/>
                </a:cubicBezTo>
                <a:cubicBezTo>
                  <a:pt x="1354872" y="68745"/>
                  <a:pt x="1352621" y="64987"/>
                  <a:pt x="1349566" y="62428"/>
                </a:cubicBezTo>
                <a:cubicBezTo>
                  <a:pt x="1347832" y="60941"/>
                  <a:pt x="1345520" y="60198"/>
                  <a:pt x="1342630" y="60198"/>
                </a:cubicBezTo>
                <a:cubicBezTo>
                  <a:pt x="1338336" y="60198"/>
                  <a:pt x="1334826" y="62304"/>
                  <a:pt x="1332101" y="66515"/>
                </a:cubicBezTo>
                <a:cubicBezTo>
                  <a:pt x="1327229" y="73864"/>
                  <a:pt x="1324793" y="83939"/>
                  <a:pt x="1324793" y="96738"/>
                </a:cubicBezTo>
                <a:lnTo>
                  <a:pt x="1324793" y="101073"/>
                </a:lnTo>
                <a:lnTo>
                  <a:pt x="1358484" y="101073"/>
                </a:lnTo>
                <a:close/>
                <a:moveTo>
                  <a:pt x="1476436" y="52518"/>
                </a:moveTo>
                <a:lnTo>
                  <a:pt x="1478294" y="92155"/>
                </a:lnTo>
                <a:lnTo>
                  <a:pt x="1474083" y="92155"/>
                </a:lnTo>
                <a:cubicBezTo>
                  <a:pt x="1469046" y="80334"/>
                  <a:pt x="1463823" y="72259"/>
                  <a:pt x="1458414" y="67932"/>
                </a:cubicBezTo>
                <a:cubicBezTo>
                  <a:pt x="1453005" y="63602"/>
                  <a:pt x="1447617" y="61437"/>
                  <a:pt x="1442250" y="61437"/>
                </a:cubicBezTo>
                <a:cubicBezTo>
                  <a:pt x="1438864" y="61437"/>
                  <a:pt x="1435974" y="62572"/>
                  <a:pt x="1433579" y="64843"/>
                </a:cubicBezTo>
                <a:cubicBezTo>
                  <a:pt x="1431185" y="67114"/>
                  <a:pt x="1429987" y="69736"/>
                  <a:pt x="1429987" y="72708"/>
                </a:cubicBezTo>
                <a:cubicBezTo>
                  <a:pt x="1429987" y="74938"/>
                  <a:pt x="1430813" y="77085"/>
                  <a:pt x="1432464" y="79149"/>
                </a:cubicBezTo>
                <a:cubicBezTo>
                  <a:pt x="1435107" y="82535"/>
                  <a:pt x="1442497" y="88336"/>
                  <a:pt x="1454636" y="96552"/>
                </a:cubicBezTo>
                <a:cubicBezTo>
                  <a:pt x="1466775" y="104769"/>
                  <a:pt x="1474764" y="111746"/>
                  <a:pt x="1478604" y="117485"/>
                </a:cubicBezTo>
                <a:cubicBezTo>
                  <a:pt x="1482444" y="123224"/>
                  <a:pt x="1484364" y="129645"/>
                  <a:pt x="1484364" y="136746"/>
                </a:cubicBezTo>
                <a:cubicBezTo>
                  <a:pt x="1484364" y="143187"/>
                  <a:pt x="1482753" y="149504"/>
                  <a:pt x="1479533" y="155697"/>
                </a:cubicBezTo>
                <a:cubicBezTo>
                  <a:pt x="1476312" y="161891"/>
                  <a:pt x="1471771" y="166639"/>
                  <a:pt x="1465908" y="169942"/>
                </a:cubicBezTo>
                <a:cubicBezTo>
                  <a:pt x="1460045" y="173245"/>
                  <a:pt x="1453563" y="174896"/>
                  <a:pt x="1446461" y="174896"/>
                </a:cubicBezTo>
                <a:cubicBezTo>
                  <a:pt x="1440929" y="174896"/>
                  <a:pt x="1433538" y="173130"/>
                  <a:pt x="1424289" y="169597"/>
                </a:cubicBezTo>
                <a:cubicBezTo>
                  <a:pt x="1421812" y="168671"/>
                  <a:pt x="1420119" y="168208"/>
                  <a:pt x="1419211" y="168208"/>
                </a:cubicBezTo>
                <a:cubicBezTo>
                  <a:pt x="1416486" y="168208"/>
                  <a:pt x="1414215" y="170272"/>
                  <a:pt x="1412398" y="174401"/>
                </a:cubicBezTo>
                <a:lnTo>
                  <a:pt x="1408311" y="174401"/>
                </a:lnTo>
                <a:lnTo>
                  <a:pt x="1406329" y="132783"/>
                </a:lnTo>
                <a:lnTo>
                  <a:pt x="1410540" y="132783"/>
                </a:lnTo>
                <a:cubicBezTo>
                  <a:pt x="1414256" y="143683"/>
                  <a:pt x="1419355" y="151858"/>
                  <a:pt x="1425838" y="157308"/>
                </a:cubicBezTo>
                <a:cubicBezTo>
                  <a:pt x="1432320" y="162758"/>
                  <a:pt x="1438451" y="165483"/>
                  <a:pt x="1444232" y="165483"/>
                </a:cubicBezTo>
                <a:cubicBezTo>
                  <a:pt x="1448195" y="165483"/>
                  <a:pt x="1451436" y="164265"/>
                  <a:pt x="1453955" y="161829"/>
                </a:cubicBezTo>
                <a:cubicBezTo>
                  <a:pt x="1456473" y="159393"/>
                  <a:pt x="1457733" y="156441"/>
                  <a:pt x="1457733" y="152972"/>
                </a:cubicBezTo>
                <a:cubicBezTo>
                  <a:pt x="1457733" y="149009"/>
                  <a:pt x="1456494" y="145582"/>
                  <a:pt x="1454017" y="142692"/>
                </a:cubicBezTo>
                <a:cubicBezTo>
                  <a:pt x="1451540" y="139801"/>
                  <a:pt x="1446007" y="135425"/>
                  <a:pt x="1437419" y="129562"/>
                </a:cubicBezTo>
                <a:cubicBezTo>
                  <a:pt x="1424785" y="120809"/>
                  <a:pt x="1416610" y="114120"/>
                  <a:pt x="1412894" y="109496"/>
                </a:cubicBezTo>
                <a:cubicBezTo>
                  <a:pt x="1407444" y="102725"/>
                  <a:pt x="1404719" y="95252"/>
                  <a:pt x="1404719" y="87077"/>
                </a:cubicBezTo>
                <a:cubicBezTo>
                  <a:pt x="1404719" y="78158"/>
                  <a:pt x="1407795" y="70087"/>
                  <a:pt x="1413947" y="62861"/>
                </a:cubicBezTo>
                <a:cubicBezTo>
                  <a:pt x="1420099" y="55636"/>
                  <a:pt x="1428996" y="52023"/>
                  <a:pt x="1440639" y="52023"/>
                </a:cubicBezTo>
                <a:cubicBezTo>
                  <a:pt x="1446915" y="52023"/>
                  <a:pt x="1452985" y="53610"/>
                  <a:pt x="1458848" y="56784"/>
                </a:cubicBezTo>
                <a:cubicBezTo>
                  <a:pt x="1461077" y="58069"/>
                  <a:pt x="1462894" y="58712"/>
                  <a:pt x="1464298" y="58712"/>
                </a:cubicBezTo>
                <a:cubicBezTo>
                  <a:pt x="1465784" y="58712"/>
                  <a:pt x="1466981" y="58402"/>
                  <a:pt x="1467890" y="57783"/>
                </a:cubicBezTo>
                <a:cubicBezTo>
                  <a:pt x="1468798" y="57163"/>
                  <a:pt x="1470243" y="55409"/>
                  <a:pt x="1472225" y="52518"/>
                </a:cubicBezTo>
                <a:lnTo>
                  <a:pt x="1476436" y="52518"/>
                </a:lnTo>
                <a:close/>
                <a:moveTo>
                  <a:pt x="1547512" y="159661"/>
                </a:moveTo>
                <a:lnTo>
                  <a:pt x="1547512" y="202642"/>
                </a:lnTo>
                <a:cubicBezTo>
                  <a:pt x="1547512" y="208667"/>
                  <a:pt x="1547987" y="212768"/>
                  <a:pt x="1548936" y="214943"/>
                </a:cubicBezTo>
                <a:cubicBezTo>
                  <a:pt x="1549886" y="217121"/>
                  <a:pt x="1551352" y="218712"/>
                  <a:pt x="1553333" y="219716"/>
                </a:cubicBezTo>
                <a:cubicBezTo>
                  <a:pt x="1555315" y="220720"/>
                  <a:pt x="1559196" y="221222"/>
                  <a:pt x="1564977" y="221222"/>
                </a:cubicBezTo>
                <a:lnTo>
                  <a:pt x="1564977" y="225681"/>
                </a:lnTo>
                <a:lnTo>
                  <a:pt x="1498957" y="225681"/>
                </a:lnTo>
                <a:lnTo>
                  <a:pt x="1498957" y="221222"/>
                </a:lnTo>
                <a:cubicBezTo>
                  <a:pt x="1504077" y="221054"/>
                  <a:pt x="1507875" y="219589"/>
                  <a:pt x="1510352" y="216828"/>
                </a:cubicBezTo>
                <a:cubicBezTo>
                  <a:pt x="1512004" y="214906"/>
                  <a:pt x="1512830" y="209929"/>
                  <a:pt x="1512830" y="201899"/>
                </a:cubicBezTo>
                <a:lnTo>
                  <a:pt x="1512830" y="79769"/>
                </a:lnTo>
                <a:cubicBezTo>
                  <a:pt x="1512830" y="71490"/>
                  <a:pt x="1511880" y="66202"/>
                  <a:pt x="1509981" y="63902"/>
                </a:cubicBezTo>
                <a:cubicBezTo>
                  <a:pt x="1508082" y="61603"/>
                  <a:pt x="1504407" y="60286"/>
                  <a:pt x="1498957" y="59950"/>
                </a:cubicBezTo>
                <a:lnTo>
                  <a:pt x="1498957" y="55491"/>
                </a:lnTo>
                <a:lnTo>
                  <a:pt x="1547512" y="55491"/>
                </a:lnTo>
                <a:lnTo>
                  <a:pt x="1547512" y="70727"/>
                </a:lnTo>
                <a:cubicBezTo>
                  <a:pt x="1551558" y="64781"/>
                  <a:pt x="1555687" y="60487"/>
                  <a:pt x="1559898" y="57845"/>
                </a:cubicBezTo>
                <a:cubicBezTo>
                  <a:pt x="1565926" y="53964"/>
                  <a:pt x="1572491" y="52023"/>
                  <a:pt x="1579593" y="52023"/>
                </a:cubicBezTo>
                <a:cubicBezTo>
                  <a:pt x="1588098" y="52023"/>
                  <a:pt x="1595839" y="54709"/>
                  <a:pt x="1602817" y="60082"/>
                </a:cubicBezTo>
                <a:cubicBezTo>
                  <a:pt x="1609795" y="65455"/>
                  <a:pt x="1615100" y="72873"/>
                  <a:pt x="1618734" y="82339"/>
                </a:cubicBezTo>
                <a:cubicBezTo>
                  <a:pt x="1622367" y="91804"/>
                  <a:pt x="1624184" y="101992"/>
                  <a:pt x="1624184" y="112902"/>
                </a:cubicBezTo>
                <a:cubicBezTo>
                  <a:pt x="1624184" y="124638"/>
                  <a:pt x="1622305" y="135363"/>
                  <a:pt x="1618548" y="145076"/>
                </a:cubicBezTo>
                <a:cubicBezTo>
                  <a:pt x="1614791" y="154789"/>
                  <a:pt x="1609341" y="162187"/>
                  <a:pt x="1602198" y="167271"/>
                </a:cubicBezTo>
                <a:cubicBezTo>
                  <a:pt x="1595055" y="172355"/>
                  <a:pt x="1587107" y="174896"/>
                  <a:pt x="1578354" y="174896"/>
                </a:cubicBezTo>
                <a:cubicBezTo>
                  <a:pt x="1571996" y="174896"/>
                  <a:pt x="1566050" y="173493"/>
                  <a:pt x="1560518" y="170685"/>
                </a:cubicBezTo>
                <a:cubicBezTo>
                  <a:pt x="1556389" y="168538"/>
                  <a:pt x="1552053" y="164863"/>
                  <a:pt x="1547512" y="159661"/>
                </a:cubicBezTo>
                <a:moveTo>
                  <a:pt x="1547512" y="147131"/>
                </a:moveTo>
                <a:cubicBezTo>
                  <a:pt x="1554613" y="157219"/>
                  <a:pt x="1562210" y="162262"/>
                  <a:pt x="1570303" y="162262"/>
                </a:cubicBezTo>
                <a:cubicBezTo>
                  <a:pt x="1574762" y="162262"/>
                  <a:pt x="1578437" y="159906"/>
                  <a:pt x="1581327" y="155194"/>
                </a:cubicBezTo>
                <a:cubicBezTo>
                  <a:pt x="1585621" y="148247"/>
                  <a:pt x="1587768" y="135017"/>
                  <a:pt x="1587768" y="115503"/>
                </a:cubicBezTo>
                <a:cubicBezTo>
                  <a:pt x="1587768" y="95494"/>
                  <a:pt x="1585414" y="81810"/>
                  <a:pt x="1580707" y="74450"/>
                </a:cubicBezTo>
                <a:cubicBezTo>
                  <a:pt x="1577570" y="69573"/>
                  <a:pt x="1573358" y="67134"/>
                  <a:pt x="1568073" y="67134"/>
                </a:cubicBezTo>
                <a:cubicBezTo>
                  <a:pt x="1559733" y="67134"/>
                  <a:pt x="1552879" y="73170"/>
                  <a:pt x="1547512" y="85242"/>
                </a:cubicBezTo>
                <a:lnTo>
                  <a:pt x="1547512" y="147131"/>
                </a:lnTo>
                <a:close/>
                <a:moveTo>
                  <a:pt x="1698340" y="52023"/>
                </a:moveTo>
                <a:cubicBezTo>
                  <a:pt x="1708414" y="52023"/>
                  <a:pt x="1717787" y="54627"/>
                  <a:pt x="1726457" y="59834"/>
                </a:cubicBezTo>
                <a:cubicBezTo>
                  <a:pt x="1735128" y="65042"/>
                  <a:pt x="1741713" y="72440"/>
                  <a:pt x="1746213" y="82029"/>
                </a:cubicBezTo>
                <a:cubicBezTo>
                  <a:pt x="1750714" y="91618"/>
                  <a:pt x="1752964" y="102116"/>
                  <a:pt x="1752964" y="113522"/>
                </a:cubicBezTo>
                <a:cubicBezTo>
                  <a:pt x="1752964" y="129970"/>
                  <a:pt x="1748794" y="143733"/>
                  <a:pt x="1740454" y="154811"/>
                </a:cubicBezTo>
                <a:cubicBezTo>
                  <a:pt x="1730379" y="168201"/>
                  <a:pt x="1716465" y="174896"/>
                  <a:pt x="1698711" y="174896"/>
                </a:cubicBezTo>
                <a:cubicBezTo>
                  <a:pt x="1681288" y="174896"/>
                  <a:pt x="1667869" y="168779"/>
                  <a:pt x="1658456" y="156545"/>
                </a:cubicBezTo>
                <a:cubicBezTo>
                  <a:pt x="1649042" y="144311"/>
                  <a:pt x="1644335" y="130135"/>
                  <a:pt x="1644335" y="114017"/>
                </a:cubicBezTo>
                <a:cubicBezTo>
                  <a:pt x="1644335" y="97404"/>
                  <a:pt x="1649145" y="82918"/>
                  <a:pt x="1658765" y="70560"/>
                </a:cubicBezTo>
                <a:cubicBezTo>
                  <a:pt x="1668385" y="58202"/>
                  <a:pt x="1681577" y="52023"/>
                  <a:pt x="1698340" y="52023"/>
                </a:cubicBezTo>
                <a:moveTo>
                  <a:pt x="1698835" y="60693"/>
                </a:moveTo>
                <a:cubicBezTo>
                  <a:pt x="1694624" y="60693"/>
                  <a:pt x="1691011" y="62286"/>
                  <a:pt x="1687997" y="65470"/>
                </a:cubicBezTo>
                <a:cubicBezTo>
                  <a:pt x="1684983" y="68652"/>
                  <a:pt x="1683001" y="74934"/>
                  <a:pt x="1682052" y="84317"/>
                </a:cubicBezTo>
                <a:cubicBezTo>
                  <a:pt x="1681102" y="93699"/>
                  <a:pt x="1680627" y="106741"/>
                  <a:pt x="1680627" y="123442"/>
                </a:cubicBezTo>
                <a:cubicBezTo>
                  <a:pt x="1680627" y="132288"/>
                  <a:pt x="1681205" y="140556"/>
                  <a:pt x="1682361" y="148246"/>
                </a:cubicBezTo>
                <a:cubicBezTo>
                  <a:pt x="1683270" y="154114"/>
                  <a:pt x="1685210" y="158579"/>
                  <a:pt x="1688183" y="161639"/>
                </a:cubicBezTo>
                <a:cubicBezTo>
                  <a:pt x="1691156" y="164697"/>
                  <a:pt x="1694541" y="166226"/>
                  <a:pt x="1698340" y="166226"/>
                </a:cubicBezTo>
                <a:cubicBezTo>
                  <a:pt x="1702056" y="166226"/>
                  <a:pt x="1705152" y="165192"/>
                  <a:pt x="1707630" y="163125"/>
                </a:cubicBezTo>
                <a:cubicBezTo>
                  <a:pt x="1710850" y="160315"/>
                  <a:pt x="1712997" y="156388"/>
                  <a:pt x="1714071" y="151343"/>
                </a:cubicBezTo>
                <a:cubicBezTo>
                  <a:pt x="1715722" y="143490"/>
                  <a:pt x="1716548" y="127618"/>
                  <a:pt x="1716548" y="103725"/>
                </a:cubicBezTo>
                <a:cubicBezTo>
                  <a:pt x="1716548" y="89671"/>
                  <a:pt x="1715763" y="80020"/>
                  <a:pt x="1714194" y="74771"/>
                </a:cubicBezTo>
                <a:cubicBezTo>
                  <a:pt x="1712626" y="69520"/>
                  <a:pt x="1710313" y="65696"/>
                  <a:pt x="1707258" y="63299"/>
                </a:cubicBezTo>
                <a:cubicBezTo>
                  <a:pt x="1705111" y="61562"/>
                  <a:pt x="1702303" y="60693"/>
                  <a:pt x="1698835" y="60693"/>
                </a:cubicBezTo>
                <a:close/>
                <a:moveTo>
                  <a:pt x="1819391" y="55491"/>
                </a:moveTo>
                <a:lnTo>
                  <a:pt x="1819391" y="70603"/>
                </a:lnTo>
                <a:cubicBezTo>
                  <a:pt x="1825337" y="64118"/>
                  <a:pt x="1831034" y="59401"/>
                  <a:pt x="1836484" y="56451"/>
                </a:cubicBezTo>
                <a:cubicBezTo>
                  <a:pt x="1841934" y="53499"/>
                  <a:pt x="1847797" y="52023"/>
                  <a:pt x="1854073" y="52023"/>
                </a:cubicBezTo>
                <a:cubicBezTo>
                  <a:pt x="1861587" y="52023"/>
                  <a:pt x="1867822" y="54111"/>
                  <a:pt x="1872777" y="58286"/>
                </a:cubicBezTo>
                <a:cubicBezTo>
                  <a:pt x="1877731" y="62461"/>
                  <a:pt x="1881034" y="67649"/>
                  <a:pt x="1882686" y="73850"/>
                </a:cubicBezTo>
                <a:cubicBezTo>
                  <a:pt x="1884007" y="78565"/>
                  <a:pt x="1884667" y="87620"/>
                  <a:pt x="1884667" y="101015"/>
                </a:cubicBezTo>
                <a:lnTo>
                  <a:pt x="1884667" y="146160"/>
                </a:lnTo>
                <a:cubicBezTo>
                  <a:pt x="1884667" y="155078"/>
                  <a:pt x="1885473" y="160631"/>
                  <a:pt x="1887083" y="162820"/>
                </a:cubicBezTo>
                <a:cubicBezTo>
                  <a:pt x="1888693" y="165008"/>
                  <a:pt x="1892058" y="166391"/>
                  <a:pt x="1897178" y="166969"/>
                </a:cubicBezTo>
                <a:lnTo>
                  <a:pt x="1897178" y="171428"/>
                </a:lnTo>
                <a:lnTo>
                  <a:pt x="1838590" y="171428"/>
                </a:lnTo>
                <a:lnTo>
                  <a:pt x="1838590" y="166969"/>
                </a:lnTo>
                <a:cubicBezTo>
                  <a:pt x="1842967" y="166391"/>
                  <a:pt x="1846104" y="164574"/>
                  <a:pt x="1848004" y="161519"/>
                </a:cubicBezTo>
                <a:cubicBezTo>
                  <a:pt x="1849325" y="159455"/>
                  <a:pt x="1849985" y="154335"/>
                  <a:pt x="1849985" y="146160"/>
                </a:cubicBezTo>
                <a:lnTo>
                  <a:pt x="1849985" y="94632"/>
                </a:lnTo>
                <a:cubicBezTo>
                  <a:pt x="1849985" y="85136"/>
                  <a:pt x="1849614" y="79149"/>
                  <a:pt x="1848871" y="76672"/>
                </a:cubicBezTo>
                <a:cubicBezTo>
                  <a:pt x="1848128" y="74195"/>
                  <a:pt x="1846868" y="72275"/>
                  <a:pt x="1845093" y="70912"/>
                </a:cubicBezTo>
                <a:cubicBezTo>
                  <a:pt x="1843317" y="69550"/>
                  <a:pt x="1841356" y="68869"/>
                  <a:pt x="1839209" y="68869"/>
                </a:cubicBezTo>
                <a:cubicBezTo>
                  <a:pt x="1832108" y="68869"/>
                  <a:pt x="1825502" y="73988"/>
                  <a:pt x="1819391" y="84228"/>
                </a:cubicBezTo>
                <a:lnTo>
                  <a:pt x="1819391" y="146160"/>
                </a:lnTo>
                <a:cubicBezTo>
                  <a:pt x="1819391" y="154830"/>
                  <a:pt x="1820196" y="160322"/>
                  <a:pt x="1821806" y="162634"/>
                </a:cubicBezTo>
                <a:cubicBezTo>
                  <a:pt x="1823417" y="164946"/>
                  <a:pt x="1826410" y="166391"/>
                  <a:pt x="1830787" y="166969"/>
                </a:cubicBezTo>
                <a:lnTo>
                  <a:pt x="1830787" y="171428"/>
                </a:lnTo>
                <a:lnTo>
                  <a:pt x="1772199" y="171428"/>
                </a:lnTo>
                <a:lnTo>
                  <a:pt x="1772199" y="166969"/>
                </a:lnTo>
                <a:cubicBezTo>
                  <a:pt x="1777071" y="166474"/>
                  <a:pt x="1780539" y="164905"/>
                  <a:pt x="1782603" y="162262"/>
                </a:cubicBezTo>
                <a:cubicBezTo>
                  <a:pt x="1784007" y="160446"/>
                  <a:pt x="1784709" y="155078"/>
                  <a:pt x="1784709" y="146160"/>
                </a:cubicBezTo>
                <a:lnTo>
                  <a:pt x="1784709" y="80760"/>
                </a:lnTo>
                <a:cubicBezTo>
                  <a:pt x="1784709" y="71901"/>
                  <a:pt x="1783904" y="66385"/>
                  <a:pt x="1782294" y="64212"/>
                </a:cubicBezTo>
                <a:cubicBezTo>
                  <a:pt x="1780683" y="62039"/>
                  <a:pt x="1777318" y="60619"/>
                  <a:pt x="1772199" y="59950"/>
                </a:cubicBezTo>
                <a:lnTo>
                  <a:pt x="1772199" y="55491"/>
                </a:lnTo>
                <a:lnTo>
                  <a:pt x="1819391" y="55491"/>
                </a:lnTo>
                <a:close/>
                <a:moveTo>
                  <a:pt x="1986321" y="52518"/>
                </a:moveTo>
                <a:lnTo>
                  <a:pt x="1988179" y="92155"/>
                </a:lnTo>
                <a:lnTo>
                  <a:pt x="1983968" y="92155"/>
                </a:lnTo>
                <a:cubicBezTo>
                  <a:pt x="1978931" y="80334"/>
                  <a:pt x="1973708" y="72259"/>
                  <a:pt x="1968299" y="67932"/>
                </a:cubicBezTo>
                <a:cubicBezTo>
                  <a:pt x="1962890" y="63602"/>
                  <a:pt x="1957502" y="61437"/>
                  <a:pt x="1952135" y="61437"/>
                </a:cubicBezTo>
                <a:cubicBezTo>
                  <a:pt x="1948749" y="61437"/>
                  <a:pt x="1945859" y="62572"/>
                  <a:pt x="1943464" y="64843"/>
                </a:cubicBezTo>
                <a:cubicBezTo>
                  <a:pt x="1941070" y="67114"/>
                  <a:pt x="1939872" y="69736"/>
                  <a:pt x="1939872" y="72708"/>
                </a:cubicBezTo>
                <a:cubicBezTo>
                  <a:pt x="1939872" y="74938"/>
                  <a:pt x="1940698" y="77085"/>
                  <a:pt x="1942350" y="79149"/>
                </a:cubicBezTo>
                <a:cubicBezTo>
                  <a:pt x="1944992" y="82535"/>
                  <a:pt x="1952383" y="88336"/>
                  <a:pt x="1964521" y="96552"/>
                </a:cubicBezTo>
                <a:cubicBezTo>
                  <a:pt x="1976660" y="104769"/>
                  <a:pt x="1984649" y="111746"/>
                  <a:pt x="1988489" y="117485"/>
                </a:cubicBezTo>
                <a:cubicBezTo>
                  <a:pt x="1992329" y="123224"/>
                  <a:pt x="1994249" y="129645"/>
                  <a:pt x="1994249" y="136746"/>
                </a:cubicBezTo>
                <a:cubicBezTo>
                  <a:pt x="1994249" y="143187"/>
                  <a:pt x="1992639" y="149504"/>
                  <a:pt x="1989418" y="155697"/>
                </a:cubicBezTo>
                <a:cubicBezTo>
                  <a:pt x="1986198" y="161891"/>
                  <a:pt x="1981656" y="166639"/>
                  <a:pt x="1975793" y="169942"/>
                </a:cubicBezTo>
                <a:cubicBezTo>
                  <a:pt x="1969930" y="173245"/>
                  <a:pt x="1963448" y="174896"/>
                  <a:pt x="1956346" y="174896"/>
                </a:cubicBezTo>
                <a:cubicBezTo>
                  <a:pt x="1950814" y="174896"/>
                  <a:pt x="1943423" y="173130"/>
                  <a:pt x="1934175" y="169597"/>
                </a:cubicBezTo>
                <a:cubicBezTo>
                  <a:pt x="1931697" y="168671"/>
                  <a:pt x="1930004" y="168208"/>
                  <a:pt x="1929096" y="168208"/>
                </a:cubicBezTo>
                <a:cubicBezTo>
                  <a:pt x="1926371" y="168208"/>
                  <a:pt x="1924100" y="170272"/>
                  <a:pt x="1922284" y="174401"/>
                </a:cubicBezTo>
                <a:lnTo>
                  <a:pt x="1918196" y="174401"/>
                </a:lnTo>
                <a:lnTo>
                  <a:pt x="1916214" y="132783"/>
                </a:lnTo>
                <a:lnTo>
                  <a:pt x="1920426" y="132783"/>
                </a:lnTo>
                <a:cubicBezTo>
                  <a:pt x="1924142" y="143683"/>
                  <a:pt x="1929241" y="151858"/>
                  <a:pt x="1935723" y="157308"/>
                </a:cubicBezTo>
                <a:cubicBezTo>
                  <a:pt x="1942205" y="162758"/>
                  <a:pt x="1948336" y="165483"/>
                  <a:pt x="1954117" y="165483"/>
                </a:cubicBezTo>
                <a:cubicBezTo>
                  <a:pt x="1958080" y="165483"/>
                  <a:pt x="1961321" y="164265"/>
                  <a:pt x="1963840" y="161829"/>
                </a:cubicBezTo>
                <a:cubicBezTo>
                  <a:pt x="1966359" y="159393"/>
                  <a:pt x="1967618" y="156441"/>
                  <a:pt x="1967618" y="152972"/>
                </a:cubicBezTo>
                <a:cubicBezTo>
                  <a:pt x="1967618" y="149009"/>
                  <a:pt x="1966379" y="145582"/>
                  <a:pt x="1963902" y="142692"/>
                </a:cubicBezTo>
                <a:cubicBezTo>
                  <a:pt x="1961425" y="139801"/>
                  <a:pt x="1955892" y="135425"/>
                  <a:pt x="1947304" y="129562"/>
                </a:cubicBezTo>
                <a:cubicBezTo>
                  <a:pt x="1934670" y="120809"/>
                  <a:pt x="1926495" y="114120"/>
                  <a:pt x="1922779" y="109496"/>
                </a:cubicBezTo>
                <a:cubicBezTo>
                  <a:pt x="1917329" y="102725"/>
                  <a:pt x="1914604" y="95252"/>
                  <a:pt x="1914604" y="87077"/>
                </a:cubicBezTo>
                <a:cubicBezTo>
                  <a:pt x="1914604" y="78158"/>
                  <a:pt x="1917680" y="70087"/>
                  <a:pt x="1923832" y="62861"/>
                </a:cubicBezTo>
                <a:cubicBezTo>
                  <a:pt x="1929984" y="55636"/>
                  <a:pt x="1938881" y="52023"/>
                  <a:pt x="1950525" y="52023"/>
                </a:cubicBezTo>
                <a:cubicBezTo>
                  <a:pt x="1956800" y="52023"/>
                  <a:pt x="1962870" y="53610"/>
                  <a:pt x="1968733" y="56784"/>
                </a:cubicBezTo>
                <a:cubicBezTo>
                  <a:pt x="1970962" y="58069"/>
                  <a:pt x="1972779" y="58712"/>
                  <a:pt x="1974183" y="58712"/>
                </a:cubicBezTo>
                <a:cubicBezTo>
                  <a:pt x="1975669" y="58712"/>
                  <a:pt x="1976866" y="58402"/>
                  <a:pt x="1977775" y="57783"/>
                </a:cubicBezTo>
                <a:cubicBezTo>
                  <a:pt x="1978683" y="57163"/>
                  <a:pt x="1980128" y="55409"/>
                  <a:pt x="1982110" y="52518"/>
                </a:cubicBezTo>
                <a:lnTo>
                  <a:pt x="1986321" y="52518"/>
                </a:lnTo>
                <a:close/>
                <a:moveTo>
                  <a:pt x="2110659" y="109248"/>
                </a:moveTo>
                <a:lnTo>
                  <a:pt x="2047116" y="109248"/>
                </a:lnTo>
                <a:cubicBezTo>
                  <a:pt x="2047860" y="124649"/>
                  <a:pt x="2051947" y="136820"/>
                  <a:pt x="2059379" y="145761"/>
                </a:cubicBezTo>
                <a:cubicBezTo>
                  <a:pt x="2065077" y="152633"/>
                  <a:pt x="2071931" y="156069"/>
                  <a:pt x="2079941" y="156069"/>
                </a:cubicBezTo>
                <a:cubicBezTo>
                  <a:pt x="2084895" y="156069"/>
                  <a:pt x="2089395" y="154686"/>
                  <a:pt x="2093442" y="151920"/>
                </a:cubicBezTo>
                <a:cubicBezTo>
                  <a:pt x="2097488" y="149153"/>
                  <a:pt x="2101823" y="144178"/>
                  <a:pt x="2106447" y="136994"/>
                </a:cubicBezTo>
                <a:lnTo>
                  <a:pt x="2110659" y="139719"/>
                </a:lnTo>
                <a:cubicBezTo>
                  <a:pt x="2104383" y="152518"/>
                  <a:pt x="2097447" y="161581"/>
                  <a:pt x="2089850" y="166907"/>
                </a:cubicBezTo>
                <a:cubicBezTo>
                  <a:pt x="2082253" y="172233"/>
                  <a:pt x="2073458" y="174896"/>
                  <a:pt x="2063467" y="174896"/>
                </a:cubicBezTo>
                <a:cubicBezTo>
                  <a:pt x="2046291" y="174896"/>
                  <a:pt x="2033285" y="168284"/>
                  <a:pt x="2024449" y="155059"/>
                </a:cubicBezTo>
                <a:cubicBezTo>
                  <a:pt x="2017348" y="144396"/>
                  <a:pt x="2013797" y="131171"/>
                  <a:pt x="2013797" y="115383"/>
                </a:cubicBezTo>
                <a:cubicBezTo>
                  <a:pt x="2013797" y="96040"/>
                  <a:pt x="2019020" y="80645"/>
                  <a:pt x="2029466" y="69198"/>
                </a:cubicBezTo>
                <a:cubicBezTo>
                  <a:pt x="2039912" y="57748"/>
                  <a:pt x="2052154" y="52023"/>
                  <a:pt x="2066192" y="52023"/>
                </a:cubicBezTo>
                <a:cubicBezTo>
                  <a:pt x="2077917" y="52023"/>
                  <a:pt x="2088095" y="56833"/>
                  <a:pt x="2096724" y="66453"/>
                </a:cubicBezTo>
                <a:cubicBezTo>
                  <a:pt x="2105353" y="76073"/>
                  <a:pt x="2109998" y="90338"/>
                  <a:pt x="2110659" y="109248"/>
                </a:cubicBezTo>
                <a:moveTo>
                  <a:pt x="2080188" y="101073"/>
                </a:moveTo>
                <a:cubicBezTo>
                  <a:pt x="2080188" y="87778"/>
                  <a:pt x="2079466" y="78654"/>
                  <a:pt x="2078021" y="73699"/>
                </a:cubicBezTo>
                <a:cubicBezTo>
                  <a:pt x="2076576" y="68745"/>
                  <a:pt x="2074325" y="64987"/>
                  <a:pt x="2071270" y="62428"/>
                </a:cubicBezTo>
                <a:cubicBezTo>
                  <a:pt x="2069536" y="60941"/>
                  <a:pt x="2067224" y="60198"/>
                  <a:pt x="2064334" y="60198"/>
                </a:cubicBezTo>
                <a:cubicBezTo>
                  <a:pt x="2060040" y="60198"/>
                  <a:pt x="2056530" y="62304"/>
                  <a:pt x="2053805" y="66515"/>
                </a:cubicBezTo>
                <a:cubicBezTo>
                  <a:pt x="2048933" y="73864"/>
                  <a:pt x="2046497" y="83939"/>
                  <a:pt x="2046497" y="96738"/>
                </a:cubicBezTo>
                <a:lnTo>
                  <a:pt x="2046497" y="101073"/>
                </a:lnTo>
                <a:lnTo>
                  <a:pt x="2080188" y="1010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551B480E-6E2D-45E5-87F6-1EF29E5B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611" y="41936"/>
            <a:ext cx="2426368" cy="5753674"/>
          </a:xfrm>
          <a:custGeom xmlns:a="http://schemas.openxmlformats.org/drawingml/2006/main">
            <a:pathLst>
              <a:path w="2426368" h="5753674">
                <a:moveTo>
                  <a:pt x="2426338" y="5753549"/>
                </a:moveTo>
                <a:lnTo>
                  <a:pt x="2426326" y="5753674"/>
                </a:lnTo>
                <a:lnTo>
                  <a:pt x="41" y="5753674"/>
                </a:lnTo>
                <a:lnTo>
                  <a:pt x="29" y="5753549"/>
                </a:lnTo>
                <a:lnTo>
                  <a:pt x="0" y="5752659"/>
                </a:lnTo>
                <a:lnTo>
                  <a:pt x="0" y="13608"/>
                </a:lnTo>
                <a:lnTo>
                  <a:pt x="29" y="12718"/>
                </a:lnTo>
                <a:lnTo>
                  <a:pt x="116" y="11832"/>
                </a:lnTo>
                <a:lnTo>
                  <a:pt x="261" y="10953"/>
                </a:lnTo>
                <a:lnTo>
                  <a:pt x="464" y="10086"/>
                </a:lnTo>
                <a:lnTo>
                  <a:pt x="722" y="9234"/>
                </a:lnTo>
                <a:lnTo>
                  <a:pt x="1036" y="8400"/>
                </a:lnTo>
                <a:lnTo>
                  <a:pt x="1403" y="7589"/>
                </a:lnTo>
                <a:lnTo>
                  <a:pt x="1823" y="6804"/>
                </a:lnTo>
                <a:lnTo>
                  <a:pt x="2293" y="6048"/>
                </a:lnTo>
                <a:lnTo>
                  <a:pt x="2812" y="5324"/>
                </a:lnTo>
                <a:lnTo>
                  <a:pt x="3377" y="4636"/>
                </a:lnTo>
                <a:lnTo>
                  <a:pt x="3986" y="3986"/>
                </a:lnTo>
                <a:lnTo>
                  <a:pt x="4636" y="3377"/>
                </a:lnTo>
                <a:lnTo>
                  <a:pt x="5324" y="2812"/>
                </a:lnTo>
                <a:lnTo>
                  <a:pt x="6048" y="2293"/>
                </a:lnTo>
                <a:lnTo>
                  <a:pt x="6804" y="1823"/>
                </a:lnTo>
                <a:lnTo>
                  <a:pt x="7589" y="1403"/>
                </a:lnTo>
                <a:lnTo>
                  <a:pt x="8400" y="1036"/>
                </a:lnTo>
                <a:lnTo>
                  <a:pt x="9234" y="722"/>
                </a:lnTo>
                <a:lnTo>
                  <a:pt x="10086" y="464"/>
                </a:lnTo>
                <a:lnTo>
                  <a:pt x="10953" y="261"/>
                </a:lnTo>
                <a:lnTo>
                  <a:pt x="11832" y="116"/>
                </a:lnTo>
                <a:lnTo>
                  <a:pt x="12718" y="29"/>
                </a:lnTo>
                <a:lnTo>
                  <a:pt x="13608" y="0"/>
                </a:lnTo>
                <a:lnTo>
                  <a:pt x="2412760" y="0"/>
                </a:lnTo>
                <a:lnTo>
                  <a:pt x="2413650" y="29"/>
                </a:lnTo>
                <a:lnTo>
                  <a:pt x="2414536" y="116"/>
                </a:lnTo>
                <a:lnTo>
                  <a:pt x="2415414" y="261"/>
                </a:lnTo>
                <a:lnTo>
                  <a:pt x="2416282" y="464"/>
                </a:lnTo>
                <a:lnTo>
                  <a:pt x="2417134" y="722"/>
                </a:lnTo>
                <a:lnTo>
                  <a:pt x="2417967" y="1036"/>
                </a:lnTo>
                <a:lnTo>
                  <a:pt x="2418778" y="1403"/>
                </a:lnTo>
                <a:lnTo>
                  <a:pt x="2419564" y="1823"/>
                </a:lnTo>
                <a:lnTo>
                  <a:pt x="2420320" y="2293"/>
                </a:lnTo>
                <a:lnTo>
                  <a:pt x="2421044" y="2812"/>
                </a:lnTo>
                <a:lnTo>
                  <a:pt x="2421732" y="3377"/>
                </a:lnTo>
                <a:lnTo>
                  <a:pt x="2422382" y="3986"/>
                </a:lnTo>
                <a:lnTo>
                  <a:pt x="2422991" y="4636"/>
                </a:lnTo>
                <a:lnTo>
                  <a:pt x="2423555" y="5324"/>
                </a:lnTo>
                <a:lnTo>
                  <a:pt x="2424074" y="6048"/>
                </a:lnTo>
                <a:lnTo>
                  <a:pt x="2424544" y="6804"/>
                </a:lnTo>
                <a:lnTo>
                  <a:pt x="2424964" y="7589"/>
                </a:lnTo>
                <a:lnTo>
                  <a:pt x="2425332" y="8400"/>
                </a:lnTo>
                <a:lnTo>
                  <a:pt x="2425645" y="9234"/>
                </a:lnTo>
                <a:lnTo>
                  <a:pt x="2425904" y="10086"/>
                </a:lnTo>
                <a:lnTo>
                  <a:pt x="2426106" y="10953"/>
                </a:lnTo>
                <a:lnTo>
                  <a:pt x="2426251" y="11832"/>
                </a:lnTo>
                <a:lnTo>
                  <a:pt x="2426338" y="12718"/>
                </a:lnTo>
                <a:lnTo>
                  <a:pt x="2426368" y="13608"/>
                </a:lnTo>
                <a:lnTo>
                  <a:pt x="2426368" y="5752659"/>
                </a:lnTo>
                <a:lnTo>
                  <a:pt x="2426338" y="5753549"/>
                </a:lnTo>
                <a:close/>
                <a:moveTo>
                  <a:pt x="27216" y="27216"/>
                </a:moveTo>
                <a:lnTo>
                  <a:pt x="27216" y="5739051"/>
                </a:lnTo>
                <a:lnTo>
                  <a:pt x="2399152" y="5739051"/>
                </a:lnTo>
                <a:lnTo>
                  <a:pt x="2399152" y="27216"/>
                </a:lnTo>
                <a:lnTo>
                  <a:pt x="27216" y="272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E30F4BB-7D24-4A76-89FB-F05D6292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763" y="41936"/>
            <a:ext cx="6956846" cy="5753674"/>
          </a:xfrm>
          <a:custGeom xmlns:a="http://schemas.openxmlformats.org/drawingml/2006/main">
            <a:pathLst>
              <a:path w="6956846" h="5753674">
                <a:moveTo>
                  <a:pt x="13608" y="0"/>
                </a:moveTo>
                <a:lnTo>
                  <a:pt x="6956846" y="0"/>
                </a:lnTo>
                <a:lnTo>
                  <a:pt x="6956846" y="5753674"/>
                </a:lnTo>
                <a:lnTo>
                  <a:pt x="41" y="5753674"/>
                </a:lnTo>
                <a:lnTo>
                  <a:pt x="29" y="5753549"/>
                </a:lnTo>
                <a:lnTo>
                  <a:pt x="0" y="5752659"/>
                </a:lnTo>
                <a:lnTo>
                  <a:pt x="0" y="13608"/>
                </a:lnTo>
                <a:lnTo>
                  <a:pt x="29" y="12718"/>
                </a:lnTo>
                <a:lnTo>
                  <a:pt x="116" y="11832"/>
                </a:lnTo>
                <a:lnTo>
                  <a:pt x="261" y="10953"/>
                </a:lnTo>
                <a:lnTo>
                  <a:pt x="464" y="10086"/>
                </a:lnTo>
                <a:lnTo>
                  <a:pt x="722" y="9234"/>
                </a:lnTo>
                <a:lnTo>
                  <a:pt x="1036" y="8400"/>
                </a:lnTo>
                <a:lnTo>
                  <a:pt x="1403" y="7589"/>
                </a:lnTo>
                <a:lnTo>
                  <a:pt x="1823" y="6804"/>
                </a:lnTo>
                <a:lnTo>
                  <a:pt x="2293" y="6048"/>
                </a:lnTo>
                <a:lnTo>
                  <a:pt x="2812" y="5324"/>
                </a:lnTo>
                <a:lnTo>
                  <a:pt x="3377" y="4636"/>
                </a:lnTo>
                <a:lnTo>
                  <a:pt x="3986" y="3986"/>
                </a:lnTo>
                <a:lnTo>
                  <a:pt x="4636" y="3377"/>
                </a:lnTo>
                <a:lnTo>
                  <a:pt x="5324" y="2812"/>
                </a:lnTo>
                <a:lnTo>
                  <a:pt x="6048" y="2293"/>
                </a:lnTo>
                <a:lnTo>
                  <a:pt x="6804" y="1823"/>
                </a:lnTo>
                <a:lnTo>
                  <a:pt x="7589" y="1403"/>
                </a:lnTo>
                <a:lnTo>
                  <a:pt x="8400" y="1036"/>
                </a:lnTo>
                <a:lnTo>
                  <a:pt x="9234" y="722"/>
                </a:lnTo>
                <a:lnTo>
                  <a:pt x="10086" y="464"/>
                </a:lnTo>
                <a:lnTo>
                  <a:pt x="10953" y="261"/>
                </a:lnTo>
                <a:lnTo>
                  <a:pt x="11832" y="116"/>
                </a:lnTo>
                <a:lnTo>
                  <a:pt x="12718" y="29"/>
                </a:lnTo>
                <a:lnTo>
                  <a:pt x="13608" y="0"/>
                </a:lnTo>
                <a:close/>
                <a:moveTo>
                  <a:pt x="27216" y="27216"/>
                </a:moveTo>
                <a:lnTo>
                  <a:pt x="27216" y="5739051"/>
                </a:lnTo>
                <a:lnTo>
                  <a:pt x="6943763" y="5739051"/>
                </a:lnTo>
                <a:lnTo>
                  <a:pt x="6943763" y="27216"/>
                </a:lnTo>
                <a:lnTo>
                  <a:pt x="27216" y="272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EmpiricalV">
            <a:extLst xmlns:a="http://schemas.openxmlformats.org/drawingml/2006/main">
              <a:ext uri="{FF2B5EF4-FFF2-40B4-BE49-F238E27FC236}">
                <a16:creationId xmlns:a16="http://schemas.microsoft.com/office/drawing/2014/main" id="{7CA697AF-90AE-48FF-BEE8-41B115FC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197" y="356814"/>
            <a:ext cx="1324911" cy="225928"/>
          </a:xfrm>
          <a:custGeom xmlns:a="http://schemas.openxmlformats.org/drawingml/2006/main">
            <a:pathLst>
              <a:path w="1324911" h="225928">
                <a:moveTo>
                  <a:pt x="64038" y="13377"/>
                </a:moveTo>
                <a:lnTo>
                  <a:pt x="64038" y="81503"/>
                </a:lnTo>
                <a:lnTo>
                  <a:pt x="67382" y="81503"/>
                </a:lnTo>
                <a:cubicBezTo>
                  <a:pt x="78034" y="81503"/>
                  <a:pt x="85755" y="78158"/>
                  <a:pt x="90545" y="71470"/>
                </a:cubicBezTo>
                <a:cubicBezTo>
                  <a:pt x="95334" y="64781"/>
                  <a:pt x="98390" y="54913"/>
                  <a:pt x="99711" y="41866"/>
                </a:cubicBezTo>
                <a:lnTo>
                  <a:pt x="104418" y="41866"/>
                </a:lnTo>
                <a:lnTo>
                  <a:pt x="104418" y="130057"/>
                </a:lnTo>
                <a:lnTo>
                  <a:pt x="99711" y="130057"/>
                </a:lnTo>
                <a:cubicBezTo>
                  <a:pt x="98720" y="120448"/>
                  <a:pt x="96635" y="112578"/>
                  <a:pt x="93456" y="106450"/>
                </a:cubicBezTo>
                <a:cubicBezTo>
                  <a:pt x="90276" y="100318"/>
                  <a:pt x="86581" y="96197"/>
                  <a:pt x="82370" y="94087"/>
                </a:cubicBezTo>
                <a:cubicBezTo>
                  <a:pt x="78158" y="91973"/>
                  <a:pt x="72048" y="90916"/>
                  <a:pt x="64038" y="90916"/>
                </a:cubicBezTo>
                <a:lnTo>
                  <a:pt x="64038" y="138233"/>
                </a:lnTo>
                <a:cubicBezTo>
                  <a:pt x="64038" y="147481"/>
                  <a:pt x="64430" y="153138"/>
                  <a:pt x="65215" y="155202"/>
                </a:cubicBezTo>
                <a:cubicBezTo>
                  <a:pt x="65999" y="157266"/>
                  <a:pt x="67465" y="158959"/>
                  <a:pt x="69612" y="160280"/>
                </a:cubicBezTo>
                <a:cubicBezTo>
                  <a:pt x="71759" y="161602"/>
                  <a:pt x="75227" y="162262"/>
                  <a:pt x="80016" y="162262"/>
                </a:cubicBezTo>
                <a:lnTo>
                  <a:pt x="90049" y="162262"/>
                </a:lnTo>
                <a:cubicBezTo>
                  <a:pt x="105739" y="162262"/>
                  <a:pt x="118311" y="158649"/>
                  <a:pt x="127766" y="151424"/>
                </a:cubicBezTo>
                <a:cubicBezTo>
                  <a:pt x="137221" y="144199"/>
                  <a:pt x="144013" y="133154"/>
                  <a:pt x="148142" y="118290"/>
                </a:cubicBezTo>
                <a:lnTo>
                  <a:pt x="152725" y="118290"/>
                </a:lnTo>
                <a:lnTo>
                  <a:pt x="145169" y="171676"/>
                </a:lnTo>
                <a:lnTo>
                  <a:pt x="0" y="171676"/>
                </a:lnTo>
                <a:lnTo>
                  <a:pt x="0" y="167217"/>
                </a:lnTo>
                <a:lnTo>
                  <a:pt x="5574" y="167217"/>
                </a:lnTo>
                <a:cubicBezTo>
                  <a:pt x="10446" y="167217"/>
                  <a:pt x="14368" y="166346"/>
                  <a:pt x="17341" y="164604"/>
                </a:cubicBezTo>
                <a:cubicBezTo>
                  <a:pt x="19488" y="163440"/>
                  <a:pt x="21140" y="161448"/>
                  <a:pt x="22296" y="158628"/>
                </a:cubicBezTo>
                <a:cubicBezTo>
                  <a:pt x="23204" y="156635"/>
                  <a:pt x="23658" y="151406"/>
                  <a:pt x="23658" y="142939"/>
                </a:cubicBezTo>
                <a:lnTo>
                  <a:pt x="23658" y="32452"/>
                </a:lnTo>
                <a:cubicBezTo>
                  <a:pt x="23658" y="24817"/>
                  <a:pt x="23452" y="20127"/>
                  <a:pt x="23039" y="18382"/>
                </a:cubicBezTo>
                <a:cubicBezTo>
                  <a:pt x="22213" y="15479"/>
                  <a:pt x="20685" y="13239"/>
                  <a:pt x="18456" y="11663"/>
                </a:cubicBezTo>
                <a:cubicBezTo>
                  <a:pt x="15318" y="9338"/>
                  <a:pt x="11024" y="8175"/>
                  <a:pt x="5574" y="8175"/>
                </a:cubicBezTo>
                <a:lnTo>
                  <a:pt x="0" y="8175"/>
                </a:lnTo>
                <a:lnTo>
                  <a:pt x="0" y="3716"/>
                </a:lnTo>
                <a:lnTo>
                  <a:pt x="140586" y="3716"/>
                </a:lnTo>
                <a:lnTo>
                  <a:pt x="140586" y="53509"/>
                </a:lnTo>
                <a:lnTo>
                  <a:pt x="135879" y="53509"/>
                </a:lnTo>
                <a:cubicBezTo>
                  <a:pt x="133484" y="41332"/>
                  <a:pt x="130119" y="32593"/>
                  <a:pt x="125784" y="27293"/>
                </a:cubicBezTo>
                <a:cubicBezTo>
                  <a:pt x="121449" y="21992"/>
                  <a:pt x="115318" y="18100"/>
                  <a:pt x="107390" y="15615"/>
                </a:cubicBezTo>
                <a:cubicBezTo>
                  <a:pt x="102766" y="14123"/>
                  <a:pt x="94096" y="13377"/>
                  <a:pt x="81379" y="13377"/>
                </a:cubicBezTo>
                <a:lnTo>
                  <a:pt x="64038" y="13377"/>
                </a:lnTo>
                <a:close/>
                <a:moveTo>
                  <a:pt x="219967" y="55739"/>
                </a:moveTo>
                <a:lnTo>
                  <a:pt x="219967" y="71098"/>
                </a:lnTo>
                <a:cubicBezTo>
                  <a:pt x="226325" y="64115"/>
                  <a:pt x="232209" y="59232"/>
                  <a:pt x="237617" y="56447"/>
                </a:cubicBezTo>
                <a:cubicBezTo>
                  <a:pt x="243026" y="53663"/>
                  <a:pt x="248951" y="52271"/>
                  <a:pt x="255392" y="52271"/>
                </a:cubicBezTo>
                <a:cubicBezTo>
                  <a:pt x="262824" y="52271"/>
                  <a:pt x="269058" y="54015"/>
                  <a:pt x="274095" y="57504"/>
                </a:cubicBezTo>
                <a:cubicBezTo>
                  <a:pt x="279132" y="60993"/>
                  <a:pt x="283014" y="66309"/>
                  <a:pt x="285739" y="73452"/>
                </a:cubicBezTo>
                <a:cubicBezTo>
                  <a:pt x="292345" y="65976"/>
                  <a:pt x="298682" y="60577"/>
                  <a:pt x="304752" y="57256"/>
                </a:cubicBezTo>
                <a:cubicBezTo>
                  <a:pt x="310821" y="53933"/>
                  <a:pt x="317159" y="52271"/>
                  <a:pt x="323765" y="52271"/>
                </a:cubicBezTo>
                <a:cubicBezTo>
                  <a:pt x="331775" y="52271"/>
                  <a:pt x="338154" y="54111"/>
                  <a:pt x="342902" y="57790"/>
                </a:cubicBezTo>
                <a:cubicBezTo>
                  <a:pt x="347650" y="61470"/>
                  <a:pt x="350953" y="66142"/>
                  <a:pt x="352811" y="71806"/>
                </a:cubicBezTo>
                <a:cubicBezTo>
                  <a:pt x="354669" y="77471"/>
                  <a:pt x="355598" y="86504"/>
                  <a:pt x="355598" y="98906"/>
                </a:cubicBezTo>
                <a:lnTo>
                  <a:pt x="355598" y="146408"/>
                </a:lnTo>
                <a:cubicBezTo>
                  <a:pt x="355598" y="155326"/>
                  <a:pt x="356403" y="160858"/>
                  <a:pt x="358013" y="163005"/>
                </a:cubicBezTo>
                <a:cubicBezTo>
                  <a:pt x="359624" y="165152"/>
                  <a:pt x="362989" y="166556"/>
                  <a:pt x="368108" y="167217"/>
                </a:cubicBezTo>
                <a:lnTo>
                  <a:pt x="368108" y="171676"/>
                </a:lnTo>
                <a:lnTo>
                  <a:pt x="308282" y="171676"/>
                </a:lnTo>
                <a:lnTo>
                  <a:pt x="308282" y="167217"/>
                </a:lnTo>
                <a:cubicBezTo>
                  <a:pt x="312989" y="166804"/>
                  <a:pt x="316457" y="164987"/>
                  <a:pt x="318686" y="161767"/>
                </a:cubicBezTo>
                <a:cubicBezTo>
                  <a:pt x="320173" y="159537"/>
                  <a:pt x="320916" y="154417"/>
                  <a:pt x="320916" y="146408"/>
                </a:cubicBezTo>
                <a:lnTo>
                  <a:pt x="320916" y="96614"/>
                </a:lnTo>
                <a:cubicBezTo>
                  <a:pt x="320916" y="86292"/>
                  <a:pt x="320503" y="79727"/>
                  <a:pt x="319677" y="76920"/>
                </a:cubicBezTo>
                <a:cubicBezTo>
                  <a:pt x="318852" y="74112"/>
                  <a:pt x="317551" y="72027"/>
                  <a:pt x="315776" y="70665"/>
                </a:cubicBezTo>
                <a:cubicBezTo>
                  <a:pt x="314000" y="69302"/>
                  <a:pt x="311915" y="68621"/>
                  <a:pt x="309520" y="68621"/>
                </a:cubicBezTo>
                <a:cubicBezTo>
                  <a:pt x="305970" y="68621"/>
                  <a:pt x="302378" y="69921"/>
                  <a:pt x="298744" y="72523"/>
                </a:cubicBezTo>
                <a:cubicBezTo>
                  <a:pt x="295111" y="75124"/>
                  <a:pt x="291436" y="79025"/>
                  <a:pt x="287720" y="84228"/>
                </a:cubicBezTo>
                <a:lnTo>
                  <a:pt x="287720" y="146408"/>
                </a:lnTo>
                <a:cubicBezTo>
                  <a:pt x="287720" y="154748"/>
                  <a:pt x="288422" y="159991"/>
                  <a:pt x="289826" y="162138"/>
                </a:cubicBezTo>
                <a:cubicBezTo>
                  <a:pt x="291725" y="165194"/>
                  <a:pt x="295359" y="166886"/>
                  <a:pt x="300726" y="167217"/>
                </a:cubicBezTo>
                <a:lnTo>
                  <a:pt x="300726" y="171676"/>
                </a:lnTo>
                <a:lnTo>
                  <a:pt x="240776" y="171676"/>
                </a:lnTo>
                <a:lnTo>
                  <a:pt x="240776" y="167217"/>
                </a:lnTo>
                <a:cubicBezTo>
                  <a:pt x="243996" y="167052"/>
                  <a:pt x="246535" y="166247"/>
                  <a:pt x="248393" y="164801"/>
                </a:cubicBezTo>
                <a:cubicBezTo>
                  <a:pt x="250251" y="163356"/>
                  <a:pt x="251490" y="161622"/>
                  <a:pt x="252109" y="159599"/>
                </a:cubicBezTo>
                <a:cubicBezTo>
                  <a:pt x="252729" y="157576"/>
                  <a:pt x="253038" y="153179"/>
                  <a:pt x="253038" y="146408"/>
                </a:cubicBezTo>
                <a:lnTo>
                  <a:pt x="253038" y="96537"/>
                </a:lnTo>
                <a:cubicBezTo>
                  <a:pt x="253038" y="86031"/>
                  <a:pt x="252625" y="79456"/>
                  <a:pt x="251800" y="76811"/>
                </a:cubicBezTo>
                <a:cubicBezTo>
                  <a:pt x="250974" y="74164"/>
                  <a:pt x="249591" y="72095"/>
                  <a:pt x="247650" y="70607"/>
                </a:cubicBezTo>
                <a:cubicBezTo>
                  <a:pt x="245710" y="69118"/>
                  <a:pt x="243625" y="68373"/>
                  <a:pt x="241395" y="68373"/>
                </a:cubicBezTo>
                <a:cubicBezTo>
                  <a:pt x="238092" y="68373"/>
                  <a:pt x="235078" y="69247"/>
                  <a:pt x="232353" y="70994"/>
                </a:cubicBezTo>
                <a:cubicBezTo>
                  <a:pt x="228472" y="73574"/>
                  <a:pt x="224343" y="77985"/>
                  <a:pt x="219967" y="84228"/>
                </a:cubicBezTo>
                <a:lnTo>
                  <a:pt x="219967" y="146408"/>
                </a:lnTo>
                <a:cubicBezTo>
                  <a:pt x="219967" y="154583"/>
                  <a:pt x="220772" y="159971"/>
                  <a:pt x="222382" y="162572"/>
                </a:cubicBezTo>
                <a:cubicBezTo>
                  <a:pt x="223992" y="165173"/>
                  <a:pt x="227357" y="166721"/>
                  <a:pt x="232477" y="167217"/>
                </a:cubicBezTo>
                <a:lnTo>
                  <a:pt x="232477" y="171676"/>
                </a:lnTo>
                <a:lnTo>
                  <a:pt x="172774" y="171676"/>
                </a:lnTo>
                <a:lnTo>
                  <a:pt x="172774" y="167217"/>
                </a:lnTo>
                <a:cubicBezTo>
                  <a:pt x="177646" y="166721"/>
                  <a:pt x="181114" y="165152"/>
                  <a:pt x="183179" y="162510"/>
                </a:cubicBezTo>
                <a:cubicBezTo>
                  <a:pt x="184583" y="160693"/>
                  <a:pt x="185285" y="155326"/>
                  <a:pt x="185285" y="146408"/>
                </a:cubicBezTo>
                <a:lnTo>
                  <a:pt x="185285" y="81007"/>
                </a:lnTo>
                <a:cubicBezTo>
                  <a:pt x="185285" y="72148"/>
                  <a:pt x="184479" y="66633"/>
                  <a:pt x="182869" y="64460"/>
                </a:cubicBezTo>
                <a:cubicBezTo>
                  <a:pt x="181259" y="62287"/>
                  <a:pt x="177894" y="60866"/>
                  <a:pt x="172774" y="60198"/>
                </a:cubicBezTo>
                <a:lnTo>
                  <a:pt x="172774" y="55739"/>
                </a:lnTo>
                <a:lnTo>
                  <a:pt x="219967" y="55739"/>
                </a:lnTo>
                <a:close/>
                <a:moveTo>
                  <a:pt x="428564" y="159909"/>
                </a:moveTo>
                <a:lnTo>
                  <a:pt x="428564" y="202890"/>
                </a:lnTo>
                <a:cubicBezTo>
                  <a:pt x="428564" y="208915"/>
                  <a:pt x="429039" y="213016"/>
                  <a:pt x="429988" y="215191"/>
                </a:cubicBezTo>
                <a:cubicBezTo>
                  <a:pt x="430938" y="217369"/>
                  <a:pt x="432404" y="218960"/>
                  <a:pt x="434386" y="219964"/>
                </a:cubicBezTo>
                <a:cubicBezTo>
                  <a:pt x="436367" y="220967"/>
                  <a:pt x="440249" y="221469"/>
                  <a:pt x="446029" y="221469"/>
                </a:cubicBezTo>
                <a:lnTo>
                  <a:pt x="446029" y="225928"/>
                </a:lnTo>
                <a:lnTo>
                  <a:pt x="380009" y="225928"/>
                </a:lnTo>
                <a:lnTo>
                  <a:pt x="380009" y="221469"/>
                </a:lnTo>
                <a:cubicBezTo>
                  <a:pt x="385129" y="221302"/>
                  <a:pt x="388927" y="219837"/>
                  <a:pt x="391405" y="217076"/>
                </a:cubicBezTo>
                <a:cubicBezTo>
                  <a:pt x="393056" y="215154"/>
                  <a:pt x="393882" y="210177"/>
                  <a:pt x="393882" y="202147"/>
                </a:cubicBezTo>
                <a:lnTo>
                  <a:pt x="393882" y="80016"/>
                </a:lnTo>
                <a:cubicBezTo>
                  <a:pt x="393882" y="71738"/>
                  <a:pt x="392932" y="66449"/>
                  <a:pt x="391033" y="64150"/>
                </a:cubicBezTo>
                <a:cubicBezTo>
                  <a:pt x="389134" y="61851"/>
                  <a:pt x="385459" y="60534"/>
                  <a:pt x="380009" y="60198"/>
                </a:cubicBezTo>
                <a:lnTo>
                  <a:pt x="380009" y="55739"/>
                </a:lnTo>
                <a:lnTo>
                  <a:pt x="428564" y="55739"/>
                </a:lnTo>
                <a:lnTo>
                  <a:pt x="428564" y="70974"/>
                </a:lnTo>
                <a:cubicBezTo>
                  <a:pt x="432610" y="65029"/>
                  <a:pt x="436739" y="60735"/>
                  <a:pt x="440950" y="58092"/>
                </a:cubicBezTo>
                <a:cubicBezTo>
                  <a:pt x="446979" y="54211"/>
                  <a:pt x="453543" y="52271"/>
                  <a:pt x="460645" y="52271"/>
                </a:cubicBezTo>
                <a:cubicBezTo>
                  <a:pt x="469150" y="52271"/>
                  <a:pt x="476892" y="54957"/>
                  <a:pt x="483869" y="60330"/>
                </a:cubicBezTo>
                <a:cubicBezTo>
                  <a:pt x="490847" y="65702"/>
                  <a:pt x="496153" y="73121"/>
                  <a:pt x="499786" y="82587"/>
                </a:cubicBezTo>
                <a:cubicBezTo>
                  <a:pt x="503419" y="92052"/>
                  <a:pt x="505236" y="102240"/>
                  <a:pt x="505236" y="113150"/>
                </a:cubicBezTo>
                <a:cubicBezTo>
                  <a:pt x="505236" y="124886"/>
                  <a:pt x="503357" y="135611"/>
                  <a:pt x="499600" y="145324"/>
                </a:cubicBezTo>
                <a:cubicBezTo>
                  <a:pt x="495843" y="155037"/>
                  <a:pt x="490393" y="162435"/>
                  <a:pt x="483250" y="167519"/>
                </a:cubicBezTo>
                <a:cubicBezTo>
                  <a:pt x="476107" y="172602"/>
                  <a:pt x="468159" y="175144"/>
                  <a:pt x="459406" y="175144"/>
                </a:cubicBezTo>
                <a:cubicBezTo>
                  <a:pt x="453048" y="175144"/>
                  <a:pt x="447102" y="173740"/>
                  <a:pt x="441570" y="170933"/>
                </a:cubicBezTo>
                <a:cubicBezTo>
                  <a:pt x="437441" y="168786"/>
                  <a:pt x="433106" y="165111"/>
                  <a:pt x="428564" y="159909"/>
                </a:cubicBezTo>
                <a:moveTo>
                  <a:pt x="428564" y="147379"/>
                </a:moveTo>
                <a:cubicBezTo>
                  <a:pt x="435666" y="157466"/>
                  <a:pt x="443263" y="162510"/>
                  <a:pt x="451355" y="162510"/>
                </a:cubicBezTo>
                <a:cubicBezTo>
                  <a:pt x="455814" y="162510"/>
                  <a:pt x="459489" y="160154"/>
                  <a:pt x="462379" y="155442"/>
                </a:cubicBezTo>
                <a:cubicBezTo>
                  <a:pt x="466673" y="148495"/>
                  <a:pt x="468820" y="135265"/>
                  <a:pt x="468820" y="115751"/>
                </a:cubicBezTo>
                <a:cubicBezTo>
                  <a:pt x="468820" y="95742"/>
                  <a:pt x="466466" y="82058"/>
                  <a:pt x="461760" y="74698"/>
                </a:cubicBezTo>
                <a:cubicBezTo>
                  <a:pt x="458622" y="69821"/>
                  <a:pt x="454410" y="67382"/>
                  <a:pt x="449125" y="67382"/>
                </a:cubicBezTo>
                <a:cubicBezTo>
                  <a:pt x="440785" y="67382"/>
                  <a:pt x="433931" y="73418"/>
                  <a:pt x="428564" y="85490"/>
                </a:cubicBezTo>
                <a:lnTo>
                  <a:pt x="428564" y="147379"/>
                </a:lnTo>
                <a:close/>
                <a:moveTo>
                  <a:pt x="552637" y="0"/>
                </a:moveTo>
                <a:cubicBezTo>
                  <a:pt x="558004" y="0"/>
                  <a:pt x="562546" y="1885"/>
                  <a:pt x="566262" y="5655"/>
                </a:cubicBezTo>
                <a:cubicBezTo>
                  <a:pt x="569978" y="9423"/>
                  <a:pt x="571836" y="13958"/>
                  <a:pt x="571836" y="19261"/>
                </a:cubicBezTo>
                <a:cubicBezTo>
                  <a:pt x="571836" y="24564"/>
                  <a:pt x="569957" y="29080"/>
                  <a:pt x="566200" y="32809"/>
                </a:cubicBezTo>
                <a:cubicBezTo>
                  <a:pt x="562443" y="36535"/>
                  <a:pt x="557922" y="38398"/>
                  <a:pt x="552637" y="38398"/>
                </a:cubicBezTo>
                <a:cubicBezTo>
                  <a:pt x="547352" y="38398"/>
                  <a:pt x="542852" y="36535"/>
                  <a:pt x="539136" y="32809"/>
                </a:cubicBezTo>
                <a:cubicBezTo>
                  <a:pt x="535420" y="29080"/>
                  <a:pt x="533562" y="24564"/>
                  <a:pt x="533562" y="19261"/>
                </a:cubicBezTo>
                <a:cubicBezTo>
                  <a:pt x="533562" y="13958"/>
                  <a:pt x="535420" y="9423"/>
                  <a:pt x="539136" y="5655"/>
                </a:cubicBezTo>
                <a:cubicBezTo>
                  <a:pt x="542852" y="1885"/>
                  <a:pt x="547352" y="0"/>
                  <a:pt x="552637" y="0"/>
                </a:cubicBezTo>
                <a:moveTo>
                  <a:pt x="569978" y="55739"/>
                </a:moveTo>
                <a:lnTo>
                  <a:pt x="569978" y="147646"/>
                </a:lnTo>
                <a:cubicBezTo>
                  <a:pt x="569978" y="155821"/>
                  <a:pt x="570927" y="161044"/>
                  <a:pt x="572827" y="163315"/>
                </a:cubicBezTo>
                <a:cubicBezTo>
                  <a:pt x="574726" y="165586"/>
                  <a:pt x="578442" y="166886"/>
                  <a:pt x="583974" y="167217"/>
                </a:cubicBezTo>
                <a:lnTo>
                  <a:pt x="583974" y="171676"/>
                </a:lnTo>
                <a:lnTo>
                  <a:pt x="521423" y="171676"/>
                </a:lnTo>
                <a:lnTo>
                  <a:pt x="521423" y="167217"/>
                </a:lnTo>
                <a:cubicBezTo>
                  <a:pt x="526543" y="167052"/>
                  <a:pt x="530341" y="165565"/>
                  <a:pt x="532819" y="162758"/>
                </a:cubicBezTo>
                <a:cubicBezTo>
                  <a:pt x="534470" y="160858"/>
                  <a:pt x="535296" y="155821"/>
                  <a:pt x="535296" y="147646"/>
                </a:cubicBezTo>
                <a:lnTo>
                  <a:pt x="535296" y="80016"/>
                </a:lnTo>
                <a:cubicBezTo>
                  <a:pt x="535296" y="71738"/>
                  <a:pt x="534346" y="66449"/>
                  <a:pt x="532447" y="64150"/>
                </a:cubicBezTo>
                <a:cubicBezTo>
                  <a:pt x="530548" y="61851"/>
                  <a:pt x="526873" y="60534"/>
                  <a:pt x="521423" y="60198"/>
                </a:cubicBezTo>
                <a:lnTo>
                  <a:pt x="521423" y="55739"/>
                </a:lnTo>
                <a:lnTo>
                  <a:pt x="569978" y="55739"/>
                </a:lnTo>
                <a:close/>
                <a:moveTo>
                  <a:pt x="645124" y="55739"/>
                </a:moveTo>
                <a:lnTo>
                  <a:pt x="645124" y="81998"/>
                </a:lnTo>
                <a:cubicBezTo>
                  <a:pt x="652804" y="70025"/>
                  <a:pt x="659534" y="62077"/>
                  <a:pt x="665314" y="58154"/>
                </a:cubicBezTo>
                <a:cubicBezTo>
                  <a:pt x="671094" y="54232"/>
                  <a:pt x="676668" y="52271"/>
                  <a:pt x="682036" y="52271"/>
                </a:cubicBezTo>
                <a:cubicBezTo>
                  <a:pt x="686660" y="52271"/>
                  <a:pt x="690355" y="53700"/>
                  <a:pt x="693121" y="56560"/>
                </a:cubicBezTo>
                <a:cubicBezTo>
                  <a:pt x="695888" y="59419"/>
                  <a:pt x="697271" y="63459"/>
                  <a:pt x="697271" y="68679"/>
                </a:cubicBezTo>
                <a:cubicBezTo>
                  <a:pt x="697271" y="74232"/>
                  <a:pt x="695929" y="78543"/>
                  <a:pt x="693245" y="81611"/>
                </a:cubicBezTo>
                <a:cubicBezTo>
                  <a:pt x="690562" y="84677"/>
                  <a:pt x="687320" y="86210"/>
                  <a:pt x="683522" y="86210"/>
                </a:cubicBezTo>
                <a:cubicBezTo>
                  <a:pt x="679145" y="86210"/>
                  <a:pt x="675347" y="84806"/>
                  <a:pt x="672126" y="81998"/>
                </a:cubicBezTo>
                <a:cubicBezTo>
                  <a:pt x="668906" y="79191"/>
                  <a:pt x="667007" y="77622"/>
                  <a:pt x="666429" y="77291"/>
                </a:cubicBezTo>
                <a:cubicBezTo>
                  <a:pt x="665603" y="76796"/>
                  <a:pt x="664653" y="76548"/>
                  <a:pt x="663580" y="76548"/>
                </a:cubicBezTo>
                <a:cubicBezTo>
                  <a:pt x="661185" y="76548"/>
                  <a:pt x="658914" y="77456"/>
                  <a:pt x="656767" y="79273"/>
                </a:cubicBezTo>
                <a:cubicBezTo>
                  <a:pt x="653382" y="82081"/>
                  <a:pt x="650822" y="86086"/>
                  <a:pt x="649088" y="91288"/>
                </a:cubicBezTo>
                <a:cubicBezTo>
                  <a:pt x="646445" y="99298"/>
                  <a:pt x="645124" y="108134"/>
                  <a:pt x="645124" y="117795"/>
                </a:cubicBezTo>
                <a:lnTo>
                  <a:pt x="645124" y="144426"/>
                </a:lnTo>
                <a:lnTo>
                  <a:pt x="645248" y="151362"/>
                </a:lnTo>
                <a:cubicBezTo>
                  <a:pt x="645248" y="156069"/>
                  <a:pt x="645537" y="159083"/>
                  <a:pt x="646115" y="160404"/>
                </a:cubicBezTo>
                <a:cubicBezTo>
                  <a:pt x="647106" y="162634"/>
                  <a:pt x="648572" y="164265"/>
                  <a:pt x="650512" y="165297"/>
                </a:cubicBezTo>
                <a:cubicBezTo>
                  <a:pt x="652453" y="166329"/>
                  <a:pt x="655735" y="166969"/>
                  <a:pt x="660359" y="167217"/>
                </a:cubicBezTo>
                <a:lnTo>
                  <a:pt x="660359" y="171676"/>
                </a:lnTo>
                <a:lnTo>
                  <a:pt x="597808" y="171676"/>
                </a:lnTo>
                <a:lnTo>
                  <a:pt x="597808" y="167217"/>
                </a:lnTo>
                <a:cubicBezTo>
                  <a:pt x="602845" y="166804"/>
                  <a:pt x="606251" y="165421"/>
                  <a:pt x="608027" y="163067"/>
                </a:cubicBezTo>
                <a:cubicBezTo>
                  <a:pt x="609802" y="160714"/>
                  <a:pt x="610690" y="154500"/>
                  <a:pt x="610690" y="144426"/>
                </a:cubicBezTo>
                <a:lnTo>
                  <a:pt x="610690" y="80264"/>
                </a:lnTo>
                <a:cubicBezTo>
                  <a:pt x="610690" y="73617"/>
                  <a:pt x="610359" y="69379"/>
                  <a:pt x="609699" y="67552"/>
                </a:cubicBezTo>
                <a:cubicBezTo>
                  <a:pt x="608873" y="65225"/>
                  <a:pt x="607676" y="63522"/>
                  <a:pt x="606107" y="62443"/>
                </a:cubicBezTo>
                <a:cubicBezTo>
                  <a:pt x="604538" y="61362"/>
                  <a:pt x="601772" y="60613"/>
                  <a:pt x="597808" y="60198"/>
                </a:cubicBezTo>
                <a:lnTo>
                  <a:pt x="597808" y="55739"/>
                </a:lnTo>
                <a:lnTo>
                  <a:pt x="645124" y="55739"/>
                </a:lnTo>
                <a:close/>
                <a:moveTo>
                  <a:pt x="737311" y="0"/>
                </a:moveTo>
                <a:cubicBezTo>
                  <a:pt x="742679" y="0"/>
                  <a:pt x="747220" y="1885"/>
                  <a:pt x="750936" y="5655"/>
                </a:cubicBezTo>
                <a:cubicBezTo>
                  <a:pt x="754652" y="9423"/>
                  <a:pt x="756510" y="13958"/>
                  <a:pt x="756510" y="19261"/>
                </a:cubicBezTo>
                <a:cubicBezTo>
                  <a:pt x="756510" y="24564"/>
                  <a:pt x="754632" y="29080"/>
                  <a:pt x="750874" y="32809"/>
                </a:cubicBezTo>
                <a:cubicBezTo>
                  <a:pt x="747117" y="36535"/>
                  <a:pt x="742596" y="38398"/>
                  <a:pt x="737311" y="38398"/>
                </a:cubicBezTo>
                <a:cubicBezTo>
                  <a:pt x="732026" y="38398"/>
                  <a:pt x="727526" y="36535"/>
                  <a:pt x="723810" y="32809"/>
                </a:cubicBezTo>
                <a:cubicBezTo>
                  <a:pt x="720094" y="29080"/>
                  <a:pt x="718236" y="24564"/>
                  <a:pt x="718236" y="19261"/>
                </a:cubicBezTo>
                <a:cubicBezTo>
                  <a:pt x="718236" y="13958"/>
                  <a:pt x="720094" y="9423"/>
                  <a:pt x="723810" y="5655"/>
                </a:cubicBezTo>
                <a:cubicBezTo>
                  <a:pt x="727526" y="1885"/>
                  <a:pt x="732026" y="0"/>
                  <a:pt x="737311" y="0"/>
                </a:cubicBezTo>
                <a:moveTo>
                  <a:pt x="754652" y="55739"/>
                </a:moveTo>
                <a:lnTo>
                  <a:pt x="754652" y="147646"/>
                </a:lnTo>
                <a:cubicBezTo>
                  <a:pt x="754652" y="155821"/>
                  <a:pt x="755602" y="161044"/>
                  <a:pt x="757501" y="163315"/>
                </a:cubicBezTo>
                <a:cubicBezTo>
                  <a:pt x="759400" y="165586"/>
                  <a:pt x="763116" y="166886"/>
                  <a:pt x="768649" y="167217"/>
                </a:cubicBezTo>
                <a:lnTo>
                  <a:pt x="768649" y="171676"/>
                </a:lnTo>
                <a:lnTo>
                  <a:pt x="706098" y="171676"/>
                </a:lnTo>
                <a:lnTo>
                  <a:pt x="706098" y="167217"/>
                </a:lnTo>
                <a:cubicBezTo>
                  <a:pt x="711217" y="167052"/>
                  <a:pt x="715016" y="165565"/>
                  <a:pt x="717493" y="162758"/>
                </a:cubicBezTo>
                <a:cubicBezTo>
                  <a:pt x="719145" y="160858"/>
                  <a:pt x="719970" y="155821"/>
                  <a:pt x="719970" y="147646"/>
                </a:cubicBezTo>
                <a:lnTo>
                  <a:pt x="719970" y="80016"/>
                </a:lnTo>
                <a:cubicBezTo>
                  <a:pt x="719970" y="71738"/>
                  <a:pt x="719021" y="66449"/>
                  <a:pt x="717121" y="64150"/>
                </a:cubicBezTo>
                <a:cubicBezTo>
                  <a:pt x="715222" y="61851"/>
                  <a:pt x="711548" y="60534"/>
                  <a:pt x="706098" y="60198"/>
                </a:cubicBezTo>
                <a:lnTo>
                  <a:pt x="706098" y="55739"/>
                </a:lnTo>
                <a:lnTo>
                  <a:pt x="754652" y="55739"/>
                </a:lnTo>
                <a:close/>
                <a:moveTo>
                  <a:pt x="876246" y="141728"/>
                </a:moveTo>
                <a:lnTo>
                  <a:pt x="880086" y="144697"/>
                </a:lnTo>
                <a:cubicBezTo>
                  <a:pt x="874636" y="154970"/>
                  <a:pt x="867844" y="162613"/>
                  <a:pt x="859710" y="167627"/>
                </a:cubicBezTo>
                <a:cubicBezTo>
                  <a:pt x="851577" y="172638"/>
                  <a:pt x="842927" y="175144"/>
                  <a:pt x="833761" y="175144"/>
                </a:cubicBezTo>
                <a:cubicBezTo>
                  <a:pt x="818319" y="175144"/>
                  <a:pt x="805974" y="169317"/>
                  <a:pt x="796725" y="157664"/>
                </a:cubicBezTo>
                <a:cubicBezTo>
                  <a:pt x="787477" y="146008"/>
                  <a:pt x="782853" y="131997"/>
                  <a:pt x="782853" y="115631"/>
                </a:cubicBezTo>
                <a:cubicBezTo>
                  <a:pt x="782853" y="99841"/>
                  <a:pt x="787064" y="85954"/>
                  <a:pt x="795487" y="73970"/>
                </a:cubicBezTo>
                <a:cubicBezTo>
                  <a:pt x="805644" y="59504"/>
                  <a:pt x="819640" y="52271"/>
                  <a:pt x="837477" y="52271"/>
                </a:cubicBezTo>
                <a:cubicBezTo>
                  <a:pt x="849450" y="52271"/>
                  <a:pt x="858967" y="55294"/>
                  <a:pt x="866027" y="61340"/>
                </a:cubicBezTo>
                <a:cubicBezTo>
                  <a:pt x="873088" y="67383"/>
                  <a:pt x="876618" y="74131"/>
                  <a:pt x="876618" y="81584"/>
                </a:cubicBezTo>
                <a:cubicBezTo>
                  <a:pt x="876618" y="86304"/>
                  <a:pt x="875193" y="90071"/>
                  <a:pt x="872344" y="92887"/>
                </a:cubicBezTo>
                <a:cubicBezTo>
                  <a:pt x="869496" y="95702"/>
                  <a:pt x="865759" y="97110"/>
                  <a:pt x="861135" y="97110"/>
                </a:cubicBezTo>
                <a:cubicBezTo>
                  <a:pt x="856263" y="97110"/>
                  <a:pt x="852237" y="95494"/>
                  <a:pt x="849058" y="92263"/>
                </a:cubicBezTo>
                <a:cubicBezTo>
                  <a:pt x="845879" y="89030"/>
                  <a:pt x="843918" y="83270"/>
                  <a:pt x="843174" y="74984"/>
                </a:cubicBezTo>
                <a:cubicBezTo>
                  <a:pt x="842679" y="69764"/>
                  <a:pt x="841482" y="66118"/>
                  <a:pt x="839582" y="64046"/>
                </a:cubicBezTo>
                <a:cubicBezTo>
                  <a:pt x="837683" y="61976"/>
                  <a:pt x="835454" y="60941"/>
                  <a:pt x="832894" y="60941"/>
                </a:cubicBezTo>
                <a:cubicBezTo>
                  <a:pt x="828930" y="60941"/>
                  <a:pt x="825544" y="63047"/>
                  <a:pt x="822737" y="67258"/>
                </a:cubicBezTo>
                <a:cubicBezTo>
                  <a:pt x="818443" y="73617"/>
                  <a:pt x="816296" y="83361"/>
                  <a:pt x="816296" y="96490"/>
                </a:cubicBezTo>
                <a:cubicBezTo>
                  <a:pt x="816296" y="107390"/>
                  <a:pt x="818030" y="117816"/>
                  <a:pt x="821498" y="127766"/>
                </a:cubicBezTo>
                <a:cubicBezTo>
                  <a:pt x="824966" y="137716"/>
                  <a:pt x="829715" y="145128"/>
                  <a:pt x="835743" y="150000"/>
                </a:cubicBezTo>
                <a:cubicBezTo>
                  <a:pt x="840284" y="153550"/>
                  <a:pt x="845652" y="155326"/>
                  <a:pt x="851845" y="155326"/>
                </a:cubicBezTo>
                <a:cubicBezTo>
                  <a:pt x="855891" y="155326"/>
                  <a:pt x="859731" y="154379"/>
                  <a:pt x="863364" y="152485"/>
                </a:cubicBezTo>
                <a:cubicBezTo>
                  <a:pt x="866998" y="150588"/>
                  <a:pt x="871292" y="147002"/>
                  <a:pt x="876246" y="141728"/>
                </a:cubicBezTo>
                <a:close/>
                <a:moveTo>
                  <a:pt x="958029" y="154583"/>
                </a:moveTo>
                <a:cubicBezTo>
                  <a:pt x="943909" y="167134"/>
                  <a:pt x="931234" y="173410"/>
                  <a:pt x="920003" y="173410"/>
                </a:cubicBezTo>
                <a:cubicBezTo>
                  <a:pt x="913397" y="173410"/>
                  <a:pt x="907906" y="171236"/>
                  <a:pt x="903529" y="166888"/>
                </a:cubicBezTo>
                <a:cubicBezTo>
                  <a:pt x="899153" y="162537"/>
                  <a:pt x="896964" y="157090"/>
                  <a:pt x="896964" y="150545"/>
                </a:cubicBezTo>
                <a:cubicBezTo>
                  <a:pt x="896964" y="141679"/>
                  <a:pt x="900763" y="133704"/>
                  <a:pt x="908360" y="126620"/>
                </a:cubicBezTo>
                <a:cubicBezTo>
                  <a:pt x="915957" y="119537"/>
                  <a:pt x="932513" y="110113"/>
                  <a:pt x="958029" y="98348"/>
                </a:cubicBezTo>
                <a:lnTo>
                  <a:pt x="958029" y="86705"/>
                </a:lnTo>
                <a:cubicBezTo>
                  <a:pt x="958029" y="77952"/>
                  <a:pt x="957555" y="72440"/>
                  <a:pt x="956605" y="70169"/>
                </a:cubicBezTo>
                <a:cubicBezTo>
                  <a:pt x="955655" y="67898"/>
                  <a:pt x="953859" y="65916"/>
                  <a:pt x="951217" y="64224"/>
                </a:cubicBezTo>
                <a:cubicBezTo>
                  <a:pt x="948575" y="62531"/>
                  <a:pt x="945602" y="61684"/>
                  <a:pt x="942299" y="61684"/>
                </a:cubicBezTo>
                <a:cubicBezTo>
                  <a:pt x="936931" y="61684"/>
                  <a:pt x="932513" y="62882"/>
                  <a:pt x="929045" y="65276"/>
                </a:cubicBezTo>
                <a:cubicBezTo>
                  <a:pt x="926898" y="66763"/>
                  <a:pt x="925825" y="68497"/>
                  <a:pt x="925825" y="70479"/>
                </a:cubicBezTo>
                <a:cubicBezTo>
                  <a:pt x="925825" y="72213"/>
                  <a:pt x="926981" y="74360"/>
                  <a:pt x="929293" y="76920"/>
                </a:cubicBezTo>
                <a:cubicBezTo>
                  <a:pt x="932431" y="80470"/>
                  <a:pt x="934000" y="83897"/>
                  <a:pt x="934000" y="87200"/>
                </a:cubicBezTo>
                <a:cubicBezTo>
                  <a:pt x="934000" y="91247"/>
                  <a:pt x="932493" y="94694"/>
                  <a:pt x="929479" y="97543"/>
                </a:cubicBezTo>
                <a:cubicBezTo>
                  <a:pt x="926465" y="100392"/>
                  <a:pt x="922522" y="101816"/>
                  <a:pt x="917650" y="101816"/>
                </a:cubicBezTo>
                <a:cubicBezTo>
                  <a:pt x="912447" y="101816"/>
                  <a:pt x="908092" y="100247"/>
                  <a:pt x="904582" y="97110"/>
                </a:cubicBezTo>
                <a:cubicBezTo>
                  <a:pt x="901073" y="93972"/>
                  <a:pt x="899318" y="90297"/>
                  <a:pt x="899318" y="86086"/>
                </a:cubicBezTo>
                <a:cubicBezTo>
                  <a:pt x="899318" y="80140"/>
                  <a:pt x="901671" y="74463"/>
                  <a:pt x="906378" y="69054"/>
                </a:cubicBezTo>
                <a:cubicBezTo>
                  <a:pt x="911085" y="63646"/>
                  <a:pt x="917650" y="59496"/>
                  <a:pt x="926073" y="56606"/>
                </a:cubicBezTo>
                <a:cubicBezTo>
                  <a:pt x="934495" y="53716"/>
                  <a:pt x="943248" y="52271"/>
                  <a:pt x="952332" y="52271"/>
                </a:cubicBezTo>
                <a:cubicBezTo>
                  <a:pt x="963314" y="52271"/>
                  <a:pt x="972006" y="54610"/>
                  <a:pt x="978405" y="59288"/>
                </a:cubicBezTo>
                <a:cubicBezTo>
                  <a:pt x="984805" y="63964"/>
                  <a:pt x="988954" y="69034"/>
                  <a:pt x="990854" y="74497"/>
                </a:cubicBezTo>
                <a:cubicBezTo>
                  <a:pt x="992010" y="77973"/>
                  <a:pt x="992588" y="85959"/>
                  <a:pt x="992588" y="98457"/>
                </a:cubicBezTo>
                <a:lnTo>
                  <a:pt x="992588" y="143524"/>
                </a:lnTo>
                <a:cubicBezTo>
                  <a:pt x="992588" y="148822"/>
                  <a:pt x="992794" y="152154"/>
                  <a:pt x="993207" y="153522"/>
                </a:cubicBezTo>
                <a:cubicBezTo>
                  <a:pt x="993620" y="154887"/>
                  <a:pt x="994239" y="155901"/>
                  <a:pt x="995065" y="156564"/>
                </a:cubicBezTo>
                <a:cubicBezTo>
                  <a:pt x="995891" y="157225"/>
                  <a:pt x="996840" y="157555"/>
                  <a:pt x="997914" y="157555"/>
                </a:cubicBezTo>
                <a:cubicBezTo>
                  <a:pt x="1000061" y="157555"/>
                  <a:pt x="1002249" y="156028"/>
                  <a:pt x="1004479" y="152972"/>
                </a:cubicBezTo>
                <a:lnTo>
                  <a:pt x="1008195" y="155945"/>
                </a:lnTo>
                <a:cubicBezTo>
                  <a:pt x="1004066" y="162056"/>
                  <a:pt x="999792" y="166494"/>
                  <a:pt x="995375" y="169261"/>
                </a:cubicBezTo>
                <a:cubicBezTo>
                  <a:pt x="990957" y="172027"/>
                  <a:pt x="985940" y="173410"/>
                  <a:pt x="980325" y="173410"/>
                </a:cubicBezTo>
                <a:cubicBezTo>
                  <a:pt x="973719" y="173410"/>
                  <a:pt x="968558" y="171851"/>
                  <a:pt x="964842" y="168734"/>
                </a:cubicBezTo>
                <a:cubicBezTo>
                  <a:pt x="961126" y="165617"/>
                  <a:pt x="958855" y="160900"/>
                  <a:pt x="958029" y="154583"/>
                </a:cubicBezTo>
                <a:moveTo>
                  <a:pt x="958029" y="145417"/>
                </a:moveTo>
                <a:lnTo>
                  <a:pt x="958029" y="106670"/>
                </a:lnTo>
                <a:cubicBezTo>
                  <a:pt x="948038" y="112562"/>
                  <a:pt x="940606" y="118868"/>
                  <a:pt x="935734" y="125591"/>
                </a:cubicBezTo>
                <a:cubicBezTo>
                  <a:pt x="932513" y="130070"/>
                  <a:pt x="930903" y="134593"/>
                  <a:pt x="930903" y="139158"/>
                </a:cubicBezTo>
                <a:cubicBezTo>
                  <a:pt x="930903" y="142974"/>
                  <a:pt x="932266" y="146335"/>
                  <a:pt x="934991" y="149241"/>
                </a:cubicBezTo>
                <a:cubicBezTo>
                  <a:pt x="937055" y="151481"/>
                  <a:pt x="939945" y="152601"/>
                  <a:pt x="943661" y="152601"/>
                </a:cubicBezTo>
                <a:cubicBezTo>
                  <a:pt x="947790" y="152601"/>
                  <a:pt x="952579" y="150206"/>
                  <a:pt x="958029" y="145417"/>
                </a:cubicBezTo>
                <a:close/>
                <a:moveTo>
                  <a:pt x="1067811" y="3716"/>
                </a:moveTo>
                <a:lnTo>
                  <a:pt x="1067811" y="147646"/>
                </a:lnTo>
                <a:cubicBezTo>
                  <a:pt x="1067811" y="155821"/>
                  <a:pt x="1068760" y="161044"/>
                  <a:pt x="1070660" y="163315"/>
                </a:cubicBezTo>
                <a:cubicBezTo>
                  <a:pt x="1072559" y="165586"/>
                  <a:pt x="1076275" y="166886"/>
                  <a:pt x="1081807" y="167217"/>
                </a:cubicBezTo>
                <a:lnTo>
                  <a:pt x="1081807" y="171676"/>
                </a:lnTo>
                <a:lnTo>
                  <a:pt x="1019256" y="171676"/>
                </a:lnTo>
                <a:lnTo>
                  <a:pt x="1019256" y="167217"/>
                </a:lnTo>
                <a:cubicBezTo>
                  <a:pt x="1024376" y="167052"/>
                  <a:pt x="1028174" y="165565"/>
                  <a:pt x="1030651" y="162758"/>
                </a:cubicBezTo>
                <a:cubicBezTo>
                  <a:pt x="1032303" y="160858"/>
                  <a:pt x="1033129" y="155821"/>
                  <a:pt x="1033129" y="147646"/>
                </a:cubicBezTo>
                <a:lnTo>
                  <a:pt x="1033129" y="27746"/>
                </a:lnTo>
                <a:cubicBezTo>
                  <a:pt x="1033129" y="19602"/>
                  <a:pt x="1032179" y="14388"/>
                  <a:pt x="1030280" y="12104"/>
                </a:cubicBezTo>
                <a:cubicBezTo>
                  <a:pt x="1028381" y="9818"/>
                  <a:pt x="1024706" y="8508"/>
                  <a:pt x="1019256" y="8175"/>
                </a:cubicBezTo>
                <a:lnTo>
                  <a:pt x="1019256" y="3716"/>
                </a:lnTo>
                <a:lnTo>
                  <a:pt x="1067811" y="3716"/>
                </a:lnTo>
                <a:close/>
                <a:moveTo>
                  <a:pt x="1324911" y="3716"/>
                </a:moveTo>
                <a:lnTo>
                  <a:pt x="1324911" y="8175"/>
                </a:lnTo>
                <a:cubicBezTo>
                  <a:pt x="1318800" y="9166"/>
                  <a:pt x="1313350" y="12430"/>
                  <a:pt x="1308561" y="17968"/>
                </a:cubicBezTo>
                <a:cubicBezTo>
                  <a:pt x="1305093" y="22097"/>
                  <a:pt x="1299932" y="31805"/>
                  <a:pt x="1293078" y="47092"/>
                </a:cubicBezTo>
                <a:lnTo>
                  <a:pt x="1235233" y="175392"/>
                </a:lnTo>
                <a:lnTo>
                  <a:pt x="1231146" y="175392"/>
                </a:lnTo>
                <a:lnTo>
                  <a:pt x="1173549" y="41916"/>
                </a:lnTo>
                <a:cubicBezTo>
                  <a:pt x="1166613" y="25791"/>
                  <a:pt x="1161968" y="16322"/>
                  <a:pt x="1159614" y="13509"/>
                </a:cubicBezTo>
                <a:cubicBezTo>
                  <a:pt x="1157261" y="10696"/>
                  <a:pt x="1152822" y="8918"/>
                  <a:pt x="1146299" y="8175"/>
                </a:cubicBezTo>
                <a:lnTo>
                  <a:pt x="1146299" y="3716"/>
                </a:lnTo>
                <a:lnTo>
                  <a:pt x="1226811" y="3716"/>
                </a:lnTo>
                <a:lnTo>
                  <a:pt x="1226811" y="8175"/>
                </a:lnTo>
                <a:lnTo>
                  <a:pt x="1224086" y="8175"/>
                </a:lnTo>
                <a:cubicBezTo>
                  <a:pt x="1216819" y="8175"/>
                  <a:pt x="1211864" y="9090"/>
                  <a:pt x="1209222" y="10919"/>
                </a:cubicBezTo>
                <a:cubicBezTo>
                  <a:pt x="1207323" y="12166"/>
                  <a:pt x="1206373" y="13994"/>
                  <a:pt x="1206373" y="16404"/>
                </a:cubicBezTo>
                <a:cubicBezTo>
                  <a:pt x="1206373" y="17901"/>
                  <a:pt x="1206703" y="19667"/>
                  <a:pt x="1207364" y="21703"/>
                </a:cubicBezTo>
                <a:cubicBezTo>
                  <a:pt x="1208024" y="23739"/>
                  <a:pt x="1210254" y="29182"/>
                  <a:pt x="1214053" y="38030"/>
                </a:cubicBezTo>
                <a:lnTo>
                  <a:pt x="1249849" y="121550"/>
                </a:lnTo>
                <a:lnTo>
                  <a:pt x="1283045" y="47161"/>
                </a:lnTo>
                <a:cubicBezTo>
                  <a:pt x="1287009" y="38166"/>
                  <a:pt x="1289445" y="32135"/>
                  <a:pt x="1290353" y="29069"/>
                </a:cubicBezTo>
                <a:cubicBezTo>
                  <a:pt x="1291261" y="26001"/>
                  <a:pt x="1291715" y="23388"/>
                  <a:pt x="1291715" y="21231"/>
                </a:cubicBezTo>
                <a:cubicBezTo>
                  <a:pt x="1291715" y="18746"/>
                  <a:pt x="1291055" y="16550"/>
                  <a:pt x="1289734" y="14643"/>
                </a:cubicBezTo>
                <a:cubicBezTo>
                  <a:pt x="1288412" y="12736"/>
                  <a:pt x="1286472" y="11285"/>
                  <a:pt x="1283912" y="10288"/>
                </a:cubicBezTo>
                <a:cubicBezTo>
                  <a:pt x="1280361" y="8880"/>
                  <a:pt x="1275654" y="8175"/>
                  <a:pt x="1269791" y="8175"/>
                </a:cubicBezTo>
                <a:lnTo>
                  <a:pt x="1269791" y="3716"/>
                </a:lnTo>
                <a:lnTo>
                  <a:pt x="1324911" y="37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alidation">
            <a:extLst xmlns:a="http://schemas.openxmlformats.org/drawingml/2006/main">
              <a:ext uri="{FF2B5EF4-FFF2-40B4-BE49-F238E27FC236}">
                <a16:creationId xmlns:a16="http://schemas.microsoft.com/office/drawing/2014/main" id="{CA260562-1874-4F1D-B8FF-22650306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246" y="356814"/>
            <a:ext cx="943398" cy="175144"/>
          </a:xfrm>
          <a:custGeom xmlns:a="http://schemas.openxmlformats.org/drawingml/2006/main">
            <a:pathLst>
              <a:path w="943398" h="175144">
                <a:moveTo>
                  <a:pt x="61065" y="154583"/>
                </a:moveTo>
                <a:cubicBezTo>
                  <a:pt x="46945" y="167134"/>
                  <a:pt x="34269" y="173410"/>
                  <a:pt x="23039" y="173410"/>
                </a:cubicBezTo>
                <a:cubicBezTo>
                  <a:pt x="16433" y="173410"/>
                  <a:pt x="10941" y="171236"/>
                  <a:pt x="6565" y="166888"/>
                </a:cubicBezTo>
                <a:cubicBezTo>
                  <a:pt x="2188" y="162537"/>
                  <a:pt x="0" y="157090"/>
                  <a:pt x="0" y="150545"/>
                </a:cubicBezTo>
                <a:cubicBezTo>
                  <a:pt x="0" y="141679"/>
                  <a:pt x="3799" y="133704"/>
                  <a:pt x="11396" y="126620"/>
                </a:cubicBezTo>
                <a:cubicBezTo>
                  <a:pt x="18993" y="119537"/>
                  <a:pt x="35549" y="110113"/>
                  <a:pt x="61065" y="98348"/>
                </a:cubicBezTo>
                <a:lnTo>
                  <a:pt x="61065" y="86705"/>
                </a:lnTo>
                <a:cubicBezTo>
                  <a:pt x="61065" y="77952"/>
                  <a:pt x="60590" y="72440"/>
                  <a:pt x="59641" y="70169"/>
                </a:cubicBezTo>
                <a:cubicBezTo>
                  <a:pt x="58691" y="67898"/>
                  <a:pt x="56895" y="65916"/>
                  <a:pt x="54253" y="64224"/>
                </a:cubicBezTo>
                <a:cubicBezTo>
                  <a:pt x="51610" y="62531"/>
                  <a:pt x="48637" y="61684"/>
                  <a:pt x="45334" y="61684"/>
                </a:cubicBezTo>
                <a:cubicBezTo>
                  <a:pt x="39967" y="61684"/>
                  <a:pt x="35549" y="62882"/>
                  <a:pt x="32081" y="65276"/>
                </a:cubicBezTo>
                <a:cubicBezTo>
                  <a:pt x="29934" y="66763"/>
                  <a:pt x="28860" y="68497"/>
                  <a:pt x="28860" y="70479"/>
                </a:cubicBezTo>
                <a:cubicBezTo>
                  <a:pt x="28860" y="72213"/>
                  <a:pt x="30016" y="74360"/>
                  <a:pt x="32329" y="76920"/>
                </a:cubicBezTo>
                <a:cubicBezTo>
                  <a:pt x="35466" y="80470"/>
                  <a:pt x="37035" y="83897"/>
                  <a:pt x="37035" y="87200"/>
                </a:cubicBezTo>
                <a:cubicBezTo>
                  <a:pt x="37035" y="91247"/>
                  <a:pt x="35528" y="94694"/>
                  <a:pt x="32514" y="97543"/>
                </a:cubicBezTo>
                <a:cubicBezTo>
                  <a:pt x="29500" y="100392"/>
                  <a:pt x="25557" y="101816"/>
                  <a:pt x="20685" y="101816"/>
                </a:cubicBezTo>
                <a:cubicBezTo>
                  <a:pt x="15483" y="101816"/>
                  <a:pt x="11127" y="100247"/>
                  <a:pt x="7618" y="97110"/>
                </a:cubicBezTo>
                <a:cubicBezTo>
                  <a:pt x="4108" y="93972"/>
                  <a:pt x="2353" y="90297"/>
                  <a:pt x="2353" y="86086"/>
                </a:cubicBezTo>
                <a:cubicBezTo>
                  <a:pt x="2353" y="80140"/>
                  <a:pt x="4707" y="74463"/>
                  <a:pt x="9414" y="69054"/>
                </a:cubicBezTo>
                <a:cubicBezTo>
                  <a:pt x="14121" y="63646"/>
                  <a:pt x="20685" y="59496"/>
                  <a:pt x="29108" y="56606"/>
                </a:cubicBezTo>
                <a:cubicBezTo>
                  <a:pt x="37531" y="53716"/>
                  <a:pt x="46284" y="52271"/>
                  <a:pt x="55367" y="52271"/>
                </a:cubicBezTo>
                <a:cubicBezTo>
                  <a:pt x="66350" y="52271"/>
                  <a:pt x="75041" y="54610"/>
                  <a:pt x="81441" y="59288"/>
                </a:cubicBezTo>
                <a:cubicBezTo>
                  <a:pt x="87840" y="63964"/>
                  <a:pt x="91990" y="69034"/>
                  <a:pt x="93889" y="74497"/>
                </a:cubicBezTo>
                <a:cubicBezTo>
                  <a:pt x="95045" y="77973"/>
                  <a:pt x="95623" y="85959"/>
                  <a:pt x="95623" y="98457"/>
                </a:cubicBezTo>
                <a:lnTo>
                  <a:pt x="95623" y="143524"/>
                </a:lnTo>
                <a:cubicBezTo>
                  <a:pt x="95623" y="148822"/>
                  <a:pt x="95830" y="152154"/>
                  <a:pt x="96243" y="153522"/>
                </a:cubicBezTo>
                <a:cubicBezTo>
                  <a:pt x="96655" y="154887"/>
                  <a:pt x="97275" y="155901"/>
                  <a:pt x="98101" y="156564"/>
                </a:cubicBezTo>
                <a:cubicBezTo>
                  <a:pt x="98926" y="157225"/>
                  <a:pt x="99876" y="157555"/>
                  <a:pt x="100949" y="157555"/>
                </a:cubicBezTo>
                <a:cubicBezTo>
                  <a:pt x="103096" y="157555"/>
                  <a:pt x="105285" y="156028"/>
                  <a:pt x="107514" y="152972"/>
                </a:cubicBezTo>
                <a:lnTo>
                  <a:pt x="111230" y="155945"/>
                </a:lnTo>
                <a:cubicBezTo>
                  <a:pt x="107101" y="162056"/>
                  <a:pt x="102828" y="166494"/>
                  <a:pt x="98410" y="169261"/>
                </a:cubicBezTo>
                <a:cubicBezTo>
                  <a:pt x="93992" y="172027"/>
                  <a:pt x="88976" y="173410"/>
                  <a:pt x="83361" y="173410"/>
                </a:cubicBezTo>
                <a:cubicBezTo>
                  <a:pt x="76755" y="173410"/>
                  <a:pt x="71594" y="171851"/>
                  <a:pt x="67878" y="168734"/>
                </a:cubicBezTo>
                <a:cubicBezTo>
                  <a:pt x="64162" y="165617"/>
                  <a:pt x="61891" y="160900"/>
                  <a:pt x="61065" y="154583"/>
                </a:cubicBezTo>
                <a:moveTo>
                  <a:pt x="61065" y="145417"/>
                </a:moveTo>
                <a:lnTo>
                  <a:pt x="61065" y="106670"/>
                </a:lnTo>
                <a:cubicBezTo>
                  <a:pt x="51073" y="112562"/>
                  <a:pt x="43642" y="118868"/>
                  <a:pt x="38770" y="125591"/>
                </a:cubicBezTo>
                <a:cubicBezTo>
                  <a:pt x="35549" y="130070"/>
                  <a:pt x="33939" y="134593"/>
                  <a:pt x="33939" y="139158"/>
                </a:cubicBezTo>
                <a:cubicBezTo>
                  <a:pt x="33939" y="142974"/>
                  <a:pt x="35301" y="146335"/>
                  <a:pt x="38026" y="149241"/>
                </a:cubicBezTo>
                <a:cubicBezTo>
                  <a:pt x="40091" y="151481"/>
                  <a:pt x="42981" y="152601"/>
                  <a:pt x="46697" y="152601"/>
                </a:cubicBezTo>
                <a:cubicBezTo>
                  <a:pt x="50826" y="152601"/>
                  <a:pt x="55615" y="150206"/>
                  <a:pt x="61065" y="145417"/>
                </a:cubicBezTo>
                <a:close/>
                <a:moveTo>
                  <a:pt x="167547" y="3716"/>
                </a:moveTo>
                <a:lnTo>
                  <a:pt x="167547" y="147646"/>
                </a:lnTo>
                <a:cubicBezTo>
                  <a:pt x="167547" y="155821"/>
                  <a:pt x="168497" y="161044"/>
                  <a:pt x="170396" y="163315"/>
                </a:cubicBezTo>
                <a:cubicBezTo>
                  <a:pt x="172295" y="165586"/>
                  <a:pt x="176011" y="166886"/>
                  <a:pt x="181544" y="167217"/>
                </a:cubicBezTo>
                <a:lnTo>
                  <a:pt x="181544" y="171676"/>
                </a:lnTo>
                <a:lnTo>
                  <a:pt x="118993" y="171676"/>
                </a:lnTo>
                <a:lnTo>
                  <a:pt x="118993" y="167217"/>
                </a:lnTo>
                <a:cubicBezTo>
                  <a:pt x="124112" y="167052"/>
                  <a:pt x="127911" y="165565"/>
                  <a:pt x="130388" y="162758"/>
                </a:cubicBezTo>
                <a:cubicBezTo>
                  <a:pt x="132040" y="160858"/>
                  <a:pt x="132865" y="155821"/>
                  <a:pt x="132865" y="147646"/>
                </a:cubicBezTo>
                <a:lnTo>
                  <a:pt x="132865" y="27746"/>
                </a:lnTo>
                <a:cubicBezTo>
                  <a:pt x="132865" y="19602"/>
                  <a:pt x="131916" y="14388"/>
                  <a:pt x="130016" y="12104"/>
                </a:cubicBezTo>
                <a:cubicBezTo>
                  <a:pt x="128117" y="9818"/>
                  <a:pt x="124443" y="8508"/>
                  <a:pt x="118993" y="8175"/>
                </a:cubicBezTo>
                <a:lnTo>
                  <a:pt x="118993" y="3716"/>
                </a:lnTo>
                <a:lnTo>
                  <a:pt x="167547" y="3716"/>
                </a:lnTo>
                <a:close/>
                <a:moveTo>
                  <a:pt x="222380" y="0"/>
                </a:moveTo>
                <a:cubicBezTo>
                  <a:pt x="227747" y="0"/>
                  <a:pt x="232289" y="1885"/>
                  <a:pt x="236005" y="5655"/>
                </a:cubicBezTo>
                <a:cubicBezTo>
                  <a:pt x="239721" y="9423"/>
                  <a:pt x="241579" y="13958"/>
                  <a:pt x="241579" y="19261"/>
                </a:cubicBezTo>
                <a:cubicBezTo>
                  <a:pt x="241579" y="24564"/>
                  <a:pt x="239700" y="29080"/>
                  <a:pt x="235943" y="32809"/>
                </a:cubicBezTo>
                <a:cubicBezTo>
                  <a:pt x="232186" y="36535"/>
                  <a:pt x="227665" y="38398"/>
                  <a:pt x="222380" y="38398"/>
                </a:cubicBezTo>
                <a:cubicBezTo>
                  <a:pt x="217095" y="38398"/>
                  <a:pt x="212595" y="36535"/>
                  <a:pt x="208879" y="32809"/>
                </a:cubicBezTo>
                <a:cubicBezTo>
                  <a:pt x="205163" y="29080"/>
                  <a:pt x="203305" y="24564"/>
                  <a:pt x="203305" y="19261"/>
                </a:cubicBezTo>
                <a:cubicBezTo>
                  <a:pt x="203305" y="13958"/>
                  <a:pt x="205163" y="9423"/>
                  <a:pt x="208879" y="5655"/>
                </a:cubicBezTo>
                <a:cubicBezTo>
                  <a:pt x="212595" y="1885"/>
                  <a:pt x="217095" y="0"/>
                  <a:pt x="222380" y="0"/>
                </a:cubicBezTo>
                <a:moveTo>
                  <a:pt x="239721" y="55739"/>
                </a:moveTo>
                <a:lnTo>
                  <a:pt x="239721" y="147646"/>
                </a:lnTo>
                <a:cubicBezTo>
                  <a:pt x="239721" y="155821"/>
                  <a:pt x="240670" y="161044"/>
                  <a:pt x="242570" y="163315"/>
                </a:cubicBezTo>
                <a:cubicBezTo>
                  <a:pt x="244469" y="165586"/>
                  <a:pt x="248185" y="166886"/>
                  <a:pt x="253717" y="167217"/>
                </a:cubicBezTo>
                <a:lnTo>
                  <a:pt x="253717" y="171676"/>
                </a:lnTo>
                <a:lnTo>
                  <a:pt x="191166" y="171676"/>
                </a:lnTo>
                <a:lnTo>
                  <a:pt x="191166" y="167217"/>
                </a:lnTo>
                <a:cubicBezTo>
                  <a:pt x="196286" y="167052"/>
                  <a:pt x="200084" y="165565"/>
                  <a:pt x="202562" y="162758"/>
                </a:cubicBezTo>
                <a:cubicBezTo>
                  <a:pt x="204213" y="160858"/>
                  <a:pt x="205039" y="155821"/>
                  <a:pt x="205039" y="147646"/>
                </a:cubicBezTo>
                <a:lnTo>
                  <a:pt x="205039" y="80016"/>
                </a:lnTo>
                <a:cubicBezTo>
                  <a:pt x="205039" y="71738"/>
                  <a:pt x="204089" y="66449"/>
                  <a:pt x="202190" y="64150"/>
                </a:cubicBezTo>
                <a:cubicBezTo>
                  <a:pt x="200291" y="61851"/>
                  <a:pt x="196616" y="60534"/>
                  <a:pt x="191166" y="60198"/>
                </a:cubicBezTo>
                <a:lnTo>
                  <a:pt x="191166" y="55739"/>
                </a:lnTo>
                <a:lnTo>
                  <a:pt x="239721" y="55739"/>
                </a:lnTo>
                <a:close/>
                <a:moveTo>
                  <a:pt x="377624" y="3716"/>
                </a:moveTo>
                <a:lnTo>
                  <a:pt x="377624" y="136994"/>
                </a:lnTo>
                <a:cubicBezTo>
                  <a:pt x="377624" y="145904"/>
                  <a:pt x="377872" y="151176"/>
                  <a:pt x="378367" y="152810"/>
                </a:cubicBezTo>
                <a:cubicBezTo>
                  <a:pt x="379028" y="155509"/>
                  <a:pt x="380287" y="157513"/>
                  <a:pt x="382145" y="158821"/>
                </a:cubicBezTo>
                <a:cubicBezTo>
                  <a:pt x="384003" y="160127"/>
                  <a:pt x="387244" y="160944"/>
                  <a:pt x="391868" y="161271"/>
                </a:cubicBezTo>
                <a:lnTo>
                  <a:pt x="391868" y="165730"/>
                </a:lnTo>
                <a:lnTo>
                  <a:pt x="342942" y="175144"/>
                </a:lnTo>
                <a:lnTo>
                  <a:pt x="342942" y="156812"/>
                </a:lnTo>
                <a:cubicBezTo>
                  <a:pt x="337079" y="163914"/>
                  <a:pt x="331856" y="168744"/>
                  <a:pt x="327273" y="171304"/>
                </a:cubicBezTo>
                <a:cubicBezTo>
                  <a:pt x="322690" y="173864"/>
                  <a:pt x="317509" y="175144"/>
                  <a:pt x="311728" y="175144"/>
                </a:cubicBezTo>
                <a:cubicBezTo>
                  <a:pt x="296947" y="175144"/>
                  <a:pt x="285263" y="168532"/>
                  <a:pt x="276675" y="155306"/>
                </a:cubicBezTo>
                <a:cubicBezTo>
                  <a:pt x="269738" y="144561"/>
                  <a:pt x="266270" y="131377"/>
                  <a:pt x="266270" y="115755"/>
                </a:cubicBezTo>
                <a:cubicBezTo>
                  <a:pt x="266270" y="103273"/>
                  <a:pt x="268417" y="92093"/>
                  <a:pt x="272711" y="82215"/>
                </a:cubicBezTo>
                <a:cubicBezTo>
                  <a:pt x="277005" y="72337"/>
                  <a:pt x="282889" y="64876"/>
                  <a:pt x="290362" y="59834"/>
                </a:cubicBezTo>
                <a:cubicBezTo>
                  <a:pt x="297835" y="54792"/>
                  <a:pt x="305865" y="52271"/>
                  <a:pt x="314453" y="52271"/>
                </a:cubicBezTo>
                <a:cubicBezTo>
                  <a:pt x="319986" y="52271"/>
                  <a:pt x="324899" y="53353"/>
                  <a:pt x="329193" y="55518"/>
                </a:cubicBezTo>
                <a:cubicBezTo>
                  <a:pt x="333487" y="57683"/>
                  <a:pt x="338070" y="61473"/>
                  <a:pt x="342942" y="66887"/>
                </a:cubicBezTo>
                <a:lnTo>
                  <a:pt x="342942" y="31957"/>
                </a:lnTo>
                <a:cubicBezTo>
                  <a:pt x="342942" y="23121"/>
                  <a:pt x="342571" y="17795"/>
                  <a:pt x="341827" y="15978"/>
                </a:cubicBezTo>
                <a:cubicBezTo>
                  <a:pt x="340836" y="13584"/>
                  <a:pt x="339350" y="11808"/>
                  <a:pt x="337368" y="10652"/>
                </a:cubicBezTo>
                <a:cubicBezTo>
                  <a:pt x="335386" y="9496"/>
                  <a:pt x="331670" y="8918"/>
                  <a:pt x="326220" y="8918"/>
                </a:cubicBezTo>
                <a:lnTo>
                  <a:pt x="326220" y="3716"/>
                </a:lnTo>
                <a:lnTo>
                  <a:pt x="377624" y="3716"/>
                </a:lnTo>
                <a:moveTo>
                  <a:pt x="342942" y="81998"/>
                </a:moveTo>
                <a:cubicBezTo>
                  <a:pt x="336831" y="70437"/>
                  <a:pt x="329358" y="64657"/>
                  <a:pt x="320523" y="64657"/>
                </a:cubicBezTo>
                <a:cubicBezTo>
                  <a:pt x="317467" y="64657"/>
                  <a:pt x="314949" y="65483"/>
                  <a:pt x="312967" y="67134"/>
                </a:cubicBezTo>
                <a:cubicBezTo>
                  <a:pt x="309912" y="69694"/>
                  <a:pt x="307414" y="74195"/>
                  <a:pt x="305473" y="80636"/>
                </a:cubicBezTo>
                <a:cubicBezTo>
                  <a:pt x="303533" y="87077"/>
                  <a:pt x="302562" y="96944"/>
                  <a:pt x="302562" y="110239"/>
                </a:cubicBezTo>
                <a:cubicBezTo>
                  <a:pt x="302562" y="124855"/>
                  <a:pt x="303636" y="135673"/>
                  <a:pt x="305783" y="142692"/>
                </a:cubicBezTo>
                <a:cubicBezTo>
                  <a:pt x="307930" y="149711"/>
                  <a:pt x="310861" y="154789"/>
                  <a:pt x="314577" y="157927"/>
                </a:cubicBezTo>
                <a:cubicBezTo>
                  <a:pt x="316476" y="159496"/>
                  <a:pt x="319078" y="160280"/>
                  <a:pt x="322381" y="160280"/>
                </a:cubicBezTo>
                <a:cubicBezTo>
                  <a:pt x="329647" y="160280"/>
                  <a:pt x="336501" y="154565"/>
                  <a:pt x="342942" y="143133"/>
                </a:cubicBezTo>
                <a:lnTo>
                  <a:pt x="342942" y="81998"/>
                </a:lnTo>
                <a:close/>
                <a:moveTo>
                  <a:pt x="469987" y="154583"/>
                </a:moveTo>
                <a:cubicBezTo>
                  <a:pt x="455867" y="167134"/>
                  <a:pt x="443191" y="173410"/>
                  <a:pt x="431961" y="173410"/>
                </a:cubicBezTo>
                <a:cubicBezTo>
                  <a:pt x="425355" y="173410"/>
                  <a:pt x="419864" y="171236"/>
                  <a:pt x="415487" y="166888"/>
                </a:cubicBezTo>
                <a:cubicBezTo>
                  <a:pt x="411111" y="162537"/>
                  <a:pt x="408922" y="157090"/>
                  <a:pt x="408922" y="150545"/>
                </a:cubicBezTo>
                <a:cubicBezTo>
                  <a:pt x="408922" y="141679"/>
                  <a:pt x="412721" y="133704"/>
                  <a:pt x="420318" y="126620"/>
                </a:cubicBezTo>
                <a:cubicBezTo>
                  <a:pt x="427915" y="119537"/>
                  <a:pt x="444471" y="110113"/>
                  <a:pt x="469987" y="98348"/>
                </a:cubicBezTo>
                <a:lnTo>
                  <a:pt x="469987" y="86705"/>
                </a:lnTo>
                <a:cubicBezTo>
                  <a:pt x="469987" y="77952"/>
                  <a:pt x="469513" y="72440"/>
                  <a:pt x="468563" y="70169"/>
                </a:cubicBezTo>
                <a:cubicBezTo>
                  <a:pt x="467613" y="67898"/>
                  <a:pt x="465817" y="65916"/>
                  <a:pt x="463175" y="64224"/>
                </a:cubicBezTo>
                <a:cubicBezTo>
                  <a:pt x="460532" y="62531"/>
                  <a:pt x="457560" y="61684"/>
                  <a:pt x="454257" y="61684"/>
                </a:cubicBezTo>
                <a:cubicBezTo>
                  <a:pt x="448889" y="61684"/>
                  <a:pt x="444471" y="62882"/>
                  <a:pt x="441003" y="65276"/>
                </a:cubicBezTo>
                <a:cubicBezTo>
                  <a:pt x="438856" y="66763"/>
                  <a:pt x="437783" y="68497"/>
                  <a:pt x="437783" y="70479"/>
                </a:cubicBezTo>
                <a:cubicBezTo>
                  <a:pt x="437783" y="72213"/>
                  <a:pt x="438939" y="74360"/>
                  <a:pt x="441251" y="76920"/>
                </a:cubicBezTo>
                <a:cubicBezTo>
                  <a:pt x="444389" y="80470"/>
                  <a:pt x="445958" y="83897"/>
                  <a:pt x="445958" y="87200"/>
                </a:cubicBezTo>
                <a:cubicBezTo>
                  <a:pt x="445958" y="91247"/>
                  <a:pt x="444451" y="94694"/>
                  <a:pt x="441437" y="97543"/>
                </a:cubicBezTo>
                <a:cubicBezTo>
                  <a:pt x="438423" y="100392"/>
                  <a:pt x="434480" y="101816"/>
                  <a:pt x="429608" y="101816"/>
                </a:cubicBezTo>
                <a:cubicBezTo>
                  <a:pt x="424405" y="101816"/>
                  <a:pt x="420049" y="100247"/>
                  <a:pt x="416540" y="97110"/>
                </a:cubicBezTo>
                <a:cubicBezTo>
                  <a:pt x="413030" y="93972"/>
                  <a:pt x="411276" y="90297"/>
                  <a:pt x="411276" y="86086"/>
                </a:cubicBezTo>
                <a:cubicBezTo>
                  <a:pt x="411276" y="80140"/>
                  <a:pt x="413629" y="74463"/>
                  <a:pt x="418336" y="69054"/>
                </a:cubicBezTo>
                <a:cubicBezTo>
                  <a:pt x="423043" y="63646"/>
                  <a:pt x="429608" y="59496"/>
                  <a:pt x="438030" y="56606"/>
                </a:cubicBezTo>
                <a:cubicBezTo>
                  <a:pt x="446453" y="53716"/>
                  <a:pt x="455206" y="52271"/>
                  <a:pt x="464290" y="52271"/>
                </a:cubicBezTo>
                <a:cubicBezTo>
                  <a:pt x="475272" y="52271"/>
                  <a:pt x="483963" y="54610"/>
                  <a:pt x="490363" y="59288"/>
                </a:cubicBezTo>
                <a:cubicBezTo>
                  <a:pt x="496763" y="63964"/>
                  <a:pt x="500912" y="69034"/>
                  <a:pt x="502811" y="74497"/>
                </a:cubicBezTo>
                <a:cubicBezTo>
                  <a:pt x="503967" y="77973"/>
                  <a:pt x="504545" y="85959"/>
                  <a:pt x="504545" y="98457"/>
                </a:cubicBezTo>
                <a:lnTo>
                  <a:pt x="504545" y="143524"/>
                </a:lnTo>
                <a:cubicBezTo>
                  <a:pt x="504545" y="148822"/>
                  <a:pt x="504752" y="152154"/>
                  <a:pt x="505165" y="153522"/>
                </a:cubicBezTo>
                <a:cubicBezTo>
                  <a:pt x="505578" y="154887"/>
                  <a:pt x="506197" y="155901"/>
                  <a:pt x="507023" y="156564"/>
                </a:cubicBezTo>
                <a:cubicBezTo>
                  <a:pt x="507849" y="157225"/>
                  <a:pt x="508798" y="157555"/>
                  <a:pt x="509872" y="157555"/>
                </a:cubicBezTo>
                <a:cubicBezTo>
                  <a:pt x="512019" y="157555"/>
                  <a:pt x="514207" y="156028"/>
                  <a:pt x="516436" y="152972"/>
                </a:cubicBezTo>
                <a:lnTo>
                  <a:pt x="520152" y="155945"/>
                </a:lnTo>
                <a:cubicBezTo>
                  <a:pt x="516024" y="162056"/>
                  <a:pt x="511750" y="166494"/>
                  <a:pt x="507332" y="169261"/>
                </a:cubicBezTo>
                <a:cubicBezTo>
                  <a:pt x="502915" y="172027"/>
                  <a:pt x="497898" y="173410"/>
                  <a:pt x="492283" y="173410"/>
                </a:cubicBezTo>
                <a:cubicBezTo>
                  <a:pt x="485677" y="173410"/>
                  <a:pt x="480516" y="171851"/>
                  <a:pt x="476800" y="168734"/>
                </a:cubicBezTo>
                <a:cubicBezTo>
                  <a:pt x="473084" y="165617"/>
                  <a:pt x="470813" y="160900"/>
                  <a:pt x="469987" y="154583"/>
                </a:cubicBezTo>
                <a:moveTo>
                  <a:pt x="469987" y="145417"/>
                </a:moveTo>
                <a:lnTo>
                  <a:pt x="469987" y="106670"/>
                </a:lnTo>
                <a:cubicBezTo>
                  <a:pt x="459996" y="112562"/>
                  <a:pt x="452564" y="118868"/>
                  <a:pt x="447692" y="125591"/>
                </a:cubicBezTo>
                <a:cubicBezTo>
                  <a:pt x="444471" y="130070"/>
                  <a:pt x="442861" y="134593"/>
                  <a:pt x="442861" y="139158"/>
                </a:cubicBezTo>
                <a:cubicBezTo>
                  <a:pt x="442861" y="142974"/>
                  <a:pt x="444224" y="146335"/>
                  <a:pt x="446949" y="149241"/>
                </a:cubicBezTo>
                <a:cubicBezTo>
                  <a:pt x="449013" y="151481"/>
                  <a:pt x="451903" y="152601"/>
                  <a:pt x="455619" y="152601"/>
                </a:cubicBezTo>
                <a:cubicBezTo>
                  <a:pt x="459748" y="152601"/>
                  <a:pt x="464537" y="150206"/>
                  <a:pt x="469987" y="145417"/>
                </a:cubicBezTo>
                <a:close/>
                <a:moveTo>
                  <a:pt x="580388" y="13130"/>
                </a:moveTo>
                <a:lnTo>
                  <a:pt x="580388" y="55739"/>
                </a:lnTo>
                <a:lnTo>
                  <a:pt x="607886" y="55739"/>
                </a:lnTo>
                <a:lnTo>
                  <a:pt x="607886" y="67878"/>
                </a:lnTo>
                <a:lnTo>
                  <a:pt x="580388" y="67878"/>
                </a:lnTo>
                <a:lnTo>
                  <a:pt x="580388" y="139541"/>
                </a:lnTo>
                <a:cubicBezTo>
                  <a:pt x="580388" y="146248"/>
                  <a:pt x="580697" y="150574"/>
                  <a:pt x="581317" y="152520"/>
                </a:cubicBezTo>
                <a:cubicBezTo>
                  <a:pt x="581936" y="154465"/>
                  <a:pt x="583030" y="156039"/>
                  <a:pt x="584599" y="157242"/>
                </a:cubicBezTo>
                <a:cubicBezTo>
                  <a:pt x="586168" y="158442"/>
                  <a:pt x="587613" y="159042"/>
                  <a:pt x="588934" y="159042"/>
                </a:cubicBezTo>
                <a:cubicBezTo>
                  <a:pt x="594302" y="159042"/>
                  <a:pt x="599380" y="154913"/>
                  <a:pt x="604170" y="146655"/>
                </a:cubicBezTo>
                <a:lnTo>
                  <a:pt x="607886" y="149407"/>
                </a:lnTo>
                <a:cubicBezTo>
                  <a:pt x="601197" y="165409"/>
                  <a:pt x="590338" y="173410"/>
                  <a:pt x="575309" y="173410"/>
                </a:cubicBezTo>
                <a:cubicBezTo>
                  <a:pt x="567960" y="173410"/>
                  <a:pt x="561746" y="171360"/>
                  <a:pt x="556668" y="167259"/>
                </a:cubicBezTo>
                <a:cubicBezTo>
                  <a:pt x="551589" y="163156"/>
                  <a:pt x="548348" y="158577"/>
                  <a:pt x="546944" y="153522"/>
                </a:cubicBezTo>
                <a:cubicBezTo>
                  <a:pt x="546119" y="150704"/>
                  <a:pt x="545706" y="143080"/>
                  <a:pt x="545706" y="130650"/>
                </a:cubicBezTo>
                <a:lnTo>
                  <a:pt x="545706" y="67878"/>
                </a:lnTo>
                <a:lnTo>
                  <a:pt x="530594" y="67878"/>
                </a:lnTo>
                <a:lnTo>
                  <a:pt x="530594" y="63531"/>
                </a:lnTo>
                <a:cubicBezTo>
                  <a:pt x="540999" y="56166"/>
                  <a:pt x="549855" y="48428"/>
                  <a:pt x="557163" y="40318"/>
                </a:cubicBezTo>
                <a:cubicBezTo>
                  <a:pt x="564471" y="32207"/>
                  <a:pt x="570850" y="23145"/>
                  <a:pt x="576300" y="13130"/>
                </a:cubicBezTo>
                <a:lnTo>
                  <a:pt x="580388" y="13130"/>
                </a:lnTo>
                <a:close/>
                <a:moveTo>
                  <a:pt x="647285" y="0"/>
                </a:moveTo>
                <a:cubicBezTo>
                  <a:pt x="652652" y="0"/>
                  <a:pt x="657194" y="1885"/>
                  <a:pt x="660910" y="5655"/>
                </a:cubicBezTo>
                <a:cubicBezTo>
                  <a:pt x="664626" y="9423"/>
                  <a:pt x="666484" y="13958"/>
                  <a:pt x="666484" y="19261"/>
                </a:cubicBezTo>
                <a:cubicBezTo>
                  <a:pt x="666484" y="24564"/>
                  <a:pt x="664605" y="29080"/>
                  <a:pt x="660848" y="32809"/>
                </a:cubicBezTo>
                <a:cubicBezTo>
                  <a:pt x="657091" y="36535"/>
                  <a:pt x="652570" y="38398"/>
                  <a:pt x="647285" y="38398"/>
                </a:cubicBezTo>
                <a:cubicBezTo>
                  <a:pt x="642000" y="38398"/>
                  <a:pt x="637499" y="36535"/>
                  <a:pt x="633783" y="32809"/>
                </a:cubicBezTo>
                <a:cubicBezTo>
                  <a:pt x="630068" y="29080"/>
                  <a:pt x="628210" y="24564"/>
                  <a:pt x="628210" y="19261"/>
                </a:cubicBezTo>
                <a:cubicBezTo>
                  <a:pt x="628210" y="13958"/>
                  <a:pt x="630068" y="9423"/>
                  <a:pt x="633783" y="5655"/>
                </a:cubicBezTo>
                <a:cubicBezTo>
                  <a:pt x="637499" y="1885"/>
                  <a:pt x="642000" y="0"/>
                  <a:pt x="647285" y="0"/>
                </a:cubicBezTo>
                <a:moveTo>
                  <a:pt x="664626" y="55739"/>
                </a:moveTo>
                <a:lnTo>
                  <a:pt x="664626" y="147646"/>
                </a:lnTo>
                <a:cubicBezTo>
                  <a:pt x="664626" y="155821"/>
                  <a:pt x="665575" y="161044"/>
                  <a:pt x="667475" y="163315"/>
                </a:cubicBezTo>
                <a:cubicBezTo>
                  <a:pt x="669374" y="165586"/>
                  <a:pt x="673090" y="166886"/>
                  <a:pt x="678622" y="167217"/>
                </a:cubicBezTo>
                <a:lnTo>
                  <a:pt x="678622" y="171676"/>
                </a:lnTo>
                <a:lnTo>
                  <a:pt x="616071" y="171676"/>
                </a:lnTo>
                <a:lnTo>
                  <a:pt x="616071" y="167217"/>
                </a:lnTo>
                <a:cubicBezTo>
                  <a:pt x="621191" y="167052"/>
                  <a:pt x="624989" y="165565"/>
                  <a:pt x="627466" y="162758"/>
                </a:cubicBezTo>
                <a:cubicBezTo>
                  <a:pt x="629118" y="160858"/>
                  <a:pt x="629944" y="155821"/>
                  <a:pt x="629944" y="147646"/>
                </a:cubicBezTo>
                <a:lnTo>
                  <a:pt x="629944" y="80016"/>
                </a:lnTo>
                <a:cubicBezTo>
                  <a:pt x="629944" y="71738"/>
                  <a:pt x="628994" y="66449"/>
                  <a:pt x="627095" y="64150"/>
                </a:cubicBezTo>
                <a:cubicBezTo>
                  <a:pt x="625196" y="61851"/>
                  <a:pt x="621521" y="60534"/>
                  <a:pt x="616071" y="60198"/>
                </a:cubicBezTo>
                <a:lnTo>
                  <a:pt x="616071" y="55739"/>
                </a:lnTo>
                <a:lnTo>
                  <a:pt x="664626" y="55739"/>
                </a:lnTo>
                <a:close/>
                <a:moveTo>
                  <a:pt x="744560" y="52271"/>
                </a:moveTo>
                <a:cubicBezTo>
                  <a:pt x="754635" y="52271"/>
                  <a:pt x="764007" y="54874"/>
                  <a:pt x="772678" y="60082"/>
                </a:cubicBezTo>
                <a:cubicBezTo>
                  <a:pt x="781348" y="65289"/>
                  <a:pt x="787934" y="72688"/>
                  <a:pt x="792434" y="82277"/>
                </a:cubicBezTo>
                <a:cubicBezTo>
                  <a:pt x="796934" y="91866"/>
                  <a:pt x="799185" y="102364"/>
                  <a:pt x="799185" y="113769"/>
                </a:cubicBezTo>
                <a:cubicBezTo>
                  <a:pt x="799185" y="130217"/>
                  <a:pt x="795014" y="143981"/>
                  <a:pt x="786674" y="155059"/>
                </a:cubicBezTo>
                <a:cubicBezTo>
                  <a:pt x="776600" y="168449"/>
                  <a:pt x="762686" y="175144"/>
                  <a:pt x="744932" y="175144"/>
                </a:cubicBezTo>
                <a:cubicBezTo>
                  <a:pt x="727508" y="175144"/>
                  <a:pt x="714090" y="169027"/>
                  <a:pt x="704676" y="156793"/>
                </a:cubicBezTo>
                <a:cubicBezTo>
                  <a:pt x="695262" y="144559"/>
                  <a:pt x="690556" y="130383"/>
                  <a:pt x="690556" y="114265"/>
                </a:cubicBezTo>
                <a:cubicBezTo>
                  <a:pt x="690556" y="97651"/>
                  <a:pt x="695366" y="83166"/>
                  <a:pt x="704986" y="70808"/>
                </a:cubicBezTo>
                <a:cubicBezTo>
                  <a:pt x="714606" y="58450"/>
                  <a:pt x="727797" y="52271"/>
                  <a:pt x="744560" y="52271"/>
                </a:cubicBezTo>
                <a:moveTo>
                  <a:pt x="745056" y="60941"/>
                </a:moveTo>
                <a:cubicBezTo>
                  <a:pt x="740844" y="60941"/>
                  <a:pt x="737232" y="62533"/>
                  <a:pt x="734218" y="65718"/>
                </a:cubicBezTo>
                <a:cubicBezTo>
                  <a:pt x="731204" y="68900"/>
                  <a:pt x="729222" y="75182"/>
                  <a:pt x="728272" y="84564"/>
                </a:cubicBezTo>
                <a:cubicBezTo>
                  <a:pt x="727323" y="93947"/>
                  <a:pt x="726848" y="106989"/>
                  <a:pt x="726848" y="123690"/>
                </a:cubicBezTo>
                <a:cubicBezTo>
                  <a:pt x="726848" y="132536"/>
                  <a:pt x="727426" y="140804"/>
                  <a:pt x="728582" y="148494"/>
                </a:cubicBezTo>
                <a:cubicBezTo>
                  <a:pt x="729490" y="154362"/>
                  <a:pt x="731431" y="158826"/>
                  <a:pt x="734404" y="161887"/>
                </a:cubicBezTo>
                <a:cubicBezTo>
                  <a:pt x="737376" y="164945"/>
                  <a:pt x="740762" y="166474"/>
                  <a:pt x="744560" y="166474"/>
                </a:cubicBezTo>
                <a:cubicBezTo>
                  <a:pt x="748276" y="166474"/>
                  <a:pt x="751373" y="165440"/>
                  <a:pt x="753850" y="163373"/>
                </a:cubicBezTo>
                <a:cubicBezTo>
                  <a:pt x="757071" y="160563"/>
                  <a:pt x="759218" y="156635"/>
                  <a:pt x="760291" y="151591"/>
                </a:cubicBezTo>
                <a:cubicBezTo>
                  <a:pt x="761943" y="143738"/>
                  <a:pt x="762768" y="127865"/>
                  <a:pt x="762768" y="103972"/>
                </a:cubicBezTo>
                <a:cubicBezTo>
                  <a:pt x="762768" y="89919"/>
                  <a:pt x="761984" y="80268"/>
                  <a:pt x="760415" y="75019"/>
                </a:cubicBezTo>
                <a:cubicBezTo>
                  <a:pt x="758846" y="69768"/>
                  <a:pt x="756534" y="65944"/>
                  <a:pt x="753479" y="63546"/>
                </a:cubicBezTo>
                <a:cubicBezTo>
                  <a:pt x="751332" y="61810"/>
                  <a:pt x="748524" y="60941"/>
                  <a:pt x="745056" y="60941"/>
                </a:cubicBezTo>
                <a:close/>
                <a:moveTo>
                  <a:pt x="865612" y="55739"/>
                </a:moveTo>
                <a:lnTo>
                  <a:pt x="865612" y="70850"/>
                </a:lnTo>
                <a:cubicBezTo>
                  <a:pt x="871557" y="64366"/>
                  <a:pt x="877255" y="59648"/>
                  <a:pt x="882705" y="56699"/>
                </a:cubicBezTo>
                <a:cubicBezTo>
                  <a:pt x="888155" y="53747"/>
                  <a:pt x="894018" y="52271"/>
                  <a:pt x="900294" y="52271"/>
                </a:cubicBezTo>
                <a:cubicBezTo>
                  <a:pt x="907808" y="52271"/>
                  <a:pt x="914043" y="54358"/>
                  <a:pt x="918997" y="58534"/>
                </a:cubicBezTo>
                <a:cubicBezTo>
                  <a:pt x="923952" y="62709"/>
                  <a:pt x="927255" y="67897"/>
                  <a:pt x="928906" y="74098"/>
                </a:cubicBezTo>
                <a:cubicBezTo>
                  <a:pt x="930227" y="78813"/>
                  <a:pt x="930888" y="87868"/>
                  <a:pt x="930888" y="101263"/>
                </a:cubicBezTo>
                <a:lnTo>
                  <a:pt x="930888" y="146408"/>
                </a:lnTo>
                <a:cubicBezTo>
                  <a:pt x="930888" y="155326"/>
                  <a:pt x="931693" y="160879"/>
                  <a:pt x="933303" y="163067"/>
                </a:cubicBezTo>
                <a:cubicBezTo>
                  <a:pt x="934914" y="165256"/>
                  <a:pt x="938279" y="166639"/>
                  <a:pt x="943398" y="167217"/>
                </a:cubicBezTo>
                <a:lnTo>
                  <a:pt x="943398" y="171676"/>
                </a:lnTo>
                <a:lnTo>
                  <a:pt x="884811" y="171676"/>
                </a:lnTo>
                <a:lnTo>
                  <a:pt x="884811" y="167217"/>
                </a:lnTo>
                <a:cubicBezTo>
                  <a:pt x="889187" y="166639"/>
                  <a:pt x="892325" y="164822"/>
                  <a:pt x="894224" y="161767"/>
                </a:cubicBezTo>
                <a:cubicBezTo>
                  <a:pt x="895545" y="159702"/>
                  <a:pt x="896206" y="154583"/>
                  <a:pt x="896206" y="146408"/>
                </a:cubicBezTo>
                <a:lnTo>
                  <a:pt x="896206" y="94880"/>
                </a:lnTo>
                <a:cubicBezTo>
                  <a:pt x="896206" y="85384"/>
                  <a:pt x="895835" y="79397"/>
                  <a:pt x="895091" y="76920"/>
                </a:cubicBezTo>
                <a:cubicBezTo>
                  <a:pt x="894348" y="74442"/>
                  <a:pt x="893089" y="72523"/>
                  <a:pt x="891313" y="71160"/>
                </a:cubicBezTo>
                <a:cubicBezTo>
                  <a:pt x="889538" y="69798"/>
                  <a:pt x="887577" y="69116"/>
                  <a:pt x="885430" y="69116"/>
                </a:cubicBezTo>
                <a:cubicBezTo>
                  <a:pt x="878328" y="69116"/>
                  <a:pt x="871722" y="74236"/>
                  <a:pt x="865612" y="84475"/>
                </a:cubicBezTo>
                <a:lnTo>
                  <a:pt x="865612" y="146408"/>
                </a:lnTo>
                <a:cubicBezTo>
                  <a:pt x="865612" y="155078"/>
                  <a:pt x="866417" y="160569"/>
                  <a:pt x="868027" y="162882"/>
                </a:cubicBezTo>
                <a:cubicBezTo>
                  <a:pt x="869637" y="165194"/>
                  <a:pt x="872631" y="166639"/>
                  <a:pt x="877007" y="167217"/>
                </a:cubicBezTo>
                <a:lnTo>
                  <a:pt x="877007" y="171676"/>
                </a:lnTo>
                <a:lnTo>
                  <a:pt x="818419" y="171676"/>
                </a:lnTo>
                <a:lnTo>
                  <a:pt x="818419" y="167217"/>
                </a:lnTo>
                <a:cubicBezTo>
                  <a:pt x="823291" y="166721"/>
                  <a:pt x="826760" y="165152"/>
                  <a:pt x="828824" y="162510"/>
                </a:cubicBezTo>
                <a:cubicBezTo>
                  <a:pt x="830228" y="160693"/>
                  <a:pt x="830930" y="155326"/>
                  <a:pt x="830930" y="146408"/>
                </a:cubicBezTo>
                <a:lnTo>
                  <a:pt x="830930" y="81007"/>
                </a:lnTo>
                <a:cubicBezTo>
                  <a:pt x="830930" y="72148"/>
                  <a:pt x="830125" y="66633"/>
                  <a:pt x="828514" y="64460"/>
                </a:cubicBezTo>
                <a:cubicBezTo>
                  <a:pt x="826904" y="62287"/>
                  <a:pt x="823539" y="60866"/>
                  <a:pt x="818419" y="60198"/>
                </a:cubicBezTo>
                <a:lnTo>
                  <a:pt x="818419" y="55739"/>
                </a:lnTo>
                <a:lnTo>
                  <a:pt x="865612" y="557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DatasetBreakdown">
            <a:extLst xmlns:a="http://schemas.openxmlformats.org/drawingml/2006/main">
              <a:ext uri="{FF2B5EF4-FFF2-40B4-BE49-F238E27FC236}">
                <a16:creationId xmlns:a16="http://schemas.microsoft.com/office/drawing/2014/main" id="{876F5152-E43B-4DC2-B9F6-86FDD726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184" y="369262"/>
            <a:ext cx="2126466" cy="171428"/>
          </a:xfrm>
          <a:custGeom xmlns:a="http://schemas.openxmlformats.org/drawingml/2006/main">
            <a:pathLst>
              <a:path w="2126466" h="171428">
                <a:moveTo>
                  <a:pt x="0" y="167960"/>
                </a:moveTo>
                <a:lnTo>
                  <a:pt x="0" y="163501"/>
                </a:lnTo>
                <a:lnTo>
                  <a:pt x="5574" y="163501"/>
                </a:lnTo>
                <a:cubicBezTo>
                  <a:pt x="10446" y="163501"/>
                  <a:pt x="14182" y="162733"/>
                  <a:pt x="16784" y="161198"/>
                </a:cubicBezTo>
                <a:cubicBezTo>
                  <a:pt x="19385" y="159662"/>
                  <a:pt x="21305" y="157567"/>
                  <a:pt x="22543" y="154912"/>
                </a:cubicBezTo>
                <a:cubicBezTo>
                  <a:pt x="23286" y="153167"/>
                  <a:pt x="23658" y="147938"/>
                  <a:pt x="23658" y="139223"/>
                </a:cubicBezTo>
                <a:lnTo>
                  <a:pt x="23658" y="28737"/>
                </a:lnTo>
                <a:cubicBezTo>
                  <a:pt x="23658" y="20105"/>
                  <a:pt x="23204" y="14710"/>
                  <a:pt x="22296" y="12553"/>
                </a:cubicBezTo>
                <a:cubicBezTo>
                  <a:pt x="21387" y="10393"/>
                  <a:pt x="19550" y="8504"/>
                  <a:pt x="16784" y="6886"/>
                </a:cubicBezTo>
                <a:cubicBezTo>
                  <a:pt x="14017" y="5268"/>
                  <a:pt x="10281" y="4459"/>
                  <a:pt x="5574" y="4459"/>
                </a:cubicBezTo>
                <a:lnTo>
                  <a:pt x="0" y="4459"/>
                </a:lnTo>
                <a:lnTo>
                  <a:pt x="0" y="0"/>
                </a:lnTo>
                <a:lnTo>
                  <a:pt x="75186" y="0"/>
                </a:lnTo>
                <a:cubicBezTo>
                  <a:pt x="95252" y="0"/>
                  <a:pt x="111395" y="2725"/>
                  <a:pt x="123617" y="8175"/>
                </a:cubicBezTo>
                <a:cubicBezTo>
                  <a:pt x="138563" y="14864"/>
                  <a:pt x="149896" y="24979"/>
                  <a:pt x="157617" y="38522"/>
                </a:cubicBezTo>
                <a:cubicBezTo>
                  <a:pt x="165338" y="52064"/>
                  <a:pt x="169199" y="67382"/>
                  <a:pt x="169199" y="84475"/>
                </a:cubicBezTo>
                <a:cubicBezTo>
                  <a:pt x="169199" y="96284"/>
                  <a:pt x="167299" y="107163"/>
                  <a:pt x="163501" y="117114"/>
                </a:cubicBezTo>
                <a:cubicBezTo>
                  <a:pt x="159702" y="127064"/>
                  <a:pt x="154789" y="135280"/>
                  <a:pt x="148761" y="141763"/>
                </a:cubicBezTo>
                <a:cubicBezTo>
                  <a:pt x="142733" y="148245"/>
                  <a:pt x="135776" y="153447"/>
                  <a:pt x="127890" y="157370"/>
                </a:cubicBezTo>
                <a:cubicBezTo>
                  <a:pt x="120004" y="161292"/>
                  <a:pt x="110363" y="164327"/>
                  <a:pt x="98968" y="166474"/>
                </a:cubicBezTo>
                <a:cubicBezTo>
                  <a:pt x="93930" y="167465"/>
                  <a:pt x="86003" y="167960"/>
                  <a:pt x="75186" y="167960"/>
                </a:cubicBezTo>
                <a:lnTo>
                  <a:pt x="0" y="167960"/>
                </a:lnTo>
                <a:moveTo>
                  <a:pt x="64038" y="9414"/>
                </a:moveTo>
                <a:lnTo>
                  <a:pt x="64038" y="140354"/>
                </a:lnTo>
                <a:cubicBezTo>
                  <a:pt x="64038" y="147285"/>
                  <a:pt x="64368" y="151535"/>
                  <a:pt x="65029" y="153104"/>
                </a:cubicBezTo>
                <a:cubicBezTo>
                  <a:pt x="65689" y="154670"/>
                  <a:pt x="66804" y="155865"/>
                  <a:pt x="68373" y="156688"/>
                </a:cubicBezTo>
                <a:cubicBezTo>
                  <a:pt x="70603" y="157927"/>
                  <a:pt x="73823" y="158546"/>
                  <a:pt x="78034" y="158546"/>
                </a:cubicBezTo>
                <a:cubicBezTo>
                  <a:pt x="91825" y="158546"/>
                  <a:pt x="102353" y="153843"/>
                  <a:pt x="109620" y="144437"/>
                </a:cubicBezTo>
                <a:cubicBezTo>
                  <a:pt x="119529" y="131731"/>
                  <a:pt x="124484" y="112012"/>
                  <a:pt x="124484" y="85281"/>
                </a:cubicBezTo>
                <a:cubicBezTo>
                  <a:pt x="124484" y="63746"/>
                  <a:pt x="121098" y="46543"/>
                  <a:pt x="114327" y="33672"/>
                </a:cubicBezTo>
                <a:cubicBezTo>
                  <a:pt x="108959" y="23605"/>
                  <a:pt x="102064" y="16757"/>
                  <a:pt x="93641" y="13126"/>
                </a:cubicBezTo>
                <a:cubicBezTo>
                  <a:pt x="87696" y="10568"/>
                  <a:pt x="77828" y="9331"/>
                  <a:pt x="64038" y="9414"/>
                </a:cubicBezTo>
                <a:close/>
                <a:moveTo>
                  <a:pt x="252015" y="150867"/>
                </a:moveTo>
                <a:cubicBezTo>
                  <a:pt x="237895" y="163418"/>
                  <a:pt x="225219" y="169694"/>
                  <a:pt x="213989" y="169694"/>
                </a:cubicBezTo>
                <a:cubicBezTo>
                  <a:pt x="207383" y="169694"/>
                  <a:pt x="201892" y="167520"/>
                  <a:pt x="197515" y="163172"/>
                </a:cubicBezTo>
                <a:cubicBezTo>
                  <a:pt x="193139" y="158821"/>
                  <a:pt x="190950" y="153374"/>
                  <a:pt x="190950" y="146829"/>
                </a:cubicBezTo>
                <a:cubicBezTo>
                  <a:pt x="190950" y="137963"/>
                  <a:pt x="194749" y="129988"/>
                  <a:pt x="202346" y="122904"/>
                </a:cubicBezTo>
                <a:cubicBezTo>
                  <a:pt x="209943" y="115821"/>
                  <a:pt x="226499" y="106397"/>
                  <a:pt x="252015" y="94632"/>
                </a:cubicBezTo>
                <a:lnTo>
                  <a:pt x="252015" y="82989"/>
                </a:lnTo>
                <a:cubicBezTo>
                  <a:pt x="252015" y="74236"/>
                  <a:pt x="251541" y="68724"/>
                  <a:pt x="250591" y="66453"/>
                </a:cubicBezTo>
                <a:cubicBezTo>
                  <a:pt x="249641" y="64182"/>
                  <a:pt x="247845" y="62201"/>
                  <a:pt x="245203" y="60508"/>
                </a:cubicBezTo>
                <a:cubicBezTo>
                  <a:pt x="242560" y="58815"/>
                  <a:pt x="239588" y="57968"/>
                  <a:pt x="236285" y="57968"/>
                </a:cubicBezTo>
                <a:cubicBezTo>
                  <a:pt x="230917" y="57968"/>
                  <a:pt x="226499" y="59166"/>
                  <a:pt x="223031" y="61561"/>
                </a:cubicBezTo>
                <a:cubicBezTo>
                  <a:pt x="220884" y="63047"/>
                  <a:pt x="219811" y="64781"/>
                  <a:pt x="219811" y="66763"/>
                </a:cubicBezTo>
                <a:cubicBezTo>
                  <a:pt x="219811" y="68497"/>
                  <a:pt x="220967" y="70644"/>
                  <a:pt x="223279" y="73204"/>
                </a:cubicBezTo>
                <a:cubicBezTo>
                  <a:pt x="226417" y="76755"/>
                  <a:pt x="227986" y="80181"/>
                  <a:pt x="227986" y="83485"/>
                </a:cubicBezTo>
                <a:cubicBezTo>
                  <a:pt x="227986" y="87531"/>
                  <a:pt x="226479" y="90978"/>
                  <a:pt x="223465" y="93827"/>
                </a:cubicBezTo>
                <a:cubicBezTo>
                  <a:pt x="220451" y="96676"/>
                  <a:pt x="216508" y="98101"/>
                  <a:pt x="211636" y="98101"/>
                </a:cubicBezTo>
                <a:cubicBezTo>
                  <a:pt x="206433" y="98101"/>
                  <a:pt x="202077" y="96532"/>
                  <a:pt x="198568" y="93394"/>
                </a:cubicBezTo>
                <a:cubicBezTo>
                  <a:pt x="195058" y="90256"/>
                  <a:pt x="193304" y="86581"/>
                  <a:pt x="193304" y="82370"/>
                </a:cubicBezTo>
                <a:cubicBezTo>
                  <a:pt x="193304" y="76424"/>
                  <a:pt x="195657" y="70747"/>
                  <a:pt x="200364" y="65338"/>
                </a:cubicBezTo>
                <a:cubicBezTo>
                  <a:pt x="205071" y="59930"/>
                  <a:pt x="211636" y="55780"/>
                  <a:pt x="220058" y="52890"/>
                </a:cubicBezTo>
                <a:cubicBezTo>
                  <a:pt x="228481" y="50000"/>
                  <a:pt x="237234" y="48555"/>
                  <a:pt x="246318" y="48555"/>
                </a:cubicBezTo>
                <a:cubicBezTo>
                  <a:pt x="257300" y="48555"/>
                  <a:pt x="265991" y="50894"/>
                  <a:pt x="272391" y="55572"/>
                </a:cubicBezTo>
                <a:cubicBezTo>
                  <a:pt x="278791" y="60248"/>
                  <a:pt x="282940" y="65318"/>
                  <a:pt x="284839" y="70781"/>
                </a:cubicBezTo>
                <a:cubicBezTo>
                  <a:pt x="285996" y="74257"/>
                  <a:pt x="286574" y="82243"/>
                  <a:pt x="286574" y="94741"/>
                </a:cubicBezTo>
                <a:lnTo>
                  <a:pt x="286574" y="139808"/>
                </a:lnTo>
                <a:cubicBezTo>
                  <a:pt x="286574" y="145106"/>
                  <a:pt x="286780" y="148438"/>
                  <a:pt x="287193" y="149806"/>
                </a:cubicBezTo>
                <a:cubicBezTo>
                  <a:pt x="287606" y="151171"/>
                  <a:pt x="288225" y="152185"/>
                  <a:pt x="289051" y="152849"/>
                </a:cubicBezTo>
                <a:cubicBezTo>
                  <a:pt x="289877" y="153509"/>
                  <a:pt x="290826" y="153839"/>
                  <a:pt x="291900" y="153839"/>
                </a:cubicBezTo>
                <a:cubicBezTo>
                  <a:pt x="294047" y="153839"/>
                  <a:pt x="296235" y="152312"/>
                  <a:pt x="298465" y="149256"/>
                </a:cubicBezTo>
                <a:lnTo>
                  <a:pt x="302180" y="152229"/>
                </a:lnTo>
                <a:cubicBezTo>
                  <a:pt x="298052" y="158340"/>
                  <a:pt x="293778" y="162778"/>
                  <a:pt x="289360" y="165545"/>
                </a:cubicBezTo>
                <a:cubicBezTo>
                  <a:pt x="284943" y="168311"/>
                  <a:pt x="279926" y="169694"/>
                  <a:pt x="274311" y="169694"/>
                </a:cubicBezTo>
                <a:cubicBezTo>
                  <a:pt x="267705" y="169694"/>
                  <a:pt x="262544" y="168135"/>
                  <a:pt x="258828" y="165018"/>
                </a:cubicBezTo>
                <a:cubicBezTo>
                  <a:pt x="255112" y="161901"/>
                  <a:pt x="252841" y="157184"/>
                  <a:pt x="252015" y="150867"/>
                </a:cubicBezTo>
                <a:moveTo>
                  <a:pt x="252015" y="141701"/>
                </a:moveTo>
                <a:lnTo>
                  <a:pt x="252015" y="102954"/>
                </a:lnTo>
                <a:cubicBezTo>
                  <a:pt x="242024" y="108846"/>
                  <a:pt x="234592" y="115152"/>
                  <a:pt x="229720" y="121875"/>
                </a:cubicBezTo>
                <a:cubicBezTo>
                  <a:pt x="226499" y="126354"/>
                  <a:pt x="224889" y="130877"/>
                  <a:pt x="224889" y="135442"/>
                </a:cubicBezTo>
                <a:cubicBezTo>
                  <a:pt x="224889" y="139258"/>
                  <a:pt x="226252" y="142619"/>
                  <a:pt x="228977" y="145525"/>
                </a:cubicBezTo>
                <a:cubicBezTo>
                  <a:pt x="231041" y="147765"/>
                  <a:pt x="233931" y="148885"/>
                  <a:pt x="237647" y="148885"/>
                </a:cubicBezTo>
                <a:cubicBezTo>
                  <a:pt x="241776" y="148885"/>
                  <a:pt x="246565" y="146490"/>
                  <a:pt x="252015" y="141701"/>
                </a:cubicBezTo>
                <a:close/>
                <a:moveTo>
                  <a:pt x="360892" y="9414"/>
                </a:moveTo>
                <a:lnTo>
                  <a:pt x="360892" y="52023"/>
                </a:lnTo>
                <a:lnTo>
                  <a:pt x="388390" y="52023"/>
                </a:lnTo>
                <a:lnTo>
                  <a:pt x="388390" y="64162"/>
                </a:lnTo>
                <a:lnTo>
                  <a:pt x="360892" y="64162"/>
                </a:lnTo>
                <a:lnTo>
                  <a:pt x="360892" y="135825"/>
                </a:lnTo>
                <a:cubicBezTo>
                  <a:pt x="360892" y="142532"/>
                  <a:pt x="361202" y="146858"/>
                  <a:pt x="361821" y="148804"/>
                </a:cubicBezTo>
                <a:cubicBezTo>
                  <a:pt x="362441" y="150749"/>
                  <a:pt x="363535" y="152323"/>
                  <a:pt x="365104" y="153526"/>
                </a:cubicBezTo>
                <a:cubicBezTo>
                  <a:pt x="366673" y="154726"/>
                  <a:pt x="368118" y="155326"/>
                  <a:pt x="369439" y="155326"/>
                </a:cubicBezTo>
                <a:cubicBezTo>
                  <a:pt x="374806" y="155326"/>
                  <a:pt x="379885" y="151197"/>
                  <a:pt x="384674" y="142939"/>
                </a:cubicBezTo>
                <a:lnTo>
                  <a:pt x="388390" y="145691"/>
                </a:lnTo>
                <a:cubicBezTo>
                  <a:pt x="381702" y="161693"/>
                  <a:pt x="370843" y="169694"/>
                  <a:pt x="355814" y="169694"/>
                </a:cubicBezTo>
                <a:cubicBezTo>
                  <a:pt x="348465" y="169694"/>
                  <a:pt x="342251" y="167644"/>
                  <a:pt x="337172" y="163543"/>
                </a:cubicBezTo>
                <a:cubicBezTo>
                  <a:pt x="332094" y="159440"/>
                  <a:pt x="328853" y="154861"/>
                  <a:pt x="327449" y="149806"/>
                </a:cubicBezTo>
                <a:cubicBezTo>
                  <a:pt x="326623" y="146988"/>
                  <a:pt x="326210" y="139364"/>
                  <a:pt x="326210" y="126934"/>
                </a:cubicBezTo>
                <a:lnTo>
                  <a:pt x="326210" y="64162"/>
                </a:lnTo>
                <a:lnTo>
                  <a:pt x="311099" y="64162"/>
                </a:lnTo>
                <a:lnTo>
                  <a:pt x="311099" y="59815"/>
                </a:lnTo>
                <a:cubicBezTo>
                  <a:pt x="321504" y="52450"/>
                  <a:pt x="330360" y="44712"/>
                  <a:pt x="337668" y="36602"/>
                </a:cubicBezTo>
                <a:cubicBezTo>
                  <a:pt x="344976" y="28491"/>
                  <a:pt x="351355" y="19429"/>
                  <a:pt x="356805" y="9414"/>
                </a:cubicBezTo>
                <a:lnTo>
                  <a:pt x="360892" y="9414"/>
                </a:lnTo>
                <a:close/>
                <a:moveTo>
                  <a:pt x="463834" y="150867"/>
                </a:moveTo>
                <a:cubicBezTo>
                  <a:pt x="449713" y="163418"/>
                  <a:pt x="437038" y="169694"/>
                  <a:pt x="425807" y="169694"/>
                </a:cubicBezTo>
                <a:cubicBezTo>
                  <a:pt x="419201" y="169694"/>
                  <a:pt x="413710" y="167520"/>
                  <a:pt x="409333" y="163172"/>
                </a:cubicBezTo>
                <a:cubicBezTo>
                  <a:pt x="404957" y="158821"/>
                  <a:pt x="402769" y="153374"/>
                  <a:pt x="402769" y="146829"/>
                </a:cubicBezTo>
                <a:cubicBezTo>
                  <a:pt x="402769" y="137963"/>
                  <a:pt x="406567" y="129988"/>
                  <a:pt x="414164" y="122904"/>
                </a:cubicBezTo>
                <a:cubicBezTo>
                  <a:pt x="421761" y="115821"/>
                  <a:pt x="438318" y="106397"/>
                  <a:pt x="463834" y="94632"/>
                </a:cubicBezTo>
                <a:lnTo>
                  <a:pt x="463834" y="82989"/>
                </a:lnTo>
                <a:cubicBezTo>
                  <a:pt x="463834" y="74236"/>
                  <a:pt x="463359" y="68724"/>
                  <a:pt x="462409" y="66453"/>
                </a:cubicBezTo>
                <a:cubicBezTo>
                  <a:pt x="461460" y="64182"/>
                  <a:pt x="459664" y="62201"/>
                  <a:pt x="457021" y="60508"/>
                </a:cubicBezTo>
                <a:cubicBezTo>
                  <a:pt x="454379" y="58815"/>
                  <a:pt x="451406" y="57968"/>
                  <a:pt x="448103" y="57968"/>
                </a:cubicBezTo>
                <a:cubicBezTo>
                  <a:pt x="442735" y="57968"/>
                  <a:pt x="438318" y="59166"/>
                  <a:pt x="434849" y="61561"/>
                </a:cubicBezTo>
                <a:cubicBezTo>
                  <a:pt x="432702" y="63047"/>
                  <a:pt x="431629" y="64781"/>
                  <a:pt x="431629" y="66763"/>
                </a:cubicBezTo>
                <a:cubicBezTo>
                  <a:pt x="431629" y="68497"/>
                  <a:pt x="432785" y="70644"/>
                  <a:pt x="435097" y="73204"/>
                </a:cubicBezTo>
                <a:cubicBezTo>
                  <a:pt x="438235" y="76755"/>
                  <a:pt x="439804" y="80181"/>
                  <a:pt x="439804" y="83485"/>
                </a:cubicBezTo>
                <a:cubicBezTo>
                  <a:pt x="439804" y="87531"/>
                  <a:pt x="438297" y="90978"/>
                  <a:pt x="435283" y="93827"/>
                </a:cubicBezTo>
                <a:cubicBezTo>
                  <a:pt x="432269" y="96676"/>
                  <a:pt x="428326" y="98101"/>
                  <a:pt x="423454" y="98101"/>
                </a:cubicBezTo>
                <a:cubicBezTo>
                  <a:pt x="418252" y="98101"/>
                  <a:pt x="413896" y="96532"/>
                  <a:pt x="410386" y="93394"/>
                </a:cubicBezTo>
                <a:cubicBezTo>
                  <a:pt x="406877" y="90256"/>
                  <a:pt x="405122" y="86581"/>
                  <a:pt x="405122" y="82370"/>
                </a:cubicBezTo>
                <a:cubicBezTo>
                  <a:pt x="405122" y="76424"/>
                  <a:pt x="407475" y="70747"/>
                  <a:pt x="412182" y="65338"/>
                </a:cubicBezTo>
                <a:cubicBezTo>
                  <a:pt x="416889" y="59930"/>
                  <a:pt x="423454" y="55780"/>
                  <a:pt x="431877" y="52890"/>
                </a:cubicBezTo>
                <a:cubicBezTo>
                  <a:pt x="440299" y="50000"/>
                  <a:pt x="449052" y="48555"/>
                  <a:pt x="458136" y="48555"/>
                </a:cubicBezTo>
                <a:cubicBezTo>
                  <a:pt x="469118" y="48555"/>
                  <a:pt x="477810" y="50894"/>
                  <a:pt x="484209" y="55572"/>
                </a:cubicBezTo>
                <a:cubicBezTo>
                  <a:pt x="490609" y="60248"/>
                  <a:pt x="494758" y="65318"/>
                  <a:pt x="496658" y="70781"/>
                </a:cubicBezTo>
                <a:cubicBezTo>
                  <a:pt x="497814" y="74257"/>
                  <a:pt x="498392" y="82243"/>
                  <a:pt x="498392" y="94741"/>
                </a:cubicBezTo>
                <a:lnTo>
                  <a:pt x="498392" y="139808"/>
                </a:lnTo>
                <a:cubicBezTo>
                  <a:pt x="498392" y="145106"/>
                  <a:pt x="498598" y="148438"/>
                  <a:pt x="499011" y="149806"/>
                </a:cubicBezTo>
                <a:cubicBezTo>
                  <a:pt x="499424" y="151171"/>
                  <a:pt x="500043" y="152185"/>
                  <a:pt x="500869" y="152849"/>
                </a:cubicBezTo>
                <a:cubicBezTo>
                  <a:pt x="501695" y="153509"/>
                  <a:pt x="502644" y="153839"/>
                  <a:pt x="503718" y="153839"/>
                </a:cubicBezTo>
                <a:cubicBezTo>
                  <a:pt x="505865" y="153839"/>
                  <a:pt x="508053" y="152312"/>
                  <a:pt x="510283" y="149256"/>
                </a:cubicBezTo>
                <a:lnTo>
                  <a:pt x="513999" y="152229"/>
                </a:lnTo>
                <a:cubicBezTo>
                  <a:pt x="509870" y="158340"/>
                  <a:pt x="505597" y="162778"/>
                  <a:pt x="501179" y="165545"/>
                </a:cubicBezTo>
                <a:cubicBezTo>
                  <a:pt x="496761" y="168311"/>
                  <a:pt x="491744" y="169694"/>
                  <a:pt x="486129" y="169694"/>
                </a:cubicBezTo>
                <a:cubicBezTo>
                  <a:pt x="479523" y="169694"/>
                  <a:pt x="474362" y="168135"/>
                  <a:pt x="470646" y="165018"/>
                </a:cubicBezTo>
                <a:cubicBezTo>
                  <a:pt x="466930" y="161901"/>
                  <a:pt x="464659" y="157184"/>
                  <a:pt x="463834" y="150867"/>
                </a:cubicBezTo>
                <a:moveTo>
                  <a:pt x="463834" y="141701"/>
                </a:moveTo>
                <a:lnTo>
                  <a:pt x="463834" y="102954"/>
                </a:lnTo>
                <a:cubicBezTo>
                  <a:pt x="453842" y="108846"/>
                  <a:pt x="446410" y="115152"/>
                  <a:pt x="441538" y="121875"/>
                </a:cubicBezTo>
                <a:cubicBezTo>
                  <a:pt x="438318" y="126354"/>
                  <a:pt x="436707" y="130877"/>
                  <a:pt x="436707" y="135442"/>
                </a:cubicBezTo>
                <a:cubicBezTo>
                  <a:pt x="436707" y="139258"/>
                  <a:pt x="438070" y="142619"/>
                  <a:pt x="440795" y="145525"/>
                </a:cubicBezTo>
                <a:cubicBezTo>
                  <a:pt x="442859" y="147765"/>
                  <a:pt x="445749" y="148885"/>
                  <a:pt x="449465" y="148885"/>
                </a:cubicBezTo>
                <a:cubicBezTo>
                  <a:pt x="453594" y="148885"/>
                  <a:pt x="458384" y="146490"/>
                  <a:pt x="463834" y="141701"/>
                </a:cubicBezTo>
                <a:close/>
                <a:moveTo>
                  <a:pt x="601482" y="49050"/>
                </a:moveTo>
                <a:lnTo>
                  <a:pt x="603340" y="88687"/>
                </a:lnTo>
                <a:lnTo>
                  <a:pt x="599129" y="88687"/>
                </a:lnTo>
                <a:cubicBezTo>
                  <a:pt x="594092" y="76866"/>
                  <a:pt x="588869" y="68791"/>
                  <a:pt x="583460" y="64464"/>
                </a:cubicBezTo>
                <a:cubicBezTo>
                  <a:pt x="578051" y="60134"/>
                  <a:pt x="572663" y="57968"/>
                  <a:pt x="567296" y="57968"/>
                </a:cubicBezTo>
                <a:cubicBezTo>
                  <a:pt x="563910" y="57968"/>
                  <a:pt x="561020" y="59104"/>
                  <a:pt x="558625" y="61375"/>
                </a:cubicBezTo>
                <a:cubicBezTo>
                  <a:pt x="556231" y="63646"/>
                  <a:pt x="555033" y="66267"/>
                  <a:pt x="555033" y="69240"/>
                </a:cubicBezTo>
                <a:cubicBezTo>
                  <a:pt x="555033" y="71470"/>
                  <a:pt x="555859" y="73617"/>
                  <a:pt x="557511" y="75681"/>
                </a:cubicBezTo>
                <a:cubicBezTo>
                  <a:pt x="560153" y="79067"/>
                  <a:pt x="567544" y="84868"/>
                  <a:pt x="579682" y="93084"/>
                </a:cubicBezTo>
                <a:cubicBezTo>
                  <a:pt x="591821" y="101300"/>
                  <a:pt x="599810" y="108278"/>
                  <a:pt x="603650" y="114017"/>
                </a:cubicBezTo>
                <a:cubicBezTo>
                  <a:pt x="607490" y="119756"/>
                  <a:pt x="609410" y="126176"/>
                  <a:pt x="609410" y="133278"/>
                </a:cubicBezTo>
                <a:cubicBezTo>
                  <a:pt x="609410" y="139719"/>
                  <a:pt x="607799" y="146036"/>
                  <a:pt x="604579" y="152229"/>
                </a:cubicBezTo>
                <a:cubicBezTo>
                  <a:pt x="601358" y="158422"/>
                  <a:pt x="596817" y="163171"/>
                  <a:pt x="590954" y="166474"/>
                </a:cubicBezTo>
                <a:cubicBezTo>
                  <a:pt x="585091" y="169777"/>
                  <a:pt x="578609" y="171428"/>
                  <a:pt x="571507" y="171428"/>
                </a:cubicBezTo>
                <a:cubicBezTo>
                  <a:pt x="565975" y="171428"/>
                  <a:pt x="558584" y="169662"/>
                  <a:pt x="549335" y="166129"/>
                </a:cubicBezTo>
                <a:cubicBezTo>
                  <a:pt x="546858" y="165203"/>
                  <a:pt x="545165" y="164740"/>
                  <a:pt x="544257" y="164740"/>
                </a:cubicBezTo>
                <a:cubicBezTo>
                  <a:pt x="541532" y="164740"/>
                  <a:pt x="539261" y="166804"/>
                  <a:pt x="537444" y="170933"/>
                </a:cubicBezTo>
                <a:lnTo>
                  <a:pt x="533357" y="170933"/>
                </a:lnTo>
                <a:lnTo>
                  <a:pt x="531375" y="129314"/>
                </a:lnTo>
                <a:lnTo>
                  <a:pt x="535587" y="129314"/>
                </a:lnTo>
                <a:cubicBezTo>
                  <a:pt x="539302" y="140214"/>
                  <a:pt x="544402" y="148389"/>
                  <a:pt x="550884" y="153839"/>
                </a:cubicBezTo>
                <a:cubicBezTo>
                  <a:pt x="557366" y="159289"/>
                  <a:pt x="563497" y="162014"/>
                  <a:pt x="569278" y="162014"/>
                </a:cubicBezTo>
                <a:cubicBezTo>
                  <a:pt x="573241" y="162014"/>
                  <a:pt x="576482" y="160796"/>
                  <a:pt x="579001" y="158360"/>
                </a:cubicBezTo>
                <a:cubicBezTo>
                  <a:pt x="581520" y="155924"/>
                  <a:pt x="582779" y="152972"/>
                  <a:pt x="582779" y="149504"/>
                </a:cubicBezTo>
                <a:cubicBezTo>
                  <a:pt x="582779" y="145541"/>
                  <a:pt x="581540" y="142114"/>
                  <a:pt x="579063" y="139223"/>
                </a:cubicBezTo>
                <a:cubicBezTo>
                  <a:pt x="576586" y="136333"/>
                  <a:pt x="571053" y="131957"/>
                  <a:pt x="562465" y="126094"/>
                </a:cubicBezTo>
                <a:cubicBezTo>
                  <a:pt x="549831" y="117341"/>
                  <a:pt x="541656" y="110652"/>
                  <a:pt x="537940" y="106028"/>
                </a:cubicBezTo>
                <a:cubicBezTo>
                  <a:pt x="532490" y="99257"/>
                  <a:pt x="529765" y="91783"/>
                  <a:pt x="529765" y="83608"/>
                </a:cubicBezTo>
                <a:cubicBezTo>
                  <a:pt x="529765" y="74690"/>
                  <a:pt x="532841" y="66618"/>
                  <a:pt x="538993" y="59393"/>
                </a:cubicBezTo>
                <a:cubicBezTo>
                  <a:pt x="545145" y="52168"/>
                  <a:pt x="554042" y="48555"/>
                  <a:pt x="565686" y="48555"/>
                </a:cubicBezTo>
                <a:cubicBezTo>
                  <a:pt x="571961" y="48555"/>
                  <a:pt x="578031" y="50142"/>
                  <a:pt x="583894" y="53316"/>
                </a:cubicBezTo>
                <a:cubicBezTo>
                  <a:pt x="586123" y="54601"/>
                  <a:pt x="587940" y="55243"/>
                  <a:pt x="589344" y="55243"/>
                </a:cubicBezTo>
                <a:cubicBezTo>
                  <a:pt x="590830" y="55243"/>
                  <a:pt x="592027" y="54934"/>
                  <a:pt x="592936" y="54314"/>
                </a:cubicBezTo>
                <a:cubicBezTo>
                  <a:pt x="593844" y="53695"/>
                  <a:pt x="595289" y="51940"/>
                  <a:pt x="597271" y="49050"/>
                </a:cubicBezTo>
                <a:lnTo>
                  <a:pt x="601482" y="49050"/>
                </a:lnTo>
                <a:close/>
                <a:moveTo>
                  <a:pt x="725819" y="105780"/>
                </a:moveTo>
                <a:lnTo>
                  <a:pt x="662277" y="105780"/>
                </a:lnTo>
                <a:cubicBezTo>
                  <a:pt x="663020" y="121181"/>
                  <a:pt x="667108" y="133352"/>
                  <a:pt x="674540" y="142293"/>
                </a:cubicBezTo>
                <a:cubicBezTo>
                  <a:pt x="680237" y="149165"/>
                  <a:pt x="687091" y="152601"/>
                  <a:pt x="695101" y="152601"/>
                </a:cubicBezTo>
                <a:cubicBezTo>
                  <a:pt x="700056" y="152601"/>
                  <a:pt x="704556" y="151218"/>
                  <a:pt x="708602" y="148451"/>
                </a:cubicBezTo>
                <a:cubicBezTo>
                  <a:pt x="712649" y="145685"/>
                  <a:pt x="716984" y="140710"/>
                  <a:pt x="721608" y="133526"/>
                </a:cubicBezTo>
                <a:lnTo>
                  <a:pt x="725819" y="136251"/>
                </a:lnTo>
                <a:cubicBezTo>
                  <a:pt x="719544" y="149050"/>
                  <a:pt x="712607" y="158113"/>
                  <a:pt x="705010" y="163439"/>
                </a:cubicBezTo>
                <a:cubicBezTo>
                  <a:pt x="697413" y="168765"/>
                  <a:pt x="688619" y="171428"/>
                  <a:pt x="678627" y="171428"/>
                </a:cubicBezTo>
                <a:cubicBezTo>
                  <a:pt x="661451" y="171428"/>
                  <a:pt x="648446" y="164816"/>
                  <a:pt x="639610" y="151591"/>
                </a:cubicBezTo>
                <a:cubicBezTo>
                  <a:pt x="632508" y="140928"/>
                  <a:pt x="628958" y="127703"/>
                  <a:pt x="628958" y="111915"/>
                </a:cubicBezTo>
                <a:cubicBezTo>
                  <a:pt x="628958" y="92572"/>
                  <a:pt x="634181" y="77176"/>
                  <a:pt x="644626" y="65729"/>
                </a:cubicBezTo>
                <a:cubicBezTo>
                  <a:pt x="655072" y="54280"/>
                  <a:pt x="667314" y="48555"/>
                  <a:pt x="681352" y="48555"/>
                </a:cubicBezTo>
                <a:cubicBezTo>
                  <a:pt x="693078" y="48555"/>
                  <a:pt x="703256" y="53365"/>
                  <a:pt x="711885" y="62985"/>
                </a:cubicBezTo>
                <a:cubicBezTo>
                  <a:pt x="720514" y="72605"/>
                  <a:pt x="725159" y="86870"/>
                  <a:pt x="725819" y="105780"/>
                </a:cubicBezTo>
                <a:moveTo>
                  <a:pt x="695349" y="97605"/>
                </a:moveTo>
                <a:cubicBezTo>
                  <a:pt x="695349" y="84310"/>
                  <a:pt x="694626" y="75186"/>
                  <a:pt x="693181" y="70231"/>
                </a:cubicBezTo>
                <a:cubicBezTo>
                  <a:pt x="691736" y="65276"/>
                  <a:pt x="689486" y="61519"/>
                  <a:pt x="686431" y="58959"/>
                </a:cubicBezTo>
                <a:cubicBezTo>
                  <a:pt x="684697" y="57473"/>
                  <a:pt x="682384" y="56730"/>
                  <a:pt x="679494" y="56730"/>
                </a:cubicBezTo>
                <a:cubicBezTo>
                  <a:pt x="675200" y="56730"/>
                  <a:pt x="671691" y="58836"/>
                  <a:pt x="668966" y="63047"/>
                </a:cubicBezTo>
                <a:cubicBezTo>
                  <a:pt x="664094" y="70396"/>
                  <a:pt x="661658" y="80471"/>
                  <a:pt x="661658" y="93270"/>
                </a:cubicBezTo>
                <a:lnTo>
                  <a:pt x="661658" y="97605"/>
                </a:lnTo>
                <a:lnTo>
                  <a:pt x="695349" y="97605"/>
                </a:lnTo>
                <a:close/>
                <a:moveTo>
                  <a:pt x="787572" y="9414"/>
                </a:moveTo>
                <a:lnTo>
                  <a:pt x="787572" y="52023"/>
                </a:lnTo>
                <a:lnTo>
                  <a:pt x="815070" y="52023"/>
                </a:lnTo>
                <a:lnTo>
                  <a:pt x="815070" y="64162"/>
                </a:lnTo>
                <a:lnTo>
                  <a:pt x="787572" y="64162"/>
                </a:lnTo>
                <a:lnTo>
                  <a:pt x="787572" y="135825"/>
                </a:lnTo>
                <a:cubicBezTo>
                  <a:pt x="787572" y="142532"/>
                  <a:pt x="787882" y="146858"/>
                  <a:pt x="788501" y="148804"/>
                </a:cubicBezTo>
                <a:cubicBezTo>
                  <a:pt x="789120" y="150749"/>
                  <a:pt x="790214" y="152323"/>
                  <a:pt x="791783" y="153526"/>
                </a:cubicBezTo>
                <a:cubicBezTo>
                  <a:pt x="793352" y="154726"/>
                  <a:pt x="794797" y="155326"/>
                  <a:pt x="796119" y="155326"/>
                </a:cubicBezTo>
                <a:cubicBezTo>
                  <a:pt x="801486" y="155326"/>
                  <a:pt x="806565" y="151197"/>
                  <a:pt x="811354" y="142939"/>
                </a:cubicBezTo>
                <a:lnTo>
                  <a:pt x="815070" y="145691"/>
                </a:lnTo>
                <a:cubicBezTo>
                  <a:pt x="808381" y="161693"/>
                  <a:pt x="797522" y="169694"/>
                  <a:pt x="782494" y="169694"/>
                </a:cubicBezTo>
                <a:cubicBezTo>
                  <a:pt x="775144" y="169694"/>
                  <a:pt x="768930" y="167644"/>
                  <a:pt x="763852" y="163543"/>
                </a:cubicBezTo>
                <a:cubicBezTo>
                  <a:pt x="758774" y="159440"/>
                  <a:pt x="755532" y="154861"/>
                  <a:pt x="754129" y="149806"/>
                </a:cubicBezTo>
                <a:cubicBezTo>
                  <a:pt x="753303" y="146988"/>
                  <a:pt x="752890" y="139364"/>
                  <a:pt x="752890" y="126934"/>
                </a:cubicBezTo>
                <a:lnTo>
                  <a:pt x="752890" y="64162"/>
                </a:lnTo>
                <a:lnTo>
                  <a:pt x="737779" y="64162"/>
                </a:lnTo>
                <a:lnTo>
                  <a:pt x="737779" y="59815"/>
                </a:lnTo>
                <a:cubicBezTo>
                  <a:pt x="748183" y="52450"/>
                  <a:pt x="757039" y="44712"/>
                  <a:pt x="764347" y="36602"/>
                </a:cubicBezTo>
                <a:cubicBezTo>
                  <a:pt x="771655" y="28491"/>
                  <a:pt x="778034" y="19429"/>
                  <a:pt x="783484" y="9414"/>
                </a:cubicBezTo>
                <a:lnTo>
                  <a:pt x="787572" y="9414"/>
                </a:lnTo>
                <a:close/>
                <a:moveTo>
                  <a:pt x="992789" y="78902"/>
                </a:moveTo>
                <a:cubicBezTo>
                  <a:pt x="1008726" y="82617"/>
                  <a:pt x="1019916" y="87118"/>
                  <a:pt x="1026357" y="92403"/>
                </a:cubicBezTo>
                <a:cubicBezTo>
                  <a:pt x="1035605" y="99917"/>
                  <a:pt x="1040229" y="109661"/>
                  <a:pt x="1040229" y="121635"/>
                </a:cubicBezTo>
                <a:cubicBezTo>
                  <a:pt x="1040229" y="134269"/>
                  <a:pt x="1035151" y="144715"/>
                  <a:pt x="1024994" y="152972"/>
                </a:cubicBezTo>
                <a:cubicBezTo>
                  <a:pt x="1012525" y="162964"/>
                  <a:pt x="994400" y="167960"/>
                  <a:pt x="970618" y="167960"/>
                </a:cubicBezTo>
                <a:lnTo>
                  <a:pt x="885275" y="167960"/>
                </a:lnTo>
                <a:lnTo>
                  <a:pt x="885275" y="163501"/>
                </a:lnTo>
                <a:cubicBezTo>
                  <a:pt x="893037" y="163501"/>
                  <a:pt x="898301" y="162774"/>
                  <a:pt x="901068" y="161322"/>
                </a:cubicBezTo>
                <a:cubicBezTo>
                  <a:pt x="903834" y="159869"/>
                  <a:pt x="905775" y="157981"/>
                  <a:pt x="906889" y="155659"/>
                </a:cubicBezTo>
                <a:cubicBezTo>
                  <a:pt x="908004" y="153336"/>
                  <a:pt x="908562" y="147610"/>
                  <a:pt x="908562" y="138480"/>
                </a:cubicBezTo>
                <a:lnTo>
                  <a:pt x="908562" y="29480"/>
                </a:lnTo>
                <a:cubicBezTo>
                  <a:pt x="908562" y="20350"/>
                  <a:pt x="908004" y="14603"/>
                  <a:pt x="906889" y="12239"/>
                </a:cubicBezTo>
                <a:cubicBezTo>
                  <a:pt x="905775" y="9873"/>
                  <a:pt x="903813" y="7985"/>
                  <a:pt x="901006" y="6576"/>
                </a:cubicBezTo>
                <a:cubicBezTo>
                  <a:pt x="898198" y="5165"/>
                  <a:pt x="892955" y="4459"/>
                  <a:pt x="885275" y="4459"/>
                </a:cubicBezTo>
                <a:lnTo>
                  <a:pt x="885275" y="0"/>
                </a:lnTo>
                <a:lnTo>
                  <a:pt x="965787" y="0"/>
                </a:lnTo>
                <a:cubicBezTo>
                  <a:pt x="985027" y="0"/>
                  <a:pt x="998652" y="1713"/>
                  <a:pt x="1006662" y="5140"/>
                </a:cubicBezTo>
                <a:cubicBezTo>
                  <a:pt x="1014672" y="8567"/>
                  <a:pt x="1020989" y="13687"/>
                  <a:pt x="1025613" y="20500"/>
                </a:cubicBezTo>
                <a:cubicBezTo>
                  <a:pt x="1030238" y="27312"/>
                  <a:pt x="1032550" y="34558"/>
                  <a:pt x="1032550" y="42238"/>
                </a:cubicBezTo>
                <a:cubicBezTo>
                  <a:pt x="1032550" y="50330"/>
                  <a:pt x="1029618" y="57535"/>
                  <a:pt x="1023755" y="63852"/>
                </a:cubicBezTo>
                <a:cubicBezTo>
                  <a:pt x="1017892" y="70169"/>
                  <a:pt x="1007570" y="75186"/>
                  <a:pt x="992789" y="78902"/>
                </a:cubicBezTo>
                <a:moveTo>
                  <a:pt x="947703" y="75557"/>
                </a:moveTo>
                <a:cubicBezTo>
                  <a:pt x="959428" y="75557"/>
                  <a:pt x="968078" y="74236"/>
                  <a:pt x="973652" y="71594"/>
                </a:cubicBezTo>
                <a:cubicBezTo>
                  <a:pt x="979226" y="68951"/>
                  <a:pt x="983499" y="65235"/>
                  <a:pt x="986472" y="60446"/>
                </a:cubicBezTo>
                <a:cubicBezTo>
                  <a:pt x="989445" y="55656"/>
                  <a:pt x="990931" y="49546"/>
                  <a:pt x="990931" y="42114"/>
                </a:cubicBezTo>
                <a:cubicBezTo>
                  <a:pt x="990931" y="34682"/>
                  <a:pt x="989466" y="28592"/>
                  <a:pt x="986534" y="23844"/>
                </a:cubicBezTo>
                <a:cubicBezTo>
                  <a:pt x="983603" y="19096"/>
                  <a:pt x="979412" y="15483"/>
                  <a:pt x="973962" y="13006"/>
                </a:cubicBezTo>
                <a:cubicBezTo>
                  <a:pt x="968512" y="10528"/>
                  <a:pt x="959759" y="9331"/>
                  <a:pt x="947703" y="9414"/>
                </a:cubicBezTo>
                <a:lnTo>
                  <a:pt x="947703" y="75557"/>
                </a:lnTo>
                <a:moveTo>
                  <a:pt x="947703" y="85219"/>
                </a:moveTo>
                <a:lnTo>
                  <a:pt x="947703" y="139100"/>
                </a:lnTo>
                <a:lnTo>
                  <a:pt x="947579" y="145215"/>
                </a:lnTo>
                <a:cubicBezTo>
                  <a:pt x="947579" y="149618"/>
                  <a:pt x="948714" y="152940"/>
                  <a:pt x="950985" y="155183"/>
                </a:cubicBezTo>
                <a:cubicBezTo>
                  <a:pt x="953256" y="157425"/>
                  <a:pt x="956621" y="158546"/>
                  <a:pt x="961080" y="158546"/>
                </a:cubicBezTo>
                <a:cubicBezTo>
                  <a:pt x="967686" y="158546"/>
                  <a:pt x="973776" y="157086"/>
                  <a:pt x="979350" y="154165"/>
                </a:cubicBezTo>
                <a:cubicBezTo>
                  <a:pt x="984924" y="151243"/>
                  <a:pt x="989197" y="147005"/>
                  <a:pt x="992170" y="141449"/>
                </a:cubicBezTo>
                <a:cubicBezTo>
                  <a:pt x="995143" y="135893"/>
                  <a:pt x="996629" y="129700"/>
                  <a:pt x="996629" y="122870"/>
                </a:cubicBezTo>
                <a:cubicBezTo>
                  <a:pt x="996629" y="115053"/>
                  <a:pt x="994812" y="108038"/>
                  <a:pt x="991179" y="101824"/>
                </a:cubicBezTo>
                <a:cubicBezTo>
                  <a:pt x="987546" y="95610"/>
                  <a:pt x="982550" y="91269"/>
                  <a:pt x="976191" y="88799"/>
                </a:cubicBezTo>
                <a:cubicBezTo>
                  <a:pt x="969833" y="86330"/>
                  <a:pt x="960337" y="85136"/>
                  <a:pt x="947703" y="85219"/>
                </a:cubicBezTo>
                <a:close/>
                <a:moveTo>
                  <a:pt x="1106517" y="52023"/>
                </a:moveTo>
                <a:lnTo>
                  <a:pt x="1106517" y="78282"/>
                </a:lnTo>
                <a:cubicBezTo>
                  <a:pt x="1114196" y="66309"/>
                  <a:pt x="1120926" y="58361"/>
                  <a:pt x="1126707" y="54438"/>
                </a:cubicBezTo>
                <a:cubicBezTo>
                  <a:pt x="1132487" y="50516"/>
                  <a:pt x="1138061" y="48555"/>
                  <a:pt x="1143428" y="48555"/>
                </a:cubicBezTo>
                <a:cubicBezTo>
                  <a:pt x="1148053" y="48555"/>
                  <a:pt x="1151748" y="49984"/>
                  <a:pt x="1154514" y="52844"/>
                </a:cubicBezTo>
                <a:cubicBezTo>
                  <a:pt x="1157280" y="55703"/>
                  <a:pt x="1158664" y="59743"/>
                  <a:pt x="1158664" y="64963"/>
                </a:cubicBezTo>
                <a:cubicBezTo>
                  <a:pt x="1158664" y="70516"/>
                  <a:pt x="1157322" y="74827"/>
                  <a:pt x="1154638" y="77895"/>
                </a:cubicBezTo>
                <a:cubicBezTo>
                  <a:pt x="1151954" y="80961"/>
                  <a:pt x="1148713" y="82494"/>
                  <a:pt x="1144915" y="82494"/>
                </a:cubicBezTo>
                <a:cubicBezTo>
                  <a:pt x="1140538" y="82494"/>
                  <a:pt x="1136740" y="81090"/>
                  <a:pt x="1133519" y="78282"/>
                </a:cubicBezTo>
                <a:cubicBezTo>
                  <a:pt x="1130299" y="75475"/>
                  <a:pt x="1128399" y="73906"/>
                  <a:pt x="1127821" y="73575"/>
                </a:cubicBezTo>
                <a:cubicBezTo>
                  <a:pt x="1126996" y="73080"/>
                  <a:pt x="1126046" y="72832"/>
                  <a:pt x="1124972" y="72832"/>
                </a:cubicBezTo>
                <a:cubicBezTo>
                  <a:pt x="1122578" y="72832"/>
                  <a:pt x="1120307" y="73741"/>
                  <a:pt x="1118160" y="75557"/>
                </a:cubicBezTo>
                <a:cubicBezTo>
                  <a:pt x="1114774" y="78365"/>
                  <a:pt x="1112214" y="82370"/>
                  <a:pt x="1110480" y="87572"/>
                </a:cubicBezTo>
                <a:cubicBezTo>
                  <a:pt x="1107838" y="95582"/>
                  <a:pt x="1106517" y="104418"/>
                  <a:pt x="1106517" y="114079"/>
                </a:cubicBezTo>
                <a:lnTo>
                  <a:pt x="1106517" y="140710"/>
                </a:lnTo>
                <a:lnTo>
                  <a:pt x="1106641" y="147646"/>
                </a:lnTo>
                <a:cubicBezTo>
                  <a:pt x="1106641" y="152353"/>
                  <a:pt x="1106930" y="155367"/>
                  <a:pt x="1107508" y="156688"/>
                </a:cubicBezTo>
                <a:cubicBezTo>
                  <a:pt x="1108499" y="158918"/>
                  <a:pt x="1109964" y="160549"/>
                  <a:pt x="1111905" y="161581"/>
                </a:cubicBezTo>
                <a:cubicBezTo>
                  <a:pt x="1113845" y="162613"/>
                  <a:pt x="1117128" y="163253"/>
                  <a:pt x="1121752" y="163501"/>
                </a:cubicBezTo>
                <a:lnTo>
                  <a:pt x="1121752" y="167960"/>
                </a:lnTo>
                <a:lnTo>
                  <a:pt x="1059201" y="167960"/>
                </a:lnTo>
                <a:lnTo>
                  <a:pt x="1059201" y="163501"/>
                </a:lnTo>
                <a:cubicBezTo>
                  <a:pt x="1064238" y="163088"/>
                  <a:pt x="1067644" y="161705"/>
                  <a:pt x="1069419" y="159351"/>
                </a:cubicBezTo>
                <a:cubicBezTo>
                  <a:pt x="1071195" y="156998"/>
                  <a:pt x="1072082" y="150784"/>
                  <a:pt x="1072082" y="140710"/>
                </a:cubicBezTo>
                <a:lnTo>
                  <a:pt x="1072082" y="76548"/>
                </a:lnTo>
                <a:cubicBezTo>
                  <a:pt x="1072082" y="69901"/>
                  <a:pt x="1071752" y="65664"/>
                  <a:pt x="1071092" y="63837"/>
                </a:cubicBezTo>
                <a:cubicBezTo>
                  <a:pt x="1070266" y="61509"/>
                  <a:pt x="1069068" y="59806"/>
                  <a:pt x="1067499" y="58727"/>
                </a:cubicBezTo>
                <a:cubicBezTo>
                  <a:pt x="1065931" y="57646"/>
                  <a:pt x="1063164" y="56898"/>
                  <a:pt x="1059201" y="56482"/>
                </a:cubicBezTo>
                <a:lnTo>
                  <a:pt x="1059201" y="52023"/>
                </a:lnTo>
                <a:lnTo>
                  <a:pt x="1106517" y="52023"/>
                </a:lnTo>
                <a:close/>
                <a:moveTo>
                  <a:pt x="1265384" y="105780"/>
                </a:moveTo>
                <a:lnTo>
                  <a:pt x="1201842" y="105780"/>
                </a:lnTo>
                <a:cubicBezTo>
                  <a:pt x="1202585" y="121181"/>
                  <a:pt x="1206672" y="133352"/>
                  <a:pt x="1214104" y="142293"/>
                </a:cubicBezTo>
                <a:cubicBezTo>
                  <a:pt x="1219802" y="149165"/>
                  <a:pt x="1226656" y="152601"/>
                  <a:pt x="1234666" y="152601"/>
                </a:cubicBezTo>
                <a:cubicBezTo>
                  <a:pt x="1239620" y="152601"/>
                  <a:pt x="1244121" y="151218"/>
                  <a:pt x="1248167" y="148451"/>
                </a:cubicBezTo>
                <a:cubicBezTo>
                  <a:pt x="1252213" y="145685"/>
                  <a:pt x="1256548" y="140710"/>
                  <a:pt x="1261173" y="133526"/>
                </a:cubicBezTo>
                <a:lnTo>
                  <a:pt x="1265384" y="136251"/>
                </a:lnTo>
                <a:cubicBezTo>
                  <a:pt x="1259108" y="149050"/>
                  <a:pt x="1252172" y="158113"/>
                  <a:pt x="1244575" y="163439"/>
                </a:cubicBezTo>
                <a:cubicBezTo>
                  <a:pt x="1236978" y="168765"/>
                  <a:pt x="1228183" y="171428"/>
                  <a:pt x="1218192" y="171428"/>
                </a:cubicBezTo>
                <a:cubicBezTo>
                  <a:pt x="1201016" y="171428"/>
                  <a:pt x="1188010" y="164816"/>
                  <a:pt x="1179175" y="151591"/>
                </a:cubicBezTo>
                <a:cubicBezTo>
                  <a:pt x="1172073" y="140928"/>
                  <a:pt x="1168522" y="127703"/>
                  <a:pt x="1168522" y="111915"/>
                </a:cubicBezTo>
                <a:cubicBezTo>
                  <a:pt x="1168522" y="92572"/>
                  <a:pt x="1173745" y="77176"/>
                  <a:pt x="1184191" y="65729"/>
                </a:cubicBezTo>
                <a:cubicBezTo>
                  <a:pt x="1194637" y="54280"/>
                  <a:pt x="1206879" y="48555"/>
                  <a:pt x="1220917" y="48555"/>
                </a:cubicBezTo>
                <a:cubicBezTo>
                  <a:pt x="1232643" y="48555"/>
                  <a:pt x="1242820" y="53365"/>
                  <a:pt x="1251449" y="62985"/>
                </a:cubicBezTo>
                <a:cubicBezTo>
                  <a:pt x="1260079" y="72605"/>
                  <a:pt x="1264723" y="86870"/>
                  <a:pt x="1265384" y="105780"/>
                </a:cubicBezTo>
                <a:moveTo>
                  <a:pt x="1234913" y="97605"/>
                </a:moveTo>
                <a:cubicBezTo>
                  <a:pt x="1234913" y="84310"/>
                  <a:pt x="1234191" y="75186"/>
                  <a:pt x="1232746" y="70231"/>
                </a:cubicBezTo>
                <a:cubicBezTo>
                  <a:pt x="1231301" y="65276"/>
                  <a:pt x="1229051" y="61519"/>
                  <a:pt x="1225995" y="58959"/>
                </a:cubicBezTo>
                <a:cubicBezTo>
                  <a:pt x="1224261" y="57473"/>
                  <a:pt x="1221949" y="56730"/>
                  <a:pt x="1219059" y="56730"/>
                </a:cubicBezTo>
                <a:cubicBezTo>
                  <a:pt x="1214765" y="56730"/>
                  <a:pt x="1211255" y="58836"/>
                  <a:pt x="1208530" y="63047"/>
                </a:cubicBezTo>
                <a:cubicBezTo>
                  <a:pt x="1203658" y="70396"/>
                  <a:pt x="1201222" y="80471"/>
                  <a:pt x="1201222" y="93270"/>
                </a:cubicBezTo>
                <a:lnTo>
                  <a:pt x="1201222" y="97605"/>
                </a:lnTo>
                <a:lnTo>
                  <a:pt x="1234913" y="97605"/>
                </a:lnTo>
                <a:close/>
                <a:moveTo>
                  <a:pt x="1343575" y="150867"/>
                </a:moveTo>
                <a:cubicBezTo>
                  <a:pt x="1329454" y="163418"/>
                  <a:pt x="1316779" y="169694"/>
                  <a:pt x="1305549" y="169694"/>
                </a:cubicBezTo>
                <a:cubicBezTo>
                  <a:pt x="1298943" y="169694"/>
                  <a:pt x="1293451" y="167520"/>
                  <a:pt x="1289075" y="163172"/>
                </a:cubicBezTo>
                <a:cubicBezTo>
                  <a:pt x="1284698" y="158821"/>
                  <a:pt x="1282510" y="153374"/>
                  <a:pt x="1282510" y="146829"/>
                </a:cubicBezTo>
                <a:cubicBezTo>
                  <a:pt x="1282510" y="137963"/>
                  <a:pt x="1286308" y="129988"/>
                  <a:pt x="1293905" y="122904"/>
                </a:cubicBezTo>
                <a:cubicBezTo>
                  <a:pt x="1301502" y="115821"/>
                  <a:pt x="1318059" y="106397"/>
                  <a:pt x="1343575" y="94632"/>
                </a:cubicBezTo>
                <a:lnTo>
                  <a:pt x="1343575" y="82989"/>
                </a:lnTo>
                <a:cubicBezTo>
                  <a:pt x="1343575" y="74236"/>
                  <a:pt x="1343100" y="68724"/>
                  <a:pt x="1342151" y="66453"/>
                </a:cubicBezTo>
                <a:cubicBezTo>
                  <a:pt x="1341201" y="64182"/>
                  <a:pt x="1339405" y="62201"/>
                  <a:pt x="1336762" y="60508"/>
                </a:cubicBezTo>
                <a:cubicBezTo>
                  <a:pt x="1334120" y="58815"/>
                  <a:pt x="1331147" y="57968"/>
                  <a:pt x="1327844" y="57968"/>
                </a:cubicBezTo>
                <a:cubicBezTo>
                  <a:pt x="1322477" y="57968"/>
                  <a:pt x="1318059" y="59166"/>
                  <a:pt x="1314591" y="61561"/>
                </a:cubicBezTo>
                <a:cubicBezTo>
                  <a:pt x="1312444" y="63047"/>
                  <a:pt x="1311370" y="64781"/>
                  <a:pt x="1311370" y="66763"/>
                </a:cubicBezTo>
                <a:cubicBezTo>
                  <a:pt x="1311370" y="68497"/>
                  <a:pt x="1312526" y="70644"/>
                  <a:pt x="1314838" y="73204"/>
                </a:cubicBezTo>
                <a:cubicBezTo>
                  <a:pt x="1317976" y="76755"/>
                  <a:pt x="1319545" y="80181"/>
                  <a:pt x="1319545" y="83485"/>
                </a:cubicBezTo>
                <a:cubicBezTo>
                  <a:pt x="1319545" y="87531"/>
                  <a:pt x="1318038" y="90978"/>
                  <a:pt x="1315024" y="93827"/>
                </a:cubicBezTo>
                <a:cubicBezTo>
                  <a:pt x="1312010" y="96676"/>
                  <a:pt x="1308067" y="98101"/>
                  <a:pt x="1303195" y="98101"/>
                </a:cubicBezTo>
                <a:cubicBezTo>
                  <a:pt x="1297993" y="98101"/>
                  <a:pt x="1293637" y="96532"/>
                  <a:pt x="1290128" y="93394"/>
                </a:cubicBezTo>
                <a:cubicBezTo>
                  <a:pt x="1286618" y="90256"/>
                  <a:pt x="1284863" y="86581"/>
                  <a:pt x="1284863" y="82370"/>
                </a:cubicBezTo>
                <a:cubicBezTo>
                  <a:pt x="1284863" y="76424"/>
                  <a:pt x="1287217" y="70747"/>
                  <a:pt x="1291924" y="65338"/>
                </a:cubicBezTo>
                <a:cubicBezTo>
                  <a:pt x="1296630" y="59930"/>
                  <a:pt x="1303195" y="55780"/>
                  <a:pt x="1311618" y="52890"/>
                </a:cubicBezTo>
                <a:cubicBezTo>
                  <a:pt x="1320041" y="50000"/>
                  <a:pt x="1328794" y="48555"/>
                  <a:pt x="1337877" y="48555"/>
                </a:cubicBezTo>
                <a:cubicBezTo>
                  <a:pt x="1348860" y="48555"/>
                  <a:pt x="1357551" y="50894"/>
                  <a:pt x="1363951" y="55572"/>
                </a:cubicBezTo>
                <a:cubicBezTo>
                  <a:pt x="1370350" y="60248"/>
                  <a:pt x="1374500" y="65318"/>
                  <a:pt x="1376399" y="70781"/>
                </a:cubicBezTo>
                <a:cubicBezTo>
                  <a:pt x="1377555" y="74257"/>
                  <a:pt x="1378133" y="82243"/>
                  <a:pt x="1378133" y="94741"/>
                </a:cubicBezTo>
                <a:lnTo>
                  <a:pt x="1378133" y="139808"/>
                </a:lnTo>
                <a:cubicBezTo>
                  <a:pt x="1378133" y="145106"/>
                  <a:pt x="1378340" y="148438"/>
                  <a:pt x="1378752" y="149806"/>
                </a:cubicBezTo>
                <a:cubicBezTo>
                  <a:pt x="1379165" y="151171"/>
                  <a:pt x="1379785" y="152185"/>
                  <a:pt x="1380610" y="152849"/>
                </a:cubicBezTo>
                <a:cubicBezTo>
                  <a:pt x="1381436" y="153509"/>
                  <a:pt x="1382386" y="153839"/>
                  <a:pt x="1383459" y="153839"/>
                </a:cubicBezTo>
                <a:cubicBezTo>
                  <a:pt x="1385606" y="153839"/>
                  <a:pt x="1387795" y="152312"/>
                  <a:pt x="1390024" y="149256"/>
                </a:cubicBezTo>
                <a:lnTo>
                  <a:pt x="1393740" y="152229"/>
                </a:lnTo>
                <a:cubicBezTo>
                  <a:pt x="1389611" y="158340"/>
                  <a:pt x="1385338" y="162778"/>
                  <a:pt x="1380920" y="165545"/>
                </a:cubicBezTo>
                <a:cubicBezTo>
                  <a:pt x="1376502" y="168311"/>
                  <a:pt x="1371486" y="169694"/>
                  <a:pt x="1365871" y="169694"/>
                </a:cubicBezTo>
                <a:cubicBezTo>
                  <a:pt x="1359264" y="169694"/>
                  <a:pt x="1354103" y="168135"/>
                  <a:pt x="1350388" y="165018"/>
                </a:cubicBezTo>
                <a:cubicBezTo>
                  <a:pt x="1346672" y="161901"/>
                  <a:pt x="1344401" y="157184"/>
                  <a:pt x="1343575" y="150867"/>
                </a:cubicBezTo>
                <a:moveTo>
                  <a:pt x="1343575" y="141701"/>
                </a:moveTo>
                <a:lnTo>
                  <a:pt x="1343575" y="102954"/>
                </a:lnTo>
                <a:cubicBezTo>
                  <a:pt x="1333583" y="108846"/>
                  <a:pt x="1326151" y="115152"/>
                  <a:pt x="1321279" y="121875"/>
                </a:cubicBezTo>
                <a:cubicBezTo>
                  <a:pt x="1318059" y="126354"/>
                  <a:pt x="1316449" y="130877"/>
                  <a:pt x="1316449" y="135442"/>
                </a:cubicBezTo>
                <a:cubicBezTo>
                  <a:pt x="1316449" y="139258"/>
                  <a:pt x="1317811" y="142619"/>
                  <a:pt x="1320536" y="145525"/>
                </a:cubicBezTo>
                <a:cubicBezTo>
                  <a:pt x="1322601" y="147765"/>
                  <a:pt x="1325491" y="148885"/>
                  <a:pt x="1329207" y="148885"/>
                </a:cubicBezTo>
                <a:cubicBezTo>
                  <a:pt x="1333336" y="148885"/>
                  <a:pt x="1338125" y="146490"/>
                  <a:pt x="1343575" y="141701"/>
                </a:cubicBezTo>
                <a:close/>
                <a:moveTo>
                  <a:pt x="1455088" y="0"/>
                </a:moveTo>
                <a:lnTo>
                  <a:pt x="1455088" y="110580"/>
                </a:lnTo>
                <a:lnTo>
                  <a:pt x="1481967" y="84154"/>
                </a:lnTo>
                <a:cubicBezTo>
                  <a:pt x="1487500" y="78771"/>
                  <a:pt x="1490947" y="74866"/>
                  <a:pt x="1492310" y="72437"/>
                </a:cubicBezTo>
                <a:cubicBezTo>
                  <a:pt x="1493672" y="70009"/>
                  <a:pt x="1494353" y="67663"/>
                  <a:pt x="1494353" y="65400"/>
                </a:cubicBezTo>
                <a:cubicBezTo>
                  <a:pt x="1494353" y="63140"/>
                  <a:pt x="1493445" y="61256"/>
                  <a:pt x="1491628" y="59749"/>
                </a:cubicBezTo>
                <a:cubicBezTo>
                  <a:pt x="1489812" y="58242"/>
                  <a:pt x="1486261" y="57153"/>
                  <a:pt x="1480976" y="56482"/>
                </a:cubicBezTo>
                <a:lnTo>
                  <a:pt x="1480976" y="52023"/>
                </a:lnTo>
                <a:lnTo>
                  <a:pt x="1532875" y="52023"/>
                </a:lnTo>
                <a:lnTo>
                  <a:pt x="1532875" y="56482"/>
                </a:lnTo>
                <a:cubicBezTo>
                  <a:pt x="1527921" y="56732"/>
                  <a:pt x="1523585" y="57922"/>
                  <a:pt x="1519869" y="60051"/>
                </a:cubicBezTo>
                <a:cubicBezTo>
                  <a:pt x="1516153" y="62180"/>
                  <a:pt x="1508887" y="68587"/>
                  <a:pt x="1498069" y="79273"/>
                </a:cubicBezTo>
                <a:lnTo>
                  <a:pt x="1485435" y="91764"/>
                </a:lnTo>
                <a:lnTo>
                  <a:pt x="1512685" y="131555"/>
                </a:lnTo>
                <a:cubicBezTo>
                  <a:pt x="1523668" y="147735"/>
                  <a:pt x="1530191" y="156815"/>
                  <a:pt x="1532256" y="158794"/>
                </a:cubicBezTo>
                <a:cubicBezTo>
                  <a:pt x="1535063" y="161602"/>
                  <a:pt x="1538614" y="163171"/>
                  <a:pt x="1542908" y="163501"/>
                </a:cubicBezTo>
                <a:lnTo>
                  <a:pt x="1542908" y="167960"/>
                </a:lnTo>
                <a:lnTo>
                  <a:pt x="1483082" y="167960"/>
                </a:lnTo>
                <a:lnTo>
                  <a:pt x="1483082" y="163501"/>
                </a:lnTo>
                <a:cubicBezTo>
                  <a:pt x="1485724" y="163501"/>
                  <a:pt x="1487644" y="163005"/>
                  <a:pt x="1488841" y="162014"/>
                </a:cubicBezTo>
                <a:cubicBezTo>
                  <a:pt x="1490039" y="161021"/>
                  <a:pt x="1490637" y="159946"/>
                  <a:pt x="1490637" y="158790"/>
                </a:cubicBezTo>
                <a:cubicBezTo>
                  <a:pt x="1490637" y="156888"/>
                  <a:pt x="1488903" y="153375"/>
                  <a:pt x="1485435" y="148250"/>
                </a:cubicBezTo>
                <a:lnTo>
                  <a:pt x="1462520" y="114648"/>
                </a:lnTo>
                <a:lnTo>
                  <a:pt x="1455088" y="122006"/>
                </a:lnTo>
                <a:lnTo>
                  <a:pt x="1455088" y="142692"/>
                </a:lnTo>
                <a:cubicBezTo>
                  <a:pt x="1455088" y="151581"/>
                  <a:pt x="1455914" y="157127"/>
                  <a:pt x="1457566" y="159328"/>
                </a:cubicBezTo>
                <a:cubicBezTo>
                  <a:pt x="1459217" y="161529"/>
                  <a:pt x="1462603" y="162920"/>
                  <a:pt x="1467723" y="163501"/>
                </a:cubicBezTo>
                <a:lnTo>
                  <a:pt x="1467723" y="167960"/>
                </a:lnTo>
                <a:lnTo>
                  <a:pt x="1407896" y="167960"/>
                </a:lnTo>
                <a:lnTo>
                  <a:pt x="1407896" y="163501"/>
                </a:lnTo>
                <a:cubicBezTo>
                  <a:pt x="1412768" y="163003"/>
                  <a:pt x="1416236" y="161425"/>
                  <a:pt x="1418301" y="158767"/>
                </a:cubicBezTo>
                <a:cubicBezTo>
                  <a:pt x="1419704" y="156940"/>
                  <a:pt x="1420406" y="151581"/>
                  <a:pt x="1420406" y="142692"/>
                </a:cubicBezTo>
                <a:lnTo>
                  <a:pt x="1420406" y="25268"/>
                </a:lnTo>
                <a:cubicBezTo>
                  <a:pt x="1420406" y="16409"/>
                  <a:pt x="1419601" y="10894"/>
                  <a:pt x="1417991" y="8721"/>
                </a:cubicBezTo>
                <a:cubicBezTo>
                  <a:pt x="1416381" y="6548"/>
                  <a:pt x="1413016" y="5127"/>
                  <a:pt x="1407896" y="4459"/>
                </a:cubicBezTo>
                <a:lnTo>
                  <a:pt x="1407896" y="0"/>
                </a:lnTo>
                <a:lnTo>
                  <a:pt x="1455088" y="0"/>
                </a:lnTo>
                <a:close/>
                <a:moveTo>
                  <a:pt x="1661655" y="0"/>
                </a:moveTo>
                <a:lnTo>
                  <a:pt x="1661655" y="133278"/>
                </a:lnTo>
                <a:cubicBezTo>
                  <a:pt x="1661655" y="142188"/>
                  <a:pt x="1661903" y="147460"/>
                  <a:pt x="1662399" y="149094"/>
                </a:cubicBezTo>
                <a:cubicBezTo>
                  <a:pt x="1663059" y="151793"/>
                  <a:pt x="1664318" y="153797"/>
                  <a:pt x="1666176" y="155105"/>
                </a:cubicBezTo>
                <a:cubicBezTo>
                  <a:pt x="1668034" y="156411"/>
                  <a:pt x="1671275" y="157228"/>
                  <a:pt x="1675900" y="157555"/>
                </a:cubicBezTo>
                <a:lnTo>
                  <a:pt x="1675900" y="162014"/>
                </a:lnTo>
                <a:lnTo>
                  <a:pt x="1626973" y="171428"/>
                </a:lnTo>
                <a:lnTo>
                  <a:pt x="1626973" y="153096"/>
                </a:lnTo>
                <a:cubicBezTo>
                  <a:pt x="1621110" y="160198"/>
                  <a:pt x="1615887" y="165029"/>
                  <a:pt x="1611304" y="167588"/>
                </a:cubicBezTo>
                <a:cubicBezTo>
                  <a:pt x="1606722" y="170148"/>
                  <a:pt x="1601540" y="171428"/>
                  <a:pt x="1595760" y="171428"/>
                </a:cubicBezTo>
                <a:cubicBezTo>
                  <a:pt x="1580978" y="171428"/>
                  <a:pt x="1569294" y="164816"/>
                  <a:pt x="1560706" y="151591"/>
                </a:cubicBezTo>
                <a:cubicBezTo>
                  <a:pt x="1553770" y="140845"/>
                  <a:pt x="1550301" y="127662"/>
                  <a:pt x="1550301" y="112039"/>
                </a:cubicBezTo>
                <a:cubicBezTo>
                  <a:pt x="1550301" y="99557"/>
                  <a:pt x="1552448" y="88377"/>
                  <a:pt x="1556742" y="78499"/>
                </a:cubicBezTo>
                <a:cubicBezTo>
                  <a:pt x="1561036" y="68621"/>
                  <a:pt x="1566920" y="61161"/>
                  <a:pt x="1574393" y="56118"/>
                </a:cubicBezTo>
                <a:cubicBezTo>
                  <a:pt x="1581866" y="51076"/>
                  <a:pt x="1589897" y="48555"/>
                  <a:pt x="1598485" y="48555"/>
                </a:cubicBezTo>
                <a:cubicBezTo>
                  <a:pt x="1604017" y="48555"/>
                  <a:pt x="1608930" y="49637"/>
                  <a:pt x="1613224" y="51802"/>
                </a:cubicBezTo>
                <a:cubicBezTo>
                  <a:pt x="1617518" y="53967"/>
                  <a:pt x="1622101" y="57757"/>
                  <a:pt x="1626973" y="63171"/>
                </a:cubicBezTo>
                <a:lnTo>
                  <a:pt x="1626973" y="28241"/>
                </a:lnTo>
                <a:cubicBezTo>
                  <a:pt x="1626973" y="19405"/>
                  <a:pt x="1626602" y="14079"/>
                  <a:pt x="1625859" y="12263"/>
                </a:cubicBezTo>
                <a:cubicBezTo>
                  <a:pt x="1624868" y="9868"/>
                  <a:pt x="1623381" y="8092"/>
                  <a:pt x="1621399" y="6936"/>
                </a:cubicBezTo>
                <a:cubicBezTo>
                  <a:pt x="1619418" y="5780"/>
                  <a:pt x="1615702" y="5202"/>
                  <a:pt x="1610252" y="5202"/>
                </a:cubicBezTo>
                <a:lnTo>
                  <a:pt x="1610252" y="0"/>
                </a:lnTo>
                <a:lnTo>
                  <a:pt x="1661655" y="0"/>
                </a:lnTo>
                <a:moveTo>
                  <a:pt x="1626973" y="78282"/>
                </a:moveTo>
                <a:cubicBezTo>
                  <a:pt x="1620863" y="66722"/>
                  <a:pt x="1613390" y="60941"/>
                  <a:pt x="1604554" y="60941"/>
                </a:cubicBezTo>
                <a:cubicBezTo>
                  <a:pt x="1601499" y="60941"/>
                  <a:pt x="1598980" y="61767"/>
                  <a:pt x="1596998" y="63419"/>
                </a:cubicBezTo>
                <a:cubicBezTo>
                  <a:pt x="1593943" y="65978"/>
                  <a:pt x="1591445" y="70479"/>
                  <a:pt x="1589504" y="76920"/>
                </a:cubicBezTo>
                <a:cubicBezTo>
                  <a:pt x="1587564" y="83361"/>
                  <a:pt x="1586594" y="93229"/>
                  <a:pt x="1586594" y="106523"/>
                </a:cubicBezTo>
                <a:cubicBezTo>
                  <a:pt x="1586594" y="121139"/>
                  <a:pt x="1587667" y="131957"/>
                  <a:pt x="1589814" y="138976"/>
                </a:cubicBezTo>
                <a:cubicBezTo>
                  <a:pt x="1591961" y="145995"/>
                  <a:pt x="1594892" y="151073"/>
                  <a:pt x="1598608" y="154211"/>
                </a:cubicBezTo>
                <a:cubicBezTo>
                  <a:pt x="1600508" y="155780"/>
                  <a:pt x="1603109" y="156564"/>
                  <a:pt x="1606412" y="156564"/>
                </a:cubicBezTo>
                <a:cubicBezTo>
                  <a:pt x="1613679" y="156564"/>
                  <a:pt x="1620532" y="150849"/>
                  <a:pt x="1626973" y="139417"/>
                </a:cubicBezTo>
                <a:lnTo>
                  <a:pt x="1626973" y="78282"/>
                </a:lnTo>
                <a:close/>
                <a:moveTo>
                  <a:pt x="1744730" y="48555"/>
                </a:moveTo>
                <a:cubicBezTo>
                  <a:pt x="1754804" y="48555"/>
                  <a:pt x="1764177" y="51159"/>
                  <a:pt x="1772847" y="56366"/>
                </a:cubicBezTo>
                <a:cubicBezTo>
                  <a:pt x="1781518" y="61573"/>
                  <a:pt x="1788103" y="68972"/>
                  <a:pt x="1792603" y="78561"/>
                </a:cubicBezTo>
                <a:cubicBezTo>
                  <a:pt x="1797104" y="88150"/>
                  <a:pt x="1799354" y="98648"/>
                  <a:pt x="1799354" y="110053"/>
                </a:cubicBezTo>
                <a:cubicBezTo>
                  <a:pt x="1799354" y="126502"/>
                  <a:pt x="1795184" y="140265"/>
                  <a:pt x="1786844" y="151343"/>
                </a:cubicBezTo>
                <a:cubicBezTo>
                  <a:pt x="1776769" y="164733"/>
                  <a:pt x="1762855" y="171428"/>
                  <a:pt x="1745101" y="171428"/>
                </a:cubicBezTo>
                <a:cubicBezTo>
                  <a:pt x="1727678" y="171428"/>
                  <a:pt x="1714259" y="165311"/>
                  <a:pt x="1704846" y="153077"/>
                </a:cubicBezTo>
                <a:cubicBezTo>
                  <a:pt x="1695432" y="140843"/>
                  <a:pt x="1690725" y="126667"/>
                  <a:pt x="1690725" y="110549"/>
                </a:cubicBezTo>
                <a:cubicBezTo>
                  <a:pt x="1690725" y="93936"/>
                  <a:pt x="1695535" y="79450"/>
                  <a:pt x="1705155" y="67092"/>
                </a:cubicBezTo>
                <a:cubicBezTo>
                  <a:pt x="1714775" y="54734"/>
                  <a:pt x="1727967" y="48555"/>
                  <a:pt x="1744730" y="48555"/>
                </a:cubicBezTo>
                <a:moveTo>
                  <a:pt x="1745225" y="57225"/>
                </a:moveTo>
                <a:cubicBezTo>
                  <a:pt x="1741014" y="57225"/>
                  <a:pt x="1737401" y="58817"/>
                  <a:pt x="1734387" y="62002"/>
                </a:cubicBezTo>
                <a:cubicBezTo>
                  <a:pt x="1731373" y="65184"/>
                  <a:pt x="1729391" y="71466"/>
                  <a:pt x="1728442" y="80849"/>
                </a:cubicBezTo>
                <a:cubicBezTo>
                  <a:pt x="1727492" y="90231"/>
                  <a:pt x="1727017" y="103273"/>
                  <a:pt x="1727017" y="119974"/>
                </a:cubicBezTo>
                <a:cubicBezTo>
                  <a:pt x="1727017" y="128820"/>
                  <a:pt x="1727595" y="137088"/>
                  <a:pt x="1728751" y="144778"/>
                </a:cubicBezTo>
                <a:cubicBezTo>
                  <a:pt x="1729660" y="150646"/>
                  <a:pt x="1731600" y="155110"/>
                  <a:pt x="1734573" y="158171"/>
                </a:cubicBezTo>
                <a:cubicBezTo>
                  <a:pt x="1737546" y="161229"/>
                  <a:pt x="1740931" y="162758"/>
                  <a:pt x="1744730" y="162758"/>
                </a:cubicBezTo>
                <a:cubicBezTo>
                  <a:pt x="1748446" y="162758"/>
                  <a:pt x="1751542" y="161724"/>
                  <a:pt x="1754020" y="159657"/>
                </a:cubicBezTo>
                <a:cubicBezTo>
                  <a:pt x="1757240" y="156847"/>
                  <a:pt x="1759387" y="152919"/>
                  <a:pt x="1760461" y="147875"/>
                </a:cubicBezTo>
                <a:cubicBezTo>
                  <a:pt x="1762112" y="140022"/>
                  <a:pt x="1762938" y="124149"/>
                  <a:pt x="1762938" y="100257"/>
                </a:cubicBezTo>
                <a:cubicBezTo>
                  <a:pt x="1762938" y="86203"/>
                  <a:pt x="1762153" y="76552"/>
                  <a:pt x="1760585" y="71303"/>
                </a:cubicBezTo>
                <a:cubicBezTo>
                  <a:pt x="1759016" y="66052"/>
                  <a:pt x="1756703" y="62228"/>
                  <a:pt x="1753648" y="59830"/>
                </a:cubicBezTo>
                <a:cubicBezTo>
                  <a:pt x="1751501" y="58094"/>
                  <a:pt x="1748694" y="57225"/>
                  <a:pt x="1745225" y="57225"/>
                </a:cubicBezTo>
                <a:close/>
                <a:moveTo>
                  <a:pt x="1933287" y="171428"/>
                </a:moveTo>
                <a:lnTo>
                  <a:pt x="1901578" y="86376"/>
                </a:lnTo>
                <a:lnTo>
                  <a:pt x="1870488" y="171428"/>
                </a:lnTo>
                <a:lnTo>
                  <a:pt x="1864047" y="171428"/>
                </a:lnTo>
                <a:lnTo>
                  <a:pt x="1833204" y="87409"/>
                </a:lnTo>
                <a:cubicBezTo>
                  <a:pt x="1828580" y="74522"/>
                  <a:pt x="1824658" y="66125"/>
                  <a:pt x="1821437" y="62219"/>
                </a:cubicBezTo>
                <a:cubicBezTo>
                  <a:pt x="1819373" y="59558"/>
                  <a:pt x="1816235" y="57646"/>
                  <a:pt x="1812024" y="56482"/>
                </a:cubicBezTo>
                <a:lnTo>
                  <a:pt x="1812024" y="52023"/>
                </a:lnTo>
                <a:lnTo>
                  <a:pt x="1870488" y="52023"/>
                </a:lnTo>
                <a:lnTo>
                  <a:pt x="1870488" y="56482"/>
                </a:lnTo>
                <a:cubicBezTo>
                  <a:pt x="1866524" y="56482"/>
                  <a:pt x="1863799" y="57065"/>
                  <a:pt x="1862313" y="58232"/>
                </a:cubicBezTo>
                <a:cubicBezTo>
                  <a:pt x="1860826" y="59396"/>
                  <a:pt x="1860083" y="60727"/>
                  <a:pt x="1860083" y="62226"/>
                </a:cubicBezTo>
                <a:cubicBezTo>
                  <a:pt x="1860083" y="63640"/>
                  <a:pt x="1861404" y="67885"/>
                  <a:pt x="1864047" y="74961"/>
                </a:cubicBezTo>
                <a:lnTo>
                  <a:pt x="1881016" y="120218"/>
                </a:lnTo>
                <a:lnTo>
                  <a:pt x="1897366" y="75100"/>
                </a:lnTo>
                <a:lnTo>
                  <a:pt x="1896128" y="71926"/>
                </a:lnTo>
                <a:cubicBezTo>
                  <a:pt x="1893650" y="65700"/>
                  <a:pt x="1891483" y="61735"/>
                  <a:pt x="1889625" y="60032"/>
                </a:cubicBezTo>
                <a:cubicBezTo>
                  <a:pt x="1887767" y="58328"/>
                  <a:pt x="1884897" y="57145"/>
                  <a:pt x="1881016" y="56482"/>
                </a:cubicBezTo>
                <a:lnTo>
                  <a:pt x="1881016" y="52023"/>
                </a:lnTo>
                <a:lnTo>
                  <a:pt x="1940347" y="52023"/>
                </a:lnTo>
                <a:lnTo>
                  <a:pt x="1940347" y="56482"/>
                </a:lnTo>
                <a:cubicBezTo>
                  <a:pt x="1935723" y="56732"/>
                  <a:pt x="1932791" y="57378"/>
                  <a:pt x="1931553" y="58417"/>
                </a:cubicBezTo>
                <a:cubicBezTo>
                  <a:pt x="1930314" y="59457"/>
                  <a:pt x="1929695" y="60935"/>
                  <a:pt x="1929695" y="62850"/>
                </a:cubicBezTo>
                <a:cubicBezTo>
                  <a:pt x="1929695" y="64682"/>
                  <a:pt x="1930892" y="68719"/>
                  <a:pt x="1933287" y="74961"/>
                </a:cubicBezTo>
                <a:lnTo>
                  <a:pt x="1949637" y="120218"/>
                </a:lnTo>
                <a:lnTo>
                  <a:pt x="1964501" y="78557"/>
                </a:lnTo>
                <a:cubicBezTo>
                  <a:pt x="1966648" y="72570"/>
                  <a:pt x="1967721" y="68496"/>
                  <a:pt x="1967721" y="66333"/>
                </a:cubicBezTo>
                <a:cubicBezTo>
                  <a:pt x="1967721" y="63092"/>
                  <a:pt x="1966937" y="60723"/>
                  <a:pt x="1965368" y="59226"/>
                </a:cubicBezTo>
                <a:cubicBezTo>
                  <a:pt x="1963799" y="57730"/>
                  <a:pt x="1960743" y="56815"/>
                  <a:pt x="1956202" y="56482"/>
                </a:cubicBezTo>
                <a:lnTo>
                  <a:pt x="1956202" y="52023"/>
                </a:lnTo>
                <a:lnTo>
                  <a:pt x="1990512" y="52023"/>
                </a:lnTo>
                <a:lnTo>
                  <a:pt x="1990512" y="56482"/>
                </a:lnTo>
                <a:cubicBezTo>
                  <a:pt x="1986714" y="56983"/>
                  <a:pt x="1983700" y="58336"/>
                  <a:pt x="1981470" y="60543"/>
                </a:cubicBezTo>
                <a:cubicBezTo>
                  <a:pt x="1979240" y="62749"/>
                  <a:pt x="1976350" y="69017"/>
                  <a:pt x="1972800" y="79347"/>
                </a:cubicBezTo>
                <a:lnTo>
                  <a:pt x="1940347" y="171428"/>
                </a:lnTo>
                <a:lnTo>
                  <a:pt x="1933287" y="171428"/>
                </a:lnTo>
                <a:close/>
                <a:moveTo>
                  <a:pt x="2048680" y="52023"/>
                </a:moveTo>
                <a:lnTo>
                  <a:pt x="2048680" y="67134"/>
                </a:lnTo>
                <a:cubicBezTo>
                  <a:pt x="2054625" y="60650"/>
                  <a:pt x="2060323" y="55932"/>
                  <a:pt x="2065773" y="52983"/>
                </a:cubicBezTo>
                <a:cubicBezTo>
                  <a:pt x="2071223" y="50031"/>
                  <a:pt x="2077086" y="48555"/>
                  <a:pt x="2083362" y="48555"/>
                </a:cubicBezTo>
                <a:cubicBezTo>
                  <a:pt x="2090876" y="48555"/>
                  <a:pt x="2097111" y="50642"/>
                  <a:pt x="2102065" y="54818"/>
                </a:cubicBezTo>
                <a:cubicBezTo>
                  <a:pt x="2107020" y="58993"/>
                  <a:pt x="2110323" y="64181"/>
                  <a:pt x="2111974" y="70382"/>
                </a:cubicBezTo>
                <a:cubicBezTo>
                  <a:pt x="2113296" y="75097"/>
                  <a:pt x="2113956" y="84152"/>
                  <a:pt x="2113956" y="97547"/>
                </a:cubicBezTo>
                <a:lnTo>
                  <a:pt x="2113956" y="142692"/>
                </a:lnTo>
                <a:cubicBezTo>
                  <a:pt x="2113956" y="151610"/>
                  <a:pt x="2114761" y="157163"/>
                  <a:pt x="2116371" y="159351"/>
                </a:cubicBezTo>
                <a:cubicBezTo>
                  <a:pt x="2117982" y="161540"/>
                  <a:pt x="2121347" y="162923"/>
                  <a:pt x="2126466" y="163501"/>
                </a:cubicBezTo>
                <a:lnTo>
                  <a:pt x="2126466" y="167960"/>
                </a:lnTo>
                <a:lnTo>
                  <a:pt x="2067879" y="167960"/>
                </a:lnTo>
                <a:lnTo>
                  <a:pt x="2067879" y="163501"/>
                </a:lnTo>
                <a:cubicBezTo>
                  <a:pt x="2072255" y="162923"/>
                  <a:pt x="2075393" y="161106"/>
                  <a:pt x="2077292" y="158051"/>
                </a:cubicBezTo>
                <a:cubicBezTo>
                  <a:pt x="2078614" y="155986"/>
                  <a:pt x="2079274" y="150867"/>
                  <a:pt x="2079274" y="142692"/>
                </a:cubicBezTo>
                <a:lnTo>
                  <a:pt x="2079274" y="91164"/>
                </a:lnTo>
                <a:cubicBezTo>
                  <a:pt x="2079274" y="81668"/>
                  <a:pt x="2078903" y="75681"/>
                  <a:pt x="2078159" y="73204"/>
                </a:cubicBezTo>
                <a:cubicBezTo>
                  <a:pt x="2077416" y="70727"/>
                  <a:pt x="2076157" y="68807"/>
                  <a:pt x="2074381" y="67444"/>
                </a:cubicBezTo>
                <a:cubicBezTo>
                  <a:pt x="2072606" y="66082"/>
                  <a:pt x="2070645" y="65400"/>
                  <a:pt x="2068498" y="65400"/>
                </a:cubicBezTo>
                <a:cubicBezTo>
                  <a:pt x="2061396" y="65400"/>
                  <a:pt x="2054790" y="70520"/>
                  <a:pt x="2048680" y="80760"/>
                </a:cubicBezTo>
                <a:lnTo>
                  <a:pt x="2048680" y="142692"/>
                </a:lnTo>
                <a:cubicBezTo>
                  <a:pt x="2048680" y="151362"/>
                  <a:pt x="2049485" y="156853"/>
                  <a:pt x="2051095" y="159166"/>
                </a:cubicBezTo>
                <a:cubicBezTo>
                  <a:pt x="2052705" y="161478"/>
                  <a:pt x="2055699" y="162923"/>
                  <a:pt x="2060075" y="163501"/>
                </a:cubicBezTo>
                <a:lnTo>
                  <a:pt x="2060075" y="167960"/>
                </a:lnTo>
                <a:lnTo>
                  <a:pt x="2001487" y="167960"/>
                </a:lnTo>
                <a:lnTo>
                  <a:pt x="2001487" y="163501"/>
                </a:lnTo>
                <a:cubicBezTo>
                  <a:pt x="2006359" y="163005"/>
                  <a:pt x="2009828" y="161436"/>
                  <a:pt x="2011892" y="158794"/>
                </a:cubicBezTo>
                <a:cubicBezTo>
                  <a:pt x="2013296" y="156977"/>
                  <a:pt x="2013998" y="151610"/>
                  <a:pt x="2013998" y="142692"/>
                </a:cubicBezTo>
                <a:lnTo>
                  <a:pt x="2013998" y="77291"/>
                </a:lnTo>
                <a:cubicBezTo>
                  <a:pt x="2013998" y="68432"/>
                  <a:pt x="2013193" y="62917"/>
                  <a:pt x="2011582" y="60744"/>
                </a:cubicBezTo>
                <a:cubicBezTo>
                  <a:pt x="2009972" y="58571"/>
                  <a:pt x="2006607" y="57150"/>
                  <a:pt x="2001487" y="56482"/>
                </a:cubicBezTo>
                <a:lnTo>
                  <a:pt x="2001487" y="52023"/>
                </a:lnTo>
                <a:lnTo>
                  <a:pt x="2048680" y="520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566089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2026-09-05T17:01:07.3200000Z</dcterms:created>
  <dcterms:modified xsi:type="dcterms:W3CDTF">2026-09-05T17:01:07.3200000Z</dcterms:modified>
</coreProperties>
</file>