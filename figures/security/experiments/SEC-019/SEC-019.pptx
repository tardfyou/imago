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0ca2ccb199545a8" /><Relationship Type="http://schemas.openxmlformats.org/officeDocument/2006/relationships/extended-properties" Target="/docProps/app.xml" Id="Rdd818302f9724a2e" /><Relationship Type="http://schemas.openxmlformats.org/officeDocument/2006/relationships/officeDocument" Target="/ppt/presentation.xml" Id="Rf53c434895e341f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f1f30f3c07d4607"/>
  </p:sldMasterIdLst>
  <p:notesMasterIdLst>
    <p:notesMasterId xmlns:r="http://schemas.openxmlformats.org/officeDocument/2006/relationships" r:id="R6fcaa61b5b774b3d"/>
  </p:notesMasterIdLst>
  <p:sldIdLst>
    <p:sldId xmlns:r="http://schemas.openxmlformats.org/officeDocument/2006/relationships" id="256" r:id="R526fb12071f24a4a"/>
  </p:sldIdLst>
  <p:sldSz cx="16192500" cy="1335405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669ef3ddf32464d" /><Relationship Type="http://schemas.openxmlformats.org/officeDocument/2006/relationships/slideMaster" Target="/ppt/slideMasters/slideMaster1.xml" Id="R9f1f30f3c07d4607" /><Relationship Type="http://schemas.openxmlformats.org/officeDocument/2006/relationships/notesMaster" Target="/ppt/notesMasters/notesMaster1.xml" Id="R6fcaa61b5b774b3d" /><Relationship Type="http://schemas.openxmlformats.org/officeDocument/2006/relationships/presProps" Target="/ppt/presProps.xml" Id="Reab237f35f7f45d8" /><Relationship Type="http://schemas.openxmlformats.org/officeDocument/2006/relationships/tableStyles" Target="/ppt/tableStyles.xml" Id="Rc8c5437443b24c4e" /><Relationship Type="http://schemas.openxmlformats.org/officeDocument/2006/relationships/slide" Target="/ppt/slides/slide1.xml" Id="R526fb12071f24a4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c025c05774c4fd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e2e19ab45d64e2d" /><Relationship Type="http://schemas.openxmlformats.org/officeDocument/2006/relationships/notesMaster" Target="/ppt/notesMasters/notesMaster1.xml" Id="Ra3194d6c69d24979" /></Relationships>
</file>

<file path=ppt/notesSlides/notesSlide1.xml><?xml version="1.0" encoding="utf-8"?>
<ns0:notes xmlns:ns0="http://schemas.openxmlformats.org/presentationml/2006/main" xmlns:ns1="http://schemas.openxmlformats.org/drawingml/2006/main">
  <ns0:cSld>
    <ns0:spTree>
      <ns0:nvGrpSpPr>
        <ns0:cNvPr id="1" name=""/>
        <ns0:cNvGrpSpPr/>
        <ns0:nvPr/>
      </ns0:nvGrpSpPr>
      <ns0:grpSpPr>
        <ns1:xfrm/>
      </ns0:grpSpPr>
      <ns0:sp>
        <ns0:nvSpPr>
          <ns0:cNvPr id="2" name="Slide Image Placeholder 1"/>
          <ns0:cNvSpPr>
            <ns1:spLocks noGrp="1"/>
          </ns0:cNvSpPr>
          <ns0:nvPr>
            <ns0:ph type="sldImg" idx="0"/>
          </ns0:nvPr>
        </ns0:nvSpPr>
        <ns0:spPr/>
      </ns0:sp>
      <ns0:sp>
        <ns0:nvSpPr>
          <ns0:cNvPr id="3" name="Notes Placeholder 2"/>
          <ns0:cNvSpPr>
            <ns1:spLocks noGrp="1"/>
          </ns0:cNvSpPr>
          <ns0:nvPr>
            <ns0:ph type="body" idx="1"/>
          </ns0:nvPr>
        </ns0:nvSpPr>
        <ns0:spPr/>
        <ns0:txBody>
          <ns1:bodyPr/>
          <ns1:lstStyle/>
          <ns1:p>
            <ns1:r>
              <ns1:t>素材ID：SEC-019</ns1:t>
            </ns1:r>
          </ns1:p>
          <ns1:p>
            <ns1:r>
              <ns1:t>论文：Fuzzilicon: A Post-Silicon Microcode-Guided x86 CPU Fuzzer</ns1:t>
            </ns1:r>
          </ns1:p>
          <ns1:p>
            <ns1:r>
              <ns1:t>会议：NDSS 2026</ns1:t>
            </ns1:r>
          </ns1:p>
          <ns1:p>
            <ns1:r>
              <ns1:t>奖项：Best Paper Award</ns1:t>
            </ns1:r>
          </ns1:p>
          <ns1:p>
            <ns1:r>
              <ns1:t>图号：Figure 5，PDF第12页</ns1:t>
            </ns1:r>
          </ns1:p>
          <ns1:p>
            <ns1:r>
              <ns1:t>类型：实验图表</ns1:t>
            </ns1:r>
          </ns1:p>
          <ns1:p>
            <ns1:r>
              <ns1:t>借鉴点：对角线与交叉单元格把配置自覆盖和共享覆盖统一表达，适合消融配置、数据集或方法覆盖关系。</ns1:t>
            </ns1:r>
          </ns1:p>
          <ns1:p>
            <ns1:r>
              <ns1:t>论文URL：https://www.ndss-symposium.org/wp-content/uploads/2026-s1486-paper.pdf</ns1:t>
            </ns1:r>
          </ns1:p>
          <ns1:p>
            <ns1:r>
              <ns1:t>官方获奖URL：https://www.ndss-symposium.org/ndss2026/</ns1:t>
            </ns1:r>
          </ns1:p>
          <ns1:p>
            <ns1:r>
              <ns1:t>原始论文与绘图来源：见本页论文链接及仓库 catalog/papers.md。</ns1:t>
            </ns1:r>
          </ns1:p>
        </ns0:txBody>
      </ns0:sp>
      <ns0:sp>
        <ns0:nvSpPr>
          <ns0:cNvPr id="4" name="Slide Number Placeholder 3"/>
          <ns0:cNvSpPr>
            <ns1:spLocks noGrp="1"/>
          </ns0:cNvSpPr>
          <ns0:nvPr>
            <ns0:ph type="sldNum" idx="5"/>
          </ns0:nvPr>
        </ns0:nvSpPr>
        <ns0:spPr/>
        <ns0:txBody>
          <ns1:bodyPr/>
          <ns1:lstStyle/>
          <ns1:p/>
        </ns0:txBody>
      </ns0:sp>
    </ns0:spTree>
  </ns0:cSld>
  <ns0:clrMapOvr>
    <ns1:masterClrMapping/>
  </ns0:clrMapOvr>
</ns0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ed9451c25b544b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20a236da42e4b40" /><Relationship Type="http://schemas.openxmlformats.org/officeDocument/2006/relationships/slideLayout" Target="/ppt/slideLayouts/slideLayout1.xml" Id="R1bbadce4fd8e41d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bbadce4fd8e41d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ced5157e4e34de4" /><Relationship Type="http://schemas.openxmlformats.org/officeDocument/2006/relationships/notesSlide" Target="/ppt/notesSlides/notesSlide1.xml" Id="R3aead0d248984c8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9" name="SEC-019-1">
            <a:extLst xmlns:a="http://schemas.openxmlformats.org/drawingml/2006/main">
              <a:ext uri="{FF2B5EF4-FFF2-40B4-BE49-F238E27FC236}">
                <a16:creationId xmlns:a16="http://schemas.microsoft.com/office/drawing/2014/main" id="{3A5938E1-7DA5-45A2-AF7F-FAEF8277B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171825" y="190500"/>
            <a:ext cx="2543651" cy="246268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3A8D3"/>
          </a:solidFill>
          <a:ln xmlns:a="http://schemas.openxmlformats.org/drawingml/2006/main" w="0">
            <a:noFill/>
          </a:ln>
        </p:spPr>
      </p:sp>
      <p:sp>
        <p:nvSpPr>
          <p:cNvPr id="2" name="SEC-019-2">
            <a:extLst xmlns:a="http://schemas.openxmlformats.org/drawingml/2006/main">
              <a:ext uri="{FF2B5EF4-FFF2-40B4-BE49-F238E27FC236}">
                <a16:creationId xmlns:a16="http://schemas.microsoft.com/office/drawing/2014/main" id="{861999A9-9979-44AE-A893-8F292DBE9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171825" y="209550"/>
            <a:ext cx="2540794" cy="24598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225" b="0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225" b="0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2448</a:t>
            </a:r>
          </a:p>
        </p:txBody>
      </p:sp>
      <p:sp>
        <p:nvSpPr>
          <p:cNvPr id="3" name="SEC-019-3">
            <a:extLst xmlns:a="http://schemas.openxmlformats.org/drawingml/2006/main">
              <a:ext uri="{FF2B5EF4-FFF2-40B4-BE49-F238E27FC236}">
                <a16:creationId xmlns:a16="http://schemas.microsoft.com/office/drawing/2014/main" id="{4780B76B-0D27-4118-8082-67F0098ED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712619" y="190500"/>
            <a:ext cx="2543651" cy="246268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</a:ln>
        </p:spPr>
      </p:sp>
      <p:sp>
        <p:nvSpPr>
          <p:cNvPr id="4" name="SEC-019-4">
            <a:extLst xmlns:a="http://schemas.openxmlformats.org/drawingml/2006/main">
              <a:ext uri="{FF2B5EF4-FFF2-40B4-BE49-F238E27FC236}">
                <a16:creationId xmlns:a16="http://schemas.microsoft.com/office/drawing/2014/main" id="{DDC24998-E535-4F5C-B8A1-9F61B3AB6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712619" y="209550"/>
            <a:ext cx="2540794" cy="24598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225" b="0" i="0">
                <a:solidFill>
                  <a:srgbClr val="292929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225" b="0" i="0">
                <a:solidFill>
                  <a:srgbClr val="292929"/>
                </a:solidFill>
                <a:latin typeface="Times New Roman"/>
                <a:ea typeface="Times New Roman"/>
                <a:cs typeface="Times New Roman"/>
              </a:rPr>
              <a:t>2359</a:t>
            </a:r>
          </a:p>
        </p:txBody>
      </p:sp>
      <p:sp>
        <p:nvSpPr>
          <p:cNvPr id="5" name="SEC-019-5">
            <a:extLst xmlns:a="http://schemas.openxmlformats.org/drawingml/2006/main">
              <a:ext uri="{FF2B5EF4-FFF2-40B4-BE49-F238E27FC236}">
                <a16:creationId xmlns:a16="http://schemas.microsoft.com/office/drawing/2014/main" id="{3AB75A87-6B8B-4579-A141-C041D1BAB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253413" y="190500"/>
            <a:ext cx="2543651" cy="246268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AF6"/>
          </a:solidFill>
          <a:ln xmlns:a="http://schemas.openxmlformats.org/drawingml/2006/main" w="0">
            <a:noFill/>
          </a:ln>
        </p:spPr>
      </p:sp>
      <p:sp>
        <p:nvSpPr>
          <p:cNvPr id="6" name="SEC-019-6">
            <a:extLst xmlns:a="http://schemas.openxmlformats.org/drawingml/2006/main">
              <a:ext uri="{FF2B5EF4-FFF2-40B4-BE49-F238E27FC236}">
                <a16:creationId xmlns:a16="http://schemas.microsoft.com/office/drawing/2014/main" id="{41168ABB-1F37-4A05-9B10-9F1B3A524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253413" y="209550"/>
            <a:ext cx="2540794" cy="24598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225" b="0" i="0">
                <a:solidFill>
                  <a:srgbClr val="292929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225" b="0" i="0">
                <a:solidFill>
                  <a:srgbClr val="292929"/>
                </a:solidFill>
                <a:latin typeface="Times New Roman"/>
                <a:ea typeface="Times New Roman"/>
                <a:cs typeface="Times New Roman"/>
              </a:rPr>
              <a:t>2382</a:t>
            </a:r>
          </a:p>
        </p:txBody>
      </p:sp>
      <p:sp>
        <p:nvSpPr>
          <p:cNvPr id="7" name="SEC-019-7">
            <a:extLst xmlns:a="http://schemas.openxmlformats.org/drawingml/2006/main">
              <a:ext uri="{FF2B5EF4-FFF2-40B4-BE49-F238E27FC236}">
                <a16:creationId xmlns:a16="http://schemas.microsoft.com/office/drawing/2014/main" id="{1E38BB8C-7DBF-4C2D-A3A4-B6C13F60B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794206" y="190500"/>
            <a:ext cx="2543651" cy="246268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E5F4"/>
          </a:solidFill>
          <a:ln xmlns:a="http://schemas.openxmlformats.org/drawingml/2006/main" w="0">
            <a:noFill/>
          </a:ln>
        </p:spPr>
      </p:sp>
      <p:sp>
        <p:nvSpPr>
          <p:cNvPr id="8" name="SEC-019-8">
            <a:extLst xmlns:a="http://schemas.openxmlformats.org/drawingml/2006/main">
              <a:ext uri="{FF2B5EF4-FFF2-40B4-BE49-F238E27FC236}">
                <a16:creationId xmlns:a16="http://schemas.microsoft.com/office/drawing/2014/main" id="{AB3D3A57-9950-45A2-8D53-738F9375D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794206" y="209550"/>
            <a:ext cx="2540794" cy="24598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225" b="0" i="0">
                <a:solidFill>
                  <a:srgbClr val="292929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225" b="0" i="0">
                <a:solidFill>
                  <a:srgbClr val="292929"/>
                </a:solidFill>
                <a:latin typeface="Times New Roman"/>
                <a:ea typeface="Times New Roman"/>
                <a:cs typeface="Times New Roman"/>
              </a:rPr>
              <a:t>2388</a:t>
            </a:r>
          </a:p>
        </p:txBody>
      </p:sp>
      <p:sp>
        <p:nvSpPr>
          <p:cNvPr id="9" name="SEC-019-9">
            <a:extLst xmlns:a="http://schemas.openxmlformats.org/drawingml/2006/main">
              <a:ext uri="{FF2B5EF4-FFF2-40B4-BE49-F238E27FC236}">
                <a16:creationId xmlns:a16="http://schemas.microsoft.com/office/drawing/2014/main" id="{8FE1536A-92D1-47DD-983A-0B2D7BF92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171825" y="2650331"/>
            <a:ext cx="2543651" cy="246268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</a:ln>
        </p:spPr>
      </p:sp>
      <p:sp>
        <p:nvSpPr>
          <p:cNvPr id="10" name="SEC-019-10">
            <a:extLst xmlns:a="http://schemas.openxmlformats.org/drawingml/2006/main">
              <a:ext uri="{FF2B5EF4-FFF2-40B4-BE49-F238E27FC236}">
                <a16:creationId xmlns:a16="http://schemas.microsoft.com/office/drawing/2014/main" id="{9EA040DF-C9DD-4678-8056-4EE15F3A0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171825" y="2669381"/>
            <a:ext cx="2540794" cy="24598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225" b="0" i="0">
                <a:solidFill>
                  <a:srgbClr val="292929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225" b="0" i="0">
                <a:solidFill>
                  <a:srgbClr val="292929"/>
                </a:solidFill>
                <a:latin typeface="Times New Roman"/>
                <a:ea typeface="Times New Roman"/>
                <a:cs typeface="Times New Roman"/>
              </a:rPr>
              <a:t>2359</a:t>
            </a:r>
          </a:p>
        </p:txBody>
      </p:sp>
      <p:sp>
        <p:nvSpPr>
          <p:cNvPr id="11" name="SEC-019-11">
            <a:extLst xmlns:a="http://schemas.openxmlformats.org/drawingml/2006/main">
              <a:ext uri="{FF2B5EF4-FFF2-40B4-BE49-F238E27FC236}">
                <a16:creationId xmlns:a16="http://schemas.microsoft.com/office/drawing/2014/main" id="{C983B5C2-185B-42F1-9980-0A26064A1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712619" y="2650331"/>
            <a:ext cx="2543651" cy="246268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5BA4"/>
          </a:solidFill>
          <a:ln xmlns:a="http://schemas.openxmlformats.org/drawingml/2006/main" w="0">
            <a:noFill/>
          </a:ln>
        </p:spPr>
      </p:sp>
      <p:sp>
        <p:nvSpPr>
          <p:cNvPr id="12" name="SEC-019-12">
            <a:extLst xmlns:a="http://schemas.openxmlformats.org/drawingml/2006/main">
              <a:ext uri="{FF2B5EF4-FFF2-40B4-BE49-F238E27FC236}">
                <a16:creationId xmlns:a16="http://schemas.microsoft.com/office/drawing/2014/main" id="{EB51E78C-E84C-4472-885D-BC88E1AE6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712619" y="2669381"/>
            <a:ext cx="2540794" cy="24598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225" b="0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225" b="0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2500</a:t>
            </a:r>
          </a:p>
        </p:txBody>
      </p:sp>
      <p:sp>
        <p:nvSpPr>
          <p:cNvPr id="13" name="SEC-019-13">
            <a:extLst xmlns:a="http://schemas.openxmlformats.org/drawingml/2006/main">
              <a:ext uri="{FF2B5EF4-FFF2-40B4-BE49-F238E27FC236}">
                <a16:creationId xmlns:a16="http://schemas.microsoft.com/office/drawing/2014/main" id="{A50EC551-1F49-4203-AFA1-AD852E1F7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253413" y="2650331"/>
            <a:ext cx="2543651" cy="246268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D5EA"/>
          </a:solidFill>
          <a:ln xmlns:a="http://schemas.openxmlformats.org/drawingml/2006/main" w="0">
            <a:noFill/>
          </a:ln>
        </p:spPr>
      </p:sp>
      <p:sp>
        <p:nvSpPr>
          <p:cNvPr id="14" name="SEC-019-14">
            <a:extLst xmlns:a="http://schemas.openxmlformats.org/drawingml/2006/main">
              <a:ext uri="{FF2B5EF4-FFF2-40B4-BE49-F238E27FC236}">
                <a16:creationId xmlns:a16="http://schemas.microsoft.com/office/drawing/2014/main" id="{39BF1556-F961-401F-876E-859A021E6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253413" y="2669381"/>
            <a:ext cx="2540794" cy="24598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225" b="0" i="0">
                <a:solidFill>
                  <a:srgbClr val="292929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225" b="0" i="0">
                <a:solidFill>
                  <a:srgbClr val="292929"/>
                </a:solidFill>
                <a:latin typeface="Times New Roman"/>
                <a:ea typeface="Times New Roman"/>
                <a:cs typeface="Times New Roman"/>
              </a:rPr>
              <a:t>2409</a:t>
            </a:r>
          </a:p>
        </p:txBody>
      </p:sp>
      <p:sp>
        <p:nvSpPr>
          <p:cNvPr id="15" name="SEC-019-15">
            <a:extLst xmlns:a="http://schemas.openxmlformats.org/drawingml/2006/main">
              <a:ext uri="{FF2B5EF4-FFF2-40B4-BE49-F238E27FC236}">
                <a16:creationId xmlns:a16="http://schemas.microsoft.com/office/drawing/2014/main" id="{6C2F698F-8850-411F-9B52-360520F9E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794206" y="2650331"/>
            <a:ext cx="2543651" cy="246268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BF7"/>
          </a:solidFill>
          <a:ln xmlns:a="http://schemas.openxmlformats.org/drawingml/2006/main" w="0">
            <a:noFill/>
          </a:ln>
        </p:spPr>
      </p:sp>
      <p:sp>
        <p:nvSpPr>
          <p:cNvPr id="16" name="SEC-019-16">
            <a:extLst xmlns:a="http://schemas.openxmlformats.org/drawingml/2006/main">
              <a:ext uri="{FF2B5EF4-FFF2-40B4-BE49-F238E27FC236}">
                <a16:creationId xmlns:a16="http://schemas.microsoft.com/office/drawing/2014/main" id="{97193703-36F2-41A0-BC56-51473AA74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794206" y="2669381"/>
            <a:ext cx="2540794" cy="24598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225" b="0" i="0">
                <a:solidFill>
                  <a:srgbClr val="292929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225" b="0" i="0">
                <a:solidFill>
                  <a:srgbClr val="292929"/>
                </a:solidFill>
                <a:latin typeface="Times New Roman"/>
                <a:ea typeface="Times New Roman"/>
                <a:cs typeface="Times New Roman"/>
              </a:rPr>
              <a:t>2380</a:t>
            </a:r>
          </a:p>
        </p:txBody>
      </p:sp>
      <p:sp>
        <p:nvSpPr>
          <p:cNvPr id="17" name="SEC-019-17">
            <a:extLst xmlns:a="http://schemas.openxmlformats.org/drawingml/2006/main">
              <a:ext uri="{FF2B5EF4-FFF2-40B4-BE49-F238E27FC236}">
                <a16:creationId xmlns:a16="http://schemas.microsoft.com/office/drawing/2014/main" id="{ECF5BFCC-2223-426B-A278-DB81F4784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171825" y="5110163"/>
            <a:ext cx="2543651" cy="246268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AF6"/>
          </a:solidFill>
          <a:ln xmlns:a="http://schemas.openxmlformats.org/drawingml/2006/main" w="0">
            <a:noFill/>
          </a:ln>
        </p:spPr>
      </p:sp>
      <p:sp>
        <p:nvSpPr>
          <p:cNvPr id="18" name="SEC-019-18">
            <a:extLst xmlns:a="http://schemas.openxmlformats.org/drawingml/2006/main">
              <a:ext uri="{FF2B5EF4-FFF2-40B4-BE49-F238E27FC236}">
                <a16:creationId xmlns:a16="http://schemas.microsoft.com/office/drawing/2014/main" id="{A6B9C21D-FEE8-4A38-9CF3-052E30B2F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171825" y="5129213"/>
            <a:ext cx="2540794" cy="24598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225" b="0" i="0">
                <a:solidFill>
                  <a:srgbClr val="292929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225" b="0" i="0">
                <a:solidFill>
                  <a:srgbClr val="292929"/>
                </a:solidFill>
                <a:latin typeface="Times New Roman"/>
                <a:ea typeface="Times New Roman"/>
                <a:cs typeface="Times New Roman"/>
              </a:rPr>
              <a:t>2382</a:t>
            </a:r>
          </a:p>
        </p:txBody>
      </p:sp>
      <p:sp>
        <p:nvSpPr>
          <p:cNvPr id="19" name="SEC-019-19">
            <a:extLst xmlns:a="http://schemas.openxmlformats.org/drawingml/2006/main">
              <a:ext uri="{FF2B5EF4-FFF2-40B4-BE49-F238E27FC236}">
                <a16:creationId xmlns:a16="http://schemas.microsoft.com/office/drawing/2014/main" id="{9BF6E313-FDBF-49EC-97FE-0F10E3E56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712619" y="5110163"/>
            <a:ext cx="2543651" cy="246268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D5EA"/>
          </a:solidFill>
          <a:ln xmlns:a="http://schemas.openxmlformats.org/drawingml/2006/main" w="0">
            <a:noFill/>
          </a:ln>
        </p:spPr>
      </p:sp>
      <p:sp>
        <p:nvSpPr>
          <p:cNvPr id="20" name="SEC-019-20">
            <a:extLst xmlns:a="http://schemas.openxmlformats.org/drawingml/2006/main">
              <a:ext uri="{FF2B5EF4-FFF2-40B4-BE49-F238E27FC236}">
                <a16:creationId xmlns:a16="http://schemas.microsoft.com/office/drawing/2014/main" id="{2D442454-B805-4C67-BAEB-99B3EC936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712619" y="5129213"/>
            <a:ext cx="2540794" cy="24598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225" b="0" i="0">
                <a:solidFill>
                  <a:srgbClr val="292929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225" b="0" i="0">
                <a:solidFill>
                  <a:srgbClr val="292929"/>
                </a:solidFill>
                <a:latin typeface="Times New Roman"/>
                <a:ea typeface="Times New Roman"/>
                <a:cs typeface="Times New Roman"/>
              </a:rPr>
              <a:t>2409</a:t>
            </a:r>
          </a:p>
        </p:txBody>
      </p:sp>
      <p:sp>
        <p:nvSpPr>
          <p:cNvPr id="21" name="SEC-019-21">
            <a:extLst xmlns:a="http://schemas.openxmlformats.org/drawingml/2006/main">
              <a:ext uri="{FF2B5EF4-FFF2-40B4-BE49-F238E27FC236}">
                <a16:creationId xmlns:a16="http://schemas.microsoft.com/office/drawing/2014/main" id="{EF16C53F-D1AE-4D1F-A662-9D81E825A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253413" y="5110163"/>
            <a:ext cx="2543651" cy="246268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4F99"/>
          </a:solidFill>
          <a:ln xmlns:a="http://schemas.openxmlformats.org/drawingml/2006/main" w="0">
            <a:noFill/>
          </a:ln>
        </p:spPr>
      </p:sp>
      <p:sp>
        <p:nvSpPr>
          <p:cNvPr id="22" name="SEC-019-22">
            <a:extLst xmlns:a="http://schemas.openxmlformats.org/drawingml/2006/main">
              <a:ext uri="{FF2B5EF4-FFF2-40B4-BE49-F238E27FC236}">
                <a16:creationId xmlns:a16="http://schemas.microsoft.com/office/drawing/2014/main" id="{B64F737C-1513-45B2-9BA3-C06AEF0FF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253413" y="5129213"/>
            <a:ext cx="2540794" cy="24598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225" b="0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225" b="0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2508</a:t>
            </a:r>
          </a:p>
        </p:txBody>
      </p:sp>
      <p:sp>
        <p:nvSpPr>
          <p:cNvPr id="23" name="SEC-019-23">
            <a:extLst xmlns:a="http://schemas.openxmlformats.org/drawingml/2006/main">
              <a:ext uri="{FF2B5EF4-FFF2-40B4-BE49-F238E27FC236}">
                <a16:creationId xmlns:a16="http://schemas.microsoft.com/office/drawing/2014/main" id="{1309C332-C76B-48F4-A6B6-955E4401C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794206" y="5110163"/>
            <a:ext cx="2543651" cy="246268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E2F3"/>
          </a:solidFill>
          <a:ln xmlns:a="http://schemas.openxmlformats.org/drawingml/2006/main" w="0">
            <a:noFill/>
          </a:ln>
        </p:spPr>
      </p:sp>
      <p:sp>
        <p:nvSpPr>
          <p:cNvPr id="24" name="SEC-019-24">
            <a:extLst xmlns:a="http://schemas.openxmlformats.org/drawingml/2006/main">
              <a:ext uri="{FF2B5EF4-FFF2-40B4-BE49-F238E27FC236}">
                <a16:creationId xmlns:a16="http://schemas.microsoft.com/office/drawing/2014/main" id="{7C560D72-A174-4F10-880A-E873B8FD6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794206" y="5129213"/>
            <a:ext cx="2540794" cy="24598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225" b="0" i="0">
                <a:solidFill>
                  <a:srgbClr val="292929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225" b="0" i="0">
                <a:solidFill>
                  <a:srgbClr val="292929"/>
                </a:solidFill>
                <a:latin typeface="Times New Roman"/>
                <a:ea typeface="Times New Roman"/>
                <a:cs typeface="Times New Roman"/>
              </a:rPr>
              <a:t>2392</a:t>
            </a:r>
          </a:p>
        </p:txBody>
      </p:sp>
      <p:sp>
        <p:nvSpPr>
          <p:cNvPr id="25" name="SEC-019-25">
            <a:extLst xmlns:a="http://schemas.openxmlformats.org/drawingml/2006/main">
              <a:ext uri="{FF2B5EF4-FFF2-40B4-BE49-F238E27FC236}">
                <a16:creationId xmlns:a16="http://schemas.microsoft.com/office/drawing/2014/main" id="{F1491D48-6FBC-4DF7-B486-2A4B82A05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171825" y="7569994"/>
            <a:ext cx="2543651" cy="246268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E5F4"/>
          </a:solidFill>
          <a:ln xmlns:a="http://schemas.openxmlformats.org/drawingml/2006/main" w="0">
            <a:noFill/>
          </a:ln>
        </p:spPr>
      </p:sp>
      <p:sp>
        <p:nvSpPr>
          <p:cNvPr id="26" name="SEC-019-26">
            <a:extLst xmlns:a="http://schemas.openxmlformats.org/drawingml/2006/main">
              <a:ext uri="{FF2B5EF4-FFF2-40B4-BE49-F238E27FC236}">
                <a16:creationId xmlns:a16="http://schemas.microsoft.com/office/drawing/2014/main" id="{2472BF7C-81B6-450C-9C53-4AA700897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171825" y="7589044"/>
            <a:ext cx="2540794" cy="24598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225" b="0" i="0">
                <a:solidFill>
                  <a:srgbClr val="292929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225" b="0" i="0">
                <a:solidFill>
                  <a:srgbClr val="292929"/>
                </a:solidFill>
                <a:latin typeface="Times New Roman"/>
                <a:ea typeface="Times New Roman"/>
                <a:cs typeface="Times New Roman"/>
              </a:rPr>
              <a:t>2388</a:t>
            </a:r>
          </a:p>
        </p:txBody>
      </p:sp>
      <p:sp>
        <p:nvSpPr>
          <p:cNvPr id="27" name="SEC-019-27">
            <a:extLst xmlns:a="http://schemas.openxmlformats.org/drawingml/2006/main">
              <a:ext uri="{FF2B5EF4-FFF2-40B4-BE49-F238E27FC236}">
                <a16:creationId xmlns:a16="http://schemas.microsoft.com/office/drawing/2014/main" id="{3E765501-CEDF-47E2-A75B-A3A73BFFF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712619" y="7569994"/>
            <a:ext cx="2543651" cy="246268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BF7"/>
          </a:solidFill>
          <a:ln xmlns:a="http://schemas.openxmlformats.org/drawingml/2006/main" w="0">
            <a:noFill/>
          </a:ln>
        </p:spPr>
      </p:sp>
      <p:sp>
        <p:nvSpPr>
          <p:cNvPr id="28" name="SEC-019-28">
            <a:extLst xmlns:a="http://schemas.openxmlformats.org/drawingml/2006/main">
              <a:ext uri="{FF2B5EF4-FFF2-40B4-BE49-F238E27FC236}">
                <a16:creationId xmlns:a16="http://schemas.microsoft.com/office/drawing/2014/main" id="{EC298A0B-E442-452F-88E8-B4AD32711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712619" y="7589044"/>
            <a:ext cx="2540794" cy="24598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225" b="0" i="0">
                <a:solidFill>
                  <a:srgbClr val="292929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225" b="0" i="0">
                <a:solidFill>
                  <a:srgbClr val="292929"/>
                </a:solidFill>
                <a:latin typeface="Times New Roman"/>
                <a:ea typeface="Times New Roman"/>
                <a:cs typeface="Times New Roman"/>
              </a:rPr>
              <a:t>2380</a:t>
            </a:r>
          </a:p>
        </p:txBody>
      </p:sp>
      <p:sp>
        <p:nvSpPr>
          <p:cNvPr id="29" name="SEC-019-29">
            <a:extLst xmlns:a="http://schemas.openxmlformats.org/drawingml/2006/main">
              <a:ext uri="{FF2B5EF4-FFF2-40B4-BE49-F238E27FC236}">
                <a16:creationId xmlns:a16="http://schemas.microsoft.com/office/drawing/2014/main" id="{36F6AD45-1D6E-4DDC-AB35-6BFE98EC4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253413" y="7569994"/>
            <a:ext cx="2543651" cy="246268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E2F3"/>
          </a:solidFill>
          <a:ln xmlns:a="http://schemas.openxmlformats.org/drawingml/2006/main" w="0">
            <a:noFill/>
          </a:ln>
        </p:spPr>
      </p:sp>
      <p:sp>
        <p:nvSpPr>
          <p:cNvPr id="30" name="SEC-019-30">
            <a:extLst xmlns:a="http://schemas.openxmlformats.org/drawingml/2006/main">
              <a:ext uri="{FF2B5EF4-FFF2-40B4-BE49-F238E27FC236}">
                <a16:creationId xmlns:a16="http://schemas.microsoft.com/office/drawing/2014/main" id="{96499BE1-D9A0-4CFD-99DE-70E267429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253413" y="7589044"/>
            <a:ext cx="2540794" cy="24598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225" b="0" i="0">
                <a:solidFill>
                  <a:srgbClr val="292929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225" b="0" i="0">
                <a:solidFill>
                  <a:srgbClr val="292929"/>
                </a:solidFill>
                <a:latin typeface="Times New Roman"/>
                <a:ea typeface="Times New Roman"/>
                <a:cs typeface="Times New Roman"/>
              </a:rPr>
              <a:t>2392</a:t>
            </a:r>
          </a:p>
        </p:txBody>
      </p:sp>
      <p:sp>
        <p:nvSpPr>
          <p:cNvPr id="31" name="SEC-019-31">
            <a:extLst xmlns:a="http://schemas.openxmlformats.org/drawingml/2006/main">
              <a:ext uri="{FF2B5EF4-FFF2-40B4-BE49-F238E27FC236}">
                <a16:creationId xmlns:a16="http://schemas.microsoft.com/office/drawing/2014/main" id="{76492FC4-8BF1-4A24-A052-56E38710A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794206" y="7569994"/>
            <a:ext cx="2543651" cy="246268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306B"/>
          </a:solidFill>
          <a:ln xmlns:a="http://schemas.openxmlformats.org/drawingml/2006/main" w="0">
            <a:noFill/>
          </a:ln>
        </p:spPr>
      </p:sp>
      <p:sp>
        <p:nvSpPr>
          <p:cNvPr id="32" name="SEC-019-32">
            <a:extLst xmlns:a="http://schemas.openxmlformats.org/drawingml/2006/main">
              <a:ext uri="{FF2B5EF4-FFF2-40B4-BE49-F238E27FC236}">
                <a16:creationId xmlns:a16="http://schemas.microsoft.com/office/drawing/2014/main" id="{A0E0EBB2-0FA5-44C5-8256-9A87F8136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794206" y="7589044"/>
            <a:ext cx="2540794" cy="24598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225" b="0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225" b="0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2528</a:t>
            </a:r>
          </a:p>
        </p:txBody>
      </p:sp>
      <p:sp>
        <p:nvSpPr>
          <p:cNvPr id="33" name="SEC-019-33">
            <a:extLst xmlns:a="http://schemas.openxmlformats.org/drawingml/2006/main">
              <a:ext uri="{FF2B5EF4-FFF2-40B4-BE49-F238E27FC236}">
                <a16:creationId xmlns:a16="http://schemas.microsoft.com/office/drawing/2014/main" id="{86F8266D-3209-4619-B70A-75A6E3E93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8100" y="810816"/>
            <a:ext cx="3000375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352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52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R. Corpus</a:t>
            </a:r>
          </a:p>
          <a:p xmlns:a="http://schemas.openxmlformats.org/drawingml/2006/main">
            <a:pPr algn="r">
              <a:defRPr sz="352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52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w/o Feedback</a:t>
            </a:r>
          </a:p>
        </p:txBody>
      </p:sp>
      <p:sp>
        <p:nvSpPr>
          <p:cNvPr id="34" name="path-34">
            <a:extLst xmlns:a="http://schemas.openxmlformats.org/drawingml/2006/main">
              <a:ext uri="{FF2B5EF4-FFF2-40B4-BE49-F238E27FC236}">
                <a16:creationId xmlns:a16="http://schemas.microsoft.com/office/drawing/2014/main" id="{C92D3B46-92AD-4812-8E40-58F21DCF4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1420416"/>
            <a:ext cx="66675" cy="95"/>
          </a:xfrm>
          <a:custGeom xmlns:a="http://schemas.openxmlformats.org/drawingml/2006/main">
            <a:pathLst>
              <a:path w="66675" h="95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111111"/>
            </a:solidFill>
          </a:ln>
        </p:spPr>
      </p:sp>
      <p:sp>
        <p:nvSpPr>
          <p:cNvPr id="35" name="path-35">
            <a:extLst xmlns:a="http://schemas.openxmlformats.org/drawingml/2006/main">
              <a:ext uri="{FF2B5EF4-FFF2-40B4-BE49-F238E27FC236}">
                <a16:creationId xmlns:a16="http://schemas.microsoft.com/office/drawing/2014/main" id="{023F7268-009A-4E5D-B7E5-B74AC42DB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2222" y="10029825"/>
            <a:ext cx="95" cy="76200"/>
          </a:xfrm>
          <a:custGeom xmlns:a="http://schemas.openxmlformats.org/drawingml/2006/main">
            <a:pathLst>
              <a:path w="95" h="76200">
                <a:moveTo>
                  <a:pt x="0" y="0"/>
                </a:moveTo>
                <a:lnTo>
                  <a:pt x="0" y="7620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111111"/>
            </a:solidFill>
          </a:ln>
        </p:spPr>
      </p:sp>
      <p:sp>
        <p:nvSpPr>
          <p:cNvPr id="36" name="SEC-019-36">
            <a:extLst xmlns:a="http://schemas.openxmlformats.org/drawingml/2006/main">
              <a:ext uri="{FF2B5EF4-FFF2-40B4-BE49-F238E27FC236}">
                <a16:creationId xmlns:a16="http://schemas.microsoft.com/office/drawing/2014/main" id="{2360B89A-0595-4216-AB9A-BF6C354F8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2700000">
            <a:off x="1666875" y="10829925"/>
            <a:ext cx="3381375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52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52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R. Corpus</a:t>
            </a:r>
          </a:p>
          <a:p xmlns:a="http://schemas.openxmlformats.org/drawingml/2006/main">
            <a:pPr algn="ctr">
              <a:defRPr sz="352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52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w/o Feedback</a:t>
            </a:r>
          </a:p>
        </p:txBody>
      </p:sp>
      <p:sp>
        <p:nvSpPr>
          <p:cNvPr id="37" name="SEC-019-37">
            <a:extLst xmlns:a="http://schemas.openxmlformats.org/drawingml/2006/main">
              <a:ext uri="{FF2B5EF4-FFF2-40B4-BE49-F238E27FC236}">
                <a16:creationId xmlns:a16="http://schemas.microsoft.com/office/drawing/2014/main" id="{7D439AC7-50C0-44D1-9A14-E8A21026B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8100" y="3270647"/>
            <a:ext cx="3000375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352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52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R. Corpus</a:t>
            </a:r>
          </a:p>
          <a:p xmlns:a="http://schemas.openxmlformats.org/drawingml/2006/main">
            <a:pPr algn="r">
              <a:defRPr sz="352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52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w/ Feedback</a:t>
            </a:r>
          </a:p>
        </p:txBody>
      </p:sp>
      <p:sp>
        <p:nvSpPr>
          <p:cNvPr id="38" name="path-38">
            <a:extLst xmlns:a="http://schemas.openxmlformats.org/drawingml/2006/main">
              <a:ext uri="{FF2B5EF4-FFF2-40B4-BE49-F238E27FC236}">
                <a16:creationId xmlns:a16="http://schemas.microsoft.com/office/drawing/2014/main" id="{2D84E2BF-1B28-463C-B829-1B9511A8F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3880247"/>
            <a:ext cx="66675" cy="95"/>
          </a:xfrm>
          <a:custGeom xmlns:a="http://schemas.openxmlformats.org/drawingml/2006/main">
            <a:pathLst>
              <a:path w="66675" h="95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111111"/>
            </a:solidFill>
          </a:ln>
        </p:spPr>
      </p:sp>
      <p:sp>
        <p:nvSpPr>
          <p:cNvPr id="39" name="path-39">
            <a:extLst xmlns:a="http://schemas.openxmlformats.org/drawingml/2006/main">
              <a:ext uri="{FF2B5EF4-FFF2-40B4-BE49-F238E27FC236}">
                <a16:creationId xmlns:a16="http://schemas.microsoft.com/office/drawing/2014/main" id="{F4A6F61B-2FCF-4AE4-9A9B-11407C1AC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3016" y="10029825"/>
            <a:ext cx="95" cy="76200"/>
          </a:xfrm>
          <a:custGeom xmlns:a="http://schemas.openxmlformats.org/drawingml/2006/main">
            <a:pathLst>
              <a:path w="95" h="76200">
                <a:moveTo>
                  <a:pt x="0" y="0"/>
                </a:moveTo>
                <a:lnTo>
                  <a:pt x="0" y="7620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111111"/>
            </a:solidFill>
          </a:ln>
        </p:spPr>
      </p:sp>
      <p:sp>
        <p:nvSpPr>
          <p:cNvPr id="40" name="SEC-019-40">
            <a:extLst xmlns:a="http://schemas.openxmlformats.org/drawingml/2006/main">
              <a:ext uri="{FF2B5EF4-FFF2-40B4-BE49-F238E27FC236}">
                <a16:creationId xmlns:a16="http://schemas.microsoft.com/office/drawing/2014/main" id="{E396B98D-72BE-47E7-8363-2F981C3C2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2700000">
            <a:off x="4207669" y="10829925"/>
            <a:ext cx="3381375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52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52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R. Corpus</a:t>
            </a:r>
          </a:p>
          <a:p xmlns:a="http://schemas.openxmlformats.org/drawingml/2006/main">
            <a:pPr algn="ctr">
              <a:defRPr sz="352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52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w/ Feedback</a:t>
            </a:r>
          </a:p>
        </p:txBody>
      </p:sp>
      <p:sp>
        <p:nvSpPr>
          <p:cNvPr id="41" name="SEC-019-41">
            <a:extLst xmlns:a="http://schemas.openxmlformats.org/drawingml/2006/main">
              <a:ext uri="{FF2B5EF4-FFF2-40B4-BE49-F238E27FC236}">
                <a16:creationId xmlns:a16="http://schemas.microsoft.com/office/drawing/2014/main" id="{546EAF25-8F82-4F03-9142-BA3F36C3C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8100" y="5730478"/>
            <a:ext cx="3000375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352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52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V. Corpus</a:t>
            </a:r>
          </a:p>
          <a:p xmlns:a="http://schemas.openxmlformats.org/drawingml/2006/main">
            <a:pPr algn="r">
              <a:defRPr sz="352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52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w/o Feedback</a:t>
            </a:r>
          </a:p>
        </p:txBody>
      </p:sp>
      <p:sp>
        <p:nvSpPr>
          <p:cNvPr id="42" name="path-42">
            <a:extLst xmlns:a="http://schemas.openxmlformats.org/drawingml/2006/main">
              <a:ext uri="{FF2B5EF4-FFF2-40B4-BE49-F238E27FC236}">
                <a16:creationId xmlns:a16="http://schemas.microsoft.com/office/drawing/2014/main" id="{312A7278-5056-46F8-B93C-D2EFB0A57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6340078"/>
            <a:ext cx="66675" cy="95"/>
          </a:xfrm>
          <a:custGeom xmlns:a="http://schemas.openxmlformats.org/drawingml/2006/main">
            <a:pathLst>
              <a:path w="66675" h="95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111111"/>
            </a:solidFill>
          </a:ln>
        </p:spPr>
      </p:sp>
      <p:sp>
        <p:nvSpPr>
          <p:cNvPr id="43" name="path-43">
            <a:extLst xmlns:a="http://schemas.openxmlformats.org/drawingml/2006/main">
              <a:ext uri="{FF2B5EF4-FFF2-40B4-BE49-F238E27FC236}">
                <a16:creationId xmlns:a16="http://schemas.microsoft.com/office/drawing/2014/main" id="{9A3113FA-3776-45CF-98CB-FBA9B47BF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3809" y="10029825"/>
            <a:ext cx="95" cy="76200"/>
          </a:xfrm>
          <a:custGeom xmlns:a="http://schemas.openxmlformats.org/drawingml/2006/main">
            <a:pathLst>
              <a:path w="95" h="76200">
                <a:moveTo>
                  <a:pt x="0" y="0"/>
                </a:moveTo>
                <a:lnTo>
                  <a:pt x="0" y="7620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111111"/>
            </a:solidFill>
          </a:ln>
        </p:spPr>
      </p:sp>
      <p:sp>
        <p:nvSpPr>
          <p:cNvPr id="44" name="SEC-019-44">
            <a:extLst xmlns:a="http://schemas.openxmlformats.org/drawingml/2006/main">
              <a:ext uri="{FF2B5EF4-FFF2-40B4-BE49-F238E27FC236}">
                <a16:creationId xmlns:a16="http://schemas.microsoft.com/office/drawing/2014/main" id="{7F22B33A-CC3A-4D9B-A61A-660DF8E7A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2700000">
            <a:off x="6748463" y="10829925"/>
            <a:ext cx="3381375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52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52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V. Corpus</a:t>
            </a:r>
          </a:p>
          <a:p xmlns:a="http://schemas.openxmlformats.org/drawingml/2006/main">
            <a:pPr algn="ctr">
              <a:defRPr sz="352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52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w/o Feedback</a:t>
            </a:r>
          </a:p>
        </p:txBody>
      </p:sp>
      <p:sp>
        <p:nvSpPr>
          <p:cNvPr id="45" name="SEC-019-45">
            <a:extLst xmlns:a="http://schemas.openxmlformats.org/drawingml/2006/main">
              <a:ext uri="{FF2B5EF4-FFF2-40B4-BE49-F238E27FC236}">
                <a16:creationId xmlns:a16="http://schemas.microsoft.com/office/drawing/2014/main" id="{D81F96DC-5FCC-4B37-8995-62DD87B52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8100" y="8190309"/>
            <a:ext cx="3000375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352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52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V. Corpus</a:t>
            </a:r>
          </a:p>
          <a:p xmlns:a="http://schemas.openxmlformats.org/drawingml/2006/main">
            <a:pPr algn="r">
              <a:defRPr sz="352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52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w/ Feedback</a:t>
            </a:r>
          </a:p>
        </p:txBody>
      </p:sp>
      <p:sp>
        <p:nvSpPr>
          <p:cNvPr id="46" name="path-46">
            <a:extLst xmlns:a="http://schemas.openxmlformats.org/drawingml/2006/main">
              <a:ext uri="{FF2B5EF4-FFF2-40B4-BE49-F238E27FC236}">
                <a16:creationId xmlns:a16="http://schemas.microsoft.com/office/drawing/2014/main" id="{6B4B5C87-3B91-4B7A-B671-E6B51DCB1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8799909"/>
            <a:ext cx="66675" cy="95"/>
          </a:xfrm>
          <a:custGeom xmlns:a="http://schemas.openxmlformats.org/drawingml/2006/main">
            <a:pathLst>
              <a:path w="66675" h="95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111111"/>
            </a:solidFill>
          </a:ln>
        </p:spPr>
      </p:sp>
      <p:sp>
        <p:nvSpPr>
          <p:cNvPr id="47" name="path-47">
            <a:extLst xmlns:a="http://schemas.openxmlformats.org/drawingml/2006/main">
              <a:ext uri="{FF2B5EF4-FFF2-40B4-BE49-F238E27FC236}">
                <a16:creationId xmlns:a16="http://schemas.microsoft.com/office/drawing/2014/main" id="{CAB4DE0A-3A84-4E7E-B01A-891805D69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64603" y="10029825"/>
            <a:ext cx="95" cy="76200"/>
          </a:xfrm>
          <a:custGeom xmlns:a="http://schemas.openxmlformats.org/drawingml/2006/main">
            <a:pathLst>
              <a:path w="95" h="76200">
                <a:moveTo>
                  <a:pt x="0" y="0"/>
                </a:moveTo>
                <a:lnTo>
                  <a:pt x="0" y="7620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111111"/>
            </a:solidFill>
          </a:ln>
        </p:spPr>
      </p:sp>
      <p:sp>
        <p:nvSpPr>
          <p:cNvPr id="48" name="SEC-019-48">
            <a:extLst xmlns:a="http://schemas.openxmlformats.org/drawingml/2006/main">
              <a:ext uri="{FF2B5EF4-FFF2-40B4-BE49-F238E27FC236}">
                <a16:creationId xmlns:a16="http://schemas.microsoft.com/office/drawing/2014/main" id="{1CE42893-6A3A-428A-BA06-CB6A4B251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2700000">
            <a:off x="9289256" y="10829925"/>
            <a:ext cx="3381375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52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52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V. Corpus</a:t>
            </a:r>
          </a:p>
          <a:p xmlns:a="http://schemas.openxmlformats.org/drawingml/2006/main">
            <a:pPr algn="ctr">
              <a:defRPr sz="352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52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w/ Feedback</a:t>
            </a:r>
          </a:p>
        </p:txBody>
      </p:sp>
      <p:sp>
        <p:nvSpPr>
          <p:cNvPr id="49" name="SEC-019-49">
            <a:extLst xmlns:a="http://schemas.openxmlformats.org/drawingml/2006/main">
              <a:ext uri="{FF2B5EF4-FFF2-40B4-BE49-F238E27FC236}">
                <a16:creationId xmlns:a16="http://schemas.microsoft.com/office/drawing/2014/main" id="{AFE92655-78E6-4CD8-9177-18B6AAAFB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963650" y="190500"/>
            <a:ext cx="495300" cy="9839325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8306B"/>
              </a:gs>
              <a:gs pos="392">
                <a:srgbClr val="08316D"/>
              </a:gs>
              <a:gs pos="784">
                <a:srgbClr val="08326E"/>
              </a:gs>
              <a:gs pos="1176">
                <a:srgbClr val="083370"/>
              </a:gs>
              <a:gs pos="1569">
                <a:srgbClr val="083471"/>
              </a:gs>
              <a:gs pos="1961">
                <a:srgbClr val="083573"/>
              </a:gs>
              <a:gs pos="2353">
                <a:srgbClr val="083674"/>
              </a:gs>
              <a:gs pos="2745">
                <a:srgbClr val="083776"/>
              </a:gs>
              <a:gs pos="3137">
                <a:srgbClr val="083877"/>
              </a:gs>
              <a:gs pos="3529">
                <a:srgbClr val="083979"/>
              </a:gs>
              <a:gs pos="3922">
                <a:srgbClr val="083A7A"/>
              </a:gs>
              <a:gs pos="4314">
                <a:srgbClr val="083B7C"/>
              </a:gs>
              <a:gs pos="4706">
                <a:srgbClr val="083C7D"/>
              </a:gs>
              <a:gs pos="5098">
                <a:srgbClr val="083D7F"/>
              </a:gs>
              <a:gs pos="5490">
                <a:srgbClr val="083E81"/>
              </a:gs>
              <a:gs pos="5882">
                <a:srgbClr val="084082"/>
              </a:gs>
              <a:gs pos="6275">
                <a:srgbClr val="084184"/>
              </a:gs>
              <a:gs pos="6667">
                <a:srgbClr val="084285"/>
              </a:gs>
              <a:gs pos="7059">
                <a:srgbClr val="084387"/>
              </a:gs>
              <a:gs pos="7451">
                <a:srgbClr val="084488"/>
              </a:gs>
              <a:gs pos="7843">
                <a:srgbClr val="08458A"/>
              </a:gs>
              <a:gs pos="8235">
                <a:srgbClr val="08468B"/>
              </a:gs>
              <a:gs pos="8627">
                <a:srgbClr val="08478D"/>
              </a:gs>
              <a:gs pos="9020">
                <a:srgbClr val="08488E"/>
              </a:gs>
              <a:gs pos="9412">
                <a:srgbClr val="084990"/>
              </a:gs>
              <a:gs pos="9804">
                <a:srgbClr val="084A91"/>
              </a:gs>
              <a:gs pos="10196">
                <a:srgbClr val="084B93"/>
              </a:gs>
              <a:gs pos="10588">
                <a:srgbClr val="084C95"/>
              </a:gs>
              <a:gs pos="10980">
                <a:srgbClr val="084D96"/>
              </a:gs>
              <a:gs pos="11373">
                <a:srgbClr val="084E98"/>
              </a:gs>
              <a:gs pos="11765">
                <a:srgbClr val="084F99"/>
              </a:gs>
              <a:gs pos="12157">
                <a:srgbClr val="08509B"/>
              </a:gs>
              <a:gs pos="12549">
                <a:srgbClr val="08519C"/>
              </a:gs>
              <a:gs pos="12941">
                <a:srgbClr val="09529D"/>
              </a:gs>
              <a:gs pos="13333">
                <a:srgbClr val="0A539E"/>
              </a:gs>
              <a:gs pos="13725">
                <a:srgbClr val="0A549E"/>
              </a:gs>
              <a:gs pos="14118">
                <a:srgbClr val="0B559F"/>
              </a:gs>
              <a:gs pos="14510">
                <a:srgbClr val="0C56A0"/>
              </a:gs>
              <a:gs pos="14902">
                <a:srgbClr val="0D57A1"/>
              </a:gs>
              <a:gs pos="15294">
                <a:srgbClr val="0E58A2"/>
              </a:gs>
              <a:gs pos="15686">
                <a:srgbClr val="0E59A2"/>
              </a:gs>
              <a:gs pos="16078">
                <a:srgbClr val="0F5AA3"/>
              </a:gs>
              <a:gs pos="16471">
                <a:srgbClr val="105BA4"/>
              </a:gs>
              <a:gs pos="16863">
                <a:srgbClr val="115CA5"/>
              </a:gs>
              <a:gs pos="17255">
                <a:srgbClr val="125DA6"/>
              </a:gs>
              <a:gs pos="17647">
                <a:srgbClr val="125EA6"/>
              </a:gs>
              <a:gs pos="18039">
                <a:srgbClr val="135FA7"/>
              </a:gs>
              <a:gs pos="18431">
                <a:srgbClr val="1460A8"/>
              </a:gs>
              <a:gs pos="18824">
                <a:srgbClr val="1561A9"/>
              </a:gs>
              <a:gs pos="19216">
                <a:srgbClr val="1562A9"/>
              </a:gs>
              <a:gs pos="19608">
                <a:srgbClr val="1663AA"/>
              </a:gs>
              <a:gs pos="20000">
                <a:srgbClr val="1764AB"/>
              </a:gs>
              <a:gs pos="20392">
                <a:srgbClr val="1865AC"/>
              </a:gs>
              <a:gs pos="20784">
                <a:srgbClr val="1966AD"/>
              </a:gs>
              <a:gs pos="21176">
                <a:srgbClr val="1967AD"/>
              </a:gs>
              <a:gs pos="21569">
                <a:srgbClr val="1A68AE"/>
              </a:gs>
              <a:gs pos="21961">
                <a:srgbClr val="1B69AF"/>
              </a:gs>
              <a:gs pos="22353">
                <a:srgbClr val="1C6AB0"/>
              </a:gs>
              <a:gs pos="22745">
                <a:srgbClr val="1C6BB0"/>
              </a:gs>
              <a:gs pos="23137">
                <a:srgbClr val="1D6CB1"/>
              </a:gs>
              <a:gs pos="23529">
                <a:srgbClr val="1E6DB2"/>
              </a:gs>
              <a:gs pos="23922">
                <a:srgbClr val="1F6EB3"/>
              </a:gs>
              <a:gs pos="24314">
                <a:srgbClr val="206FB4"/>
              </a:gs>
              <a:gs pos="24706">
                <a:srgbClr val="2070B4"/>
              </a:gs>
              <a:gs pos="25098">
                <a:srgbClr val="2171B5"/>
              </a:gs>
              <a:gs pos="25490">
                <a:srgbClr val="2272B6"/>
              </a:gs>
              <a:gs pos="25882">
                <a:srgbClr val="2373B6"/>
              </a:gs>
              <a:gs pos="26275">
                <a:srgbClr val="2474B7"/>
              </a:gs>
              <a:gs pos="26667">
                <a:srgbClr val="2575B7"/>
              </a:gs>
              <a:gs pos="27059">
                <a:srgbClr val="2676B8"/>
              </a:gs>
              <a:gs pos="27451">
                <a:srgbClr val="2777B8"/>
              </a:gs>
              <a:gs pos="27843">
                <a:srgbClr val="2979B9"/>
              </a:gs>
              <a:gs pos="28235">
                <a:srgbClr val="2A7AB9"/>
              </a:gs>
              <a:gs pos="28627">
                <a:srgbClr val="2B7BBA"/>
              </a:gs>
              <a:gs pos="29020">
                <a:srgbClr val="2C7CBA"/>
              </a:gs>
              <a:gs pos="29412">
                <a:srgbClr val="2D7DBB"/>
              </a:gs>
              <a:gs pos="29804">
                <a:srgbClr val="2E7EBC"/>
              </a:gs>
              <a:gs pos="30196">
                <a:srgbClr val="2F7FBC"/>
              </a:gs>
              <a:gs pos="30588">
                <a:srgbClr val="3080BD"/>
              </a:gs>
              <a:gs pos="30980">
                <a:srgbClr val="3181BD"/>
              </a:gs>
              <a:gs pos="31373">
                <a:srgbClr val="3282BE"/>
              </a:gs>
              <a:gs pos="31765">
                <a:srgbClr val="3383BE"/>
              </a:gs>
              <a:gs pos="32157">
                <a:srgbClr val="3484BF"/>
              </a:gs>
              <a:gs pos="32549">
                <a:srgbClr val="3585BF"/>
              </a:gs>
              <a:gs pos="32941">
                <a:srgbClr val="3686C0"/>
              </a:gs>
              <a:gs pos="33333">
                <a:srgbClr val="3787C0"/>
              </a:gs>
              <a:gs pos="33725">
                <a:srgbClr val="3888C1"/>
              </a:gs>
              <a:gs pos="34118">
                <a:srgbClr val="3989C1"/>
              </a:gs>
              <a:gs pos="34510">
                <a:srgbClr val="3A8AC2"/>
              </a:gs>
              <a:gs pos="34902">
                <a:srgbClr val="3B8BC2"/>
              </a:gs>
              <a:gs pos="35294">
                <a:srgbClr val="3C8CC3"/>
              </a:gs>
              <a:gs pos="35686">
                <a:srgbClr val="3D8DC4"/>
              </a:gs>
              <a:gs pos="36078">
                <a:srgbClr val="3E8EC4"/>
              </a:gs>
              <a:gs pos="36471">
                <a:srgbClr val="3F8FC5"/>
              </a:gs>
              <a:gs pos="36863">
                <a:srgbClr val="4090C5"/>
              </a:gs>
              <a:gs pos="37255">
                <a:srgbClr val="4191C6"/>
              </a:gs>
              <a:gs pos="37647">
                <a:srgbClr val="4292C6"/>
              </a:gs>
              <a:gs pos="38039">
                <a:srgbClr val="4493C7"/>
              </a:gs>
              <a:gs pos="38431">
                <a:srgbClr val="4594C7"/>
              </a:gs>
              <a:gs pos="38824">
                <a:srgbClr val="4695C8"/>
              </a:gs>
              <a:gs pos="39216">
                <a:srgbClr val="4896C8"/>
              </a:gs>
              <a:gs pos="39608">
                <a:srgbClr val="4997C9"/>
              </a:gs>
              <a:gs pos="40000">
                <a:srgbClr val="4A98C9"/>
              </a:gs>
              <a:gs pos="40392">
                <a:srgbClr val="4B98CA"/>
              </a:gs>
              <a:gs pos="40784">
                <a:srgbClr val="4D99CA"/>
              </a:gs>
              <a:gs pos="41176">
                <a:srgbClr val="4E9ACB"/>
              </a:gs>
              <a:gs pos="41569">
                <a:srgbClr val="4F9BCB"/>
              </a:gs>
              <a:gs pos="41961">
                <a:srgbClr val="519CCC"/>
              </a:gs>
              <a:gs pos="42353">
                <a:srgbClr val="529DCC"/>
              </a:gs>
              <a:gs pos="42745">
                <a:srgbClr val="539ECD"/>
              </a:gs>
              <a:gs pos="43137">
                <a:srgbClr val="549FCD"/>
              </a:gs>
              <a:gs pos="43529">
                <a:srgbClr val="56A0CE"/>
              </a:gs>
              <a:gs pos="43922">
                <a:srgbClr val="57A0CE"/>
              </a:gs>
              <a:gs pos="44314">
                <a:srgbClr val="58A1CF"/>
              </a:gs>
              <a:gs pos="44706">
                <a:srgbClr val="5AA2CF"/>
              </a:gs>
              <a:gs pos="45098">
                <a:srgbClr val="5BA3D0"/>
              </a:gs>
              <a:gs pos="45490">
                <a:srgbClr val="5CA4D0"/>
              </a:gs>
              <a:gs pos="45882">
                <a:srgbClr val="5DA5D1"/>
              </a:gs>
              <a:gs pos="46275">
                <a:srgbClr val="5FA6D1"/>
              </a:gs>
              <a:gs pos="46667">
                <a:srgbClr val="60A7D2"/>
              </a:gs>
              <a:gs pos="47059">
                <a:srgbClr val="61A7D2"/>
              </a:gs>
              <a:gs pos="47451">
                <a:srgbClr val="63A8D3"/>
              </a:gs>
              <a:gs pos="47843">
                <a:srgbClr val="64A9D3"/>
              </a:gs>
              <a:gs pos="48235">
                <a:srgbClr val="65AAD4"/>
              </a:gs>
              <a:gs pos="48627">
                <a:srgbClr val="66ABD4"/>
              </a:gs>
              <a:gs pos="49020">
                <a:srgbClr val="68ACD5"/>
              </a:gs>
              <a:gs pos="49412">
                <a:srgbClr val="69ADD5"/>
              </a:gs>
              <a:gs pos="49804">
                <a:srgbClr val="6AAED6"/>
              </a:gs>
              <a:gs pos="50196">
                <a:srgbClr val="6CAED6"/>
              </a:gs>
              <a:gs pos="50588">
                <a:srgbClr val="6DAFD7"/>
              </a:gs>
              <a:gs pos="50980">
                <a:srgbClr val="6FB0D7"/>
              </a:gs>
              <a:gs pos="51373">
                <a:srgbClr val="71B1D7"/>
              </a:gs>
              <a:gs pos="51765">
                <a:srgbClr val="72B2D8"/>
              </a:gs>
              <a:gs pos="52157">
                <a:srgbClr val="74B3D8"/>
              </a:gs>
              <a:gs pos="52549">
                <a:srgbClr val="75B4D8"/>
              </a:gs>
              <a:gs pos="52941">
                <a:srgbClr val="77B5D9"/>
              </a:gs>
              <a:gs pos="53333">
                <a:srgbClr val="79B5D9"/>
              </a:gs>
              <a:gs pos="53725">
                <a:srgbClr val="7AB6D9"/>
              </a:gs>
              <a:gs pos="54118">
                <a:srgbClr val="7CB7DA"/>
              </a:gs>
              <a:gs pos="54510">
                <a:srgbClr val="7DB8DA"/>
              </a:gs>
              <a:gs pos="54902">
                <a:srgbClr val="7FB9DA"/>
              </a:gs>
              <a:gs pos="55294">
                <a:srgbClr val="81BADB"/>
              </a:gs>
              <a:gs pos="55686">
                <a:srgbClr val="82BBDB"/>
              </a:gs>
              <a:gs pos="56078">
                <a:srgbClr val="84BCDB"/>
              </a:gs>
              <a:gs pos="56471">
                <a:srgbClr val="85BCDC"/>
              </a:gs>
              <a:gs pos="56863">
                <a:srgbClr val="87BDDC"/>
              </a:gs>
              <a:gs pos="57255">
                <a:srgbClr val="89BEDC"/>
              </a:gs>
              <a:gs pos="57647">
                <a:srgbClr val="8ABFDD"/>
              </a:gs>
              <a:gs pos="58039">
                <a:srgbClr val="8CC0DD"/>
              </a:gs>
              <a:gs pos="58431">
                <a:srgbClr val="8DC1DD"/>
              </a:gs>
              <a:gs pos="58824">
                <a:srgbClr val="8FC2DE"/>
              </a:gs>
              <a:gs pos="59216">
                <a:srgbClr val="91C3DE"/>
              </a:gs>
              <a:gs pos="59608">
                <a:srgbClr val="92C4DE"/>
              </a:gs>
              <a:gs pos="60000">
                <a:srgbClr val="94C4DF"/>
              </a:gs>
              <a:gs pos="60392">
                <a:srgbClr val="95C5DF"/>
              </a:gs>
              <a:gs pos="60784">
                <a:srgbClr val="97C6DF"/>
              </a:gs>
              <a:gs pos="61176">
                <a:srgbClr val="99C7E0"/>
              </a:gs>
              <a:gs pos="61569">
                <a:srgbClr val="9AC8E0"/>
              </a:gs>
              <a:gs pos="61961">
                <a:srgbClr val="9CC9E1"/>
              </a:gs>
              <a:gs pos="62353">
                <a:srgbClr val="9DCAE1"/>
              </a:gs>
              <a:gs pos="62745">
                <a:srgbClr val="9FCAE1"/>
              </a:gs>
              <a:gs pos="63137">
                <a:srgbClr val="A0CBE2"/>
              </a:gs>
              <a:gs pos="63529">
                <a:srgbClr val="A1CBE2"/>
              </a:gs>
              <a:gs pos="63922">
                <a:srgbClr val="A3CCE3"/>
              </a:gs>
              <a:gs pos="64314">
                <a:srgbClr val="A4CCE3"/>
              </a:gs>
              <a:gs pos="64706">
                <a:srgbClr val="A5CDE3"/>
              </a:gs>
              <a:gs pos="65098">
                <a:srgbClr val="A6CEE4"/>
              </a:gs>
              <a:gs pos="65490">
                <a:srgbClr val="A8CEE4"/>
              </a:gs>
              <a:gs pos="65882">
                <a:srgbClr val="A9CFE5"/>
              </a:gs>
              <a:gs pos="66275">
                <a:srgbClr val="AACFE5"/>
              </a:gs>
              <a:gs pos="66667">
                <a:srgbClr val="ABD0E6"/>
              </a:gs>
              <a:gs pos="67059">
                <a:srgbClr val="ADD0E6"/>
              </a:gs>
              <a:gs pos="67451">
                <a:srgbClr val="AED1E7"/>
              </a:gs>
              <a:gs pos="67843">
                <a:srgbClr val="AFD1E7"/>
              </a:gs>
              <a:gs pos="68235">
                <a:srgbClr val="B0D2E7"/>
              </a:gs>
              <a:gs pos="68627">
                <a:srgbClr val="B2D2E8"/>
              </a:gs>
              <a:gs pos="69020">
                <a:srgbClr val="B3D3E8"/>
              </a:gs>
              <a:gs pos="69412">
                <a:srgbClr val="B4D3E9"/>
              </a:gs>
              <a:gs pos="69804">
                <a:srgbClr val="B5D4E9"/>
              </a:gs>
              <a:gs pos="70196">
                <a:srgbClr val="B7D4EA"/>
              </a:gs>
              <a:gs pos="70588">
                <a:srgbClr val="B8D5EA"/>
              </a:gs>
              <a:gs pos="70980">
                <a:srgbClr val="B9D6EA"/>
              </a:gs>
              <a:gs pos="71373">
                <a:srgbClr val="BAD6EB"/>
              </a:gs>
              <a:gs pos="71765">
                <a:srgbClr val="BCD7EB"/>
              </a:gs>
              <a:gs pos="72157">
                <a:srgbClr val="BDD7EC"/>
              </a:gs>
              <a:gs pos="72549">
                <a:srgbClr val="BED8EC"/>
              </a:gs>
              <a:gs pos="72941">
                <a:srgbClr val="BFD8ED"/>
              </a:gs>
              <a:gs pos="73333">
                <a:srgbClr val="C1D9ED"/>
              </a:gs>
              <a:gs pos="73725">
                <a:srgbClr val="C2D9EE"/>
              </a:gs>
              <a:gs pos="74118">
                <a:srgbClr val="C3DAEE"/>
              </a:gs>
              <a:gs pos="74510">
                <a:srgbClr val="C4DAEE"/>
              </a:gs>
              <a:gs pos="74902">
                <a:srgbClr val="C6DBEF"/>
              </a:gs>
              <a:gs pos="75294">
                <a:srgbClr val="C7DBEF"/>
              </a:gs>
              <a:gs pos="75686">
                <a:srgbClr val="C7DCEF"/>
              </a:gs>
              <a:gs pos="76078">
                <a:srgbClr val="C8DCF0"/>
              </a:gs>
              <a:gs pos="76471">
                <a:srgbClr val="C9DDF0"/>
              </a:gs>
              <a:gs pos="76863">
                <a:srgbClr val="CADDF0"/>
              </a:gs>
              <a:gs pos="77255">
                <a:srgbClr val="CADEF0"/>
              </a:gs>
              <a:gs pos="77647">
                <a:srgbClr val="CBDEF1"/>
              </a:gs>
              <a:gs pos="78039">
                <a:srgbClr val="CCDFF1"/>
              </a:gs>
              <a:gs pos="78431">
                <a:srgbClr val="CDDFF1"/>
              </a:gs>
              <a:gs pos="78824">
                <a:srgbClr val="CDE0F1"/>
              </a:gs>
              <a:gs pos="79216">
                <a:srgbClr val="CEE0F2"/>
              </a:gs>
              <a:gs pos="79608">
                <a:srgbClr val="CFE1F2"/>
              </a:gs>
              <a:gs pos="80000">
                <a:srgbClr val="D0E1F2"/>
              </a:gs>
              <a:gs pos="80392">
                <a:srgbClr val="D0E2F2"/>
              </a:gs>
              <a:gs pos="80784">
                <a:srgbClr val="D1E2F3"/>
              </a:gs>
              <a:gs pos="81176">
                <a:srgbClr val="D2E3F3"/>
              </a:gs>
              <a:gs pos="81569">
                <a:srgbClr val="D3E3F3"/>
              </a:gs>
              <a:gs pos="81961">
                <a:srgbClr val="D3E4F3"/>
              </a:gs>
              <a:gs pos="82353">
                <a:srgbClr val="D4E4F4"/>
              </a:gs>
              <a:gs pos="82745">
                <a:srgbClr val="D5E5F4"/>
              </a:gs>
              <a:gs pos="83137">
                <a:srgbClr val="D6E5F4"/>
              </a:gs>
              <a:gs pos="83529">
                <a:srgbClr val="D6E6F4"/>
              </a:gs>
              <a:gs pos="83922">
                <a:srgbClr val="D7E6F5"/>
              </a:gs>
              <a:gs pos="84314">
                <a:srgbClr val="D8E7F5"/>
              </a:gs>
              <a:gs pos="84706">
                <a:srgbClr val="D9E7F5"/>
              </a:gs>
              <a:gs pos="85098">
                <a:srgbClr val="D9E8F5"/>
              </a:gs>
              <a:gs pos="85490">
                <a:srgbClr val="DAE8F6"/>
              </a:gs>
              <a:gs pos="85882">
                <a:srgbClr val="DBE9F6"/>
              </a:gs>
              <a:gs pos="86275">
                <a:srgbClr val="DCE9F6"/>
              </a:gs>
              <a:gs pos="86667">
                <a:srgbClr val="DCEAF6"/>
              </a:gs>
              <a:gs pos="87059">
                <a:srgbClr val="DDEAF7"/>
              </a:gs>
              <a:gs pos="87451">
                <a:srgbClr val="DEEBF7"/>
              </a:gs>
              <a:gs pos="87843">
                <a:srgbClr val="DFEBF7"/>
              </a:gs>
              <a:gs pos="88235">
                <a:srgbClr val="DFECF7"/>
              </a:gs>
              <a:gs pos="88627">
                <a:srgbClr val="E0ECF8"/>
              </a:gs>
              <a:gs pos="89020">
                <a:srgbClr val="E1EDF8"/>
              </a:gs>
              <a:gs pos="89412">
                <a:srgbClr val="E2EDF8"/>
              </a:gs>
              <a:gs pos="89804">
                <a:srgbClr val="E3EEF8"/>
              </a:gs>
              <a:gs pos="90196">
                <a:srgbClr val="E3EEF9"/>
              </a:gs>
              <a:gs pos="90588">
                <a:srgbClr val="E4EFF9"/>
              </a:gs>
              <a:gs pos="90980">
                <a:srgbClr val="E5EFF9"/>
              </a:gs>
              <a:gs pos="91373">
                <a:srgbClr val="E6F0F9"/>
              </a:gs>
              <a:gs pos="91765">
                <a:srgbClr val="E7F0FA"/>
              </a:gs>
              <a:gs pos="92157">
                <a:srgbClr val="E7F1FA"/>
              </a:gs>
              <a:gs pos="92549">
                <a:srgbClr val="E8F1FA"/>
              </a:gs>
              <a:gs pos="92941">
                <a:srgbClr val="E9F2FA"/>
              </a:gs>
              <a:gs pos="93333">
                <a:srgbClr val="EAF2FB"/>
              </a:gs>
              <a:gs pos="93725">
                <a:srgbClr val="EAF3FB"/>
              </a:gs>
              <a:gs pos="94118">
                <a:srgbClr val="EBF3FB"/>
              </a:gs>
              <a:gs pos="94510">
                <a:srgbClr val="ECF4FB"/>
              </a:gs>
              <a:gs pos="94902">
                <a:srgbClr val="EDF4FC"/>
              </a:gs>
              <a:gs pos="95294">
                <a:srgbClr val="EEF5FC"/>
              </a:gs>
              <a:gs pos="95686">
                <a:srgbClr val="EEF5FC"/>
              </a:gs>
              <a:gs pos="96078">
                <a:srgbClr val="EFF6FC"/>
              </a:gs>
              <a:gs pos="96471">
                <a:srgbClr val="F0F6FD"/>
              </a:gs>
              <a:gs pos="96863">
                <a:srgbClr val="F1F7FD"/>
              </a:gs>
              <a:gs pos="97255">
                <a:srgbClr val="F2F7FD"/>
              </a:gs>
              <a:gs pos="97647">
                <a:srgbClr val="F2F8FD"/>
              </a:gs>
              <a:gs pos="98039">
                <a:srgbClr val="F3F8FE"/>
              </a:gs>
              <a:gs pos="98431">
                <a:srgbClr val="F4F9FE"/>
              </a:gs>
              <a:gs pos="98824">
                <a:srgbClr val="F5F9FE"/>
              </a:gs>
              <a:gs pos="99216">
                <a:srgbClr val="F5FAFE"/>
              </a:gs>
              <a:gs pos="99608">
                <a:srgbClr val="F6FAFF"/>
              </a:gs>
              <a:gs pos="100000">
                <a:srgbClr val="F7FBFF"/>
              </a:gs>
            </a:gsLst>
            <a:lin ang="5400000"/>
          </a:gradFill>
          <a:ln xmlns:a="http://schemas.openxmlformats.org/drawingml/2006/main" w="0">
            <a:noFill/>
          </a:ln>
        </p:spPr>
      </p:sp>
      <p:sp>
        <p:nvSpPr>
          <p:cNvPr id="50" name="path-50">
            <a:extLst xmlns:a="http://schemas.openxmlformats.org/drawingml/2006/main">
              <a:ext uri="{FF2B5EF4-FFF2-40B4-BE49-F238E27FC236}">
                <a16:creationId xmlns:a16="http://schemas.microsoft.com/office/drawing/2014/main" id="{23649B9D-E17B-4FFE-B8F4-56E5216AC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58950" y="9971604"/>
            <a:ext cx="85725" cy="95"/>
          </a:xfrm>
          <a:custGeom xmlns:a="http://schemas.openxmlformats.org/drawingml/2006/main">
            <a:pathLst>
              <a:path w="85725" h="95">
                <a:moveTo>
                  <a:pt x="0" y="0"/>
                </a:moveTo>
                <a:lnTo>
                  <a:pt x="857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111111"/>
            </a:solidFill>
          </a:ln>
        </p:spPr>
      </p:sp>
      <p:sp>
        <p:nvSpPr>
          <p:cNvPr id="51" name="SEC-019-51">
            <a:extLst xmlns:a="http://schemas.openxmlformats.org/drawingml/2006/main">
              <a:ext uri="{FF2B5EF4-FFF2-40B4-BE49-F238E27FC236}">
                <a16:creationId xmlns:a16="http://schemas.microsoft.com/office/drawing/2014/main" id="{15E047C6-C7EF-4D7B-AD64-DC4876991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639925" y="9628704"/>
            <a:ext cx="10287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22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2360</a:t>
            </a:r>
          </a:p>
        </p:txBody>
      </p:sp>
      <p:sp>
        <p:nvSpPr>
          <p:cNvPr id="52" name="path-52">
            <a:extLst xmlns:a="http://schemas.openxmlformats.org/drawingml/2006/main">
              <a:ext uri="{FF2B5EF4-FFF2-40B4-BE49-F238E27FC236}">
                <a16:creationId xmlns:a16="http://schemas.microsoft.com/office/drawing/2014/main" id="{3ADF6A6C-E4BE-44CC-AB55-38D1A5A7E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58950" y="8807187"/>
            <a:ext cx="85725" cy="95"/>
          </a:xfrm>
          <a:custGeom xmlns:a="http://schemas.openxmlformats.org/drawingml/2006/main">
            <a:pathLst>
              <a:path w="85725" h="95">
                <a:moveTo>
                  <a:pt x="0" y="0"/>
                </a:moveTo>
                <a:lnTo>
                  <a:pt x="857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111111"/>
            </a:solidFill>
          </a:ln>
        </p:spPr>
      </p:sp>
      <p:sp>
        <p:nvSpPr>
          <p:cNvPr id="53" name="SEC-019-53">
            <a:extLst xmlns:a="http://schemas.openxmlformats.org/drawingml/2006/main">
              <a:ext uri="{FF2B5EF4-FFF2-40B4-BE49-F238E27FC236}">
                <a16:creationId xmlns:a16="http://schemas.microsoft.com/office/drawing/2014/main" id="{F2F76753-5145-4EC1-9045-EC172A7F5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639925" y="8464287"/>
            <a:ext cx="10287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22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2380</a:t>
            </a:r>
          </a:p>
        </p:txBody>
      </p:sp>
      <p:sp>
        <p:nvSpPr>
          <p:cNvPr id="54" name="path-54">
            <a:extLst xmlns:a="http://schemas.openxmlformats.org/drawingml/2006/main">
              <a:ext uri="{FF2B5EF4-FFF2-40B4-BE49-F238E27FC236}">
                <a16:creationId xmlns:a16="http://schemas.microsoft.com/office/drawing/2014/main" id="{65633845-9E2A-4804-8FD9-B357AFD18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58950" y="7642770"/>
            <a:ext cx="85725" cy="95"/>
          </a:xfrm>
          <a:custGeom xmlns:a="http://schemas.openxmlformats.org/drawingml/2006/main">
            <a:pathLst>
              <a:path w="85725" h="95">
                <a:moveTo>
                  <a:pt x="0" y="0"/>
                </a:moveTo>
                <a:lnTo>
                  <a:pt x="857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111111"/>
            </a:solidFill>
          </a:ln>
        </p:spPr>
      </p:sp>
      <p:sp>
        <p:nvSpPr>
          <p:cNvPr id="55" name="SEC-019-55">
            <a:extLst xmlns:a="http://schemas.openxmlformats.org/drawingml/2006/main">
              <a:ext uri="{FF2B5EF4-FFF2-40B4-BE49-F238E27FC236}">
                <a16:creationId xmlns:a16="http://schemas.microsoft.com/office/drawing/2014/main" id="{62D5BB65-8AAE-4654-A2A4-5E0924C04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639925" y="7299870"/>
            <a:ext cx="10287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22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2400</a:t>
            </a:r>
          </a:p>
        </p:txBody>
      </p:sp>
      <p:sp>
        <p:nvSpPr>
          <p:cNvPr id="56" name="path-56">
            <a:extLst xmlns:a="http://schemas.openxmlformats.org/drawingml/2006/main">
              <a:ext uri="{FF2B5EF4-FFF2-40B4-BE49-F238E27FC236}">
                <a16:creationId xmlns:a16="http://schemas.microsoft.com/office/drawing/2014/main" id="{BE929E0B-466B-43D0-A88F-BF75B161B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58950" y="6478353"/>
            <a:ext cx="85725" cy="95"/>
          </a:xfrm>
          <a:custGeom xmlns:a="http://schemas.openxmlformats.org/drawingml/2006/main">
            <a:pathLst>
              <a:path w="85725" h="95">
                <a:moveTo>
                  <a:pt x="0" y="0"/>
                </a:moveTo>
                <a:lnTo>
                  <a:pt x="857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111111"/>
            </a:solidFill>
          </a:ln>
        </p:spPr>
      </p:sp>
      <p:sp>
        <p:nvSpPr>
          <p:cNvPr id="57" name="SEC-019-57">
            <a:extLst xmlns:a="http://schemas.openxmlformats.org/drawingml/2006/main">
              <a:ext uri="{FF2B5EF4-FFF2-40B4-BE49-F238E27FC236}">
                <a16:creationId xmlns:a16="http://schemas.microsoft.com/office/drawing/2014/main" id="{2CB10E5C-BF23-4976-9A27-D99B1B4AA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639925" y="6135453"/>
            <a:ext cx="10287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22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2420</a:t>
            </a:r>
          </a:p>
        </p:txBody>
      </p:sp>
      <p:sp>
        <p:nvSpPr>
          <p:cNvPr id="58" name="path-58">
            <a:extLst xmlns:a="http://schemas.openxmlformats.org/drawingml/2006/main">
              <a:ext uri="{FF2B5EF4-FFF2-40B4-BE49-F238E27FC236}">
                <a16:creationId xmlns:a16="http://schemas.microsoft.com/office/drawing/2014/main" id="{8861C45B-DA3E-4A53-A1A5-9DCE4F763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58950" y="5313936"/>
            <a:ext cx="85725" cy="95"/>
          </a:xfrm>
          <a:custGeom xmlns:a="http://schemas.openxmlformats.org/drawingml/2006/main">
            <a:pathLst>
              <a:path w="85725" h="95">
                <a:moveTo>
                  <a:pt x="0" y="0"/>
                </a:moveTo>
                <a:lnTo>
                  <a:pt x="857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111111"/>
            </a:solidFill>
          </a:ln>
        </p:spPr>
      </p:sp>
      <p:sp>
        <p:nvSpPr>
          <p:cNvPr id="59" name="SEC-019-59">
            <a:extLst xmlns:a="http://schemas.openxmlformats.org/drawingml/2006/main">
              <a:ext uri="{FF2B5EF4-FFF2-40B4-BE49-F238E27FC236}">
                <a16:creationId xmlns:a16="http://schemas.microsoft.com/office/drawing/2014/main" id="{96CEF9ED-23EA-49BD-A4DE-5C5EF1E78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639925" y="4971036"/>
            <a:ext cx="10287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22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2440</a:t>
            </a:r>
          </a:p>
        </p:txBody>
      </p:sp>
      <p:sp>
        <p:nvSpPr>
          <p:cNvPr id="60" name="path-60">
            <a:extLst xmlns:a="http://schemas.openxmlformats.org/drawingml/2006/main">
              <a:ext uri="{FF2B5EF4-FFF2-40B4-BE49-F238E27FC236}">
                <a16:creationId xmlns:a16="http://schemas.microsoft.com/office/drawing/2014/main" id="{34DA305A-B809-4B90-8B92-A73DE501A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58950" y="4149518"/>
            <a:ext cx="85725" cy="95"/>
          </a:xfrm>
          <a:custGeom xmlns:a="http://schemas.openxmlformats.org/drawingml/2006/main">
            <a:pathLst>
              <a:path w="85725" h="95">
                <a:moveTo>
                  <a:pt x="0" y="0"/>
                </a:moveTo>
                <a:lnTo>
                  <a:pt x="857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111111"/>
            </a:solidFill>
          </a:ln>
        </p:spPr>
      </p:sp>
      <p:sp>
        <p:nvSpPr>
          <p:cNvPr id="61" name="SEC-019-61">
            <a:extLst xmlns:a="http://schemas.openxmlformats.org/drawingml/2006/main">
              <a:ext uri="{FF2B5EF4-FFF2-40B4-BE49-F238E27FC236}">
                <a16:creationId xmlns:a16="http://schemas.microsoft.com/office/drawing/2014/main" id="{5D518AD7-1E99-4841-805D-317FDB08B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639925" y="3806618"/>
            <a:ext cx="10287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22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2460</a:t>
            </a:r>
          </a:p>
        </p:txBody>
      </p:sp>
      <p:sp>
        <p:nvSpPr>
          <p:cNvPr id="62" name="path-62">
            <a:extLst xmlns:a="http://schemas.openxmlformats.org/drawingml/2006/main">
              <a:ext uri="{FF2B5EF4-FFF2-40B4-BE49-F238E27FC236}">
                <a16:creationId xmlns:a16="http://schemas.microsoft.com/office/drawing/2014/main" id="{E7A9FB88-DD35-4134-861B-B55CCE811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58950" y="2985101"/>
            <a:ext cx="85725" cy="95"/>
          </a:xfrm>
          <a:custGeom xmlns:a="http://schemas.openxmlformats.org/drawingml/2006/main">
            <a:pathLst>
              <a:path w="85725" h="95">
                <a:moveTo>
                  <a:pt x="0" y="0"/>
                </a:moveTo>
                <a:lnTo>
                  <a:pt x="857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111111"/>
            </a:solidFill>
          </a:ln>
        </p:spPr>
      </p:sp>
      <p:sp>
        <p:nvSpPr>
          <p:cNvPr id="63" name="SEC-019-63">
            <a:extLst xmlns:a="http://schemas.openxmlformats.org/drawingml/2006/main">
              <a:ext uri="{FF2B5EF4-FFF2-40B4-BE49-F238E27FC236}">
                <a16:creationId xmlns:a16="http://schemas.microsoft.com/office/drawing/2014/main" id="{A82AFA43-8795-4DC2-A97D-D84BBE5D5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639925" y="2642201"/>
            <a:ext cx="10287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22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2480</a:t>
            </a:r>
          </a:p>
        </p:txBody>
      </p:sp>
      <p:sp>
        <p:nvSpPr>
          <p:cNvPr id="64" name="path-64">
            <a:extLst xmlns:a="http://schemas.openxmlformats.org/drawingml/2006/main">
              <a:ext uri="{FF2B5EF4-FFF2-40B4-BE49-F238E27FC236}">
                <a16:creationId xmlns:a16="http://schemas.microsoft.com/office/drawing/2014/main" id="{44CB46DE-9E3B-4052-A402-0D005409E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58950" y="1820684"/>
            <a:ext cx="85725" cy="95"/>
          </a:xfrm>
          <a:custGeom xmlns:a="http://schemas.openxmlformats.org/drawingml/2006/main">
            <a:pathLst>
              <a:path w="85725" h="95">
                <a:moveTo>
                  <a:pt x="0" y="0"/>
                </a:moveTo>
                <a:lnTo>
                  <a:pt x="857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111111"/>
            </a:solidFill>
          </a:ln>
        </p:spPr>
      </p:sp>
      <p:sp>
        <p:nvSpPr>
          <p:cNvPr id="65" name="SEC-019-65">
            <a:extLst xmlns:a="http://schemas.openxmlformats.org/drawingml/2006/main">
              <a:ext uri="{FF2B5EF4-FFF2-40B4-BE49-F238E27FC236}">
                <a16:creationId xmlns:a16="http://schemas.microsoft.com/office/drawing/2014/main" id="{ECF14C72-D1B5-4BB3-8AFD-FD9604B42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639925" y="1477784"/>
            <a:ext cx="10287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22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2500</a:t>
            </a:r>
          </a:p>
        </p:txBody>
      </p:sp>
      <p:sp>
        <p:nvSpPr>
          <p:cNvPr id="66" name="path-66">
            <a:extLst xmlns:a="http://schemas.openxmlformats.org/drawingml/2006/main">
              <a:ext uri="{FF2B5EF4-FFF2-40B4-BE49-F238E27FC236}">
                <a16:creationId xmlns:a16="http://schemas.microsoft.com/office/drawing/2014/main" id="{AE6A3F30-DA0A-40D7-8FA6-C0DC92034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58950" y="656267"/>
            <a:ext cx="85725" cy="95"/>
          </a:xfrm>
          <a:custGeom xmlns:a="http://schemas.openxmlformats.org/drawingml/2006/main">
            <a:pathLst>
              <a:path w="85725" h="95">
                <a:moveTo>
                  <a:pt x="0" y="0"/>
                </a:moveTo>
                <a:lnTo>
                  <a:pt x="857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111111"/>
            </a:solidFill>
          </a:ln>
        </p:spPr>
      </p:sp>
      <p:sp>
        <p:nvSpPr>
          <p:cNvPr id="67" name="SEC-019-67">
            <a:extLst xmlns:a="http://schemas.openxmlformats.org/drawingml/2006/main">
              <a:ext uri="{FF2B5EF4-FFF2-40B4-BE49-F238E27FC236}">
                <a16:creationId xmlns:a16="http://schemas.microsoft.com/office/drawing/2014/main" id="{7012A3BE-E30E-4B58-AD88-02144BE84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639925" y="313367"/>
            <a:ext cx="10287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22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2520</a:t>
            </a:r>
          </a:p>
        </p:txBody>
      </p:sp>
      <p:sp>
        <p:nvSpPr>
          <p:cNvPr id="68" name="SEC-019-68">
            <a:extLst xmlns:a="http://schemas.openxmlformats.org/drawingml/2006/main">
              <a:ext uri="{FF2B5EF4-FFF2-40B4-BE49-F238E27FC236}">
                <a16:creationId xmlns:a16="http://schemas.microsoft.com/office/drawing/2014/main" id="{A810E432-5513-485C-9212-9ED681A1A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5400000">
            <a:off x="11001375" y="4591050"/>
            <a:ext cx="9334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6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6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Number of Overlapping Addresses</a:t>
            </a:r>
          </a:p>
        </p:txBody>
      </p:sp>
    </p:spTree>
    <p:extLst>
      <p:ext uri="{BB962C8B-B14F-4D97-AF65-F5344CB8AC3E}">
        <p14:creationId xmlns:p14="http://schemas.microsoft.com/office/powerpoint/2010/main" val="170326760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2026-09-05T08:36:39.1730000Z</dcterms:created>
  <dcterms:modified xsi:type="dcterms:W3CDTF">2026-09-05T08:36:39.1730000Z</dcterms:modified>
</coreProperties>
</file>