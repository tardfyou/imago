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d2142422ee4667" /><Relationship Type="http://schemas.openxmlformats.org/officeDocument/2006/relationships/extended-properties" Target="/docProps/app.xml" Id="Rba5f3dda927844a8" /><Relationship Type="http://schemas.openxmlformats.org/officeDocument/2006/relationships/officeDocument" Target="/ppt/presentation.xml" Id="R10752a132b6b48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19c08e05f049d0"/>
  </p:sldMasterIdLst>
  <p:notesMasterIdLst>
    <p:notesMasterId xmlns:r="http://schemas.openxmlformats.org/officeDocument/2006/relationships" r:id="R5486bd28435d4c8a"/>
  </p:notesMasterIdLst>
  <p:sldIdLst>
    <p:sldId xmlns:r="http://schemas.openxmlformats.org/officeDocument/2006/relationships" id="256" r:id="R9749cb2902924a7e"/>
  </p:sldIdLst>
  <p:sldSz cx="6715125" cy="33147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2459ede7934a61" /><Relationship Type="http://schemas.openxmlformats.org/officeDocument/2006/relationships/slideMaster" Target="/ppt/slideMasters/slideMaster1.xml" Id="R3e19c08e05f049d0" /><Relationship Type="http://schemas.openxmlformats.org/officeDocument/2006/relationships/notesMaster" Target="/ppt/notesMasters/notesMaster1.xml" Id="R5486bd28435d4c8a" /><Relationship Type="http://schemas.openxmlformats.org/officeDocument/2006/relationships/presProps" Target="/ppt/presProps.xml" Id="R61ca43f278ea4f9c" /><Relationship Type="http://schemas.openxmlformats.org/officeDocument/2006/relationships/tableStyles" Target="/ppt/tableStyles.xml" Id="R19ff45575e31477d" /><Relationship Type="http://schemas.openxmlformats.org/officeDocument/2006/relationships/slide" Target="/ppt/slides/slide1.xml" Id="R9749cb2902924a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54476c4bd7418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e731626ff2f4447" /><Relationship Type="http://schemas.openxmlformats.org/officeDocument/2006/relationships/notesMaster" Target="/ppt/notesMasters/notesMaster1.xml" Id="R4ab11c0b8f52454b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素材ID：SEC-013</ns1:t>
            </ns1:r>
          </ns1:p>
          <ns1:p>
            <ns1:r>
              <ns1:t>论文：We Have a Package for You! A Comprehensive Analysis of Package Hallucinations by Code Generating LLMs</ns1:t>
            </ns1:r>
          </ns1:p>
          <ns1:p>
            <ns1:r>
              <ns1:t>会议：USENIX Security 2025</ns1:t>
            </ns1:r>
          </ns1:p>
          <ns1:p>
            <ns1:r>
              <ns1:t>奖项：Distinguished Paper Award</ns1:t>
            </ns1:r>
          </ns1:p>
          <ns1:p>
            <ns1:r>
              <ns1:t>图号：Figure 6，PDF第10页</ns1:t>
            </ns1:r>
          </ns1:p>
          <ns1:p>
            <ns1:r>
              <ns1:t>类型：实验图表</ns1:t>
            </ns1:r>
          </ns1:p>
          <ns1:p>
            <ns1:r>
              <ns1:t>借鉴点：每个点直接标模型名，趋势线与置信区域突出机制关系，适合研究指标之间的关联。</ns1:t>
            </ns1:r>
          </ns1:p>
          <ns1:p>
            <ns1:r>
              <ns1:t>论文URL：https://www.usenix.org/system/files/usenixsecurity25-spracklen.pdf</ns1:t>
            </ns1:r>
          </ns1:p>
          <ns1:p>
            <ns1:r>
              <ns1:t>官方获奖URL：https://www.usenix.org/conferences/best-papers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4bca0d3c514c7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152d909e3c4ba0" /><Relationship Type="http://schemas.openxmlformats.org/officeDocument/2006/relationships/slideLayout" Target="/ppt/slideLayouts/slideLayout1.xml" Id="R80e47cecdddc403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e47cecdddc403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d210c277a140a8" /><Relationship Type="http://schemas.openxmlformats.org/officeDocument/2006/relationships/notesSlide" Target="/ppt/notesSlides/notesSlide1.xml" Id="R505fe4cab43e4d6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CF18D0-0F4D-4BFF-931A-D37708F4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107" y="39203"/>
            <a:ext cx="6518328" cy="3202488"/>
          </a:xfrm>
          <a:custGeom xmlns:a="http://schemas.openxmlformats.org/drawingml/2006/main">
            <a:pathLst>
              <a:path w="6518328" h="3202488">
                <a:moveTo>
                  <a:pt x="0" y="3202488"/>
                </a:moveTo>
                <a:lnTo>
                  <a:pt x="6518328" y="3202488"/>
                </a:lnTo>
                <a:lnTo>
                  <a:pt x="6518328" y="0"/>
                </a:lnTo>
                <a:lnTo>
                  <a:pt x="0" y="0"/>
                </a:lnTo>
                <a:lnTo>
                  <a:pt x="0" y="320248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65E41B-A413-413F-9B1F-E24E2A240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809" y="147102"/>
            <a:ext cx="5502632" cy="2512894"/>
          </a:xfrm>
          <a:custGeom xmlns:a="http://schemas.openxmlformats.org/drawingml/2006/main">
            <a:pathLst>
              <a:path w="5502632" h="2512894">
                <a:moveTo>
                  <a:pt x="0" y="2512894"/>
                </a:moveTo>
                <a:lnTo>
                  <a:pt x="5502632" y="2512894"/>
                </a:lnTo>
                <a:lnTo>
                  <a:pt x="5502632" y="0"/>
                </a:lnTo>
                <a:lnTo>
                  <a:pt x="0" y="0"/>
                </a:lnTo>
                <a:lnTo>
                  <a:pt x="0" y="251289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411558-D0B4-47EA-9192-2550EC3E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630" y="147102"/>
            <a:ext cx="10" cy="2512894"/>
          </a:xfrm>
          <a:custGeom xmlns:a="http://schemas.openxmlformats.org/drawingml/2006/main">
            <a:pathLst>
              <a:path w="1" h="2512894" fill="none">
                <a:moveTo>
                  <a:pt x="0" y="251289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74" cap="flat">
            <a:solidFill>
              <a:srgbClr val="A9A9A9"/>
            </a:solidFill>
            <a:custDash>
              <a:ds d="370000" sp="160000"/>
            </a:custDash>
            <a:round/>
          </a:ln>
        </p:spPr>
      </p:sp>
      <p:sp>
        <p:nvSpPr>
          <p:cNvPr id="4" name="Text 7500">
            <a:extLst xmlns:a="http://schemas.openxmlformats.org/drawingml/2006/main">
              <a:ext uri="{FF2B5EF4-FFF2-40B4-BE49-F238E27FC236}">
                <a16:creationId xmlns:a16="http://schemas.microsoft.com/office/drawing/2014/main" id="{70F692D9-058D-4A64-8C5F-D5CFB154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682" y="2769161"/>
            <a:ext cx="393360" cy="134967"/>
          </a:xfrm>
          <a:custGeom xmlns:a="http://schemas.openxmlformats.org/drawingml/2006/main">
            <a:pathLst>
              <a:path w="393360" h="134967">
                <a:moveTo>
                  <a:pt x="0" y="17773"/>
                </a:moveTo>
                <a:lnTo>
                  <a:pt x="0" y="2165"/>
                </a:lnTo>
                <a:lnTo>
                  <a:pt x="85618" y="2165"/>
                </a:lnTo>
                <a:lnTo>
                  <a:pt x="85618" y="14796"/>
                </a:lnTo>
                <a:cubicBezTo>
                  <a:pt x="77197" y="23765"/>
                  <a:pt x="68852" y="35683"/>
                  <a:pt x="60582" y="50551"/>
                </a:cubicBezTo>
                <a:cubicBezTo>
                  <a:pt x="52312" y="65418"/>
                  <a:pt x="45921" y="80706"/>
                  <a:pt x="41410" y="96416"/>
                </a:cubicBezTo>
                <a:cubicBezTo>
                  <a:pt x="38163" y="107492"/>
                  <a:pt x="36088" y="119621"/>
                  <a:pt x="35185" y="132802"/>
                </a:cubicBezTo>
                <a:lnTo>
                  <a:pt x="18495" y="132802"/>
                </a:lnTo>
                <a:cubicBezTo>
                  <a:pt x="18675" y="122389"/>
                  <a:pt x="20720" y="109810"/>
                  <a:pt x="24630" y="95062"/>
                </a:cubicBezTo>
                <a:cubicBezTo>
                  <a:pt x="28539" y="80314"/>
                  <a:pt x="34148" y="66093"/>
                  <a:pt x="41456" y="52400"/>
                </a:cubicBezTo>
                <a:cubicBezTo>
                  <a:pt x="48763" y="38706"/>
                  <a:pt x="56537" y="27163"/>
                  <a:pt x="64777" y="17773"/>
                </a:cubicBezTo>
                <a:lnTo>
                  <a:pt x="0" y="17773"/>
                </a:lnTo>
                <a:close/>
                <a:moveTo>
                  <a:pt x="101649" y="97978"/>
                </a:moveTo>
                <a:lnTo>
                  <a:pt x="118700" y="96534"/>
                </a:lnTo>
                <a:cubicBezTo>
                  <a:pt x="119963" y="104806"/>
                  <a:pt x="122895" y="111025"/>
                  <a:pt x="127496" y="115190"/>
                </a:cubicBezTo>
                <a:cubicBezTo>
                  <a:pt x="132097" y="119353"/>
                  <a:pt x="137646" y="121435"/>
                  <a:pt x="144142" y="121435"/>
                </a:cubicBezTo>
                <a:cubicBezTo>
                  <a:pt x="151961" y="121435"/>
                  <a:pt x="158577" y="118492"/>
                  <a:pt x="163990" y="112607"/>
                </a:cubicBezTo>
                <a:cubicBezTo>
                  <a:pt x="169403" y="106720"/>
                  <a:pt x="172109" y="98913"/>
                  <a:pt x="172109" y="89184"/>
                </a:cubicBezTo>
                <a:cubicBezTo>
                  <a:pt x="172109" y="79935"/>
                  <a:pt x="169508" y="72637"/>
                  <a:pt x="164306" y="67292"/>
                </a:cubicBezTo>
                <a:cubicBezTo>
                  <a:pt x="159103" y="61947"/>
                  <a:pt x="152291" y="59274"/>
                  <a:pt x="143871" y="59274"/>
                </a:cubicBezTo>
                <a:cubicBezTo>
                  <a:pt x="138638" y="59274"/>
                  <a:pt x="133917" y="60453"/>
                  <a:pt x="129707" y="62812"/>
                </a:cubicBezTo>
                <a:cubicBezTo>
                  <a:pt x="125496" y="65171"/>
                  <a:pt x="122188" y="68232"/>
                  <a:pt x="119783" y="71995"/>
                </a:cubicBezTo>
                <a:lnTo>
                  <a:pt x="104536" y="70010"/>
                </a:lnTo>
                <a:lnTo>
                  <a:pt x="117347" y="2165"/>
                </a:lnTo>
                <a:lnTo>
                  <a:pt x="183116" y="2165"/>
                </a:lnTo>
                <a:lnTo>
                  <a:pt x="183116" y="17502"/>
                </a:lnTo>
                <a:lnTo>
                  <a:pt x="130338" y="17502"/>
                </a:lnTo>
                <a:lnTo>
                  <a:pt x="123211" y="53139"/>
                </a:lnTo>
                <a:cubicBezTo>
                  <a:pt x="131150" y="47666"/>
                  <a:pt x="139480" y="44929"/>
                  <a:pt x="148201" y="44929"/>
                </a:cubicBezTo>
                <a:cubicBezTo>
                  <a:pt x="159750" y="44929"/>
                  <a:pt x="169493" y="48933"/>
                  <a:pt x="177432" y="56942"/>
                </a:cubicBezTo>
                <a:cubicBezTo>
                  <a:pt x="185372" y="64949"/>
                  <a:pt x="189341" y="75243"/>
                  <a:pt x="189341" y="87825"/>
                </a:cubicBezTo>
                <a:cubicBezTo>
                  <a:pt x="189341" y="99807"/>
                  <a:pt x="185853" y="110163"/>
                  <a:pt x="178876" y="118892"/>
                </a:cubicBezTo>
                <a:cubicBezTo>
                  <a:pt x="170395" y="129609"/>
                  <a:pt x="158817" y="134967"/>
                  <a:pt x="144142" y="134967"/>
                </a:cubicBezTo>
                <a:cubicBezTo>
                  <a:pt x="132112" y="134967"/>
                  <a:pt x="122294" y="131591"/>
                  <a:pt x="114685" y="124838"/>
                </a:cubicBezTo>
                <a:cubicBezTo>
                  <a:pt x="107077" y="118084"/>
                  <a:pt x="102731" y="109131"/>
                  <a:pt x="101649" y="97978"/>
                </a:cubicBezTo>
                <a:close/>
                <a:moveTo>
                  <a:pt x="204380" y="67529"/>
                </a:moveTo>
                <a:cubicBezTo>
                  <a:pt x="204380" y="51902"/>
                  <a:pt x="205989" y="39325"/>
                  <a:pt x="209206" y="29798"/>
                </a:cubicBezTo>
                <a:cubicBezTo>
                  <a:pt x="212424" y="20270"/>
                  <a:pt x="217206" y="12922"/>
                  <a:pt x="223551" y="7753"/>
                </a:cubicBezTo>
                <a:cubicBezTo>
                  <a:pt x="229897" y="2584"/>
                  <a:pt x="237881" y="0"/>
                  <a:pt x="247504" y="0"/>
                </a:cubicBezTo>
                <a:cubicBezTo>
                  <a:pt x="254601" y="0"/>
                  <a:pt x="260827" y="1428"/>
                  <a:pt x="266180" y="4283"/>
                </a:cubicBezTo>
                <a:cubicBezTo>
                  <a:pt x="271533" y="7138"/>
                  <a:pt x="275953" y="11255"/>
                  <a:pt x="279442" y="16634"/>
                </a:cubicBezTo>
                <a:cubicBezTo>
                  <a:pt x="282930" y="22013"/>
                  <a:pt x="285667" y="28566"/>
                  <a:pt x="287652" y="36291"/>
                </a:cubicBezTo>
                <a:cubicBezTo>
                  <a:pt x="289636" y="44014"/>
                  <a:pt x="290629" y="54426"/>
                  <a:pt x="290629" y="67529"/>
                </a:cubicBezTo>
                <a:cubicBezTo>
                  <a:pt x="290629" y="83035"/>
                  <a:pt x="289035" y="95552"/>
                  <a:pt x="285847" y="105080"/>
                </a:cubicBezTo>
                <a:cubicBezTo>
                  <a:pt x="282660" y="114607"/>
                  <a:pt x="277893" y="121970"/>
                  <a:pt x="271548" y="127169"/>
                </a:cubicBezTo>
                <a:cubicBezTo>
                  <a:pt x="265202" y="132368"/>
                  <a:pt x="257188" y="134967"/>
                  <a:pt x="247504" y="134967"/>
                </a:cubicBezTo>
                <a:cubicBezTo>
                  <a:pt x="234753" y="134967"/>
                  <a:pt x="224739" y="130399"/>
                  <a:pt x="217461" y="121263"/>
                </a:cubicBezTo>
                <a:cubicBezTo>
                  <a:pt x="208740" y="110263"/>
                  <a:pt x="204380" y="92352"/>
                  <a:pt x="204380" y="67529"/>
                </a:cubicBezTo>
                <a:moveTo>
                  <a:pt x="221070" y="67484"/>
                </a:moveTo>
                <a:cubicBezTo>
                  <a:pt x="221070" y="89123"/>
                  <a:pt x="223611" y="103525"/>
                  <a:pt x="228694" y="110690"/>
                </a:cubicBezTo>
                <a:cubicBezTo>
                  <a:pt x="233776" y="117853"/>
                  <a:pt x="240046" y="121435"/>
                  <a:pt x="247504" y="121435"/>
                </a:cubicBezTo>
                <a:cubicBezTo>
                  <a:pt x="254962" y="121435"/>
                  <a:pt x="261233" y="117838"/>
                  <a:pt x="266315" y="110645"/>
                </a:cubicBezTo>
                <a:cubicBezTo>
                  <a:pt x="271397" y="103452"/>
                  <a:pt x="273938" y="89065"/>
                  <a:pt x="273938" y="67484"/>
                </a:cubicBezTo>
                <a:cubicBezTo>
                  <a:pt x="273938" y="45784"/>
                  <a:pt x="271397" y="31368"/>
                  <a:pt x="266315" y="24235"/>
                </a:cubicBezTo>
                <a:cubicBezTo>
                  <a:pt x="261233" y="17100"/>
                  <a:pt x="254902" y="13533"/>
                  <a:pt x="247324" y="13533"/>
                </a:cubicBezTo>
                <a:cubicBezTo>
                  <a:pt x="239866" y="13533"/>
                  <a:pt x="233911" y="16680"/>
                  <a:pt x="229460" y="22975"/>
                </a:cubicBezTo>
                <a:cubicBezTo>
                  <a:pt x="223867" y="31008"/>
                  <a:pt x="221070" y="45844"/>
                  <a:pt x="221070" y="67484"/>
                </a:cubicBezTo>
                <a:close/>
                <a:moveTo>
                  <a:pt x="307111" y="67529"/>
                </a:moveTo>
                <a:cubicBezTo>
                  <a:pt x="307111" y="51902"/>
                  <a:pt x="308720" y="39325"/>
                  <a:pt x="311938" y="29798"/>
                </a:cubicBezTo>
                <a:cubicBezTo>
                  <a:pt x="315155" y="20270"/>
                  <a:pt x="319937" y="12922"/>
                  <a:pt x="326282" y="7753"/>
                </a:cubicBezTo>
                <a:cubicBezTo>
                  <a:pt x="332628" y="2584"/>
                  <a:pt x="340612" y="0"/>
                  <a:pt x="350235" y="0"/>
                </a:cubicBezTo>
                <a:cubicBezTo>
                  <a:pt x="357333" y="0"/>
                  <a:pt x="363558" y="1428"/>
                  <a:pt x="368911" y="4283"/>
                </a:cubicBezTo>
                <a:cubicBezTo>
                  <a:pt x="374264" y="7138"/>
                  <a:pt x="378684" y="11255"/>
                  <a:pt x="382173" y="16634"/>
                </a:cubicBezTo>
                <a:cubicBezTo>
                  <a:pt x="385661" y="22013"/>
                  <a:pt x="388398" y="28566"/>
                  <a:pt x="390383" y="36291"/>
                </a:cubicBezTo>
                <a:cubicBezTo>
                  <a:pt x="392368" y="44014"/>
                  <a:pt x="393360" y="54426"/>
                  <a:pt x="393360" y="67529"/>
                </a:cubicBezTo>
                <a:cubicBezTo>
                  <a:pt x="393360" y="83035"/>
                  <a:pt x="391766" y="95552"/>
                  <a:pt x="388578" y="105080"/>
                </a:cubicBezTo>
                <a:cubicBezTo>
                  <a:pt x="385391" y="114607"/>
                  <a:pt x="380624" y="121970"/>
                  <a:pt x="374279" y="127169"/>
                </a:cubicBezTo>
                <a:cubicBezTo>
                  <a:pt x="367933" y="132368"/>
                  <a:pt x="359919" y="134967"/>
                  <a:pt x="350235" y="134967"/>
                </a:cubicBezTo>
                <a:cubicBezTo>
                  <a:pt x="337485" y="134967"/>
                  <a:pt x="327470" y="130399"/>
                  <a:pt x="320193" y="121263"/>
                </a:cubicBezTo>
                <a:cubicBezTo>
                  <a:pt x="311471" y="110263"/>
                  <a:pt x="307111" y="92352"/>
                  <a:pt x="307111" y="67529"/>
                </a:cubicBezTo>
                <a:moveTo>
                  <a:pt x="323801" y="67484"/>
                </a:moveTo>
                <a:cubicBezTo>
                  <a:pt x="323801" y="89123"/>
                  <a:pt x="326342" y="103525"/>
                  <a:pt x="331425" y="110690"/>
                </a:cubicBezTo>
                <a:cubicBezTo>
                  <a:pt x="336507" y="117853"/>
                  <a:pt x="342777" y="121435"/>
                  <a:pt x="350235" y="121435"/>
                </a:cubicBezTo>
                <a:cubicBezTo>
                  <a:pt x="357694" y="121435"/>
                  <a:pt x="363964" y="117838"/>
                  <a:pt x="369046" y="110645"/>
                </a:cubicBezTo>
                <a:cubicBezTo>
                  <a:pt x="374128" y="103452"/>
                  <a:pt x="376670" y="89065"/>
                  <a:pt x="376670" y="67484"/>
                </a:cubicBezTo>
                <a:cubicBezTo>
                  <a:pt x="376670" y="45784"/>
                  <a:pt x="374128" y="31368"/>
                  <a:pt x="369046" y="24235"/>
                </a:cubicBezTo>
                <a:cubicBezTo>
                  <a:pt x="363964" y="17100"/>
                  <a:pt x="357633" y="13533"/>
                  <a:pt x="350055" y="13533"/>
                </a:cubicBezTo>
                <a:cubicBezTo>
                  <a:pt x="342597" y="13533"/>
                  <a:pt x="336642" y="16680"/>
                  <a:pt x="332192" y="22975"/>
                </a:cubicBezTo>
                <a:cubicBezTo>
                  <a:pt x="326598" y="31008"/>
                  <a:pt x="323801" y="45844"/>
                  <a:pt x="323801" y="67484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BCB8F7-4C75-48BA-AFB6-22726CAAD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0849" y="147102"/>
            <a:ext cx="10" cy="2512894"/>
          </a:xfrm>
          <a:custGeom xmlns:a="http://schemas.openxmlformats.org/drawingml/2006/main">
            <a:pathLst>
              <a:path w="1" h="2512894" fill="none">
                <a:moveTo>
                  <a:pt x="0" y="251289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74" cap="flat">
            <a:solidFill>
              <a:srgbClr val="A9A9A9"/>
            </a:solidFill>
            <a:custDash>
              <a:ds d="370000" sp="160000"/>
            </a:custDash>
            <a:round/>
          </a:ln>
        </p:spPr>
      </p:sp>
      <p:sp>
        <p:nvSpPr>
          <p:cNvPr id="6" name="Text 10000">
            <a:extLst xmlns:a="http://schemas.openxmlformats.org/drawingml/2006/main">
              <a:ext uri="{FF2B5EF4-FFF2-40B4-BE49-F238E27FC236}">
                <a16:creationId xmlns:a16="http://schemas.microsoft.com/office/drawing/2014/main" id="{93EC335B-FEA6-4FB7-810C-04D67A304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3844" y="2769161"/>
            <a:ext cx="484724" cy="134967"/>
          </a:xfrm>
          <a:custGeom xmlns:a="http://schemas.openxmlformats.org/drawingml/2006/main">
            <a:pathLst>
              <a:path w="484724" h="134967">
                <a:moveTo>
                  <a:pt x="48718" y="132802"/>
                </a:moveTo>
                <a:lnTo>
                  <a:pt x="32479" y="132802"/>
                </a:lnTo>
                <a:lnTo>
                  <a:pt x="32479" y="29321"/>
                </a:lnTo>
                <a:cubicBezTo>
                  <a:pt x="28569" y="33050"/>
                  <a:pt x="23442" y="36779"/>
                  <a:pt x="17096" y="40508"/>
                </a:cubicBezTo>
                <a:cubicBezTo>
                  <a:pt x="10751" y="44237"/>
                  <a:pt x="5052" y="47034"/>
                  <a:pt x="0" y="48899"/>
                </a:cubicBezTo>
                <a:lnTo>
                  <a:pt x="0" y="33201"/>
                </a:lnTo>
                <a:cubicBezTo>
                  <a:pt x="9082" y="28930"/>
                  <a:pt x="17021" y="23758"/>
                  <a:pt x="23818" y="17683"/>
                </a:cubicBezTo>
                <a:cubicBezTo>
                  <a:pt x="30614" y="11608"/>
                  <a:pt x="35426" y="5714"/>
                  <a:pt x="38253" y="0"/>
                </a:cubicBezTo>
                <a:lnTo>
                  <a:pt x="48718" y="0"/>
                </a:lnTo>
                <a:lnTo>
                  <a:pt x="48718" y="132802"/>
                </a:lnTo>
                <a:close/>
                <a:moveTo>
                  <a:pt x="90281" y="67529"/>
                </a:moveTo>
                <a:cubicBezTo>
                  <a:pt x="90281" y="51902"/>
                  <a:pt x="91890" y="39325"/>
                  <a:pt x="95108" y="29798"/>
                </a:cubicBezTo>
                <a:cubicBezTo>
                  <a:pt x="98325" y="20270"/>
                  <a:pt x="103107" y="12922"/>
                  <a:pt x="109452" y="7753"/>
                </a:cubicBezTo>
                <a:cubicBezTo>
                  <a:pt x="115798" y="2584"/>
                  <a:pt x="123782" y="0"/>
                  <a:pt x="133406" y="0"/>
                </a:cubicBezTo>
                <a:cubicBezTo>
                  <a:pt x="140503" y="0"/>
                  <a:pt x="146728" y="1428"/>
                  <a:pt x="152081" y="4283"/>
                </a:cubicBezTo>
                <a:cubicBezTo>
                  <a:pt x="157434" y="7138"/>
                  <a:pt x="161855" y="11255"/>
                  <a:pt x="165343" y="16634"/>
                </a:cubicBezTo>
                <a:cubicBezTo>
                  <a:pt x="168831" y="22013"/>
                  <a:pt x="171568" y="28566"/>
                  <a:pt x="173553" y="36291"/>
                </a:cubicBezTo>
                <a:cubicBezTo>
                  <a:pt x="175538" y="44014"/>
                  <a:pt x="176530" y="54426"/>
                  <a:pt x="176530" y="67529"/>
                </a:cubicBezTo>
                <a:cubicBezTo>
                  <a:pt x="176530" y="83035"/>
                  <a:pt x="174936" y="95552"/>
                  <a:pt x="171749" y="105080"/>
                </a:cubicBezTo>
                <a:cubicBezTo>
                  <a:pt x="168561" y="114607"/>
                  <a:pt x="163794" y="121970"/>
                  <a:pt x="157449" y="127169"/>
                </a:cubicBezTo>
                <a:cubicBezTo>
                  <a:pt x="151103" y="132368"/>
                  <a:pt x="143089" y="134967"/>
                  <a:pt x="133406" y="134967"/>
                </a:cubicBezTo>
                <a:cubicBezTo>
                  <a:pt x="120655" y="134967"/>
                  <a:pt x="110640" y="130399"/>
                  <a:pt x="103363" y="121263"/>
                </a:cubicBezTo>
                <a:cubicBezTo>
                  <a:pt x="94642" y="110263"/>
                  <a:pt x="90281" y="92352"/>
                  <a:pt x="90281" y="67529"/>
                </a:cubicBezTo>
                <a:moveTo>
                  <a:pt x="106971" y="67484"/>
                </a:moveTo>
                <a:cubicBezTo>
                  <a:pt x="106971" y="89123"/>
                  <a:pt x="109513" y="103525"/>
                  <a:pt x="114595" y="110690"/>
                </a:cubicBezTo>
                <a:cubicBezTo>
                  <a:pt x="119677" y="117853"/>
                  <a:pt x="125947" y="121435"/>
                  <a:pt x="133406" y="121435"/>
                </a:cubicBezTo>
                <a:cubicBezTo>
                  <a:pt x="140864" y="121435"/>
                  <a:pt x="147134" y="117838"/>
                  <a:pt x="152216" y="110645"/>
                </a:cubicBezTo>
                <a:cubicBezTo>
                  <a:pt x="157299" y="103452"/>
                  <a:pt x="159840" y="89065"/>
                  <a:pt x="159840" y="67484"/>
                </a:cubicBezTo>
                <a:cubicBezTo>
                  <a:pt x="159840" y="45784"/>
                  <a:pt x="157299" y="31368"/>
                  <a:pt x="152216" y="24235"/>
                </a:cubicBezTo>
                <a:cubicBezTo>
                  <a:pt x="147134" y="17100"/>
                  <a:pt x="140803" y="13533"/>
                  <a:pt x="133225" y="13533"/>
                </a:cubicBezTo>
                <a:cubicBezTo>
                  <a:pt x="125767" y="13533"/>
                  <a:pt x="119813" y="16680"/>
                  <a:pt x="115362" y="22975"/>
                </a:cubicBezTo>
                <a:cubicBezTo>
                  <a:pt x="109768" y="31008"/>
                  <a:pt x="106971" y="45844"/>
                  <a:pt x="106971" y="67484"/>
                </a:cubicBezTo>
                <a:close/>
                <a:moveTo>
                  <a:pt x="193012" y="67529"/>
                </a:moveTo>
                <a:cubicBezTo>
                  <a:pt x="193012" y="51902"/>
                  <a:pt x="194621" y="39325"/>
                  <a:pt x="197839" y="29798"/>
                </a:cubicBezTo>
                <a:cubicBezTo>
                  <a:pt x="201057" y="20270"/>
                  <a:pt x="205838" y="12922"/>
                  <a:pt x="212184" y="7753"/>
                </a:cubicBezTo>
                <a:cubicBezTo>
                  <a:pt x="218529" y="2584"/>
                  <a:pt x="226513" y="0"/>
                  <a:pt x="236137" y="0"/>
                </a:cubicBezTo>
                <a:cubicBezTo>
                  <a:pt x="243234" y="0"/>
                  <a:pt x="249459" y="1428"/>
                  <a:pt x="254812" y="4283"/>
                </a:cubicBezTo>
                <a:cubicBezTo>
                  <a:pt x="260165" y="7138"/>
                  <a:pt x="264586" y="11255"/>
                  <a:pt x="268074" y="16634"/>
                </a:cubicBezTo>
                <a:cubicBezTo>
                  <a:pt x="271563" y="22013"/>
                  <a:pt x="274299" y="28566"/>
                  <a:pt x="276284" y="36291"/>
                </a:cubicBezTo>
                <a:cubicBezTo>
                  <a:pt x="278269" y="44014"/>
                  <a:pt x="279261" y="54426"/>
                  <a:pt x="279261" y="67529"/>
                </a:cubicBezTo>
                <a:cubicBezTo>
                  <a:pt x="279261" y="83035"/>
                  <a:pt x="277667" y="95552"/>
                  <a:pt x="274480" y="105080"/>
                </a:cubicBezTo>
                <a:cubicBezTo>
                  <a:pt x="271292" y="114607"/>
                  <a:pt x="266525" y="121970"/>
                  <a:pt x="260180" y="127169"/>
                </a:cubicBezTo>
                <a:cubicBezTo>
                  <a:pt x="253835" y="132368"/>
                  <a:pt x="245820" y="134967"/>
                  <a:pt x="236137" y="134967"/>
                </a:cubicBezTo>
                <a:cubicBezTo>
                  <a:pt x="223386" y="134967"/>
                  <a:pt x="213371" y="130399"/>
                  <a:pt x="206094" y="121263"/>
                </a:cubicBezTo>
                <a:cubicBezTo>
                  <a:pt x="197373" y="110263"/>
                  <a:pt x="193012" y="92352"/>
                  <a:pt x="193012" y="67529"/>
                </a:cubicBezTo>
                <a:moveTo>
                  <a:pt x="209703" y="67484"/>
                </a:moveTo>
                <a:cubicBezTo>
                  <a:pt x="209703" y="89123"/>
                  <a:pt x="212244" y="103525"/>
                  <a:pt x="217326" y="110690"/>
                </a:cubicBezTo>
                <a:cubicBezTo>
                  <a:pt x="222408" y="117853"/>
                  <a:pt x="228679" y="121435"/>
                  <a:pt x="236137" y="121435"/>
                </a:cubicBezTo>
                <a:cubicBezTo>
                  <a:pt x="243595" y="121435"/>
                  <a:pt x="249865" y="117838"/>
                  <a:pt x="254947" y="110645"/>
                </a:cubicBezTo>
                <a:cubicBezTo>
                  <a:pt x="260030" y="103452"/>
                  <a:pt x="262571" y="89065"/>
                  <a:pt x="262571" y="67484"/>
                </a:cubicBezTo>
                <a:cubicBezTo>
                  <a:pt x="262571" y="45784"/>
                  <a:pt x="260030" y="31368"/>
                  <a:pt x="254947" y="24235"/>
                </a:cubicBezTo>
                <a:cubicBezTo>
                  <a:pt x="249865" y="17100"/>
                  <a:pt x="243535" y="13533"/>
                  <a:pt x="235956" y="13533"/>
                </a:cubicBezTo>
                <a:cubicBezTo>
                  <a:pt x="228498" y="13533"/>
                  <a:pt x="222544" y="16680"/>
                  <a:pt x="218093" y="22975"/>
                </a:cubicBezTo>
                <a:cubicBezTo>
                  <a:pt x="212499" y="31008"/>
                  <a:pt x="209703" y="45844"/>
                  <a:pt x="209703" y="67484"/>
                </a:cubicBezTo>
                <a:close/>
                <a:moveTo>
                  <a:pt x="295743" y="67529"/>
                </a:moveTo>
                <a:cubicBezTo>
                  <a:pt x="295743" y="51902"/>
                  <a:pt x="297352" y="39325"/>
                  <a:pt x="300570" y="29798"/>
                </a:cubicBezTo>
                <a:cubicBezTo>
                  <a:pt x="303788" y="20270"/>
                  <a:pt x="308569" y="12922"/>
                  <a:pt x="314915" y="7753"/>
                </a:cubicBezTo>
                <a:cubicBezTo>
                  <a:pt x="321260" y="2584"/>
                  <a:pt x="329244" y="0"/>
                  <a:pt x="338868" y="0"/>
                </a:cubicBezTo>
                <a:cubicBezTo>
                  <a:pt x="345965" y="0"/>
                  <a:pt x="352190" y="1428"/>
                  <a:pt x="357543" y="4283"/>
                </a:cubicBezTo>
                <a:cubicBezTo>
                  <a:pt x="362896" y="7138"/>
                  <a:pt x="367317" y="11255"/>
                  <a:pt x="370805" y="16634"/>
                </a:cubicBezTo>
                <a:cubicBezTo>
                  <a:pt x="374294" y="22013"/>
                  <a:pt x="377030" y="28566"/>
                  <a:pt x="379015" y="36291"/>
                </a:cubicBezTo>
                <a:cubicBezTo>
                  <a:pt x="381000" y="44014"/>
                  <a:pt x="381992" y="54426"/>
                  <a:pt x="381992" y="67529"/>
                </a:cubicBezTo>
                <a:cubicBezTo>
                  <a:pt x="381992" y="83035"/>
                  <a:pt x="380399" y="95552"/>
                  <a:pt x="377211" y="105080"/>
                </a:cubicBezTo>
                <a:cubicBezTo>
                  <a:pt x="374023" y="114607"/>
                  <a:pt x="369257" y="121970"/>
                  <a:pt x="362911" y="127169"/>
                </a:cubicBezTo>
                <a:cubicBezTo>
                  <a:pt x="356566" y="132368"/>
                  <a:pt x="348551" y="134967"/>
                  <a:pt x="338868" y="134967"/>
                </a:cubicBezTo>
                <a:cubicBezTo>
                  <a:pt x="326117" y="134967"/>
                  <a:pt x="316103" y="130399"/>
                  <a:pt x="308825" y="121263"/>
                </a:cubicBezTo>
                <a:cubicBezTo>
                  <a:pt x="300104" y="110263"/>
                  <a:pt x="295743" y="92352"/>
                  <a:pt x="295743" y="67529"/>
                </a:cubicBezTo>
                <a:moveTo>
                  <a:pt x="312434" y="67484"/>
                </a:moveTo>
                <a:cubicBezTo>
                  <a:pt x="312434" y="89123"/>
                  <a:pt x="314975" y="103525"/>
                  <a:pt x="320057" y="110690"/>
                </a:cubicBezTo>
                <a:cubicBezTo>
                  <a:pt x="325140" y="117853"/>
                  <a:pt x="331410" y="121435"/>
                  <a:pt x="338868" y="121435"/>
                </a:cubicBezTo>
                <a:cubicBezTo>
                  <a:pt x="346326" y="121435"/>
                  <a:pt x="352596" y="117838"/>
                  <a:pt x="357678" y="110645"/>
                </a:cubicBezTo>
                <a:cubicBezTo>
                  <a:pt x="362761" y="103452"/>
                  <a:pt x="365302" y="89065"/>
                  <a:pt x="365302" y="67484"/>
                </a:cubicBezTo>
                <a:cubicBezTo>
                  <a:pt x="365302" y="45784"/>
                  <a:pt x="362761" y="31368"/>
                  <a:pt x="357678" y="24235"/>
                </a:cubicBezTo>
                <a:cubicBezTo>
                  <a:pt x="352596" y="17100"/>
                  <a:pt x="346266" y="13533"/>
                  <a:pt x="338687" y="13533"/>
                </a:cubicBezTo>
                <a:cubicBezTo>
                  <a:pt x="331229" y="13533"/>
                  <a:pt x="325275" y="16680"/>
                  <a:pt x="320824" y="22975"/>
                </a:cubicBezTo>
                <a:cubicBezTo>
                  <a:pt x="315230" y="31008"/>
                  <a:pt x="312434" y="45844"/>
                  <a:pt x="312434" y="67484"/>
                </a:cubicBezTo>
                <a:close/>
                <a:moveTo>
                  <a:pt x="398474" y="67529"/>
                </a:moveTo>
                <a:cubicBezTo>
                  <a:pt x="398474" y="51902"/>
                  <a:pt x="400083" y="39325"/>
                  <a:pt x="403301" y="29798"/>
                </a:cubicBezTo>
                <a:cubicBezTo>
                  <a:pt x="406519" y="20270"/>
                  <a:pt x="411300" y="12922"/>
                  <a:pt x="417646" y="7753"/>
                </a:cubicBezTo>
                <a:cubicBezTo>
                  <a:pt x="423991" y="2584"/>
                  <a:pt x="431976" y="0"/>
                  <a:pt x="441599" y="0"/>
                </a:cubicBezTo>
                <a:cubicBezTo>
                  <a:pt x="448696" y="0"/>
                  <a:pt x="454921" y="1428"/>
                  <a:pt x="460274" y="4283"/>
                </a:cubicBezTo>
                <a:cubicBezTo>
                  <a:pt x="465627" y="7138"/>
                  <a:pt x="470048" y="11255"/>
                  <a:pt x="473536" y="16634"/>
                </a:cubicBezTo>
                <a:cubicBezTo>
                  <a:pt x="477025" y="22013"/>
                  <a:pt x="479762" y="28566"/>
                  <a:pt x="481746" y="36291"/>
                </a:cubicBezTo>
                <a:cubicBezTo>
                  <a:pt x="483731" y="44014"/>
                  <a:pt x="484724" y="54426"/>
                  <a:pt x="484724" y="67529"/>
                </a:cubicBezTo>
                <a:cubicBezTo>
                  <a:pt x="484724" y="83035"/>
                  <a:pt x="483130" y="95552"/>
                  <a:pt x="479942" y="105080"/>
                </a:cubicBezTo>
                <a:cubicBezTo>
                  <a:pt x="476754" y="114607"/>
                  <a:pt x="471988" y="121970"/>
                  <a:pt x="465642" y="127169"/>
                </a:cubicBezTo>
                <a:cubicBezTo>
                  <a:pt x="459297" y="132368"/>
                  <a:pt x="451282" y="134967"/>
                  <a:pt x="441599" y="134967"/>
                </a:cubicBezTo>
                <a:cubicBezTo>
                  <a:pt x="428848" y="134967"/>
                  <a:pt x="418834" y="130399"/>
                  <a:pt x="411556" y="121263"/>
                </a:cubicBezTo>
                <a:cubicBezTo>
                  <a:pt x="402835" y="110263"/>
                  <a:pt x="398474" y="92352"/>
                  <a:pt x="398474" y="67529"/>
                </a:cubicBezTo>
                <a:moveTo>
                  <a:pt x="415165" y="67484"/>
                </a:moveTo>
                <a:cubicBezTo>
                  <a:pt x="415165" y="89123"/>
                  <a:pt x="417706" y="103525"/>
                  <a:pt x="422788" y="110690"/>
                </a:cubicBezTo>
                <a:cubicBezTo>
                  <a:pt x="427871" y="117853"/>
                  <a:pt x="434141" y="121435"/>
                  <a:pt x="441599" y="121435"/>
                </a:cubicBezTo>
                <a:cubicBezTo>
                  <a:pt x="449057" y="121435"/>
                  <a:pt x="455327" y="117838"/>
                  <a:pt x="460410" y="110645"/>
                </a:cubicBezTo>
                <a:cubicBezTo>
                  <a:pt x="465492" y="103452"/>
                  <a:pt x="468033" y="89065"/>
                  <a:pt x="468033" y="67484"/>
                </a:cubicBezTo>
                <a:cubicBezTo>
                  <a:pt x="468033" y="45784"/>
                  <a:pt x="465492" y="31368"/>
                  <a:pt x="460410" y="24235"/>
                </a:cubicBezTo>
                <a:cubicBezTo>
                  <a:pt x="455327" y="17100"/>
                  <a:pt x="448997" y="13533"/>
                  <a:pt x="441419" y="13533"/>
                </a:cubicBezTo>
                <a:cubicBezTo>
                  <a:pt x="433960" y="13533"/>
                  <a:pt x="428006" y="16680"/>
                  <a:pt x="423555" y="22975"/>
                </a:cubicBezTo>
                <a:cubicBezTo>
                  <a:pt x="417962" y="31008"/>
                  <a:pt x="415165" y="45844"/>
                  <a:pt x="415165" y="67484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B10E5B-8739-49C0-8613-6527C491A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5069" y="147102"/>
            <a:ext cx="10" cy="2512894"/>
          </a:xfrm>
          <a:custGeom xmlns:a="http://schemas.openxmlformats.org/drawingml/2006/main">
            <a:pathLst>
              <a:path w="1" h="2512894" fill="none">
                <a:moveTo>
                  <a:pt x="0" y="251289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74" cap="flat">
            <a:solidFill>
              <a:srgbClr val="A9A9A9"/>
            </a:solidFill>
            <a:custDash>
              <a:ds d="370000" sp="160000"/>
            </a:custDash>
            <a:round/>
          </a:ln>
        </p:spPr>
      </p:sp>
      <p:sp>
        <p:nvSpPr>
          <p:cNvPr id="8" name="Text 12500">
            <a:extLst xmlns:a="http://schemas.openxmlformats.org/drawingml/2006/main">
              <a:ext uri="{FF2B5EF4-FFF2-40B4-BE49-F238E27FC236}">
                <a16:creationId xmlns:a16="http://schemas.microsoft.com/office/drawing/2014/main" id="{8C76D4E4-C647-4DC8-9674-DB9B3118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8064" y="2769161"/>
            <a:ext cx="484724" cy="134967"/>
          </a:xfrm>
          <a:custGeom xmlns:a="http://schemas.openxmlformats.org/drawingml/2006/main">
            <a:pathLst>
              <a:path w="484724" h="134967">
                <a:moveTo>
                  <a:pt x="48718" y="132802"/>
                </a:moveTo>
                <a:lnTo>
                  <a:pt x="32479" y="132802"/>
                </a:lnTo>
                <a:lnTo>
                  <a:pt x="32479" y="29321"/>
                </a:lnTo>
                <a:cubicBezTo>
                  <a:pt x="28569" y="33050"/>
                  <a:pt x="23442" y="36779"/>
                  <a:pt x="17096" y="40508"/>
                </a:cubicBezTo>
                <a:cubicBezTo>
                  <a:pt x="10751" y="44237"/>
                  <a:pt x="5052" y="47034"/>
                  <a:pt x="0" y="48899"/>
                </a:cubicBezTo>
                <a:lnTo>
                  <a:pt x="0" y="33201"/>
                </a:lnTo>
                <a:cubicBezTo>
                  <a:pt x="9082" y="28930"/>
                  <a:pt x="17021" y="23758"/>
                  <a:pt x="23818" y="17683"/>
                </a:cubicBezTo>
                <a:cubicBezTo>
                  <a:pt x="30614" y="11608"/>
                  <a:pt x="35426" y="5714"/>
                  <a:pt x="38253" y="0"/>
                </a:cubicBezTo>
                <a:lnTo>
                  <a:pt x="48718" y="0"/>
                </a:lnTo>
                <a:lnTo>
                  <a:pt x="48718" y="132802"/>
                </a:lnTo>
                <a:close/>
                <a:moveTo>
                  <a:pt x="175628" y="117194"/>
                </a:moveTo>
                <a:lnTo>
                  <a:pt x="175628" y="132802"/>
                </a:lnTo>
                <a:lnTo>
                  <a:pt x="88206" y="132802"/>
                </a:lnTo>
                <a:cubicBezTo>
                  <a:pt x="88086" y="128895"/>
                  <a:pt x="88717" y="125137"/>
                  <a:pt x="90100" y="121530"/>
                </a:cubicBezTo>
                <a:cubicBezTo>
                  <a:pt x="92326" y="115580"/>
                  <a:pt x="95890" y="109719"/>
                  <a:pt x="100791" y="103949"/>
                </a:cubicBezTo>
                <a:cubicBezTo>
                  <a:pt x="105693" y="98179"/>
                  <a:pt x="112775" y="91506"/>
                  <a:pt x="122038" y="83932"/>
                </a:cubicBezTo>
                <a:cubicBezTo>
                  <a:pt x="136413" y="72154"/>
                  <a:pt x="146126" y="62825"/>
                  <a:pt x="151179" y="55944"/>
                </a:cubicBezTo>
                <a:cubicBezTo>
                  <a:pt x="156231" y="49063"/>
                  <a:pt x="158757" y="42558"/>
                  <a:pt x="158757" y="36429"/>
                </a:cubicBezTo>
                <a:cubicBezTo>
                  <a:pt x="158757" y="29999"/>
                  <a:pt x="156456" y="24575"/>
                  <a:pt x="151855" y="20158"/>
                </a:cubicBezTo>
                <a:cubicBezTo>
                  <a:pt x="147254" y="15741"/>
                  <a:pt x="141255" y="13533"/>
                  <a:pt x="133857" y="13533"/>
                </a:cubicBezTo>
                <a:cubicBezTo>
                  <a:pt x="126038" y="13533"/>
                  <a:pt x="119782" y="15879"/>
                  <a:pt x="115091" y="20570"/>
                </a:cubicBezTo>
                <a:cubicBezTo>
                  <a:pt x="110400" y="25261"/>
                  <a:pt x="108024" y="31757"/>
                  <a:pt x="107964" y="40057"/>
                </a:cubicBezTo>
                <a:lnTo>
                  <a:pt x="91273" y="38340"/>
                </a:lnTo>
                <a:cubicBezTo>
                  <a:pt x="92416" y="25862"/>
                  <a:pt x="96717" y="16352"/>
                  <a:pt x="104175" y="9811"/>
                </a:cubicBezTo>
                <a:cubicBezTo>
                  <a:pt x="111633" y="3270"/>
                  <a:pt x="121647" y="0"/>
                  <a:pt x="134218" y="0"/>
                </a:cubicBezTo>
                <a:cubicBezTo>
                  <a:pt x="146908" y="0"/>
                  <a:pt x="156953" y="3519"/>
                  <a:pt x="164351" y="10558"/>
                </a:cubicBezTo>
                <a:cubicBezTo>
                  <a:pt x="171749" y="17597"/>
                  <a:pt x="175448" y="26321"/>
                  <a:pt x="175448" y="36730"/>
                </a:cubicBezTo>
                <a:cubicBezTo>
                  <a:pt x="175448" y="42025"/>
                  <a:pt x="174365" y="47230"/>
                  <a:pt x="172200" y="52344"/>
                </a:cubicBezTo>
                <a:cubicBezTo>
                  <a:pt x="170034" y="57458"/>
                  <a:pt x="166441" y="62843"/>
                  <a:pt x="161418" y="68499"/>
                </a:cubicBezTo>
                <a:cubicBezTo>
                  <a:pt x="156396" y="74152"/>
                  <a:pt x="148051" y="81913"/>
                  <a:pt x="136383" y="91781"/>
                </a:cubicBezTo>
                <a:cubicBezTo>
                  <a:pt x="126639" y="99951"/>
                  <a:pt x="120384" y="105494"/>
                  <a:pt x="117617" y="108409"/>
                </a:cubicBezTo>
                <a:cubicBezTo>
                  <a:pt x="114851" y="111323"/>
                  <a:pt x="112565" y="114251"/>
                  <a:pt x="110761" y="117194"/>
                </a:cubicBezTo>
                <a:lnTo>
                  <a:pt x="175628" y="117194"/>
                </a:lnTo>
                <a:close/>
                <a:moveTo>
                  <a:pt x="193012" y="97978"/>
                </a:moveTo>
                <a:lnTo>
                  <a:pt x="210064" y="96534"/>
                </a:lnTo>
                <a:cubicBezTo>
                  <a:pt x="211327" y="104806"/>
                  <a:pt x="214259" y="111025"/>
                  <a:pt x="218860" y="115190"/>
                </a:cubicBezTo>
                <a:cubicBezTo>
                  <a:pt x="223461" y="119353"/>
                  <a:pt x="229010" y="121435"/>
                  <a:pt x="235505" y="121435"/>
                </a:cubicBezTo>
                <a:cubicBezTo>
                  <a:pt x="243324" y="121435"/>
                  <a:pt x="249940" y="118492"/>
                  <a:pt x="255354" y="112607"/>
                </a:cubicBezTo>
                <a:cubicBezTo>
                  <a:pt x="260767" y="106720"/>
                  <a:pt x="263473" y="98913"/>
                  <a:pt x="263473" y="89184"/>
                </a:cubicBezTo>
                <a:cubicBezTo>
                  <a:pt x="263473" y="79935"/>
                  <a:pt x="260872" y="72637"/>
                  <a:pt x="255669" y="67292"/>
                </a:cubicBezTo>
                <a:cubicBezTo>
                  <a:pt x="250467" y="61947"/>
                  <a:pt x="243655" y="59274"/>
                  <a:pt x="235235" y="59274"/>
                </a:cubicBezTo>
                <a:cubicBezTo>
                  <a:pt x="230002" y="59274"/>
                  <a:pt x="225281" y="60453"/>
                  <a:pt x="221070" y="62812"/>
                </a:cubicBezTo>
                <a:cubicBezTo>
                  <a:pt x="216860" y="65171"/>
                  <a:pt x="213552" y="68232"/>
                  <a:pt x="211146" y="71995"/>
                </a:cubicBezTo>
                <a:lnTo>
                  <a:pt x="195899" y="70010"/>
                </a:lnTo>
                <a:lnTo>
                  <a:pt x="208710" y="2165"/>
                </a:lnTo>
                <a:lnTo>
                  <a:pt x="274480" y="2165"/>
                </a:lnTo>
                <a:lnTo>
                  <a:pt x="274480" y="17502"/>
                </a:lnTo>
                <a:lnTo>
                  <a:pt x="221702" y="17502"/>
                </a:lnTo>
                <a:lnTo>
                  <a:pt x="214575" y="53139"/>
                </a:lnTo>
                <a:cubicBezTo>
                  <a:pt x="222514" y="47666"/>
                  <a:pt x="230844" y="44929"/>
                  <a:pt x="239565" y="44929"/>
                </a:cubicBezTo>
                <a:cubicBezTo>
                  <a:pt x="251113" y="44929"/>
                  <a:pt x="260857" y="48933"/>
                  <a:pt x="268796" y="56942"/>
                </a:cubicBezTo>
                <a:cubicBezTo>
                  <a:pt x="276735" y="64949"/>
                  <a:pt x="280705" y="75243"/>
                  <a:pt x="280705" y="87825"/>
                </a:cubicBezTo>
                <a:cubicBezTo>
                  <a:pt x="280705" y="99807"/>
                  <a:pt x="277217" y="110163"/>
                  <a:pt x="270240" y="118892"/>
                </a:cubicBezTo>
                <a:cubicBezTo>
                  <a:pt x="261759" y="129609"/>
                  <a:pt x="250181" y="134967"/>
                  <a:pt x="235505" y="134967"/>
                </a:cubicBezTo>
                <a:cubicBezTo>
                  <a:pt x="223476" y="134967"/>
                  <a:pt x="213657" y="131591"/>
                  <a:pt x="206049" y="124838"/>
                </a:cubicBezTo>
                <a:cubicBezTo>
                  <a:pt x="198440" y="118084"/>
                  <a:pt x="194095" y="109131"/>
                  <a:pt x="193012" y="97978"/>
                </a:cubicBezTo>
                <a:close/>
                <a:moveTo>
                  <a:pt x="295743" y="67529"/>
                </a:moveTo>
                <a:cubicBezTo>
                  <a:pt x="295743" y="51902"/>
                  <a:pt x="297352" y="39325"/>
                  <a:pt x="300570" y="29798"/>
                </a:cubicBezTo>
                <a:cubicBezTo>
                  <a:pt x="303788" y="20270"/>
                  <a:pt x="308569" y="12922"/>
                  <a:pt x="314915" y="7753"/>
                </a:cubicBezTo>
                <a:cubicBezTo>
                  <a:pt x="321260" y="2584"/>
                  <a:pt x="329244" y="0"/>
                  <a:pt x="338868" y="0"/>
                </a:cubicBezTo>
                <a:cubicBezTo>
                  <a:pt x="345965" y="0"/>
                  <a:pt x="352190" y="1428"/>
                  <a:pt x="357543" y="4283"/>
                </a:cubicBezTo>
                <a:cubicBezTo>
                  <a:pt x="362896" y="7138"/>
                  <a:pt x="367317" y="11255"/>
                  <a:pt x="370805" y="16634"/>
                </a:cubicBezTo>
                <a:cubicBezTo>
                  <a:pt x="374294" y="22013"/>
                  <a:pt x="377030" y="28566"/>
                  <a:pt x="379015" y="36291"/>
                </a:cubicBezTo>
                <a:cubicBezTo>
                  <a:pt x="381000" y="44014"/>
                  <a:pt x="381992" y="54426"/>
                  <a:pt x="381992" y="67529"/>
                </a:cubicBezTo>
                <a:cubicBezTo>
                  <a:pt x="381992" y="83035"/>
                  <a:pt x="380399" y="95552"/>
                  <a:pt x="377211" y="105080"/>
                </a:cubicBezTo>
                <a:cubicBezTo>
                  <a:pt x="374023" y="114607"/>
                  <a:pt x="369257" y="121970"/>
                  <a:pt x="362911" y="127169"/>
                </a:cubicBezTo>
                <a:cubicBezTo>
                  <a:pt x="356566" y="132368"/>
                  <a:pt x="348551" y="134967"/>
                  <a:pt x="338868" y="134967"/>
                </a:cubicBezTo>
                <a:cubicBezTo>
                  <a:pt x="326117" y="134967"/>
                  <a:pt x="316103" y="130399"/>
                  <a:pt x="308825" y="121263"/>
                </a:cubicBezTo>
                <a:cubicBezTo>
                  <a:pt x="300104" y="110263"/>
                  <a:pt x="295743" y="92352"/>
                  <a:pt x="295743" y="67529"/>
                </a:cubicBezTo>
                <a:moveTo>
                  <a:pt x="312434" y="67484"/>
                </a:moveTo>
                <a:cubicBezTo>
                  <a:pt x="312434" y="89123"/>
                  <a:pt x="314975" y="103525"/>
                  <a:pt x="320057" y="110690"/>
                </a:cubicBezTo>
                <a:cubicBezTo>
                  <a:pt x="325139" y="117853"/>
                  <a:pt x="331410" y="121435"/>
                  <a:pt x="338868" y="121435"/>
                </a:cubicBezTo>
                <a:cubicBezTo>
                  <a:pt x="346326" y="121435"/>
                  <a:pt x="352596" y="117838"/>
                  <a:pt x="357678" y="110645"/>
                </a:cubicBezTo>
                <a:cubicBezTo>
                  <a:pt x="362761" y="103452"/>
                  <a:pt x="365302" y="89065"/>
                  <a:pt x="365302" y="67484"/>
                </a:cubicBezTo>
                <a:cubicBezTo>
                  <a:pt x="365302" y="45784"/>
                  <a:pt x="362761" y="31368"/>
                  <a:pt x="357678" y="24235"/>
                </a:cubicBezTo>
                <a:cubicBezTo>
                  <a:pt x="352596" y="17100"/>
                  <a:pt x="346266" y="13533"/>
                  <a:pt x="338687" y="13533"/>
                </a:cubicBezTo>
                <a:cubicBezTo>
                  <a:pt x="331229" y="13533"/>
                  <a:pt x="325275" y="16680"/>
                  <a:pt x="320824" y="22975"/>
                </a:cubicBezTo>
                <a:cubicBezTo>
                  <a:pt x="315230" y="31008"/>
                  <a:pt x="312434" y="45844"/>
                  <a:pt x="312434" y="67484"/>
                </a:cubicBezTo>
                <a:close/>
                <a:moveTo>
                  <a:pt x="398474" y="67529"/>
                </a:moveTo>
                <a:cubicBezTo>
                  <a:pt x="398474" y="51902"/>
                  <a:pt x="400083" y="39325"/>
                  <a:pt x="403301" y="29798"/>
                </a:cubicBezTo>
                <a:cubicBezTo>
                  <a:pt x="406519" y="20270"/>
                  <a:pt x="411300" y="12922"/>
                  <a:pt x="417646" y="7753"/>
                </a:cubicBezTo>
                <a:cubicBezTo>
                  <a:pt x="423991" y="2584"/>
                  <a:pt x="431976" y="0"/>
                  <a:pt x="441599" y="0"/>
                </a:cubicBezTo>
                <a:cubicBezTo>
                  <a:pt x="448696" y="0"/>
                  <a:pt x="454921" y="1428"/>
                  <a:pt x="460274" y="4283"/>
                </a:cubicBezTo>
                <a:cubicBezTo>
                  <a:pt x="465627" y="7138"/>
                  <a:pt x="470048" y="11255"/>
                  <a:pt x="473536" y="16634"/>
                </a:cubicBezTo>
                <a:cubicBezTo>
                  <a:pt x="477025" y="22013"/>
                  <a:pt x="479761" y="28566"/>
                  <a:pt x="481746" y="36291"/>
                </a:cubicBezTo>
                <a:cubicBezTo>
                  <a:pt x="483731" y="44014"/>
                  <a:pt x="484724" y="54426"/>
                  <a:pt x="484724" y="67529"/>
                </a:cubicBezTo>
                <a:cubicBezTo>
                  <a:pt x="484724" y="83035"/>
                  <a:pt x="483130" y="95552"/>
                  <a:pt x="479942" y="105080"/>
                </a:cubicBezTo>
                <a:cubicBezTo>
                  <a:pt x="476754" y="114607"/>
                  <a:pt x="471988" y="121970"/>
                  <a:pt x="465642" y="127169"/>
                </a:cubicBezTo>
                <a:cubicBezTo>
                  <a:pt x="459297" y="132368"/>
                  <a:pt x="451282" y="134967"/>
                  <a:pt x="441599" y="134967"/>
                </a:cubicBezTo>
                <a:cubicBezTo>
                  <a:pt x="428848" y="134967"/>
                  <a:pt x="418834" y="130399"/>
                  <a:pt x="411556" y="121263"/>
                </a:cubicBezTo>
                <a:cubicBezTo>
                  <a:pt x="402835" y="110263"/>
                  <a:pt x="398474" y="92352"/>
                  <a:pt x="398474" y="67529"/>
                </a:cubicBezTo>
                <a:moveTo>
                  <a:pt x="415165" y="67484"/>
                </a:moveTo>
                <a:cubicBezTo>
                  <a:pt x="415165" y="89123"/>
                  <a:pt x="417706" y="103525"/>
                  <a:pt x="422788" y="110690"/>
                </a:cubicBezTo>
                <a:cubicBezTo>
                  <a:pt x="427871" y="117853"/>
                  <a:pt x="434141" y="121435"/>
                  <a:pt x="441599" y="121435"/>
                </a:cubicBezTo>
                <a:cubicBezTo>
                  <a:pt x="449057" y="121435"/>
                  <a:pt x="455327" y="117838"/>
                  <a:pt x="460410" y="110645"/>
                </a:cubicBezTo>
                <a:cubicBezTo>
                  <a:pt x="465492" y="103452"/>
                  <a:pt x="468033" y="89065"/>
                  <a:pt x="468033" y="67484"/>
                </a:cubicBezTo>
                <a:cubicBezTo>
                  <a:pt x="468033" y="45784"/>
                  <a:pt x="465492" y="31368"/>
                  <a:pt x="460410" y="24235"/>
                </a:cubicBezTo>
                <a:cubicBezTo>
                  <a:pt x="455327" y="17100"/>
                  <a:pt x="448997" y="13533"/>
                  <a:pt x="441418" y="13533"/>
                </a:cubicBezTo>
                <a:cubicBezTo>
                  <a:pt x="433960" y="13533"/>
                  <a:pt x="428006" y="16680"/>
                  <a:pt x="423555" y="22975"/>
                </a:cubicBezTo>
                <a:cubicBezTo>
                  <a:pt x="417962" y="31008"/>
                  <a:pt x="415165" y="45844"/>
                  <a:pt x="415165" y="67484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A64D00-5013-4869-A6C5-8A05423EC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9288" y="147102"/>
            <a:ext cx="10" cy="2512894"/>
          </a:xfrm>
          <a:custGeom xmlns:a="http://schemas.openxmlformats.org/drawingml/2006/main">
            <a:pathLst>
              <a:path w="1" h="2512894" fill="none">
                <a:moveTo>
                  <a:pt x="0" y="251289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74" cap="flat">
            <a:solidFill>
              <a:srgbClr val="A9A9A9"/>
            </a:solidFill>
            <a:custDash>
              <a:ds d="370000" sp="160000"/>
            </a:custDash>
            <a:round/>
          </a:ln>
        </p:spPr>
      </p:sp>
      <p:sp>
        <p:nvSpPr>
          <p:cNvPr id="10" name="Text 15000">
            <a:extLst xmlns:a="http://schemas.openxmlformats.org/drawingml/2006/main">
              <a:ext uri="{FF2B5EF4-FFF2-40B4-BE49-F238E27FC236}">
                <a16:creationId xmlns:a16="http://schemas.microsoft.com/office/drawing/2014/main" id="{74DDCCCF-C56D-46CA-A942-5D89BE79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283" y="2769161"/>
            <a:ext cx="484724" cy="134967"/>
          </a:xfrm>
          <a:custGeom xmlns:a="http://schemas.openxmlformats.org/drawingml/2006/main">
            <a:pathLst>
              <a:path w="484724" h="134967">
                <a:moveTo>
                  <a:pt x="48718" y="132802"/>
                </a:moveTo>
                <a:lnTo>
                  <a:pt x="32479" y="132802"/>
                </a:lnTo>
                <a:lnTo>
                  <a:pt x="32479" y="29321"/>
                </a:lnTo>
                <a:cubicBezTo>
                  <a:pt x="28569" y="33050"/>
                  <a:pt x="23442" y="36779"/>
                  <a:pt x="17096" y="40508"/>
                </a:cubicBezTo>
                <a:cubicBezTo>
                  <a:pt x="10751" y="44237"/>
                  <a:pt x="5052" y="47034"/>
                  <a:pt x="0" y="48899"/>
                </a:cubicBezTo>
                <a:lnTo>
                  <a:pt x="0" y="33201"/>
                </a:lnTo>
                <a:cubicBezTo>
                  <a:pt x="9082" y="28930"/>
                  <a:pt x="17021" y="23758"/>
                  <a:pt x="23818" y="17683"/>
                </a:cubicBezTo>
                <a:cubicBezTo>
                  <a:pt x="30614" y="11608"/>
                  <a:pt x="35426" y="5714"/>
                  <a:pt x="38253" y="0"/>
                </a:cubicBezTo>
                <a:lnTo>
                  <a:pt x="48718" y="0"/>
                </a:lnTo>
                <a:lnTo>
                  <a:pt x="48718" y="132802"/>
                </a:lnTo>
                <a:close/>
                <a:moveTo>
                  <a:pt x="90281" y="97978"/>
                </a:moveTo>
                <a:lnTo>
                  <a:pt x="107332" y="96534"/>
                </a:lnTo>
                <a:cubicBezTo>
                  <a:pt x="108595" y="104806"/>
                  <a:pt x="111527" y="111025"/>
                  <a:pt x="116129" y="115190"/>
                </a:cubicBezTo>
                <a:cubicBezTo>
                  <a:pt x="120730" y="119353"/>
                  <a:pt x="126278" y="121435"/>
                  <a:pt x="132774" y="121435"/>
                </a:cubicBezTo>
                <a:cubicBezTo>
                  <a:pt x="140593" y="121435"/>
                  <a:pt x="147209" y="118492"/>
                  <a:pt x="152622" y="112607"/>
                </a:cubicBezTo>
                <a:cubicBezTo>
                  <a:pt x="158035" y="106720"/>
                  <a:pt x="160742" y="98913"/>
                  <a:pt x="160742" y="89184"/>
                </a:cubicBezTo>
                <a:cubicBezTo>
                  <a:pt x="160742" y="79935"/>
                  <a:pt x="158141" y="72637"/>
                  <a:pt x="152938" y="67292"/>
                </a:cubicBezTo>
                <a:cubicBezTo>
                  <a:pt x="147735" y="61947"/>
                  <a:pt x="140924" y="59274"/>
                  <a:pt x="132503" y="59274"/>
                </a:cubicBezTo>
                <a:cubicBezTo>
                  <a:pt x="127271" y="59274"/>
                  <a:pt x="122549" y="60453"/>
                  <a:pt x="118339" y="62812"/>
                </a:cubicBezTo>
                <a:cubicBezTo>
                  <a:pt x="114129" y="65171"/>
                  <a:pt x="110821" y="68232"/>
                  <a:pt x="108415" y="71995"/>
                </a:cubicBezTo>
                <a:lnTo>
                  <a:pt x="93168" y="70010"/>
                </a:lnTo>
                <a:lnTo>
                  <a:pt x="105979" y="2165"/>
                </a:lnTo>
                <a:lnTo>
                  <a:pt x="171749" y="2165"/>
                </a:lnTo>
                <a:lnTo>
                  <a:pt x="171749" y="17502"/>
                </a:lnTo>
                <a:lnTo>
                  <a:pt x="118971" y="17502"/>
                </a:lnTo>
                <a:lnTo>
                  <a:pt x="111843" y="53139"/>
                </a:lnTo>
                <a:cubicBezTo>
                  <a:pt x="119782" y="47666"/>
                  <a:pt x="128113" y="44929"/>
                  <a:pt x="136834" y="44929"/>
                </a:cubicBezTo>
                <a:cubicBezTo>
                  <a:pt x="148382" y="44929"/>
                  <a:pt x="158126" y="48933"/>
                  <a:pt x="166065" y="56942"/>
                </a:cubicBezTo>
                <a:cubicBezTo>
                  <a:pt x="174004" y="64949"/>
                  <a:pt x="177974" y="75243"/>
                  <a:pt x="177974" y="87825"/>
                </a:cubicBezTo>
                <a:cubicBezTo>
                  <a:pt x="177974" y="99807"/>
                  <a:pt x="174485" y="110163"/>
                  <a:pt x="167508" y="118892"/>
                </a:cubicBezTo>
                <a:cubicBezTo>
                  <a:pt x="159028" y="129609"/>
                  <a:pt x="147450" y="134967"/>
                  <a:pt x="132774" y="134967"/>
                </a:cubicBezTo>
                <a:cubicBezTo>
                  <a:pt x="120745" y="134967"/>
                  <a:pt x="110926" y="131591"/>
                  <a:pt x="103318" y="124838"/>
                </a:cubicBezTo>
                <a:cubicBezTo>
                  <a:pt x="95709" y="118084"/>
                  <a:pt x="91364" y="109131"/>
                  <a:pt x="90281" y="97978"/>
                </a:cubicBezTo>
                <a:close/>
                <a:moveTo>
                  <a:pt x="193012" y="67529"/>
                </a:moveTo>
                <a:cubicBezTo>
                  <a:pt x="193012" y="51902"/>
                  <a:pt x="194621" y="39325"/>
                  <a:pt x="197839" y="29798"/>
                </a:cubicBezTo>
                <a:cubicBezTo>
                  <a:pt x="201057" y="20270"/>
                  <a:pt x="205838" y="12922"/>
                  <a:pt x="212184" y="7753"/>
                </a:cubicBezTo>
                <a:cubicBezTo>
                  <a:pt x="218529" y="2584"/>
                  <a:pt x="226514" y="0"/>
                  <a:pt x="236137" y="0"/>
                </a:cubicBezTo>
                <a:cubicBezTo>
                  <a:pt x="243234" y="0"/>
                  <a:pt x="249459" y="1428"/>
                  <a:pt x="254812" y="4283"/>
                </a:cubicBezTo>
                <a:cubicBezTo>
                  <a:pt x="260165" y="7138"/>
                  <a:pt x="264586" y="11255"/>
                  <a:pt x="268074" y="16634"/>
                </a:cubicBezTo>
                <a:cubicBezTo>
                  <a:pt x="271563" y="22013"/>
                  <a:pt x="274299" y="28566"/>
                  <a:pt x="276284" y="36291"/>
                </a:cubicBezTo>
                <a:cubicBezTo>
                  <a:pt x="278269" y="44014"/>
                  <a:pt x="279262" y="54426"/>
                  <a:pt x="279262" y="67529"/>
                </a:cubicBezTo>
                <a:cubicBezTo>
                  <a:pt x="279262" y="83035"/>
                  <a:pt x="277668" y="95552"/>
                  <a:pt x="274480" y="105080"/>
                </a:cubicBezTo>
                <a:cubicBezTo>
                  <a:pt x="271292" y="114607"/>
                  <a:pt x="266526" y="121970"/>
                  <a:pt x="260180" y="127169"/>
                </a:cubicBezTo>
                <a:cubicBezTo>
                  <a:pt x="253835" y="132368"/>
                  <a:pt x="245820" y="134967"/>
                  <a:pt x="236137" y="134967"/>
                </a:cubicBezTo>
                <a:cubicBezTo>
                  <a:pt x="223386" y="134967"/>
                  <a:pt x="213372" y="130399"/>
                  <a:pt x="206094" y="121263"/>
                </a:cubicBezTo>
                <a:cubicBezTo>
                  <a:pt x="197373" y="110263"/>
                  <a:pt x="193012" y="92352"/>
                  <a:pt x="193012" y="67529"/>
                </a:cubicBezTo>
                <a:moveTo>
                  <a:pt x="209703" y="67484"/>
                </a:moveTo>
                <a:cubicBezTo>
                  <a:pt x="209703" y="89123"/>
                  <a:pt x="212244" y="103525"/>
                  <a:pt x="217326" y="110690"/>
                </a:cubicBezTo>
                <a:cubicBezTo>
                  <a:pt x="222409" y="117853"/>
                  <a:pt x="228679" y="121435"/>
                  <a:pt x="236137" y="121435"/>
                </a:cubicBezTo>
                <a:cubicBezTo>
                  <a:pt x="243595" y="121435"/>
                  <a:pt x="249865" y="117838"/>
                  <a:pt x="254948" y="110645"/>
                </a:cubicBezTo>
                <a:cubicBezTo>
                  <a:pt x="260030" y="103452"/>
                  <a:pt x="262571" y="89065"/>
                  <a:pt x="262571" y="67484"/>
                </a:cubicBezTo>
                <a:cubicBezTo>
                  <a:pt x="262571" y="45784"/>
                  <a:pt x="260030" y="31368"/>
                  <a:pt x="254948" y="24235"/>
                </a:cubicBezTo>
                <a:cubicBezTo>
                  <a:pt x="249865" y="17100"/>
                  <a:pt x="243535" y="13533"/>
                  <a:pt x="235956" y="13533"/>
                </a:cubicBezTo>
                <a:cubicBezTo>
                  <a:pt x="228498" y="13533"/>
                  <a:pt x="222544" y="16680"/>
                  <a:pt x="218093" y="22975"/>
                </a:cubicBezTo>
                <a:cubicBezTo>
                  <a:pt x="212500" y="31008"/>
                  <a:pt x="209703" y="45844"/>
                  <a:pt x="209703" y="67484"/>
                </a:cubicBezTo>
                <a:close/>
                <a:moveTo>
                  <a:pt x="295743" y="67529"/>
                </a:moveTo>
                <a:cubicBezTo>
                  <a:pt x="295743" y="51902"/>
                  <a:pt x="297352" y="39325"/>
                  <a:pt x="300570" y="29798"/>
                </a:cubicBezTo>
                <a:cubicBezTo>
                  <a:pt x="303788" y="20270"/>
                  <a:pt x="308569" y="12922"/>
                  <a:pt x="314915" y="7753"/>
                </a:cubicBezTo>
                <a:cubicBezTo>
                  <a:pt x="321260" y="2584"/>
                  <a:pt x="329244" y="0"/>
                  <a:pt x="338868" y="0"/>
                </a:cubicBezTo>
                <a:cubicBezTo>
                  <a:pt x="345965" y="0"/>
                  <a:pt x="352190" y="1428"/>
                  <a:pt x="357543" y="4283"/>
                </a:cubicBezTo>
                <a:cubicBezTo>
                  <a:pt x="362896" y="7138"/>
                  <a:pt x="367317" y="11255"/>
                  <a:pt x="370805" y="16634"/>
                </a:cubicBezTo>
                <a:cubicBezTo>
                  <a:pt x="374294" y="22013"/>
                  <a:pt x="377030" y="28566"/>
                  <a:pt x="379015" y="36291"/>
                </a:cubicBezTo>
                <a:cubicBezTo>
                  <a:pt x="381000" y="44014"/>
                  <a:pt x="381992" y="54426"/>
                  <a:pt x="381992" y="67529"/>
                </a:cubicBezTo>
                <a:cubicBezTo>
                  <a:pt x="381992" y="83035"/>
                  <a:pt x="380399" y="95552"/>
                  <a:pt x="377211" y="105080"/>
                </a:cubicBezTo>
                <a:cubicBezTo>
                  <a:pt x="374023" y="114607"/>
                  <a:pt x="369257" y="121970"/>
                  <a:pt x="362911" y="127169"/>
                </a:cubicBezTo>
                <a:cubicBezTo>
                  <a:pt x="356566" y="132368"/>
                  <a:pt x="348551" y="134967"/>
                  <a:pt x="338868" y="134967"/>
                </a:cubicBezTo>
                <a:cubicBezTo>
                  <a:pt x="326117" y="134967"/>
                  <a:pt x="316103" y="130399"/>
                  <a:pt x="308825" y="121263"/>
                </a:cubicBezTo>
                <a:cubicBezTo>
                  <a:pt x="300104" y="110263"/>
                  <a:pt x="295743" y="92352"/>
                  <a:pt x="295743" y="67529"/>
                </a:cubicBezTo>
                <a:moveTo>
                  <a:pt x="312434" y="67484"/>
                </a:moveTo>
                <a:cubicBezTo>
                  <a:pt x="312434" y="89123"/>
                  <a:pt x="314975" y="103525"/>
                  <a:pt x="320057" y="110690"/>
                </a:cubicBezTo>
                <a:cubicBezTo>
                  <a:pt x="325139" y="117853"/>
                  <a:pt x="331410" y="121435"/>
                  <a:pt x="338868" y="121435"/>
                </a:cubicBezTo>
                <a:cubicBezTo>
                  <a:pt x="346326" y="121435"/>
                  <a:pt x="352596" y="117838"/>
                  <a:pt x="357678" y="110645"/>
                </a:cubicBezTo>
                <a:cubicBezTo>
                  <a:pt x="362761" y="103452"/>
                  <a:pt x="365302" y="89065"/>
                  <a:pt x="365302" y="67484"/>
                </a:cubicBezTo>
                <a:cubicBezTo>
                  <a:pt x="365302" y="45784"/>
                  <a:pt x="362761" y="31368"/>
                  <a:pt x="357678" y="24235"/>
                </a:cubicBezTo>
                <a:cubicBezTo>
                  <a:pt x="352596" y="17100"/>
                  <a:pt x="346266" y="13533"/>
                  <a:pt x="338687" y="13533"/>
                </a:cubicBezTo>
                <a:cubicBezTo>
                  <a:pt x="331229" y="13533"/>
                  <a:pt x="325275" y="16680"/>
                  <a:pt x="320824" y="22975"/>
                </a:cubicBezTo>
                <a:cubicBezTo>
                  <a:pt x="315230" y="31008"/>
                  <a:pt x="312434" y="45844"/>
                  <a:pt x="312434" y="67484"/>
                </a:cubicBezTo>
                <a:close/>
                <a:moveTo>
                  <a:pt x="398474" y="67529"/>
                </a:moveTo>
                <a:cubicBezTo>
                  <a:pt x="398474" y="51902"/>
                  <a:pt x="400083" y="39325"/>
                  <a:pt x="403301" y="29798"/>
                </a:cubicBezTo>
                <a:cubicBezTo>
                  <a:pt x="406519" y="20270"/>
                  <a:pt x="411300" y="12922"/>
                  <a:pt x="417646" y="7753"/>
                </a:cubicBezTo>
                <a:cubicBezTo>
                  <a:pt x="423991" y="2584"/>
                  <a:pt x="431976" y="0"/>
                  <a:pt x="441599" y="0"/>
                </a:cubicBezTo>
                <a:cubicBezTo>
                  <a:pt x="448696" y="0"/>
                  <a:pt x="454921" y="1428"/>
                  <a:pt x="460274" y="4283"/>
                </a:cubicBezTo>
                <a:cubicBezTo>
                  <a:pt x="465627" y="7138"/>
                  <a:pt x="470048" y="11255"/>
                  <a:pt x="473536" y="16634"/>
                </a:cubicBezTo>
                <a:cubicBezTo>
                  <a:pt x="477025" y="22013"/>
                  <a:pt x="479761" y="28566"/>
                  <a:pt x="481746" y="36291"/>
                </a:cubicBezTo>
                <a:cubicBezTo>
                  <a:pt x="483731" y="44014"/>
                  <a:pt x="484724" y="54426"/>
                  <a:pt x="484724" y="67529"/>
                </a:cubicBezTo>
                <a:cubicBezTo>
                  <a:pt x="484724" y="83035"/>
                  <a:pt x="483130" y="95552"/>
                  <a:pt x="479942" y="105080"/>
                </a:cubicBezTo>
                <a:cubicBezTo>
                  <a:pt x="476754" y="114607"/>
                  <a:pt x="471988" y="121970"/>
                  <a:pt x="465642" y="127169"/>
                </a:cubicBezTo>
                <a:cubicBezTo>
                  <a:pt x="459297" y="132368"/>
                  <a:pt x="451282" y="134967"/>
                  <a:pt x="441599" y="134967"/>
                </a:cubicBezTo>
                <a:cubicBezTo>
                  <a:pt x="428848" y="134967"/>
                  <a:pt x="418834" y="130399"/>
                  <a:pt x="411556" y="121263"/>
                </a:cubicBezTo>
                <a:cubicBezTo>
                  <a:pt x="402835" y="110263"/>
                  <a:pt x="398474" y="92352"/>
                  <a:pt x="398474" y="67529"/>
                </a:cubicBezTo>
                <a:moveTo>
                  <a:pt x="415165" y="67484"/>
                </a:moveTo>
                <a:cubicBezTo>
                  <a:pt x="415165" y="89123"/>
                  <a:pt x="417706" y="103525"/>
                  <a:pt x="422788" y="110690"/>
                </a:cubicBezTo>
                <a:cubicBezTo>
                  <a:pt x="427871" y="117853"/>
                  <a:pt x="434141" y="121435"/>
                  <a:pt x="441599" y="121435"/>
                </a:cubicBezTo>
                <a:cubicBezTo>
                  <a:pt x="449057" y="121435"/>
                  <a:pt x="455327" y="117838"/>
                  <a:pt x="460410" y="110645"/>
                </a:cubicBezTo>
                <a:cubicBezTo>
                  <a:pt x="465492" y="103452"/>
                  <a:pt x="468033" y="89065"/>
                  <a:pt x="468033" y="67484"/>
                </a:cubicBezTo>
                <a:cubicBezTo>
                  <a:pt x="468033" y="45784"/>
                  <a:pt x="465492" y="31368"/>
                  <a:pt x="460410" y="24235"/>
                </a:cubicBezTo>
                <a:cubicBezTo>
                  <a:pt x="455327" y="17100"/>
                  <a:pt x="448997" y="13533"/>
                  <a:pt x="441418" y="13533"/>
                </a:cubicBezTo>
                <a:cubicBezTo>
                  <a:pt x="433960" y="13533"/>
                  <a:pt x="428006" y="16680"/>
                  <a:pt x="423555" y="22975"/>
                </a:cubicBezTo>
                <a:cubicBezTo>
                  <a:pt x="417962" y="31008"/>
                  <a:pt x="415165" y="45844"/>
                  <a:pt x="415165" y="67484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27D8A8-50EA-4173-A4A7-76DCBA29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3507" y="147102"/>
            <a:ext cx="10" cy="2512894"/>
          </a:xfrm>
          <a:custGeom xmlns:a="http://schemas.openxmlformats.org/drawingml/2006/main">
            <a:pathLst>
              <a:path w="1" h="2512894" fill="none">
                <a:moveTo>
                  <a:pt x="0" y="251289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74" cap="flat">
            <a:solidFill>
              <a:srgbClr val="A9A9A9"/>
            </a:solidFill>
            <a:custDash>
              <a:ds d="370000" sp="160000"/>
            </a:custDash>
            <a:round/>
          </a:ln>
        </p:spPr>
      </p:sp>
      <p:sp>
        <p:nvSpPr>
          <p:cNvPr id="12" name="Text 17500">
            <a:extLst xmlns:a="http://schemas.openxmlformats.org/drawingml/2006/main">
              <a:ext uri="{FF2B5EF4-FFF2-40B4-BE49-F238E27FC236}">
                <a16:creationId xmlns:a16="http://schemas.microsoft.com/office/drawing/2014/main" id="{45C29941-90D2-44AA-A099-09EA1E84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6503" y="2769161"/>
            <a:ext cx="484724" cy="134967"/>
          </a:xfrm>
          <a:custGeom xmlns:a="http://schemas.openxmlformats.org/drawingml/2006/main">
            <a:pathLst>
              <a:path w="484724" h="134967">
                <a:moveTo>
                  <a:pt x="48718" y="132802"/>
                </a:moveTo>
                <a:lnTo>
                  <a:pt x="32479" y="132802"/>
                </a:lnTo>
                <a:lnTo>
                  <a:pt x="32479" y="29321"/>
                </a:lnTo>
                <a:cubicBezTo>
                  <a:pt x="28569" y="33050"/>
                  <a:pt x="23442" y="36779"/>
                  <a:pt x="17096" y="40508"/>
                </a:cubicBezTo>
                <a:cubicBezTo>
                  <a:pt x="10751" y="44237"/>
                  <a:pt x="5052" y="47034"/>
                  <a:pt x="0" y="48899"/>
                </a:cubicBezTo>
                <a:lnTo>
                  <a:pt x="0" y="33201"/>
                </a:lnTo>
                <a:cubicBezTo>
                  <a:pt x="9082" y="28930"/>
                  <a:pt x="17021" y="23758"/>
                  <a:pt x="23818" y="17683"/>
                </a:cubicBezTo>
                <a:cubicBezTo>
                  <a:pt x="30614" y="11608"/>
                  <a:pt x="35426" y="5714"/>
                  <a:pt x="38253" y="0"/>
                </a:cubicBezTo>
                <a:lnTo>
                  <a:pt x="48718" y="0"/>
                </a:lnTo>
                <a:lnTo>
                  <a:pt x="48718" y="132802"/>
                </a:lnTo>
                <a:close/>
                <a:moveTo>
                  <a:pt x="91364" y="17773"/>
                </a:moveTo>
                <a:lnTo>
                  <a:pt x="91364" y="2165"/>
                </a:lnTo>
                <a:lnTo>
                  <a:pt x="176981" y="2165"/>
                </a:lnTo>
                <a:lnTo>
                  <a:pt x="176981" y="14796"/>
                </a:lnTo>
                <a:cubicBezTo>
                  <a:pt x="168561" y="23765"/>
                  <a:pt x="160216" y="35683"/>
                  <a:pt x="151946" y="50551"/>
                </a:cubicBezTo>
                <a:cubicBezTo>
                  <a:pt x="143675" y="65418"/>
                  <a:pt x="137285" y="80706"/>
                  <a:pt x="132774" y="96416"/>
                </a:cubicBezTo>
                <a:cubicBezTo>
                  <a:pt x="129526" y="107492"/>
                  <a:pt x="127451" y="119621"/>
                  <a:pt x="126549" y="132802"/>
                </a:cubicBezTo>
                <a:lnTo>
                  <a:pt x="109858" y="132802"/>
                </a:lnTo>
                <a:cubicBezTo>
                  <a:pt x="110039" y="122389"/>
                  <a:pt x="112084" y="109810"/>
                  <a:pt x="115993" y="95062"/>
                </a:cubicBezTo>
                <a:cubicBezTo>
                  <a:pt x="119903" y="80314"/>
                  <a:pt x="125511" y="66093"/>
                  <a:pt x="132819" y="52400"/>
                </a:cubicBezTo>
                <a:cubicBezTo>
                  <a:pt x="140127" y="38706"/>
                  <a:pt x="147901" y="27163"/>
                  <a:pt x="156141" y="17773"/>
                </a:cubicBezTo>
                <a:lnTo>
                  <a:pt x="91364" y="17773"/>
                </a:lnTo>
                <a:close/>
                <a:moveTo>
                  <a:pt x="193012" y="97978"/>
                </a:moveTo>
                <a:lnTo>
                  <a:pt x="210063" y="96534"/>
                </a:lnTo>
                <a:cubicBezTo>
                  <a:pt x="211326" y="104806"/>
                  <a:pt x="214259" y="111025"/>
                  <a:pt x="218860" y="115190"/>
                </a:cubicBezTo>
                <a:cubicBezTo>
                  <a:pt x="223461" y="119353"/>
                  <a:pt x="229009" y="121435"/>
                  <a:pt x="235505" y="121435"/>
                </a:cubicBezTo>
                <a:cubicBezTo>
                  <a:pt x="243324" y="121435"/>
                  <a:pt x="249940" y="118492"/>
                  <a:pt x="255353" y="112607"/>
                </a:cubicBezTo>
                <a:cubicBezTo>
                  <a:pt x="260766" y="106720"/>
                  <a:pt x="263473" y="98913"/>
                  <a:pt x="263473" y="89184"/>
                </a:cubicBezTo>
                <a:cubicBezTo>
                  <a:pt x="263473" y="79935"/>
                  <a:pt x="260872" y="72637"/>
                  <a:pt x="255669" y="67292"/>
                </a:cubicBezTo>
                <a:cubicBezTo>
                  <a:pt x="250466" y="61947"/>
                  <a:pt x="243655" y="59274"/>
                  <a:pt x="235234" y="59274"/>
                </a:cubicBezTo>
                <a:cubicBezTo>
                  <a:pt x="230002" y="59274"/>
                  <a:pt x="225280" y="60453"/>
                  <a:pt x="221070" y="62812"/>
                </a:cubicBezTo>
                <a:cubicBezTo>
                  <a:pt x="216860" y="65171"/>
                  <a:pt x="213552" y="68232"/>
                  <a:pt x="211146" y="71995"/>
                </a:cubicBezTo>
                <a:lnTo>
                  <a:pt x="195899" y="70010"/>
                </a:lnTo>
                <a:lnTo>
                  <a:pt x="208710" y="2165"/>
                </a:lnTo>
                <a:lnTo>
                  <a:pt x="274480" y="2165"/>
                </a:lnTo>
                <a:lnTo>
                  <a:pt x="274480" y="17502"/>
                </a:lnTo>
                <a:lnTo>
                  <a:pt x="221702" y="17502"/>
                </a:lnTo>
                <a:lnTo>
                  <a:pt x="214574" y="53139"/>
                </a:lnTo>
                <a:cubicBezTo>
                  <a:pt x="222514" y="47666"/>
                  <a:pt x="230844" y="44929"/>
                  <a:pt x="239565" y="44929"/>
                </a:cubicBezTo>
                <a:cubicBezTo>
                  <a:pt x="251113" y="44929"/>
                  <a:pt x="260857" y="48933"/>
                  <a:pt x="268796" y="56942"/>
                </a:cubicBezTo>
                <a:cubicBezTo>
                  <a:pt x="276735" y="64949"/>
                  <a:pt x="280705" y="75243"/>
                  <a:pt x="280705" y="87825"/>
                </a:cubicBezTo>
                <a:cubicBezTo>
                  <a:pt x="280705" y="99807"/>
                  <a:pt x="277216" y="110163"/>
                  <a:pt x="270239" y="118892"/>
                </a:cubicBezTo>
                <a:cubicBezTo>
                  <a:pt x="261759" y="129609"/>
                  <a:pt x="250181" y="134967"/>
                  <a:pt x="235505" y="134967"/>
                </a:cubicBezTo>
                <a:cubicBezTo>
                  <a:pt x="223476" y="134967"/>
                  <a:pt x="213657" y="131591"/>
                  <a:pt x="206049" y="124838"/>
                </a:cubicBezTo>
                <a:cubicBezTo>
                  <a:pt x="198440" y="118084"/>
                  <a:pt x="194095" y="109131"/>
                  <a:pt x="193012" y="97978"/>
                </a:cubicBezTo>
                <a:close/>
                <a:moveTo>
                  <a:pt x="295743" y="67529"/>
                </a:moveTo>
                <a:cubicBezTo>
                  <a:pt x="295743" y="51902"/>
                  <a:pt x="297352" y="39325"/>
                  <a:pt x="300570" y="29798"/>
                </a:cubicBezTo>
                <a:cubicBezTo>
                  <a:pt x="303788" y="20270"/>
                  <a:pt x="308570" y="12922"/>
                  <a:pt x="314915" y="7753"/>
                </a:cubicBezTo>
                <a:cubicBezTo>
                  <a:pt x="321260" y="2584"/>
                  <a:pt x="329245" y="0"/>
                  <a:pt x="338868" y="0"/>
                </a:cubicBezTo>
                <a:cubicBezTo>
                  <a:pt x="345965" y="0"/>
                  <a:pt x="352190" y="1428"/>
                  <a:pt x="357543" y="4283"/>
                </a:cubicBezTo>
                <a:cubicBezTo>
                  <a:pt x="362896" y="7138"/>
                  <a:pt x="367317" y="11255"/>
                  <a:pt x="370806" y="16634"/>
                </a:cubicBezTo>
                <a:cubicBezTo>
                  <a:pt x="374294" y="22013"/>
                  <a:pt x="377031" y="28566"/>
                  <a:pt x="379015" y="36291"/>
                </a:cubicBezTo>
                <a:cubicBezTo>
                  <a:pt x="381000" y="44014"/>
                  <a:pt x="381993" y="54426"/>
                  <a:pt x="381993" y="67529"/>
                </a:cubicBezTo>
                <a:cubicBezTo>
                  <a:pt x="381993" y="83035"/>
                  <a:pt x="380399" y="95552"/>
                  <a:pt x="377211" y="105080"/>
                </a:cubicBezTo>
                <a:cubicBezTo>
                  <a:pt x="374023" y="114607"/>
                  <a:pt x="369257" y="121970"/>
                  <a:pt x="362911" y="127169"/>
                </a:cubicBezTo>
                <a:cubicBezTo>
                  <a:pt x="356566" y="132368"/>
                  <a:pt x="348552" y="134967"/>
                  <a:pt x="338868" y="134967"/>
                </a:cubicBezTo>
                <a:cubicBezTo>
                  <a:pt x="326117" y="134967"/>
                  <a:pt x="316103" y="130399"/>
                  <a:pt x="308825" y="121263"/>
                </a:cubicBezTo>
                <a:cubicBezTo>
                  <a:pt x="300104" y="110263"/>
                  <a:pt x="295743" y="92352"/>
                  <a:pt x="295743" y="67529"/>
                </a:cubicBezTo>
                <a:moveTo>
                  <a:pt x="312434" y="67484"/>
                </a:moveTo>
                <a:cubicBezTo>
                  <a:pt x="312434" y="89123"/>
                  <a:pt x="314975" y="103525"/>
                  <a:pt x="320057" y="110690"/>
                </a:cubicBezTo>
                <a:cubicBezTo>
                  <a:pt x="325140" y="117853"/>
                  <a:pt x="331410" y="121435"/>
                  <a:pt x="338868" y="121435"/>
                </a:cubicBezTo>
                <a:cubicBezTo>
                  <a:pt x="346326" y="121435"/>
                  <a:pt x="352596" y="117838"/>
                  <a:pt x="357679" y="110645"/>
                </a:cubicBezTo>
                <a:cubicBezTo>
                  <a:pt x="362761" y="103452"/>
                  <a:pt x="365302" y="89065"/>
                  <a:pt x="365302" y="67484"/>
                </a:cubicBezTo>
                <a:cubicBezTo>
                  <a:pt x="365302" y="45784"/>
                  <a:pt x="362761" y="31368"/>
                  <a:pt x="357679" y="24235"/>
                </a:cubicBezTo>
                <a:cubicBezTo>
                  <a:pt x="352596" y="17100"/>
                  <a:pt x="346266" y="13533"/>
                  <a:pt x="338688" y="13533"/>
                </a:cubicBezTo>
                <a:cubicBezTo>
                  <a:pt x="331230" y="13533"/>
                  <a:pt x="325275" y="16680"/>
                  <a:pt x="320824" y="22975"/>
                </a:cubicBezTo>
                <a:cubicBezTo>
                  <a:pt x="315231" y="31008"/>
                  <a:pt x="312434" y="45844"/>
                  <a:pt x="312434" y="67484"/>
                </a:cubicBezTo>
                <a:close/>
                <a:moveTo>
                  <a:pt x="398475" y="67529"/>
                </a:moveTo>
                <a:cubicBezTo>
                  <a:pt x="398475" y="51902"/>
                  <a:pt x="400083" y="39325"/>
                  <a:pt x="403301" y="29798"/>
                </a:cubicBezTo>
                <a:cubicBezTo>
                  <a:pt x="406519" y="20270"/>
                  <a:pt x="411301" y="12922"/>
                  <a:pt x="417646" y="7753"/>
                </a:cubicBezTo>
                <a:cubicBezTo>
                  <a:pt x="423991" y="2584"/>
                  <a:pt x="431976" y="0"/>
                  <a:pt x="441599" y="0"/>
                </a:cubicBezTo>
                <a:cubicBezTo>
                  <a:pt x="448696" y="0"/>
                  <a:pt x="454922" y="1428"/>
                  <a:pt x="460275" y="4283"/>
                </a:cubicBezTo>
                <a:cubicBezTo>
                  <a:pt x="465627" y="7138"/>
                  <a:pt x="470048" y="11255"/>
                  <a:pt x="473537" y="16634"/>
                </a:cubicBezTo>
                <a:cubicBezTo>
                  <a:pt x="477025" y="22013"/>
                  <a:pt x="479762" y="28566"/>
                  <a:pt x="481747" y="36291"/>
                </a:cubicBezTo>
                <a:cubicBezTo>
                  <a:pt x="483731" y="44014"/>
                  <a:pt x="484724" y="54426"/>
                  <a:pt x="484724" y="67529"/>
                </a:cubicBezTo>
                <a:cubicBezTo>
                  <a:pt x="484724" y="83035"/>
                  <a:pt x="483130" y="95552"/>
                  <a:pt x="479942" y="105080"/>
                </a:cubicBezTo>
                <a:cubicBezTo>
                  <a:pt x="476754" y="114607"/>
                  <a:pt x="471988" y="121970"/>
                  <a:pt x="465643" y="127169"/>
                </a:cubicBezTo>
                <a:cubicBezTo>
                  <a:pt x="459297" y="132368"/>
                  <a:pt x="451283" y="134967"/>
                  <a:pt x="441599" y="134967"/>
                </a:cubicBezTo>
                <a:cubicBezTo>
                  <a:pt x="428848" y="134967"/>
                  <a:pt x="418834" y="130399"/>
                  <a:pt x="411556" y="121263"/>
                </a:cubicBezTo>
                <a:cubicBezTo>
                  <a:pt x="402835" y="110263"/>
                  <a:pt x="398475" y="92352"/>
                  <a:pt x="398475" y="67529"/>
                </a:cubicBezTo>
                <a:moveTo>
                  <a:pt x="415165" y="67484"/>
                </a:moveTo>
                <a:cubicBezTo>
                  <a:pt x="415165" y="89123"/>
                  <a:pt x="417706" y="103525"/>
                  <a:pt x="422789" y="110690"/>
                </a:cubicBezTo>
                <a:cubicBezTo>
                  <a:pt x="427871" y="117853"/>
                  <a:pt x="434141" y="121435"/>
                  <a:pt x="441599" y="121435"/>
                </a:cubicBezTo>
                <a:cubicBezTo>
                  <a:pt x="449057" y="121435"/>
                  <a:pt x="455328" y="117838"/>
                  <a:pt x="460410" y="110645"/>
                </a:cubicBezTo>
                <a:cubicBezTo>
                  <a:pt x="465492" y="103452"/>
                  <a:pt x="468033" y="89065"/>
                  <a:pt x="468033" y="67484"/>
                </a:cubicBezTo>
                <a:cubicBezTo>
                  <a:pt x="468033" y="45784"/>
                  <a:pt x="465492" y="31368"/>
                  <a:pt x="460410" y="24235"/>
                </a:cubicBezTo>
                <a:cubicBezTo>
                  <a:pt x="455328" y="17100"/>
                  <a:pt x="448997" y="13533"/>
                  <a:pt x="441419" y="13533"/>
                </a:cubicBezTo>
                <a:cubicBezTo>
                  <a:pt x="433961" y="13533"/>
                  <a:pt x="428006" y="16680"/>
                  <a:pt x="423555" y="22975"/>
                </a:cubicBezTo>
                <a:cubicBezTo>
                  <a:pt x="417962" y="31008"/>
                  <a:pt x="415165" y="45844"/>
                  <a:pt x="415165" y="67484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3FB36C-C291-4F57-9981-673EC94FB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7727" y="147102"/>
            <a:ext cx="10" cy="2512894"/>
          </a:xfrm>
          <a:custGeom xmlns:a="http://schemas.openxmlformats.org/drawingml/2006/main">
            <a:pathLst>
              <a:path w="1" h="2512894" fill="none">
                <a:moveTo>
                  <a:pt x="0" y="251289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74" cap="flat">
            <a:solidFill>
              <a:srgbClr val="A9A9A9"/>
            </a:solidFill>
            <a:custDash>
              <a:ds d="370000" sp="160000"/>
            </a:custDash>
            <a:round/>
          </a:ln>
        </p:spPr>
      </p:sp>
      <p:sp>
        <p:nvSpPr>
          <p:cNvPr id="14" name="Text 20000">
            <a:extLst xmlns:a="http://schemas.openxmlformats.org/drawingml/2006/main">
              <a:ext uri="{FF2B5EF4-FFF2-40B4-BE49-F238E27FC236}">
                <a16:creationId xmlns:a16="http://schemas.microsoft.com/office/drawing/2014/main" id="{4676C0D6-A0CC-4314-B16C-3D97EE93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6077" y="2769161"/>
            <a:ext cx="499369" cy="134967"/>
          </a:xfrm>
          <a:custGeom xmlns:a="http://schemas.openxmlformats.org/drawingml/2006/main">
            <a:pathLst>
              <a:path w="499369" h="134967">
                <a:moveTo>
                  <a:pt x="87542" y="117194"/>
                </a:moveTo>
                <a:lnTo>
                  <a:pt x="87542" y="132802"/>
                </a:lnTo>
                <a:lnTo>
                  <a:pt x="120" y="132802"/>
                </a:lnTo>
                <a:cubicBezTo>
                  <a:pt x="0" y="128895"/>
                  <a:pt x="632" y="125137"/>
                  <a:pt x="2015" y="121530"/>
                </a:cubicBezTo>
                <a:cubicBezTo>
                  <a:pt x="4240" y="115580"/>
                  <a:pt x="7804" y="109719"/>
                  <a:pt x="12706" y="103949"/>
                </a:cubicBezTo>
                <a:cubicBezTo>
                  <a:pt x="17608" y="98179"/>
                  <a:pt x="24690" y="91506"/>
                  <a:pt x="33952" y="83932"/>
                </a:cubicBezTo>
                <a:cubicBezTo>
                  <a:pt x="48327" y="72154"/>
                  <a:pt x="58041" y="62825"/>
                  <a:pt x="63093" y="55944"/>
                </a:cubicBezTo>
                <a:cubicBezTo>
                  <a:pt x="68145" y="49063"/>
                  <a:pt x="70671" y="42558"/>
                  <a:pt x="70671" y="36429"/>
                </a:cubicBezTo>
                <a:cubicBezTo>
                  <a:pt x="70671" y="29999"/>
                  <a:pt x="68371" y="24575"/>
                  <a:pt x="63770" y="20158"/>
                </a:cubicBezTo>
                <a:cubicBezTo>
                  <a:pt x="59169" y="15741"/>
                  <a:pt x="53169" y="13533"/>
                  <a:pt x="45771" y="13533"/>
                </a:cubicBezTo>
                <a:cubicBezTo>
                  <a:pt x="37952" y="13533"/>
                  <a:pt x="31697" y="15879"/>
                  <a:pt x="27006" y="20570"/>
                </a:cubicBezTo>
                <a:cubicBezTo>
                  <a:pt x="22314" y="25261"/>
                  <a:pt x="19938" y="31757"/>
                  <a:pt x="19878" y="40057"/>
                </a:cubicBezTo>
                <a:lnTo>
                  <a:pt x="3188" y="38340"/>
                </a:lnTo>
                <a:cubicBezTo>
                  <a:pt x="4331" y="25862"/>
                  <a:pt x="8631" y="16352"/>
                  <a:pt x="16089" y="9811"/>
                </a:cubicBezTo>
                <a:cubicBezTo>
                  <a:pt x="23547" y="3270"/>
                  <a:pt x="33561" y="0"/>
                  <a:pt x="46132" y="0"/>
                </a:cubicBezTo>
                <a:cubicBezTo>
                  <a:pt x="58823" y="0"/>
                  <a:pt x="68867" y="3519"/>
                  <a:pt x="76265" y="10558"/>
                </a:cubicBezTo>
                <a:cubicBezTo>
                  <a:pt x="83663" y="17597"/>
                  <a:pt x="87362" y="26321"/>
                  <a:pt x="87362" y="36730"/>
                </a:cubicBezTo>
                <a:cubicBezTo>
                  <a:pt x="87362" y="42025"/>
                  <a:pt x="86279" y="47230"/>
                  <a:pt x="84114" y="52344"/>
                </a:cubicBezTo>
                <a:cubicBezTo>
                  <a:pt x="81949" y="57458"/>
                  <a:pt x="78355" y="62843"/>
                  <a:pt x="73333" y="68499"/>
                </a:cubicBezTo>
                <a:cubicBezTo>
                  <a:pt x="68311" y="74152"/>
                  <a:pt x="59965" y="81913"/>
                  <a:pt x="48297" y="91781"/>
                </a:cubicBezTo>
                <a:cubicBezTo>
                  <a:pt x="38554" y="99951"/>
                  <a:pt x="32298" y="105494"/>
                  <a:pt x="29532" y="108409"/>
                </a:cubicBezTo>
                <a:cubicBezTo>
                  <a:pt x="26765" y="111323"/>
                  <a:pt x="24479" y="114251"/>
                  <a:pt x="22675" y="117194"/>
                </a:cubicBezTo>
                <a:lnTo>
                  <a:pt x="87542" y="117194"/>
                </a:lnTo>
                <a:close/>
                <a:moveTo>
                  <a:pt x="104926" y="67529"/>
                </a:moveTo>
                <a:cubicBezTo>
                  <a:pt x="104926" y="51902"/>
                  <a:pt x="106535" y="39325"/>
                  <a:pt x="109753" y="29798"/>
                </a:cubicBezTo>
                <a:cubicBezTo>
                  <a:pt x="112971" y="20270"/>
                  <a:pt x="117752" y="12922"/>
                  <a:pt x="124098" y="7753"/>
                </a:cubicBezTo>
                <a:cubicBezTo>
                  <a:pt x="130443" y="2584"/>
                  <a:pt x="138427" y="0"/>
                  <a:pt x="148051" y="0"/>
                </a:cubicBezTo>
                <a:cubicBezTo>
                  <a:pt x="155148" y="0"/>
                  <a:pt x="161373" y="1428"/>
                  <a:pt x="166726" y="4283"/>
                </a:cubicBezTo>
                <a:cubicBezTo>
                  <a:pt x="172079" y="7138"/>
                  <a:pt x="176500" y="11255"/>
                  <a:pt x="179988" y="16634"/>
                </a:cubicBezTo>
                <a:cubicBezTo>
                  <a:pt x="183477" y="22013"/>
                  <a:pt x="186213" y="28566"/>
                  <a:pt x="188198" y="36291"/>
                </a:cubicBezTo>
                <a:cubicBezTo>
                  <a:pt x="190183" y="44014"/>
                  <a:pt x="191175" y="54426"/>
                  <a:pt x="191175" y="67529"/>
                </a:cubicBezTo>
                <a:cubicBezTo>
                  <a:pt x="191175" y="83035"/>
                  <a:pt x="189582" y="95552"/>
                  <a:pt x="186394" y="105080"/>
                </a:cubicBezTo>
                <a:cubicBezTo>
                  <a:pt x="183206" y="114607"/>
                  <a:pt x="178440" y="121970"/>
                  <a:pt x="172094" y="127169"/>
                </a:cubicBezTo>
                <a:cubicBezTo>
                  <a:pt x="165749" y="132368"/>
                  <a:pt x="157734" y="134967"/>
                  <a:pt x="148051" y="134967"/>
                </a:cubicBezTo>
                <a:cubicBezTo>
                  <a:pt x="135300" y="134967"/>
                  <a:pt x="125286" y="130399"/>
                  <a:pt x="118008" y="121263"/>
                </a:cubicBezTo>
                <a:cubicBezTo>
                  <a:pt x="109287" y="110263"/>
                  <a:pt x="104926" y="92352"/>
                  <a:pt x="104926" y="67529"/>
                </a:cubicBezTo>
                <a:moveTo>
                  <a:pt x="121617" y="67484"/>
                </a:moveTo>
                <a:cubicBezTo>
                  <a:pt x="121617" y="89123"/>
                  <a:pt x="124158" y="103525"/>
                  <a:pt x="129240" y="110690"/>
                </a:cubicBezTo>
                <a:cubicBezTo>
                  <a:pt x="134322" y="117853"/>
                  <a:pt x="140593" y="121435"/>
                  <a:pt x="148051" y="121435"/>
                </a:cubicBezTo>
                <a:cubicBezTo>
                  <a:pt x="155509" y="121435"/>
                  <a:pt x="161779" y="117838"/>
                  <a:pt x="166861" y="110645"/>
                </a:cubicBezTo>
                <a:cubicBezTo>
                  <a:pt x="171944" y="103452"/>
                  <a:pt x="174485" y="89065"/>
                  <a:pt x="174485" y="67484"/>
                </a:cubicBezTo>
                <a:cubicBezTo>
                  <a:pt x="174485" y="45784"/>
                  <a:pt x="171944" y="31368"/>
                  <a:pt x="166861" y="24235"/>
                </a:cubicBezTo>
                <a:cubicBezTo>
                  <a:pt x="161779" y="17100"/>
                  <a:pt x="155449" y="13533"/>
                  <a:pt x="147870" y="13533"/>
                </a:cubicBezTo>
                <a:cubicBezTo>
                  <a:pt x="140412" y="13533"/>
                  <a:pt x="134458" y="16680"/>
                  <a:pt x="130007" y="22975"/>
                </a:cubicBezTo>
                <a:cubicBezTo>
                  <a:pt x="124413" y="31008"/>
                  <a:pt x="121617" y="45844"/>
                  <a:pt x="121617" y="67484"/>
                </a:cubicBezTo>
                <a:close/>
                <a:moveTo>
                  <a:pt x="207657" y="67529"/>
                </a:moveTo>
                <a:cubicBezTo>
                  <a:pt x="207657" y="51902"/>
                  <a:pt x="209266" y="39325"/>
                  <a:pt x="212484" y="29798"/>
                </a:cubicBezTo>
                <a:cubicBezTo>
                  <a:pt x="215702" y="20270"/>
                  <a:pt x="220483" y="12922"/>
                  <a:pt x="226829" y="7753"/>
                </a:cubicBezTo>
                <a:cubicBezTo>
                  <a:pt x="233174" y="2584"/>
                  <a:pt x="241159" y="0"/>
                  <a:pt x="250782" y="0"/>
                </a:cubicBezTo>
                <a:cubicBezTo>
                  <a:pt x="257879" y="0"/>
                  <a:pt x="264104" y="1428"/>
                  <a:pt x="269457" y="4283"/>
                </a:cubicBezTo>
                <a:cubicBezTo>
                  <a:pt x="274810" y="7138"/>
                  <a:pt x="279231" y="11255"/>
                  <a:pt x="282719" y="16634"/>
                </a:cubicBezTo>
                <a:cubicBezTo>
                  <a:pt x="286208" y="22013"/>
                  <a:pt x="288944" y="28566"/>
                  <a:pt x="290929" y="36291"/>
                </a:cubicBezTo>
                <a:cubicBezTo>
                  <a:pt x="292914" y="44014"/>
                  <a:pt x="293907" y="54426"/>
                  <a:pt x="293907" y="67529"/>
                </a:cubicBezTo>
                <a:cubicBezTo>
                  <a:pt x="293907" y="83035"/>
                  <a:pt x="292313" y="95552"/>
                  <a:pt x="289125" y="105080"/>
                </a:cubicBezTo>
                <a:cubicBezTo>
                  <a:pt x="285937" y="114607"/>
                  <a:pt x="281171" y="121970"/>
                  <a:pt x="274825" y="127169"/>
                </a:cubicBezTo>
                <a:cubicBezTo>
                  <a:pt x="268480" y="132368"/>
                  <a:pt x="260465" y="134967"/>
                  <a:pt x="250782" y="134967"/>
                </a:cubicBezTo>
                <a:cubicBezTo>
                  <a:pt x="238031" y="134967"/>
                  <a:pt x="228017" y="130399"/>
                  <a:pt x="220739" y="121263"/>
                </a:cubicBezTo>
                <a:cubicBezTo>
                  <a:pt x="212018" y="110263"/>
                  <a:pt x="207657" y="92352"/>
                  <a:pt x="207657" y="67529"/>
                </a:cubicBezTo>
                <a:moveTo>
                  <a:pt x="224348" y="67484"/>
                </a:moveTo>
                <a:cubicBezTo>
                  <a:pt x="224348" y="89123"/>
                  <a:pt x="226889" y="103525"/>
                  <a:pt x="231971" y="110690"/>
                </a:cubicBezTo>
                <a:cubicBezTo>
                  <a:pt x="237054" y="117853"/>
                  <a:pt x="243324" y="121435"/>
                  <a:pt x="250782" y="121435"/>
                </a:cubicBezTo>
                <a:cubicBezTo>
                  <a:pt x="258240" y="121435"/>
                  <a:pt x="264510" y="117838"/>
                  <a:pt x="269593" y="110645"/>
                </a:cubicBezTo>
                <a:cubicBezTo>
                  <a:pt x="274675" y="103452"/>
                  <a:pt x="277216" y="89065"/>
                  <a:pt x="277216" y="67484"/>
                </a:cubicBezTo>
                <a:cubicBezTo>
                  <a:pt x="277216" y="45784"/>
                  <a:pt x="274675" y="31368"/>
                  <a:pt x="269593" y="24235"/>
                </a:cubicBezTo>
                <a:cubicBezTo>
                  <a:pt x="264510" y="17100"/>
                  <a:pt x="258180" y="13533"/>
                  <a:pt x="250601" y="13533"/>
                </a:cubicBezTo>
                <a:cubicBezTo>
                  <a:pt x="243143" y="13533"/>
                  <a:pt x="237189" y="16680"/>
                  <a:pt x="232738" y="22975"/>
                </a:cubicBezTo>
                <a:cubicBezTo>
                  <a:pt x="227145" y="31008"/>
                  <a:pt x="224348" y="45844"/>
                  <a:pt x="224348" y="67484"/>
                </a:cubicBezTo>
                <a:close/>
                <a:moveTo>
                  <a:pt x="310388" y="67529"/>
                </a:moveTo>
                <a:cubicBezTo>
                  <a:pt x="310388" y="51902"/>
                  <a:pt x="311997" y="39325"/>
                  <a:pt x="315215" y="29798"/>
                </a:cubicBezTo>
                <a:cubicBezTo>
                  <a:pt x="318433" y="20270"/>
                  <a:pt x="323215" y="12922"/>
                  <a:pt x="329560" y="7753"/>
                </a:cubicBezTo>
                <a:cubicBezTo>
                  <a:pt x="335905" y="2584"/>
                  <a:pt x="343890" y="0"/>
                  <a:pt x="353513" y="0"/>
                </a:cubicBezTo>
                <a:cubicBezTo>
                  <a:pt x="360610" y="0"/>
                  <a:pt x="366835" y="1428"/>
                  <a:pt x="372188" y="4283"/>
                </a:cubicBezTo>
                <a:cubicBezTo>
                  <a:pt x="377541" y="7138"/>
                  <a:pt x="381962" y="11255"/>
                  <a:pt x="385451" y="16634"/>
                </a:cubicBezTo>
                <a:cubicBezTo>
                  <a:pt x="388939" y="22013"/>
                  <a:pt x="391676" y="28566"/>
                  <a:pt x="393660" y="36291"/>
                </a:cubicBezTo>
                <a:cubicBezTo>
                  <a:pt x="395645" y="44014"/>
                  <a:pt x="396638" y="54426"/>
                  <a:pt x="396638" y="67529"/>
                </a:cubicBezTo>
                <a:cubicBezTo>
                  <a:pt x="396638" y="83035"/>
                  <a:pt x="395044" y="95552"/>
                  <a:pt x="391856" y="105080"/>
                </a:cubicBezTo>
                <a:cubicBezTo>
                  <a:pt x="388668" y="114607"/>
                  <a:pt x="383902" y="121970"/>
                  <a:pt x="377556" y="127169"/>
                </a:cubicBezTo>
                <a:cubicBezTo>
                  <a:pt x="371211" y="132368"/>
                  <a:pt x="363197" y="134967"/>
                  <a:pt x="353513" y="134967"/>
                </a:cubicBezTo>
                <a:cubicBezTo>
                  <a:pt x="340762" y="134967"/>
                  <a:pt x="330748" y="130399"/>
                  <a:pt x="323470" y="121263"/>
                </a:cubicBezTo>
                <a:cubicBezTo>
                  <a:pt x="314749" y="110263"/>
                  <a:pt x="310388" y="92352"/>
                  <a:pt x="310388" y="67529"/>
                </a:cubicBezTo>
                <a:moveTo>
                  <a:pt x="327079" y="67484"/>
                </a:moveTo>
                <a:cubicBezTo>
                  <a:pt x="327079" y="89123"/>
                  <a:pt x="329620" y="103525"/>
                  <a:pt x="334702" y="110690"/>
                </a:cubicBezTo>
                <a:cubicBezTo>
                  <a:pt x="339785" y="117853"/>
                  <a:pt x="346055" y="121435"/>
                  <a:pt x="353513" y="121435"/>
                </a:cubicBezTo>
                <a:cubicBezTo>
                  <a:pt x="360971" y="121435"/>
                  <a:pt x="367241" y="117838"/>
                  <a:pt x="372324" y="110645"/>
                </a:cubicBezTo>
                <a:cubicBezTo>
                  <a:pt x="377406" y="103452"/>
                  <a:pt x="379947" y="89065"/>
                  <a:pt x="379947" y="67484"/>
                </a:cubicBezTo>
                <a:cubicBezTo>
                  <a:pt x="379947" y="45784"/>
                  <a:pt x="377406" y="31368"/>
                  <a:pt x="372324" y="24235"/>
                </a:cubicBezTo>
                <a:cubicBezTo>
                  <a:pt x="367241" y="17100"/>
                  <a:pt x="360911" y="13533"/>
                  <a:pt x="353333" y="13533"/>
                </a:cubicBezTo>
                <a:cubicBezTo>
                  <a:pt x="345875" y="13533"/>
                  <a:pt x="339920" y="16680"/>
                  <a:pt x="335469" y="22975"/>
                </a:cubicBezTo>
                <a:cubicBezTo>
                  <a:pt x="329876" y="31008"/>
                  <a:pt x="327079" y="45844"/>
                  <a:pt x="327079" y="67484"/>
                </a:cubicBezTo>
                <a:close/>
                <a:moveTo>
                  <a:pt x="413120" y="67529"/>
                </a:moveTo>
                <a:cubicBezTo>
                  <a:pt x="413120" y="51902"/>
                  <a:pt x="414729" y="39325"/>
                  <a:pt x="417947" y="29798"/>
                </a:cubicBezTo>
                <a:cubicBezTo>
                  <a:pt x="421165" y="20270"/>
                  <a:pt x="425946" y="12922"/>
                  <a:pt x="432292" y="7753"/>
                </a:cubicBezTo>
                <a:cubicBezTo>
                  <a:pt x="438637" y="2584"/>
                  <a:pt x="446621" y="0"/>
                  <a:pt x="456245" y="0"/>
                </a:cubicBezTo>
                <a:cubicBezTo>
                  <a:pt x="463342" y="0"/>
                  <a:pt x="469567" y="1428"/>
                  <a:pt x="474920" y="4283"/>
                </a:cubicBezTo>
                <a:cubicBezTo>
                  <a:pt x="480273" y="7138"/>
                  <a:pt x="484694" y="11255"/>
                  <a:pt x="488182" y="16634"/>
                </a:cubicBezTo>
                <a:cubicBezTo>
                  <a:pt x="491671" y="22013"/>
                  <a:pt x="494407" y="28566"/>
                  <a:pt x="496392" y="36291"/>
                </a:cubicBezTo>
                <a:cubicBezTo>
                  <a:pt x="498377" y="44014"/>
                  <a:pt x="499369" y="54426"/>
                  <a:pt x="499369" y="67529"/>
                </a:cubicBezTo>
                <a:cubicBezTo>
                  <a:pt x="499369" y="83035"/>
                  <a:pt x="497775" y="95552"/>
                  <a:pt x="494588" y="105080"/>
                </a:cubicBezTo>
                <a:cubicBezTo>
                  <a:pt x="491400" y="114607"/>
                  <a:pt x="486633" y="121970"/>
                  <a:pt x="480288" y="127169"/>
                </a:cubicBezTo>
                <a:cubicBezTo>
                  <a:pt x="473943" y="132368"/>
                  <a:pt x="465928" y="134967"/>
                  <a:pt x="456245" y="134967"/>
                </a:cubicBezTo>
                <a:cubicBezTo>
                  <a:pt x="443494" y="134967"/>
                  <a:pt x="433480" y="130399"/>
                  <a:pt x="426202" y="121263"/>
                </a:cubicBezTo>
                <a:cubicBezTo>
                  <a:pt x="417481" y="110263"/>
                  <a:pt x="413120" y="92352"/>
                  <a:pt x="413120" y="67529"/>
                </a:cubicBezTo>
                <a:moveTo>
                  <a:pt x="429811" y="67484"/>
                </a:moveTo>
                <a:cubicBezTo>
                  <a:pt x="429811" y="89123"/>
                  <a:pt x="432352" y="103525"/>
                  <a:pt x="437434" y="110690"/>
                </a:cubicBezTo>
                <a:cubicBezTo>
                  <a:pt x="442516" y="117853"/>
                  <a:pt x="448787" y="121435"/>
                  <a:pt x="456245" y="121435"/>
                </a:cubicBezTo>
                <a:cubicBezTo>
                  <a:pt x="463703" y="121435"/>
                  <a:pt x="469973" y="117838"/>
                  <a:pt x="475055" y="110645"/>
                </a:cubicBezTo>
                <a:cubicBezTo>
                  <a:pt x="480138" y="103452"/>
                  <a:pt x="482679" y="89065"/>
                  <a:pt x="482679" y="67484"/>
                </a:cubicBezTo>
                <a:cubicBezTo>
                  <a:pt x="482679" y="45784"/>
                  <a:pt x="480138" y="31368"/>
                  <a:pt x="475055" y="24235"/>
                </a:cubicBezTo>
                <a:cubicBezTo>
                  <a:pt x="469973" y="17100"/>
                  <a:pt x="463643" y="13533"/>
                  <a:pt x="456064" y="13533"/>
                </a:cubicBezTo>
                <a:cubicBezTo>
                  <a:pt x="448606" y="13533"/>
                  <a:pt x="442652" y="16680"/>
                  <a:pt x="438201" y="22975"/>
                </a:cubicBezTo>
                <a:cubicBezTo>
                  <a:pt x="432607" y="31008"/>
                  <a:pt x="429811" y="45844"/>
                  <a:pt x="429811" y="67484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2CB57F-86EB-4F4E-8CD4-5AF71645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1946" y="147102"/>
            <a:ext cx="10" cy="2512894"/>
          </a:xfrm>
          <a:custGeom xmlns:a="http://schemas.openxmlformats.org/drawingml/2006/main">
            <a:pathLst>
              <a:path w="1" h="2512894" fill="none">
                <a:moveTo>
                  <a:pt x="0" y="251289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74" cap="flat">
            <a:solidFill>
              <a:srgbClr val="A9A9A9"/>
            </a:solidFill>
            <a:custDash>
              <a:ds d="370000" sp="160000"/>
            </a:custDash>
            <a:round/>
          </a:ln>
        </p:spPr>
      </p:sp>
      <p:sp>
        <p:nvSpPr>
          <p:cNvPr id="16" name="Text 22500">
            <a:extLst xmlns:a="http://schemas.openxmlformats.org/drawingml/2006/main">
              <a:ext uri="{FF2B5EF4-FFF2-40B4-BE49-F238E27FC236}">
                <a16:creationId xmlns:a16="http://schemas.microsoft.com/office/drawing/2014/main" id="{A4900645-CD6A-4793-A696-D62EF8966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0295" y="2769161"/>
            <a:ext cx="499369" cy="134967"/>
          </a:xfrm>
          <a:custGeom xmlns:a="http://schemas.openxmlformats.org/drawingml/2006/main">
            <a:pathLst>
              <a:path w="499369" h="134967">
                <a:moveTo>
                  <a:pt x="87542" y="117194"/>
                </a:moveTo>
                <a:lnTo>
                  <a:pt x="87542" y="132802"/>
                </a:lnTo>
                <a:lnTo>
                  <a:pt x="120" y="132802"/>
                </a:lnTo>
                <a:cubicBezTo>
                  <a:pt x="0" y="128895"/>
                  <a:pt x="632" y="125137"/>
                  <a:pt x="2015" y="121530"/>
                </a:cubicBezTo>
                <a:cubicBezTo>
                  <a:pt x="4240" y="115580"/>
                  <a:pt x="7804" y="109719"/>
                  <a:pt x="12706" y="103949"/>
                </a:cubicBezTo>
                <a:cubicBezTo>
                  <a:pt x="17608" y="98179"/>
                  <a:pt x="24690" y="91506"/>
                  <a:pt x="33952" y="83932"/>
                </a:cubicBezTo>
                <a:cubicBezTo>
                  <a:pt x="48327" y="72154"/>
                  <a:pt x="58041" y="62825"/>
                  <a:pt x="63093" y="55944"/>
                </a:cubicBezTo>
                <a:cubicBezTo>
                  <a:pt x="68145" y="49063"/>
                  <a:pt x="70671" y="42558"/>
                  <a:pt x="70671" y="36429"/>
                </a:cubicBezTo>
                <a:cubicBezTo>
                  <a:pt x="70671" y="29999"/>
                  <a:pt x="68371" y="24575"/>
                  <a:pt x="63770" y="20158"/>
                </a:cubicBezTo>
                <a:cubicBezTo>
                  <a:pt x="59169" y="15741"/>
                  <a:pt x="53169" y="13533"/>
                  <a:pt x="45771" y="13533"/>
                </a:cubicBezTo>
                <a:cubicBezTo>
                  <a:pt x="37952" y="13533"/>
                  <a:pt x="31697" y="15879"/>
                  <a:pt x="27006" y="20570"/>
                </a:cubicBezTo>
                <a:cubicBezTo>
                  <a:pt x="22314" y="25261"/>
                  <a:pt x="19938" y="31757"/>
                  <a:pt x="19878" y="40057"/>
                </a:cubicBezTo>
                <a:lnTo>
                  <a:pt x="3188" y="38340"/>
                </a:lnTo>
                <a:cubicBezTo>
                  <a:pt x="4331" y="25862"/>
                  <a:pt x="8631" y="16352"/>
                  <a:pt x="16089" y="9811"/>
                </a:cubicBezTo>
                <a:cubicBezTo>
                  <a:pt x="23547" y="3270"/>
                  <a:pt x="33561" y="0"/>
                  <a:pt x="46132" y="0"/>
                </a:cubicBezTo>
                <a:cubicBezTo>
                  <a:pt x="58823" y="0"/>
                  <a:pt x="68867" y="3519"/>
                  <a:pt x="76265" y="10558"/>
                </a:cubicBezTo>
                <a:cubicBezTo>
                  <a:pt x="83663" y="17597"/>
                  <a:pt x="87362" y="26321"/>
                  <a:pt x="87362" y="36730"/>
                </a:cubicBezTo>
                <a:cubicBezTo>
                  <a:pt x="87362" y="42025"/>
                  <a:pt x="86279" y="47230"/>
                  <a:pt x="84114" y="52344"/>
                </a:cubicBezTo>
                <a:cubicBezTo>
                  <a:pt x="81949" y="57458"/>
                  <a:pt x="78355" y="62843"/>
                  <a:pt x="73333" y="68499"/>
                </a:cubicBezTo>
                <a:cubicBezTo>
                  <a:pt x="68311" y="74152"/>
                  <a:pt x="59965" y="81913"/>
                  <a:pt x="48297" y="91781"/>
                </a:cubicBezTo>
                <a:cubicBezTo>
                  <a:pt x="38554" y="99951"/>
                  <a:pt x="32298" y="105494"/>
                  <a:pt x="29532" y="108409"/>
                </a:cubicBezTo>
                <a:cubicBezTo>
                  <a:pt x="26765" y="111323"/>
                  <a:pt x="24479" y="114251"/>
                  <a:pt x="22675" y="117194"/>
                </a:cubicBezTo>
                <a:lnTo>
                  <a:pt x="87542" y="117194"/>
                </a:lnTo>
                <a:close/>
                <a:moveTo>
                  <a:pt x="190274" y="117194"/>
                </a:moveTo>
                <a:lnTo>
                  <a:pt x="190274" y="132802"/>
                </a:lnTo>
                <a:lnTo>
                  <a:pt x="102851" y="132802"/>
                </a:lnTo>
                <a:cubicBezTo>
                  <a:pt x="102731" y="128895"/>
                  <a:pt x="103363" y="125137"/>
                  <a:pt x="104746" y="121530"/>
                </a:cubicBezTo>
                <a:cubicBezTo>
                  <a:pt x="106971" y="115580"/>
                  <a:pt x="110535" y="109719"/>
                  <a:pt x="115437" y="103949"/>
                </a:cubicBezTo>
                <a:cubicBezTo>
                  <a:pt x="120339" y="98179"/>
                  <a:pt x="127421" y="91506"/>
                  <a:pt x="136683" y="83932"/>
                </a:cubicBezTo>
                <a:cubicBezTo>
                  <a:pt x="151058" y="72154"/>
                  <a:pt x="160772" y="62825"/>
                  <a:pt x="165824" y="55944"/>
                </a:cubicBezTo>
                <a:cubicBezTo>
                  <a:pt x="170876" y="49063"/>
                  <a:pt x="173403" y="42558"/>
                  <a:pt x="173403" y="36429"/>
                </a:cubicBezTo>
                <a:cubicBezTo>
                  <a:pt x="173403" y="29999"/>
                  <a:pt x="171102" y="24575"/>
                  <a:pt x="166501" y="20158"/>
                </a:cubicBezTo>
                <a:cubicBezTo>
                  <a:pt x="161900" y="15741"/>
                  <a:pt x="155900" y="13533"/>
                  <a:pt x="148502" y="13533"/>
                </a:cubicBezTo>
                <a:cubicBezTo>
                  <a:pt x="140683" y="13533"/>
                  <a:pt x="134428" y="15879"/>
                  <a:pt x="129737" y="20570"/>
                </a:cubicBezTo>
                <a:cubicBezTo>
                  <a:pt x="125045" y="25261"/>
                  <a:pt x="122669" y="31757"/>
                  <a:pt x="122609" y="40057"/>
                </a:cubicBezTo>
                <a:lnTo>
                  <a:pt x="105919" y="38340"/>
                </a:lnTo>
                <a:cubicBezTo>
                  <a:pt x="107062" y="25862"/>
                  <a:pt x="111362" y="16352"/>
                  <a:pt x="118820" y="9811"/>
                </a:cubicBezTo>
                <a:cubicBezTo>
                  <a:pt x="126278" y="3270"/>
                  <a:pt x="136293" y="0"/>
                  <a:pt x="148863" y="0"/>
                </a:cubicBezTo>
                <a:cubicBezTo>
                  <a:pt x="161554" y="0"/>
                  <a:pt x="171598" y="3519"/>
                  <a:pt x="178996" y="10558"/>
                </a:cubicBezTo>
                <a:cubicBezTo>
                  <a:pt x="186394" y="17597"/>
                  <a:pt x="190093" y="26321"/>
                  <a:pt x="190093" y="36730"/>
                </a:cubicBezTo>
                <a:cubicBezTo>
                  <a:pt x="190093" y="42025"/>
                  <a:pt x="189010" y="47230"/>
                  <a:pt x="186845" y="52344"/>
                </a:cubicBezTo>
                <a:cubicBezTo>
                  <a:pt x="184680" y="57458"/>
                  <a:pt x="181086" y="62843"/>
                  <a:pt x="176064" y="68499"/>
                </a:cubicBezTo>
                <a:cubicBezTo>
                  <a:pt x="171042" y="74152"/>
                  <a:pt x="162697" y="81913"/>
                  <a:pt x="151028" y="91781"/>
                </a:cubicBezTo>
                <a:cubicBezTo>
                  <a:pt x="141285" y="99951"/>
                  <a:pt x="135029" y="105494"/>
                  <a:pt x="132263" y="108409"/>
                </a:cubicBezTo>
                <a:cubicBezTo>
                  <a:pt x="129496" y="111323"/>
                  <a:pt x="127211" y="114251"/>
                  <a:pt x="125406" y="117194"/>
                </a:cubicBezTo>
                <a:lnTo>
                  <a:pt x="190274" y="117194"/>
                </a:lnTo>
                <a:close/>
                <a:moveTo>
                  <a:pt x="207658" y="97978"/>
                </a:moveTo>
                <a:lnTo>
                  <a:pt x="224709" y="96534"/>
                </a:lnTo>
                <a:cubicBezTo>
                  <a:pt x="225972" y="104806"/>
                  <a:pt x="228904" y="111025"/>
                  <a:pt x="233505" y="115190"/>
                </a:cubicBezTo>
                <a:cubicBezTo>
                  <a:pt x="238106" y="119353"/>
                  <a:pt x="243655" y="121435"/>
                  <a:pt x="250151" y="121435"/>
                </a:cubicBezTo>
                <a:cubicBezTo>
                  <a:pt x="257970" y="121435"/>
                  <a:pt x="264586" y="118492"/>
                  <a:pt x="269999" y="112607"/>
                </a:cubicBezTo>
                <a:cubicBezTo>
                  <a:pt x="275412" y="106720"/>
                  <a:pt x="278119" y="98913"/>
                  <a:pt x="278119" y="89184"/>
                </a:cubicBezTo>
                <a:cubicBezTo>
                  <a:pt x="278119" y="79935"/>
                  <a:pt x="275517" y="72637"/>
                  <a:pt x="270315" y="67292"/>
                </a:cubicBezTo>
                <a:cubicBezTo>
                  <a:pt x="265112" y="61947"/>
                  <a:pt x="258300" y="59274"/>
                  <a:pt x="249880" y="59274"/>
                </a:cubicBezTo>
                <a:cubicBezTo>
                  <a:pt x="244647" y="59274"/>
                  <a:pt x="239926" y="60453"/>
                  <a:pt x="235716" y="62812"/>
                </a:cubicBezTo>
                <a:cubicBezTo>
                  <a:pt x="231505" y="65171"/>
                  <a:pt x="228197" y="68232"/>
                  <a:pt x="225792" y="71995"/>
                </a:cubicBezTo>
                <a:lnTo>
                  <a:pt x="210545" y="70010"/>
                </a:lnTo>
                <a:lnTo>
                  <a:pt x="223356" y="2165"/>
                </a:lnTo>
                <a:lnTo>
                  <a:pt x="289125" y="2165"/>
                </a:lnTo>
                <a:lnTo>
                  <a:pt x="289125" y="17502"/>
                </a:lnTo>
                <a:lnTo>
                  <a:pt x="236347" y="17502"/>
                </a:lnTo>
                <a:lnTo>
                  <a:pt x="229220" y="53139"/>
                </a:lnTo>
                <a:cubicBezTo>
                  <a:pt x="237159" y="47666"/>
                  <a:pt x="245489" y="44929"/>
                  <a:pt x="254211" y="44929"/>
                </a:cubicBezTo>
                <a:cubicBezTo>
                  <a:pt x="265759" y="44929"/>
                  <a:pt x="275502" y="48933"/>
                  <a:pt x="283441" y="56942"/>
                </a:cubicBezTo>
                <a:cubicBezTo>
                  <a:pt x="291381" y="64949"/>
                  <a:pt x="295350" y="75243"/>
                  <a:pt x="295350" y="87825"/>
                </a:cubicBezTo>
                <a:cubicBezTo>
                  <a:pt x="295350" y="99807"/>
                  <a:pt x="291862" y="110163"/>
                  <a:pt x="284885" y="118892"/>
                </a:cubicBezTo>
                <a:cubicBezTo>
                  <a:pt x="276404" y="129609"/>
                  <a:pt x="264826" y="134967"/>
                  <a:pt x="250151" y="134967"/>
                </a:cubicBezTo>
                <a:cubicBezTo>
                  <a:pt x="238121" y="134967"/>
                  <a:pt x="228303" y="131591"/>
                  <a:pt x="220694" y="124838"/>
                </a:cubicBezTo>
                <a:cubicBezTo>
                  <a:pt x="213086" y="118084"/>
                  <a:pt x="208740" y="109131"/>
                  <a:pt x="207658" y="97978"/>
                </a:cubicBezTo>
                <a:close/>
                <a:moveTo>
                  <a:pt x="310389" y="67529"/>
                </a:moveTo>
                <a:cubicBezTo>
                  <a:pt x="310389" y="51902"/>
                  <a:pt x="311998" y="39325"/>
                  <a:pt x="315215" y="29798"/>
                </a:cubicBezTo>
                <a:cubicBezTo>
                  <a:pt x="318433" y="20270"/>
                  <a:pt x="323215" y="12922"/>
                  <a:pt x="329560" y="7753"/>
                </a:cubicBezTo>
                <a:cubicBezTo>
                  <a:pt x="335906" y="2584"/>
                  <a:pt x="343890" y="0"/>
                  <a:pt x="353513" y="0"/>
                </a:cubicBezTo>
                <a:cubicBezTo>
                  <a:pt x="360611" y="0"/>
                  <a:pt x="366836" y="1428"/>
                  <a:pt x="372189" y="4283"/>
                </a:cubicBezTo>
                <a:cubicBezTo>
                  <a:pt x="377542" y="7138"/>
                  <a:pt x="381962" y="11255"/>
                  <a:pt x="385451" y="16634"/>
                </a:cubicBezTo>
                <a:cubicBezTo>
                  <a:pt x="388939" y="22013"/>
                  <a:pt x="391676" y="28566"/>
                  <a:pt x="393661" y="36291"/>
                </a:cubicBezTo>
                <a:cubicBezTo>
                  <a:pt x="395646" y="44014"/>
                  <a:pt x="396638" y="54426"/>
                  <a:pt x="396638" y="67529"/>
                </a:cubicBezTo>
                <a:cubicBezTo>
                  <a:pt x="396638" y="83035"/>
                  <a:pt x="395044" y="95552"/>
                  <a:pt x="391856" y="105080"/>
                </a:cubicBezTo>
                <a:cubicBezTo>
                  <a:pt x="388669" y="114607"/>
                  <a:pt x="383902" y="121970"/>
                  <a:pt x="377557" y="127169"/>
                </a:cubicBezTo>
                <a:cubicBezTo>
                  <a:pt x="371211" y="132368"/>
                  <a:pt x="363197" y="134967"/>
                  <a:pt x="353513" y="134967"/>
                </a:cubicBezTo>
                <a:cubicBezTo>
                  <a:pt x="340762" y="134967"/>
                  <a:pt x="330748" y="130399"/>
                  <a:pt x="323470" y="121263"/>
                </a:cubicBezTo>
                <a:cubicBezTo>
                  <a:pt x="314749" y="110263"/>
                  <a:pt x="310389" y="92352"/>
                  <a:pt x="310389" y="67529"/>
                </a:cubicBezTo>
                <a:moveTo>
                  <a:pt x="327079" y="67484"/>
                </a:moveTo>
                <a:cubicBezTo>
                  <a:pt x="327079" y="89123"/>
                  <a:pt x="329620" y="103525"/>
                  <a:pt x="334703" y="110690"/>
                </a:cubicBezTo>
                <a:cubicBezTo>
                  <a:pt x="339785" y="117853"/>
                  <a:pt x="346055" y="121435"/>
                  <a:pt x="353513" y="121435"/>
                </a:cubicBezTo>
                <a:cubicBezTo>
                  <a:pt x="360971" y="121435"/>
                  <a:pt x="367242" y="117838"/>
                  <a:pt x="372324" y="110645"/>
                </a:cubicBezTo>
                <a:cubicBezTo>
                  <a:pt x="377406" y="103452"/>
                  <a:pt x="379947" y="89065"/>
                  <a:pt x="379947" y="67484"/>
                </a:cubicBezTo>
                <a:cubicBezTo>
                  <a:pt x="379947" y="45784"/>
                  <a:pt x="377406" y="31368"/>
                  <a:pt x="372324" y="24235"/>
                </a:cubicBezTo>
                <a:cubicBezTo>
                  <a:pt x="367242" y="17100"/>
                  <a:pt x="360911" y="13533"/>
                  <a:pt x="353333" y="13533"/>
                </a:cubicBezTo>
                <a:cubicBezTo>
                  <a:pt x="345875" y="13533"/>
                  <a:pt x="339920" y="16680"/>
                  <a:pt x="335470" y="22975"/>
                </a:cubicBezTo>
                <a:cubicBezTo>
                  <a:pt x="329876" y="31008"/>
                  <a:pt x="327079" y="45844"/>
                  <a:pt x="327079" y="67484"/>
                </a:cubicBezTo>
                <a:close/>
                <a:moveTo>
                  <a:pt x="413120" y="67529"/>
                </a:moveTo>
                <a:cubicBezTo>
                  <a:pt x="413120" y="51902"/>
                  <a:pt x="414729" y="39325"/>
                  <a:pt x="417947" y="29798"/>
                </a:cubicBezTo>
                <a:cubicBezTo>
                  <a:pt x="421165" y="20270"/>
                  <a:pt x="425946" y="12922"/>
                  <a:pt x="432292" y="7753"/>
                </a:cubicBezTo>
                <a:cubicBezTo>
                  <a:pt x="438637" y="2584"/>
                  <a:pt x="446621" y="0"/>
                  <a:pt x="456245" y="0"/>
                </a:cubicBezTo>
                <a:cubicBezTo>
                  <a:pt x="463342" y="0"/>
                  <a:pt x="469567" y="1428"/>
                  <a:pt x="474920" y="4283"/>
                </a:cubicBezTo>
                <a:cubicBezTo>
                  <a:pt x="480273" y="7138"/>
                  <a:pt x="484694" y="11255"/>
                  <a:pt x="488182" y="16634"/>
                </a:cubicBezTo>
                <a:cubicBezTo>
                  <a:pt x="491671" y="22013"/>
                  <a:pt x="494407" y="28566"/>
                  <a:pt x="496392" y="36291"/>
                </a:cubicBezTo>
                <a:cubicBezTo>
                  <a:pt x="498377" y="44014"/>
                  <a:pt x="499369" y="54426"/>
                  <a:pt x="499369" y="67529"/>
                </a:cubicBezTo>
                <a:cubicBezTo>
                  <a:pt x="499369" y="83035"/>
                  <a:pt x="497775" y="95552"/>
                  <a:pt x="494588" y="105080"/>
                </a:cubicBezTo>
                <a:cubicBezTo>
                  <a:pt x="491400" y="114607"/>
                  <a:pt x="486633" y="121970"/>
                  <a:pt x="480288" y="127169"/>
                </a:cubicBezTo>
                <a:cubicBezTo>
                  <a:pt x="473943" y="132368"/>
                  <a:pt x="465928" y="134967"/>
                  <a:pt x="456245" y="134967"/>
                </a:cubicBezTo>
                <a:cubicBezTo>
                  <a:pt x="443494" y="134967"/>
                  <a:pt x="433480" y="130399"/>
                  <a:pt x="426202" y="121263"/>
                </a:cubicBezTo>
                <a:cubicBezTo>
                  <a:pt x="417481" y="110263"/>
                  <a:pt x="413120" y="92352"/>
                  <a:pt x="413120" y="67529"/>
                </a:cubicBezTo>
                <a:moveTo>
                  <a:pt x="429811" y="67484"/>
                </a:moveTo>
                <a:cubicBezTo>
                  <a:pt x="429811" y="89123"/>
                  <a:pt x="432352" y="103525"/>
                  <a:pt x="437434" y="110690"/>
                </a:cubicBezTo>
                <a:cubicBezTo>
                  <a:pt x="442516" y="117853"/>
                  <a:pt x="448787" y="121435"/>
                  <a:pt x="456245" y="121435"/>
                </a:cubicBezTo>
                <a:cubicBezTo>
                  <a:pt x="463703" y="121435"/>
                  <a:pt x="469973" y="117838"/>
                  <a:pt x="475055" y="110645"/>
                </a:cubicBezTo>
                <a:cubicBezTo>
                  <a:pt x="480138" y="103452"/>
                  <a:pt x="482679" y="89065"/>
                  <a:pt x="482679" y="67484"/>
                </a:cubicBezTo>
                <a:cubicBezTo>
                  <a:pt x="482679" y="45784"/>
                  <a:pt x="480138" y="31368"/>
                  <a:pt x="475055" y="24235"/>
                </a:cubicBezTo>
                <a:cubicBezTo>
                  <a:pt x="469973" y="17100"/>
                  <a:pt x="463643" y="13533"/>
                  <a:pt x="456064" y="13533"/>
                </a:cubicBezTo>
                <a:cubicBezTo>
                  <a:pt x="448606" y="13533"/>
                  <a:pt x="442652" y="16680"/>
                  <a:pt x="438201" y="22975"/>
                </a:cubicBezTo>
                <a:cubicBezTo>
                  <a:pt x="432607" y="31008"/>
                  <a:pt x="429811" y="45844"/>
                  <a:pt x="429811" y="67484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0B9AD3-A6BA-4E47-A59B-3F7352C1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6166" y="147102"/>
            <a:ext cx="10" cy="2512894"/>
          </a:xfrm>
          <a:custGeom xmlns:a="http://schemas.openxmlformats.org/drawingml/2006/main">
            <a:pathLst>
              <a:path w="1" h="2512894" fill="none">
                <a:moveTo>
                  <a:pt x="0" y="251289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74" cap="flat">
            <a:solidFill>
              <a:srgbClr val="A9A9A9"/>
            </a:solidFill>
            <a:custDash>
              <a:ds d="370000" sp="160000"/>
            </a:custDash>
            <a:round/>
          </a:ln>
        </p:spPr>
      </p:sp>
      <p:sp>
        <p:nvSpPr>
          <p:cNvPr id="18" name="Text 25000">
            <a:extLst xmlns:a="http://schemas.openxmlformats.org/drawingml/2006/main">
              <a:ext uri="{FF2B5EF4-FFF2-40B4-BE49-F238E27FC236}">
                <a16:creationId xmlns:a16="http://schemas.microsoft.com/office/drawing/2014/main" id="{9BC0BEDC-ABCC-490A-B3E4-57D1BAB80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515" y="2769161"/>
            <a:ext cx="499369" cy="134967"/>
          </a:xfrm>
          <a:custGeom xmlns:a="http://schemas.openxmlformats.org/drawingml/2006/main">
            <a:pathLst>
              <a:path w="499369" h="134967">
                <a:moveTo>
                  <a:pt x="87542" y="117194"/>
                </a:moveTo>
                <a:lnTo>
                  <a:pt x="87542" y="132802"/>
                </a:lnTo>
                <a:lnTo>
                  <a:pt x="120" y="132802"/>
                </a:lnTo>
                <a:cubicBezTo>
                  <a:pt x="0" y="128895"/>
                  <a:pt x="632" y="125137"/>
                  <a:pt x="2015" y="121530"/>
                </a:cubicBezTo>
                <a:cubicBezTo>
                  <a:pt x="4240" y="115580"/>
                  <a:pt x="7804" y="109719"/>
                  <a:pt x="12706" y="103949"/>
                </a:cubicBezTo>
                <a:cubicBezTo>
                  <a:pt x="17608" y="98179"/>
                  <a:pt x="24690" y="91506"/>
                  <a:pt x="33952" y="83932"/>
                </a:cubicBezTo>
                <a:cubicBezTo>
                  <a:pt x="48327" y="72154"/>
                  <a:pt x="58041" y="62825"/>
                  <a:pt x="63093" y="55944"/>
                </a:cubicBezTo>
                <a:cubicBezTo>
                  <a:pt x="68145" y="49063"/>
                  <a:pt x="70671" y="42558"/>
                  <a:pt x="70671" y="36429"/>
                </a:cubicBezTo>
                <a:cubicBezTo>
                  <a:pt x="70671" y="29999"/>
                  <a:pt x="68371" y="24575"/>
                  <a:pt x="63770" y="20158"/>
                </a:cubicBezTo>
                <a:cubicBezTo>
                  <a:pt x="59169" y="15741"/>
                  <a:pt x="53169" y="13533"/>
                  <a:pt x="45771" y="13533"/>
                </a:cubicBezTo>
                <a:cubicBezTo>
                  <a:pt x="37952" y="13533"/>
                  <a:pt x="31697" y="15879"/>
                  <a:pt x="27006" y="20570"/>
                </a:cubicBezTo>
                <a:cubicBezTo>
                  <a:pt x="22314" y="25261"/>
                  <a:pt x="19938" y="31757"/>
                  <a:pt x="19878" y="40057"/>
                </a:cubicBezTo>
                <a:lnTo>
                  <a:pt x="3188" y="38340"/>
                </a:lnTo>
                <a:cubicBezTo>
                  <a:pt x="4331" y="25862"/>
                  <a:pt x="8631" y="16352"/>
                  <a:pt x="16089" y="9811"/>
                </a:cubicBezTo>
                <a:cubicBezTo>
                  <a:pt x="23547" y="3270"/>
                  <a:pt x="33561" y="0"/>
                  <a:pt x="46132" y="0"/>
                </a:cubicBezTo>
                <a:cubicBezTo>
                  <a:pt x="58823" y="0"/>
                  <a:pt x="68867" y="3519"/>
                  <a:pt x="76265" y="10558"/>
                </a:cubicBezTo>
                <a:cubicBezTo>
                  <a:pt x="83663" y="17597"/>
                  <a:pt x="87362" y="26321"/>
                  <a:pt x="87362" y="36730"/>
                </a:cubicBezTo>
                <a:cubicBezTo>
                  <a:pt x="87362" y="42025"/>
                  <a:pt x="86279" y="47230"/>
                  <a:pt x="84114" y="52344"/>
                </a:cubicBezTo>
                <a:cubicBezTo>
                  <a:pt x="81949" y="57458"/>
                  <a:pt x="78355" y="62843"/>
                  <a:pt x="73333" y="68499"/>
                </a:cubicBezTo>
                <a:cubicBezTo>
                  <a:pt x="68311" y="74152"/>
                  <a:pt x="59965" y="81913"/>
                  <a:pt x="48297" y="91781"/>
                </a:cubicBezTo>
                <a:cubicBezTo>
                  <a:pt x="38554" y="99951"/>
                  <a:pt x="32298" y="105494"/>
                  <a:pt x="29532" y="108409"/>
                </a:cubicBezTo>
                <a:cubicBezTo>
                  <a:pt x="26765" y="111323"/>
                  <a:pt x="24479" y="114251"/>
                  <a:pt x="22675" y="117194"/>
                </a:cubicBezTo>
                <a:lnTo>
                  <a:pt x="87542" y="117194"/>
                </a:lnTo>
                <a:close/>
                <a:moveTo>
                  <a:pt x="104926" y="97978"/>
                </a:moveTo>
                <a:lnTo>
                  <a:pt x="121978" y="96534"/>
                </a:lnTo>
                <a:cubicBezTo>
                  <a:pt x="123241" y="104806"/>
                  <a:pt x="126173" y="111025"/>
                  <a:pt x="130774" y="115190"/>
                </a:cubicBezTo>
                <a:cubicBezTo>
                  <a:pt x="135375" y="119353"/>
                  <a:pt x="140924" y="121435"/>
                  <a:pt x="147420" y="121435"/>
                </a:cubicBezTo>
                <a:cubicBezTo>
                  <a:pt x="155239" y="121435"/>
                  <a:pt x="161855" y="118492"/>
                  <a:pt x="167268" y="112607"/>
                </a:cubicBezTo>
                <a:cubicBezTo>
                  <a:pt x="172681" y="106720"/>
                  <a:pt x="175387" y="98913"/>
                  <a:pt x="175387" y="89184"/>
                </a:cubicBezTo>
                <a:cubicBezTo>
                  <a:pt x="175387" y="79935"/>
                  <a:pt x="172786" y="72637"/>
                  <a:pt x="167583" y="67292"/>
                </a:cubicBezTo>
                <a:cubicBezTo>
                  <a:pt x="162381" y="61947"/>
                  <a:pt x="155569" y="59274"/>
                  <a:pt x="147149" y="59274"/>
                </a:cubicBezTo>
                <a:cubicBezTo>
                  <a:pt x="141916" y="59274"/>
                  <a:pt x="137195" y="60453"/>
                  <a:pt x="132985" y="62812"/>
                </a:cubicBezTo>
                <a:cubicBezTo>
                  <a:pt x="128774" y="65171"/>
                  <a:pt x="125466" y="68232"/>
                  <a:pt x="123060" y="71995"/>
                </a:cubicBezTo>
                <a:lnTo>
                  <a:pt x="107813" y="70010"/>
                </a:lnTo>
                <a:lnTo>
                  <a:pt x="120625" y="2165"/>
                </a:lnTo>
                <a:lnTo>
                  <a:pt x="186394" y="2165"/>
                </a:lnTo>
                <a:lnTo>
                  <a:pt x="186394" y="17502"/>
                </a:lnTo>
                <a:lnTo>
                  <a:pt x="133616" y="17502"/>
                </a:lnTo>
                <a:lnTo>
                  <a:pt x="126489" y="53139"/>
                </a:lnTo>
                <a:cubicBezTo>
                  <a:pt x="134428" y="47666"/>
                  <a:pt x="142758" y="44929"/>
                  <a:pt x="151479" y="44929"/>
                </a:cubicBezTo>
                <a:cubicBezTo>
                  <a:pt x="163027" y="44929"/>
                  <a:pt x="172771" y="48933"/>
                  <a:pt x="180710" y="56942"/>
                </a:cubicBezTo>
                <a:cubicBezTo>
                  <a:pt x="188650" y="64949"/>
                  <a:pt x="192619" y="75243"/>
                  <a:pt x="192619" y="87825"/>
                </a:cubicBezTo>
                <a:cubicBezTo>
                  <a:pt x="192619" y="99807"/>
                  <a:pt x="189131" y="110163"/>
                  <a:pt x="182154" y="118892"/>
                </a:cubicBezTo>
                <a:cubicBezTo>
                  <a:pt x="173673" y="129609"/>
                  <a:pt x="162095" y="134967"/>
                  <a:pt x="147420" y="134967"/>
                </a:cubicBezTo>
                <a:cubicBezTo>
                  <a:pt x="135390" y="134967"/>
                  <a:pt x="125572" y="131591"/>
                  <a:pt x="117963" y="124838"/>
                </a:cubicBezTo>
                <a:cubicBezTo>
                  <a:pt x="110355" y="118084"/>
                  <a:pt x="106009" y="109131"/>
                  <a:pt x="104926" y="97978"/>
                </a:cubicBezTo>
                <a:close/>
                <a:moveTo>
                  <a:pt x="207657" y="67529"/>
                </a:moveTo>
                <a:cubicBezTo>
                  <a:pt x="207657" y="51902"/>
                  <a:pt x="209266" y="39325"/>
                  <a:pt x="212484" y="29798"/>
                </a:cubicBezTo>
                <a:cubicBezTo>
                  <a:pt x="215702" y="20270"/>
                  <a:pt x="220483" y="12922"/>
                  <a:pt x="226829" y="7753"/>
                </a:cubicBezTo>
                <a:cubicBezTo>
                  <a:pt x="233174" y="2584"/>
                  <a:pt x="241159" y="0"/>
                  <a:pt x="250782" y="0"/>
                </a:cubicBezTo>
                <a:cubicBezTo>
                  <a:pt x="257879" y="0"/>
                  <a:pt x="264104" y="1428"/>
                  <a:pt x="269457" y="4283"/>
                </a:cubicBezTo>
                <a:cubicBezTo>
                  <a:pt x="274810" y="7138"/>
                  <a:pt x="279231" y="11255"/>
                  <a:pt x="282719" y="16634"/>
                </a:cubicBezTo>
                <a:cubicBezTo>
                  <a:pt x="286208" y="22013"/>
                  <a:pt x="288944" y="28566"/>
                  <a:pt x="290929" y="36291"/>
                </a:cubicBezTo>
                <a:cubicBezTo>
                  <a:pt x="292914" y="44014"/>
                  <a:pt x="293907" y="54426"/>
                  <a:pt x="293907" y="67529"/>
                </a:cubicBezTo>
                <a:cubicBezTo>
                  <a:pt x="293907" y="83035"/>
                  <a:pt x="292313" y="95552"/>
                  <a:pt x="289125" y="105080"/>
                </a:cubicBezTo>
                <a:cubicBezTo>
                  <a:pt x="285937" y="114607"/>
                  <a:pt x="281171" y="121970"/>
                  <a:pt x="274825" y="127169"/>
                </a:cubicBezTo>
                <a:cubicBezTo>
                  <a:pt x="268480" y="132368"/>
                  <a:pt x="260465" y="134967"/>
                  <a:pt x="250782" y="134967"/>
                </a:cubicBezTo>
                <a:cubicBezTo>
                  <a:pt x="238031" y="134967"/>
                  <a:pt x="228017" y="130399"/>
                  <a:pt x="220739" y="121263"/>
                </a:cubicBezTo>
                <a:cubicBezTo>
                  <a:pt x="212018" y="110263"/>
                  <a:pt x="207657" y="92352"/>
                  <a:pt x="207657" y="67529"/>
                </a:cubicBezTo>
                <a:moveTo>
                  <a:pt x="224348" y="67484"/>
                </a:moveTo>
                <a:cubicBezTo>
                  <a:pt x="224348" y="89123"/>
                  <a:pt x="226889" y="103525"/>
                  <a:pt x="231971" y="110690"/>
                </a:cubicBezTo>
                <a:cubicBezTo>
                  <a:pt x="237054" y="117853"/>
                  <a:pt x="243324" y="121435"/>
                  <a:pt x="250782" y="121435"/>
                </a:cubicBezTo>
                <a:cubicBezTo>
                  <a:pt x="258240" y="121435"/>
                  <a:pt x="264510" y="117838"/>
                  <a:pt x="269593" y="110645"/>
                </a:cubicBezTo>
                <a:cubicBezTo>
                  <a:pt x="274675" y="103452"/>
                  <a:pt x="277216" y="89065"/>
                  <a:pt x="277216" y="67484"/>
                </a:cubicBezTo>
                <a:cubicBezTo>
                  <a:pt x="277216" y="45784"/>
                  <a:pt x="274675" y="31368"/>
                  <a:pt x="269593" y="24235"/>
                </a:cubicBezTo>
                <a:cubicBezTo>
                  <a:pt x="264510" y="17100"/>
                  <a:pt x="258180" y="13533"/>
                  <a:pt x="250601" y="13533"/>
                </a:cubicBezTo>
                <a:cubicBezTo>
                  <a:pt x="243143" y="13533"/>
                  <a:pt x="237189" y="16680"/>
                  <a:pt x="232738" y="22975"/>
                </a:cubicBezTo>
                <a:cubicBezTo>
                  <a:pt x="227145" y="31008"/>
                  <a:pt x="224348" y="45844"/>
                  <a:pt x="224348" y="67484"/>
                </a:cubicBezTo>
                <a:close/>
                <a:moveTo>
                  <a:pt x="310389" y="67529"/>
                </a:moveTo>
                <a:cubicBezTo>
                  <a:pt x="310389" y="51902"/>
                  <a:pt x="311998" y="39325"/>
                  <a:pt x="315215" y="29798"/>
                </a:cubicBezTo>
                <a:cubicBezTo>
                  <a:pt x="318433" y="20270"/>
                  <a:pt x="323215" y="12922"/>
                  <a:pt x="329560" y="7753"/>
                </a:cubicBezTo>
                <a:cubicBezTo>
                  <a:pt x="335906" y="2584"/>
                  <a:pt x="343890" y="0"/>
                  <a:pt x="353513" y="0"/>
                </a:cubicBezTo>
                <a:cubicBezTo>
                  <a:pt x="360611" y="0"/>
                  <a:pt x="366836" y="1428"/>
                  <a:pt x="372189" y="4283"/>
                </a:cubicBezTo>
                <a:cubicBezTo>
                  <a:pt x="377542" y="7138"/>
                  <a:pt x="381962" y="11255"/>
                  <a:pt x="385451" y="16634"/>
                </a:cubicBezTo>
                <a:cubicBezTo>
                  <a:pt x="388939" y="22013"/>
                  <a:pt x="391676" y="28566"/>
                  <a:pt x="393661" y="36291"/>
                </a:cubicBezTo>
                <a:cubicBezTo>
                  <a:pt x="395646" y="44014"/>
                  <a:pt x="396638" y="54426"/>
                  <a:pt x="396638" y="67529"/>
                </a:cubicBezTo>
                <a:cubicBezTo>
                  <a:pt x="396638" y="83035"/>
                  <a:pt x="395044" y="95552"/>
                  <a:pt x="391856" y="105080"/>
                </a:cubicBezTo>
                <a:cubicBezTo>
                  <a:pt x="388669" y="114607"/>
                  <a:pt x="383902" y="121970"/>
                  <a:pt x="377557" y="127169"/>
                </a:cubicBezTo>
                <a:cubicBezTo>
                  <a:pt x="371211" y="132368"/>
                  <a:pt x="363197" y="134967"/>
                  <a:pt x="353513" y="134967"/>
                </a:cubicBezTo>
                <a:cubicBezTo>
                  <a:pt x="340762" y="134967"/>
                  <a:pt x="330748" y="130399"/>
                  <a:pt x="323470" y="121263"/>
                </a:cubicBezTo>
                <a:cubicBezTo>
                  <a:pt x="314749" y="110263"/>
                  <a:pt x="310389" y="92352"/>
                  <a:pt x="310389" y="67529"/>
                </a:cubicBezTo>
                <a:moveTo>
                  <a:pt x="327079" y="67484"/>
                </a:moveTo>
                <a:cubicBezTo>
                  <a:pt x="327079" y="89123"/>
                  <a:pt x="329620" y="103525"/>
                  <a:pt x="334703" y="110690"/>
                </a:cubicBezTo>
                <a:cubicBezTo>
                  <a:pt x="339785" y="117853"/>
                  <a:pt x="346055" y="121435"/>
                  <a:pt x="353513" y="121435"/>
                </a:cubicBezTo>
                <a:cubicBezTo>
                  <a:pt x="360971" y="121435"/>
                  <a:pt x="367242" y="117838"/>
                  <a:pt x="372324" y="110645"/>
                </a:cubicBezTo>
                <a:cubicBezTo>
                  <a:pt x="377406" y="103452"/>
                  <a:pt x="379947" y="89065"/>
                  <a:pt x="379947" y="67484"/>
                </a:cubicBezTo>
                <a:cubicBezTo>
                  <a:pt x="379947" y="45784"/>
                  <a:pt x="377406" y="31368"/>
                  <a:pt x="372324" y="24235"/>
                </a:cubicBezTo>
                <a:cubicBezTo>
                  <a:pt x="367242" y="17100"/>
                  <a:pt x="360911" y="13533"/>
                  <a:pt x="353333" y="13533"/>
                </a:cubicBezTo>
                <a:cubicBezTo>
                  <a:pt x="345875" y="13533"/>
                  <a:pt x="339920" y="16680"/>
                  <a:pt x="335470" y="22975"/>
                </a:cubicBezTo>
                <a:cubicBezTo>
                  <a:pt x="329876" y="31008"/>
                  <a:pt x="327079" y="45844"/>
                  <a:pt x="327079" y="67484"/>
                </a:cubicBezTo>
                <a:close/>
                <a:moveTo>
                  <a:pt x="413120" y="67529"/>
                </a:moveTo>
                <a:cubicBezTo>
                  <a:pt x="413120" y="51902"/>
                  <a:pt x="414729" y="39325"/>
                  <a:pt x="417947" y="29798"/>
                </a:cubicBezTo>
                <a:cubicBezTo>
                  <a:pt x="421165" y="20270"/>
                  <a:pt x="425946" y="12922"/>
                  <a:pt x="432292" y="7753"/>
                </a:cubicBezTo>
                <a:cubicBezTo>
                  <a:pt x="438637" y="2584"/>
                  <a:pt x="446621" y="0"/>
                  <a:pt x="456245" y="0"/>
                </a:cubicBezTo>
                <a:cubicBezTo>
                  <a:pt x="463342" y="0"/>
                  <a:pt x="469567" y="1428"/>
                  <a:pt x="474920" y="4283"/>
                </a:cubicBezTo>
                <a:cubicBezTo>
                  <a:pt x="480273" y="7138"/>
                  <a:pt x="484694" y="11255"/>
                  <a:pt x="488182" y="16634"/>
                </a:cubicBezTo>
                <a:cubicBezTo>
                  <a:pt x="491671" y="22013"/>
                  <a:pt x="494407" y="28566"/>
                  <a:pt x="496392" y="36291"/>
                </a:cubicBezTo>
                <a:cubicBezTo>
                  <a:pt x="498377" y="44014"/>
                  <a:pt x="499369" y="54426"/>
                  <a:pt x="499369" y="67529"/>
                </a:cubicBezTo>
                <a:cubicBezTo>
                  <a:pt x="499369" y="83035"/>
                  <a:pt x="497775" y="95552"/>
                  <a:pt x="494588" y="105080"/>
                </a:cubicBezTo>
                <a:cubicBezTo>
                  <a:pt x="491400" y="114607"/>
                  <a:pt x="486633" y="121970"/>
                  <a:pt x="480288" y="127169"/>
                </a:cubicBezTo>
                <a:cubicBezTo>
                  <a:pt x="473943" y="132368"/>
                  <a:pt x="465928" y="134967"/>
                  <a:pt x="456245" y="134967"/>
                </a:cubicBezTo>
                <a:cubicBezTo>
                  <a:pt x="443494" y="134967"/>
                  <a:pt x="433480" y="130399"/>
                  <a:pt x="426202" y="121263"/>
                </a:cubicBezTo>
                <a:cubicBezTo>
                  <a:pt x="417481" y="110263"/>
                  <a:pt x="413120" y="92352"/>
                  <a:pt x="413120" y="67529"/>
                </a:cubicBezTo>
                <a:moveTo>
                  <a:pt x="429811" y="67484"/>
                </a:moveTo>
                <a:cubicBezTo>
                  <a:pt x="429811" y="89123"/>
                  <a:pt x="432352" y="103525"/>
                  <a:pt x="437434" y="110690"/>
                </a:cubicBezTo>
                <a:cubicBezTo>
                  <a:pt x="442516" y="117853"/>
                  <a:pt x="448787" y="121435"/>
                  <a:pt x="456245" y="121435"/>
                </a:cubicBezTo>
                <a:cubicBezTo>
                  <a:pt x="463703" y="121435"/>
                  <a:pt x="469973" y="117838"/>
                  <a:pt x="475055" y="110645"/>
                </a:cubicBezTo>
                <a:cubicBezTo>
                  <a:pt x="480138" y="103452"/>
                  <a:pt x="482679" y="89065"/>
                  <a:pt x="482679" y="67484"/>
                </a:cubicBezTo>
                <a:cubicBezTo>
                  <a:pt x="482679" y="45784"/>
                  <a:pt x="480138" y="31368"/>
                  <a:pt x="475055" y="24235"/>
                </a:cubicBezTo>
                <a:cubicBezTo>
                  <a:pt x="469973" y="17100"/>
                  <a:pt x="463643" y="13533"/>
                  <a:pt x="456064" y="13533"/>
                </a:cubicBezTo>
                <a:cubicBezTo>
                  <a:pt x="448606" y="13533"/>
                  <a:pt x="442652" y="16680"/>
                  <a:pt x="438201" y="22975"/>
                </a:cubicBezTo>
                <a:cubicBezTo>
                  <a:pt x="432607" y="31008"/>
                  <a:pt x="429811" y="45844"/>
                  <a:pt x="429811" y="67484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Text NumberofUniquePackageNamesGeneratedDuringT">
            <a:extLst xmlns:a="http://schemas.openxmlformats.org/drawingml/2006/main">
              <a:ext uri="{FF2B5EF4-FFF2-40B4-BE49-F238E27FC236}">
                <a16:creationId xmlns:a16="http://schemas.microsoft.com/office/drawing/2014/main" id="{56C1B1E3-85A3-4CCF-BEAA-1FC485A4F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846" y="2984964"/>
            <a:ext cx="4569146" cy="173581"/>
          </a:xfrm>
          <a:custGeom xmlns:a="http://schemas.openxmlformats.org/drawingml/2006/main">
            <a:pathLst>
              <a:path w="4569146" h="173581">
                <a:moveTo>
                  <a:pt x="0" y="134607"/>
                </a:moveTo>
                <a:lnTo>
                  <a:pt x="0" y="2346"/>
                </a:lnTo>
                <a:lnTo>
                  <a:pt x="17954" y="2346"/>
                </a:lnTo>
                <a:lnTo>
                  <a:pt x="87422" y="106188"/>
                </a:lnTo>
                <a:lnTo>
                  <a:pt x="87422" y="2346"/>
                </a:lnTo>
                <a:lnTo>
                  <a:pt x="104203" y="2346"/>
                </a:lnTo>
                <a:lnTo>
                  <a:pt x="104203" y="134607"/>
                </a:lnTo>
                <a:lnTo>
                  <a:pt x="86249" y="134607"/>
                </a:lnTo>
                <a:lnTo>
                  <a:pt x="16781" y="30674"/>
                </a:lnTo>
                <a:lnTo>
                  <a:pt x="16781" y="134607"/>
                </a:lnTo>
                <a:lnTo>
                  <a:pt x="0" y="134607"/>
                </a:lnTo>
                <a:close/>
                <a:moveTo>
                  <a:pt x="194300" y="134607"/>
                </a:moveTo>
                <a:lnTo>
                  <a:pt x="194300" y="120532"/>
                </a:lnTo>
                <a:cubicBezTo>
                  <a:pt x="186842" y="131359"/>
                  <a:pt x="176708" y="136772"/>
                  <a:pt x="163897" y="136772"/>
                </a:cubicBezTo>
                <a:cubicBezTo>
                  <a:pt x="158243" y="136772"/>
                  <a:pt x="152965" y="135689"/>
                  <a:pt x="148063" y="133524"/>
                </a:cubicBezTo>
                <a:cubicBezTo>
                  <a:pt x="143161" y="131359"/>
                  <a:pt x="139523" y="128637"/>
                  <a:pt x="137147" y="125359"/>
                </a:cubicBezTo>
                <a:cubicBezTo>
                  <a:pt x="134771" y="122081"/>
                  <a:pt x="133102" y="118066"/>
                  <a:pt x="132140" y="113315"/>
                </a:cubicBezTo>
                <a:cubicBezTo>
                  <a:pt x="131478" y="110127"/>
                  <a:pt x="131147" y="105075"/>
                  <a:pt x="131147" y="98158"/>
                </a:cubicBezTo>
                <a:lnTo>
                  <a:pt x="131147" y="38794"/>
                </a:lnTo>
                <a:lnTo>
                  <a:pt x="147387" y="38794"/>
                </a:lnTo>
                <a:lnTo>
                  <a:pt x="147387" y="91933"/>
                </a:lnTo>
                <a:cubicBezTo>
                  <a:pt x="147387" y="100414"/>
                  <a:pt x="147717" y="106127"/>
                  <a:pt x="148379" y="109075"/>
                </a:cubicBezTo>
                <a:cubicBezTo>
                  <a:pt x="149401" y="113345"/>
                  <a:pt x="151567" y="116698"/>
                  <a:pt x="154875" y="119134"/>
                </a:cubicBezTo>
                <a:cubicBezTo>
                  <a:pt x="158183" y="121570"/>
                  <a:pt x="162273" y="122788"/>
                  <a:pt x="167145" y="122788"/>
                </a:cubicBezTo>
                <a:cubicBezTo>
                  <a:pt x="172016" y="122788"/>
                  <a:pt x="176587" y="121540"/>
                  <a:pt x="180858" y="119044"/>
                </a:cubicBezTo>
                <a:cubicBezTo>
                  <a:pt x="185128" y="116548"/>
                  <a:pt x="188150" y="113149"/>
                  <a:pt x="189925" y="108849"/>
                </a:cubicBezTo>
                <a:cubicBezTo>
                  <a:pt x="191699" y="104549"/>
                  <a:pt x="192586" y="98308"/>
                  <a:pt x="192586" y="90129"/>
                </a:cubicBezTo>
                <a:lnTo>
                  <a:pt x="192586" y="38794"/>
                </a:lnTo>
                <a:lnTo>
                  <a:pt x="208826" y="38794"/>
                </a:lnTo>
                <a:lnTo>
                  <a:pt x="208826" y="134607"/>
                </a:lnTo>
                <a:lnTo>
                  <a:pt x="194300" y="134607"/>
                </a:lnTo>
                <a:close/>
                <a:moveTo>
                  <a:pt x="234239" y="134607"/>
                </a:moveTo>
                <a:lnTo>
                  <a:pt x="234239" y="38794"/>
                </a:lnTo>
                <a:lnTo>
                  <a:pt x="248764" y="38794"/>
                </a:lnTo>
                <a:lnTo>
                  <a:pt x="248764" y="52146"/>
                </a:lnTo>
                <a:cubicBezTo>
                  <a:pt x="251772" y="47481"/>
                  <a:pt x="255771" y="43729"/>
                  <a:pt x="260764" y="40889"/>
                </a:cubicBezTo>
                <a:cubicBezTo>
                  <a:pt x="265756" y="38049"/>
                  <a:pt x="271439" y="36629"/>
                  <a:pt x="277815" y="36629"/>
                </a:cubicBezTo>
                <a:cubicBezTo>
                  <a:pt x="284912" y="36629"/>
                  <a:pt x="290731" y="38095"/>
                  <a:pt x="295272" y="41027"/>
                </a:cubicBezTo>
                <a:cubicBezTo>
                  <a:pt x="299813" y="43957"/>
                  <a:pt x="303016" y="48055"/>
                  <a:pt x="304881" y="53319"/>
                </a:cubicBezTo>
                <a:cubicBezTo>
                  <a:pt x="312459" y="42192"/>
                  <a:pt x="322323" y="36629"/>
                  <a:pt x="334472" y="36629"/>
                </a:cubicBezTo>
                <a:cubicBezTo>
                  <a:pt x="343975" y="36629"/>
                  <a:pt x="351283" y="39260"/>
                  <a:pt x="356396" y="44523"/>
                </a:cubicBezTo>
                <a:cubicBezTo>
                  <a:pt x="361508" y="49786"/>
                  <a:pt x="364064" y="57890"/>
                  <a:pt x="364064" y="68837"/>
                </a:cubicBezTo>
                <a:lnTo>
                  <a:pt x="364064" y="134607"/>
                </a:lnTo>
                <a:lnTo>
                  <a:pt x="347915" y="134607"/>
                </a:lnTo>
                <a:lnTo>
                  <a:pt x="347915" y="74185"/>
                </a:lnTo>
                <a:cubicBezTo>
                  <a:pt x="347915" y="67682"/>
                  <a:pt x="347389" y="63001"/>
                  <a:pt x="346336" y="60142"/>
                </a:cubicBezTo>
                <a:cubicBezTo>
                  <a:pt x="345284" y="57281"/>
                  <a:pt x="343374" y="54978"/>
                  <a:pt x="340607" y="53232"/>
                </a:cubicBezTo>
                <a:cubicBezTo>
                  <a:pt x="337841" y="51486"/>
                  <a:pt x="334593" y="50613"/>
                  <a:pt x="330864" y="50613"/>
                </a:cubicBezTo>
                <a:cubicBezTo>
                  <a:pt x="324127" y="50613"/>
                  <a:pt x="318534" y="52856"/>
                  <a:pt x="314083" y="57343"/>
                </a:cubicBezTo>
                <a:cubicBezTo>
                  <a:pt x="309632" y="61827"/>
                  <a:pt x="307407" y="69007"/>
                  <a:pt x="307407" y="78882"/>
                </a:cubicBezTo>
                <a:lnTo>
                  <a:pt x="307407" y="134607"/>
                </a:lnTo>
                <a:lnTo>
                  <a:pt x="291167" y="134607"/>
                </a:lnTo>
                <a:lnTo>
                  <a:pt x="291167" y="72288"/>
                </a:lnTo>
                <a:cubicBezTo>
                  <a:pt x="291167" y="65063"/>
                  <a:pt x="289844" y="59644"/>
                  <a:pt x="287198" y="56032"/>
                </a:cubicBezTo>
                <a:cubicBezTo>
                  <a:pt x="284551" y="52419"/>
                  <a:pt x="280221" y="50613"/>
                  <a:pt x="274206" y="50613"/>
                </a:cubicBezTo>
                <a:cubicBezTo>
                  <a:pt x="269635" y="50613"/>
                  <a:pt x="265410" y="51818"/>
                  <a:pt x="261530" y="54227"/>
                </a:cubicBezTo>
                <a:cubicBezTo>
                  <a:pt x="257651" y="56635"/>
                  <a:pt x="254839" y="60157"/>
                  <a:pt x="253095" y="64794"/>
                </a:cubicBezTo>
                <a:cubicBezTo>
                  <a:pt x="251351" y="69429"/>
                  <a:pt x="250479" y="76112"/>
                  <a:pt x="250479" y="84842"/>
                </a:cubicBezTo>
                <a:lnTo>
                  <a:pt x="250479" y="134607"/>
                </a:lnTo>
                <a:lnTo>
                  <a:pt x="234239" y="134607"/>
                </a:lnTo>
                <a:close/>
                <a:moveTo>
                  <a:pt x="403127" y="134607"/>
                </a:moveTo>
                <a:lnTo>
                  <a:pt x="388061" y="134607"/>
                </a:lnTo>
                <a:lnTo>
                  <a:pt x="388061" y="2346"/>
                </a:lnTo>
                <a:lnTo>
                  <a:pt x="404300" y="2346"/>
                </a:lnTo>
                <a:lnTo>
                  <a:pt x="404300" y="49705"/>
                </a:lnTo>
                <a:cubicBezTo>
                  <a:pt x="411157" y="40988"/>
                  <a:pt x="419908" y="36629"/>
                  <a:pt x="430554" y="36629"/>
                </a:cubicBezTo>
                <a:cubicBezTo>
                  <a:pt x="436448" y="36629"/>
                  <a:pt x="442027" y="37817"/>
                  <a:pt x="447290" y="40193"/>
                </a:cubicBezTo>
                <a:cubicBezTo>
                  <a:pt x="452552" y="42568"/>
                  <a:pt x="456883" y="45906"/>
                  <a:pt x="460281" y="50207"/>
                </a:cubicBezTo>
                <a:cubicBezTo>
                  <a:pt x="463679" y="54507"/>
                  <a:pt x="466341" y="59695"/>
                  <a:pt x="468265" y="65770"/>
                </a:cubicBezTo>
                <a:cubicBezTo>
                  <a:pt x="470190" y="71844"/>
                  <a:pt x="471152" y="78340"/>
                  <a:pt x="471152" y="85257"/>
                </a:cubicBezTo>
                <a:cubicBezTo>
                  <a:pt x="471152" y="101677"/>
                  <a:pt x="467093" y="114367"/>
                  <a:pt x="458973" y="123329"/>
                </a:cubicBezTo>
                <a:cubicBezTo>
                  <a:pt x="450853" y="132291"/>
                  <a:pt x="441110" y="136772"/>
                  <a:pt x="429742" y="136772"/>
                </a:cubicBezTo>
                <a:cubicBezTo>
                  <a:pt x="418435" y="136772"/>
                  <a:pt x="409563" y="131990"/>
                  <a:pt x="403127" y="122427"/>
                </a:cubicBezTo>
                <a:lnTo>
                  <a:pt x="403127" y="134607"/>
                </a:lnTo>
                <a:moveTo>
                  <a:pt x="402947" y="85981"/>
                </a:moveTo>
                <a:cubicBezTo>
                  <a:pt x="402947" y="97413"/>
                  <a:pt x="404511" y="105673"/>
                  <a:pt x="407638" y="110761"/>
                </a:cubicBezTo>
                <a:cubicBezTo>
                  <a:pt x="412751" y="119079"/>
                  <a:pt x="419668" y="123239"/>
                  <a:pt x="428389" y="123239"/>
                </a:cubicBezTo>
                <a:cubicBezTo>
                  <a:pt x="435486" y="123239"/>
                  <a:pt x="441621" y="120172"/>
                  <a:pt x="446793" y="114037"/>
                </a:cubicBezTo>
                <a:cubicBezTo>
                  <a:pt x="451966" y="107902"/>
                  <a:pt x="454552" y="98760"/>
                  <a:pt x="454552" y="86610"/>
                </a:cubicBezTo>
                <a:cubicBezTo>
                  <a:pt x="454552" y="74162"/>
                  <a:pt x="452071" y="64975"/>
                  <a:pt x="447109" y="59051"/>
                </a:cubicBezTo>
                <a:cubicBezTo>
                  <a:pt x="442147" y="53125"/>
                  <a:pt x="436148" y="50162"/>
                  <a:pt x="429110" y="50162"/>
                </a:cubicBezTo>
                <a:cubicBezTo>
                  <a:pt x="422013" y="50162"/>
                  <a:pt x="415878" y="53229"/>
                  <a:pt x="410706" y="59364"/>
                </a:cubicBezTo>
                <a:cubicBezTo>
                  <a:pt x="405533" y="65499"/>
                  <a:pt x="402947" y="74371"/>
                  <a:pt x="402947" y="85981"/>
                </a:cubicBezTo>
                <a:close/>
                <a:moveTo>
                  <a:pt x="556471" y="103752"/>
                </a:moveTo>
                <a:lnTo>
                  <a:pt x="573252" y="105827"/>
                </a:lnTo>
                <a:cubicBezTo>
                  <a:pt x="570606" y="115631"/>
                  <a:pt x="565704" y="123239"/>
                  <a:pt x="558546" y="128652"/>
                </a:cubicBezTo>
                <a:cubicBezTo>
                  <a:pt x="551389" y="134065"/>
                  <a:pt x="542247" y="136772"/>
                  <a:pt x="531120" y="136772"/>
                </a:cubicBezTo>
                <a:cubicBezTo>
                  <a:pt x="517106" y="136772"/>
                  <a:pt x="505994" y="132456"/>
                  <a:pt x="497784" y="123825"/>
                </a:cubicBezTo>
                <a:cubicBezTo>
                  <a:pt x="489574" y="115194"/>
                  <a:pt x="485469" y="103090"/>
                  <a:pt x="485469" y="87512"/>
                </a:cubicBezTo>
                <a:cubicBezTo>
                  <a:pt x="485469" y="71393"/>
                  <a:pt x="489619" y="58883"/>
                  <a:pt x="497919" y="49981"/>
                </a:cubicBezTo>
                <a:cubicBezTo>
                  <a:pt x="506220" y="41080"/>
                  <a:pt x="516986" y="36629"/>
                  <a:pt x="530218" y="36629"/>
                </a:cubicBezTo>
                <a:cubicBezTo>
                  <a:pt x="543029" y="36629"/>
                  <a:pt x="553494" y="40983"/>
                  <a:pt x="561614" y="49691"/>
                </a:cubicBezTo>
                <a:cubicBezTo>
                  <a:pt x="569734" y="58397"/>
                  <a:pt x="573793" y="70646"/>
                  <a:pt x="573793" y="86438"/>
                </a:cubicBezTo>
                <a:cubicBezTo>
                  <a:pt x="573793" y="87399"/>
                  <a:pt x="573763" y="88839"/>
                  <a:pt x="573703" y="90760"/>
                </a:cubicBezTo>
                <a:lnTo>
                  <a:pt x="502250" y="90760"/>
                </a:lnTo>
                <a:cubicBezTo>
                  <a:pt x="502851" y="101256"/>
                  <a:pt x="505829" y="109293"/>
                  <a:pt x="511182" y="114871"/>
                </a:cubicBezTo>
                <a:cubicBezTo>
                  <a:pt x="516535" y="120450"/>
                  <a:pt x="523211" y="123239"/>
                  <a:pt x="531210" y="123239"/>
                </a:cubicBezTo>
                <a:cubicBezTo>
                  <a:pt x="537165" y="123239"/>
                  <a:pt x="542247" y="121690"/>
                  <a:pt x="546457" y="118593"/>
                </a:cubicBezTo>
                <a:cubicBezTo>
                  <a:pt x="550667" y="115493"/>
                  <a:pt x="554005" y="110546"/>
                  <a:pt x="556471" y="103752"/>
                </a:cubicBezTo>
                <a:moveTo>
                  <a:pt x="503152" y="77227"/>
                </a:moveTo>
                <a:lnTo>
                  <a:pt x="556652" y="77227"/>
                </a:lnTo>
                <a:cubicBezTo>
                  <a:pt x="555930" y="69299"/>
                  <a:pt x="553885" y="63353"/>
                  <a:pt x="550517" y="59389"/>
                </a:cubicBezTo>
                <a:cubicBezTo>
                  <a:pt x="545344" y="53238"/>
                  <a:pt x="538638" y="50162"/>
                  <a:pt x="530398" y="50162"/>
                </a:cubicBezTo>
                <a:cubicBezTo>
                  <a:pt x="522940" y="50162"/>
                  <a:pt x="516670" y="52617"/>
                  <a:pt x="511588" y="57529"/>
                </a:cubicBezTo>
                <a:cubicBezTo>
                  <a:pt x="506505" y="62438"/>
                  <a:pt x="503693" y="69004"/>
                  <a:pt x="503152" y="77227"/>
                </a:cubicBezTo>
                <a:close/>
                <a:moveTo>
                  <a:pt x="593433" y="134607"/>
                </a:moveTo>
                <a:lnTo>
                  <a:pt x="593433" y="38794"/>
                </a:lnTo>
                <a:lnTo>
                  <a:pt x="608049" y="38794"/>
                </a:lnTo>
                <a:lnTo>
                  <a:pt x="608049" y="53229"/>
                </a:lnTo>
                <a:cubicBezTo>
                  <a:pt x="611778" y="46470"/>
                  <a:pt x="615221" y="42014"/>
                  <a:pt x="618379" y="39860"/>
                </a:cubicBezTo>
                <a:cubicBezTo>
                  <a:pt x="621536" y="37706"/>
                  <a:pt x="625010" y="36629"/>
                  <a:pt x="628799" y="36629"/>
                </a:cubicBezTo>
                <a:cubicBezTo>
                  <a:pt x="634272" y="36629"/>
                  <a:pt x="639836" y="38366"/>
                  <a:pt x="645489" y="41839"/>
                </a:cubicBezTo>
                <a:lnTo>
                  <a:pt x="639896" y="56838"/>
                </a:lnTo>
                <a:cubicBezTo>
                  <a:pt x="635926" y="54492"/>
                  <a:pt x="631957" y="53319"/>
                  <a:pt x="627987" y="53319"/>
                </a:cubicBezTo>
                <a:cubicBezTo>
                  <a:pt x="624438" y="53319"/>
                  <a:pt x="621251" y="54389"/>
                  <a:pt x="618424" y="56528"/>
                </a:cubicBezTo>
                <a:cubicBezTo>
                  <a:pt x="615597" y="58665"/>
                  <a:pt x="613582" y="61630"/>
                  <a:pt x="612379" y="65423"/>
                </a:cubicBezTo>
                <a:cubicBezTo>
                  <a:pt x="610575" y="71202"/>
                  <a:pt x="609672" y="77524"/>
                  <a:pt x="609672" y="84388"/>
                </a:cubicBezTo>
                <a:lnTo>
                  <a:pt x="609672" y="134607"/>
                </a:lnTo>
                <a:lnTo>
                  <a:pt x="593433" y="134607"/>
                </a:lnTo>
                <a:close/>
                <a:moveTo>
                  <a:pt x="700462" y="86700"/>
                </a:moveTo>
                <a:cubicBezTo>
                  <a:pt x="700462" y="68957"/>
                  <a:pt x="705394" y="55815"/>
                  <a:pt x="715258" y="47275"/>
                </a:cubicBezTo>
                <a:cubicBezTo>
                  <a:pt x="723498" y="40177"/>
                  <a:pt x="733542" y="36629"/>
                  <a:pt x="745391" y="36629"/>
                </a:cubicBezTo>
                <a:cubicBezTo>
                  <a:pt x="758563" y="36629"/>
                  <a:pt x="769329" y="40944"/>
                  <a:pt x="777690" y="49575"/>
                </a:cubicBezTo>
                <a:cubicBezTo>
                  <a:pt x="786050" y="58206"/>
                  <a:pt x="790230" y="70130"/>
                  <a:pt x="790230" y="85347"/>
                </a:cubicBezTo>
                <a:cubicBezTo>
                  <a:pt x="790230" y="97677"/>
                  <a:pt x="788380" y="107375"/>
                  <a:pt x="784681" y="114443"/>
                </a:cubicBezTo>
                <a:cubicBezTo>
                  <a:pt x="780983" y="121510"/>
                  <a:pt x="775599" y="126998"/>
                  <a:pt x="768532" y="130908"/>
                </a:cubicBezTo>
                <a:cubicBezTo>
                  <a:pt x="761465" y="134817"/>
                  <a:pt x="753751" y="136772"/>
                  <a:pt x="745391" y="136772"/>
                </a:cubicBezTo>
                <a:cubicBezTo>
                  <a:pt x="731979" y="136772"/>
                  <a:pt x="721137" y="132471"/>
                  <a:pt x="712867" y="123870"/>
                </a:cubicBezTo>
                <a:cubicBezTo>
                  <a:pt x="704597" y="115270"/>
                  <a:pt x="700462" y="102880"/>
                  <a:pt x="700462" y="86700"/>
                </a:cubicBezTo>
                <a:moveTo>
                  <a:pt x="717153" y="86655"/>
                </a:moveTo>
                <a:cubicBezTo>
                  <a:pt x="717153" y="98880"/>
                  <a:pt x="719829" y="108033"/>
                  <a:pt x="725182" y="114116"/>
                </a:cubicBezTo>
                <a:cubicBezTo>
                  <a:pt x="730535" y="120198"/>
                  <a:pt x="737271" y="123239"/>
                  <a:pt x="745391" y="123239"/>
                </a:cubicBezTo>
                <a:cubicBezTo>
                  <a:pt x="753451" y="123239"/>
                  <a:pt x="760157" y="120183"/>
                  <a:pt x="765510" y="114070"/>
                </a:cubicBezTo>
                <a:cubicBezTo>
                  <a:pt x="770863" y="107958"/>
                  <a:pt x="773539" y="98640"/>
                  <a:pt x="773539" y="86117"/>
                </a:cubicBezTo>
                <a:cubicBezTo>
                  <a:pt x="773539" y="74311"/>
                  <a:pt x="770848" y="65367"/>
                  <a:pt x="765465" y="59285"/>
                </a:cubicBezTo>
                <a:cubicBezTo>
                  <a:pt x="760082" y="53203"/>
                  <a:pt x="753391" y="50162"/>
                  <a:pt x="745391" y="50162"/>
                </a:cubicBezTo>
                <a:cubicBezTo>
                  <a:pt x="737271" y="50162"/>
                  <a:pt x="730535" y="53188"/>
                  <a:pt x="725182" y="59240"/>
                </a:cubicBezTo>
                <a:cubicBezTo>
                  <a:pt x="719829" y="65292"/>
                  <a:pt x="717153" y="74431"/>
                  <a:pt x="717153" y="86655"/>
                </a:cubicBezTo>
                <a:close/>
                <a:moveTo>
                  <a:pt x="813117" y="134607"/>
                </a:moveTo>
                <a:lnTo>
                  <a:pt x="813117" y="51425"/>
                </a:lnTo>
                <a:lnTo>
                  <a:pt x="798773" y="51425"/>
                </a:lnTo>
                <a:lnTo>
                  <a:pt x="798773" y="38794"/>
                </a:lnTo>
                <a:lnTo>
                  <a:pt x="813117" y="38794"/>
                </a:lnTo>
                <a:lnTo>
                  <a:pt x="813117" y="28622"/>
                </a:lnTo>
                <a:cubicBezTo>
                  <a:pt x="813117" y="22201"/>
                  <a:pt x="813689" y="17431"/>
                  <a:pt x="814832" y="14311"/>
                </a:cubicBezTo>
                <a:cubicBezTo>
                  <a:pt x="816395" y="10112"/>
                  <a:pt x="819147" y="6707"/>
                  <a:pt x="823087" y="4096"/>
                </a:cubicBezTo>
                <a:cubicBezTo>
                  <a:pt x="827026" y="1486"/>
                  <a:pt x="832544" y="180"/>
                  <a:pt x="839642" y="180"/>
                </a:cubicBezTo>
                <a:cubicBezTo>
                  <a:pt x="844213" y="180"/>
                  <a:pt x="849265" y="722"/>
                  <a:pt x="854798" y="1804"/>
                </a:cubicBezTo>
                <a:lnTo>
                  <a:pt x="852363" y="15969"/>
                </a:lnTo>
                <a:cubicBezTo>
                  <a:pt x="848994" y="15367"/>
                  <a:pt x="845807" y="15067"/>
                  <a:pt x="842799" y="15067"/>
                </a:cubicBezTo>
                <a:cubicBezTo>
                  <a:pt x="837867" y="15067"/>
                  <a:pt x="834379" y="16115"/>
                  <a:pt x="832334" y="18213"/>
                </a:cubicBezTo>
                <a:cubicBezTo>
                  <a:pt x="830289" y="20311"/>
                  <a:pt x="829267" y="24235"/>
                  <a:pt x="829267" y="29986"/>
                </a:cubicBezTo>
                <a:lnTo>
                  <a:pt x="829267" y="38794"/>
                </a:lnTo>
                <a:lnTo>
                  <a:pt x="847942" y="38794"/>
                </a:lnTo>
                <a:lnTo>
                  <a:pt x="847942" y="51425"/>
                </a:lnTo>
                <a:lnTo>
                  <a:pt x="829267" y="51425"/>
                </a:lnTo>
                <a:lnTo>
                  <a:pt x="829267" y="134607"/>
                </a:lnTo>
                <a:lnTo>
                  <a:pt x="813117" y="134607"/>
                </a:lnTo>
                <a:close/>
                <a:moveTo>
                  <a:pt x="1000835" y="2346"/>
                </a:moveTo>
                <a:lnTo>
                  <a:pt x="1018337" y="2346"/>
                </a:lnTo>
                <a:lnTo>
                  <a:pt x="1018337" y="78710"/>
                </a:lnTo>
                <a:cubicBezTo>
                  <a:pt x="1018337" y="91993"/>
                  <a:pt x="1016833" y="102541"/>
                  <a:pt x="1013826" y="110355"/>
                </a:cubicBezTo>
                <a:cubicBezTo>
                  <a:pt x="1010819" y="118168"/>
                  <a:pt x="1005391" y="124525"/>
                  <a:pt x="997542" y="129425"/>
                </a:cubicBezTo>
                <a:cubicBezTo>
                  <a:pt x="989693" y="134323"/>
                  <a:pt x="979393" y="136772"/>
                  <a:pt x="966642" y="136772"/>
                </a:cubicBezTo>
                <a:cubicBezTo>
                  <a:pt x="954252" y="136772"/>
                  <a:pt x="944117" y="134638"/>
                  <a:pt x="936238" y="130372"/>
                </a:cubicBezTo>
                <a:cubicBezTo>
                  <a:pt x="928359" y="126103"/>
                  <a:pt x="922735" y="119927"/>
                  <a:pt x="919367" y="111843"/>
                </a:cubicBezTo>
                <a:cubicBezTo>
                  <a:pt x="915999" y="103759"/>
                  <a:pt x="914315" y="92715"/>
                  <a:pt x="914315" y="78710"/>
                </a:cubicBezTo>
                <a:lnTo>
                  <a:pt x="914315" y="2346"/>
                </a:lnTo>
                <a:lnTo>
                  <a:pt x="931817" y="2346"/>
                </a:lnTo>
                <a:lnTo>
                  <a:pt x="931817" y="78612"/>
                </a:lnTo>
                <a:cubicBezTo>
                  <a:pt x="931817" y="90092"/>
                  <a:pt x="932885" y="98552"/>
                  <a:pt x="935020" y="103991"/>
                </a:cubicBezTo>
                <a:cubicBezTo>
                  <a:pt x="937155" y="109429"/>
                  <a:pt x="940824" y="113620"/>
                  <a:pt x="946027" y="116566"/>
                </a:cubicBezTo>
                <a:cubicBezTo>
                  <a:pt x="951229" y="119511"/>
                  <a:pt x="957590" y="120983"/>
                  <a:pt x="965108" y="120983"/>
                </a:cubicBezTo>
                <a:cubicBezTo>
                  <a:pt x="977979" y="120983"/>
                  <a:pt x="987151" y="118069"/>
                  <a:pt x="992625" y="112241"/>
                </a:cubicBezTo>
                <a:cubicBezTo>
                  <a:pt x="998098" y="106410"/>
                  <a:pt x="1000835" y="95201"/>
                  <a:pt x="1000835" y="78612"/>
                </a:cubicBezTo>
                <a:lnTo>
                  <a:pt x="1000835" y="2346"/>
                </a:lnTo>
                <a:close/>
                <a:moveTo>
                  <a:pt x="1045372" y="134607"/>
                </a:moveTo>
                <a:lnTo>
                  <a:pt x="1045372" y="38794"/>
                </a:lnTo>
                <a:lnTo>
                  <a:pt x="1059987" y="38794"/>
                </a:lnTo>
                <a:lnTo>
                  <a:pt x="1059987" y="52327"/>
                </a:lnTo>
                <a:cubicBezTo>
                  <a:pt x="1067024" y="41862"/>
                  <a:pt x="1077189" y="36629"/>
                  <a:pt x="1090481" y="36629"/>
                </a:cubicBezTo>
                <a:cubicBezTo>
                  <a:pt x="1096255" y="36629"/>
                  <a:pt x="1101563" y="37666"/>
                  <a:pt x="1106405" y="39741"/>
                </a:cubicBezTo>
                <a:cubicBezTo>
                  <a:pt x="1111247" y="41816"/>
                  <a:pt x="1114870" y="44538"/>
                  <a:pt x="1117276" y="47906"/>
                </a:cubicBezTo>
                <a:cubicBezTo>
                  <a:pt x="1119682" y="51274"/>
                  <a:pt x="1121366" y="55274"/>
                  <a:pt x="1122328" y="59905"/>
                </a:cubicBezTo>
                <a:cubicBezTo>
                  <a:pt x="1122930" y="62913"/>
                  <a:pt x="1123231" y="68175"/>
                  <a:pt x="1123231" y="75694"/>
                </a:cubicBezTo>
                <a:lnTo>
                  <a:pt x="1123231" y="134607"/>
                </a:lnTo>
                <a:lnTo>
                  <a:pt x="1106991" y="134607"/>
                </a:lnTo>
                <a:lnTo>
                  <a:pt x="1106991" y="76263"/>
                </a:lnTo>
                <a:cubicBezTo>
                  <a:pt x="1106991" y="69640"/>
                  <a:pt x="1106360" y="64687"/>
                  <a:pt x="1105097" y="61405"/>
                </a:cubicBezTo>
                <a:cubicBezTo>
                  <a:pt x="1103834" y="58123"/>
                  <a:pt x="1101593" y="55504"/>
                  <a:pt x="1098375" y="53548"/>
                </a:cubicBezTo>
                <a:cubicBezTo>
                  <a:pt x="1095158" y="51591"/>
                  <a:pt x="1091383" y="50613"/>
                  <a:pt x="1087053" y="50613"/>
                </a:cubicBezTo>
                <a:cubicBezTo>
                  <a:pt x="1080136" y="50613"/>
                  <a:pt x="1074167" y="52811"/>
                  <a:pt x="1069144" y="57207"/>
                </a:cubicBezTo>
                <a:cubicBezTo>
                  <a:pt x="1064122" y="61602"/>
                  <a:pt x="1061611" y="69940"/>
                  <a:pt x="1061611" y="82223"/>
                </a:cubicBezTo>
                <a:lnTo>
                  <a:pt x="1061611" y="134607"/>
                </a:lnTo>
                <a:lnTo>
                  <a:pt x="1045372" y="134607"/>
                </a:lnTo>
                <a:close/>
                <a:moveTo>
                  <a:pt x="1148193" y="21111"/>
                </a:moveTo>
                <a:lnTo>
                  <a:pt x="1148193" y="2346"/>
                </a:lnTo>
                <a:lnTo>
                  <a:pt x="1164432" y="2346"/>
                </a:lnTo>
                <a:lnTo>
                  <a:pt x="1164432" y="21111"/>
                </a:lnTo>
                <a:lnTo>
                  <a:pt x="1148193" y="21111"/>
                </a:lnTo>
                <a:moveTo>
                  <a:pt x="1148193" y="134607"/>
                </a:moveTo>
                <a:lnTo>
                  <a:pt x="1148193" y="38794"/>
                </a:lnTo>
                <a:lnTo>
                  <a:pt x="1164432" y="38794"/>
                </a:lnTo>
                <a:lnTo>
                  <a:pt x="1164432" y="134607"/>
                </a:lnTo>
                <a:lnTo>
                  <a:pt x="1148193" y="134607"/>
                </a:lnTo>
                <a:close/>
                <a:moveTo>
                  <a:pt x="1250200" y="171416"/>
                </a:moveTo>
                <a:lnTo>
                  <a:pt x="1250200" y="124245"/>
                </a:lnTo>
                <a:cubicBezTo>
                  <a:pt x="1247673" y="127841"/>
                  <a:pt x="1244140" y="130828"/>
                  <a:pt x="1239599" y="133205"/>
                </a:cubicBezTo>
                <a:cubicBezTo>
                  <a:pt x="1235058" y="135583"/>
                  <a:pt x="1230231" y="136772"/>
                  <a:pt x="1225119" y="136772"/>
                </a:cubicBezTo>
                <a:cubicBezTo>
                  <a:pt x="1213751" y="136772"/>
                  <a:pt x="1203962" y="132231"/>
                  <a:pt x="1195753" y="123149"/>
                </a:cubicBezTo>
                <a:cubicBezTo>
                  <a:pt x="1187543" y="114067"/>
                  <a:pt x="1183438" y="101617"/>
                  <a:pt x="1183438" y="85798"/>
                </a:cubicBezTo>
                <a:cubicBezTo>
                  <a:pt x="1183438" y="76175"/>
                  <a:pt x="1185107" y="67544"/>
                  <a:pt x="1188445" y="59905"/>
                </a:cubicBezTo>
                <a:cubicBezTo>
                  <a:pt x="1191783" y="52267"/>
                  <a:pt x="1196625" y="46478"/>
                  <a:pt x="1202970" y="42538"/>
                </a:cubicBezTo>
                <a:cubicBezTo>
                  <a:pt x="1209315" y="38599"/>
                  <a:pt x="1216277" y="36629"/>
                  <a:pt x="1223856" y="36629"/>
                </a:cubicBezTo>
                <a:cubicBezTo>
                  <a:pt x="1235704" y="36629"/>
                  <a:pt x="1245027" y="41561"/>
                  <a:pt x="1251824" y="51425"/>
                </a:cubicBezTo>
                <a:lnTo>
                  <a:pt x="1251824" y="38794"/>
                </a:lnTo>
                <a:lnTo>
                  <a:pt x="1266439" y="38794"/>
                </a:lnTo>
                <a:lnTo>
                  <a:pt x="1266439" y="171416"/>
                </a:lnTo>
                <a:lnTo>
                  <a:pt x="1250200" y="171416"/>
                </a:lnTo>
                <a:moveTo>
                  <a:pt x="1200128" y="86249"/>
                </a:moveTo>
                <a:cubicBezTo>
                  <a:pt x="1200128" y="98579"/>
                  <a:pt x="1202714" y="107827"/>
                  <a:pt x="1207887" y="113992"/>
                </a:cubicBezTo>
                <a:cubicBezTo>
                  <a:pt x="1213060" y="120156"/>
                  <a:pt x="1219255" y="123239"/>
                  <a:pt x="1226472" y="123239"/>
                </a:cubicBezTo>
                <a:cubicBezTo>
                  <a:pt x="1233389" y="123239"/>
                  <a:pt x="1239343" y="120307"/>
                  <a:pt x="1244335" y="114443"/>
                </a:cubicBezTo>
                <a:cubicBezTo>
                  <a:pt x="1249327" y="108578"/>
                  <a:pt x="1251824" y="99662"/>
                  <a:pt x="1251824" y="87693"/>
                </a:cubicBezTo>
                <a:cubicBezTo>
                  <a:pt x="1251824" y="74942"/>
                  <a:pt x="1249192" y="65349"/>
                  <a:pt x="1243929" y="58913"/>
                </a:cubicBezTo>
                <a:cubicBezTo>
                  <a:pt x="1238667" y="52477"/>
                  <a:pt x="1232487" y="49259"/>
                  <a:pt x="1225389" y="49259"/>
                </a:cubicBezTo>
                <a:cubicBezTo>
                  <a:pt x="1218352" y="49259"/>
                  <a:pt x="1212383" y="52252"/>
                  <a:pt x="1207481" y="58236"/>
                </a:cubicBezTo>
                <a:cubicBezTo>
                  <a:pt x="1202579" y="64221"/>
                  <a:pt x="1200128" y="73558"/>
                  <a:pt x="1200128" y="86249"/>
                </a:cubicBezTo>
                <a:close/>
                <a:moveTo>
                  <a:pt x="1354645" y="134607"/>
                </a:moveTo>
                <a:lnTo>
                  <a:pt x="1354645" y="120532"/>
                </a:lnTo>
                <a:cubicBezTo>
                  <a:pt x="1347187" y="131359"/>
                  <a:pt x="1337052" y="136772"/>
                  <a:pt x="1324241" y="136772"/>
                </a:cubicBezTo>
                <a:cubicBezTo>
                  <a:pt x="1318588" y="136772"/>
                  <a:pt x="1313310" y="135689"/>
                  <a:pt x="1308408" y="133524"/>
                </a:cubicBezTo>
                <a:cubicBezTo>
                  <a:pt x="1303506" y="131359"/>
                  <a:pt x="1299867" y="128637"/>
                  <a:pt x="1297491" y="125359"/>
                </a:cubicBezTo>
                <a:cubicBezTo>
                  <a:pt x="1295116" y="122081"/>
                  <a:pt x="1293447" y="118066"/>
                  <a:pt x="1292484" y="113315"/>
                </a:cubicBezTo>
                <a:cubicBezTo>
                  <a:pt x="1291823" y="110127"/>
                  <a:pt x="1291492" y="105075"/>
                  <a:pt x="1291492" y="98158"/>
                </a:cubicBezTo>
                <a:lnTo>
                  <a:pt x="1291492" y="38794"/>
                </a:lnTo>
                <a:lnTo>
                  <a:pt x="1307731" y="38794"/>
                </a:lnTo>
                <a:lnTo>
                  <a:pt x="1307731" y="91933"/>
                </a:lnTo>
                <a:cubicBezTo>
                  <a:pt x="1307731" y="100414"/>
                  <a:pt x="1308062" y="106127"/>
                  <a:pt x="1308724" y="109075"/>
                </a:cubicBezTo>
                <a:cubicBezTo>
                  <a:pt x="1309746" y="113345"/>
                  <a:pt x="1311911" y="116698"/>
                  <a:pt x="1315219" y="119134"/>
                </a:cubicBezTo>
                <a:cubicBezTo>
                  <a:pt x="1318527" y="121570"/>
                  <a:pt x="1322617" y="122788"/>
                  <a:pt x="1327489" y="122788"/>
                </a:cubicBezTo>
                <a:cubicBezTo>
                  <a:pt x="1332361" y="122788"/>
                  <a:pt x="1336932" y="121540"/>
                  <a:pt x="1341203" y="119044"/>
                </a:cubicBezTo>
                <a:cubicBezTo>
                  <a:pt x="1345473" y="116548"/>
                  <a:pt x="1348495" y="113149"/>
                  <a:pt x="1350270" y="108849"/>
                </a:cubicBezTo>
                <a:cubicBezTo>
                  <a:pt x="1352044" y="104549"/>
                  <a:pt x="1352931" y="98308"/>
                  <a:pt x="1352931" y="90129"/>
                </a:cubicBezTo>
                <a:lnTo>
                  <a:pt x="1352931" y="38794"/>
                </a:lnTo>
                <a:lnTo>
                  <a:pt x="1369170" y="38794"/>
                </a:lnTo>
                <a:lnTo>
                  <a:pt x="1369170" y="134607"/>
                </a:lnTo>
                <a:lnTo>
                  <a:pt x="1354645" y="134607"/>
                </a:lnTo>
                <a:close/>
                <a:moveTo>
                  <a:pt x="1460173" y="103752"/>
                </a:moveTo>
                <a:lnTo>
                  <a:pt x="1476954" y="105827"/>
                </a:lnTo>
                <a:cubicBezTo>
                  <a:pt x="1474307" y="115631"/>
                  <a:pt x="1469405" y="123239"/>
                  <a:pt x="1462248" y="128652"/>
                </a:cubicBezTo>
                <a:cubicBezTo>
                  <a:pt x="1455091" y="134065"/>
                  <a:pt x="1445949" y="136772"/>
                  <a:pt x="1434822" y="136772"/>
                </a:cubicBezTo>
                <a:cubicBezTo>
                  <a:pt x="1420808" y="136772"/>
                  <a:pt x="1409696" y="132456"/>
                  <a:pt x="1401486" y="123825"/>
                </a:cubicBezTo>
                <a:cubicBezTo>
                  <a:pt x="1393276" y="115194"/>
                  <a:pt x="1389171" y="103090"/>
                  <a:pt x="1389171" y="87512"/>
                </a:cubicBezTo>
                <a:cubicBezTo>
                  <a:pt x="1389171" y="71393"/>
                  <a:pt x="1393321" y="58883"/>
                  <a:pt x="1401621" y="49981"/>
                </a:cubicBezTo>
                <a:cubicBezTo>
                  <a:pt x="1409921" y="41080"/>
                  <a:pt x="1420687" y="36629"/>
                  <a:pt x="1433919" y="36629"/>
                </a:cubicBezTo>
                <a:cubicBezTo>
                  <a:pt x="1446730" y="36629"/>
                  <a:pt x="1457196" y="40983"/>
                  <a:pt x="1465316" y="49691"/>
                </a:cubicBezTo>
                <a:cubicBezTo>
                  <a:pt x="1473435" y="58397"/>
                  <a:pt x="1477495" y="70646"/>
                  <a:pt x="1477495" y="86438"/>
                </a:cubicBezTo>
                <a:cubicBezTo>
                  <a:pt x="1477495" y="87399"/>
                  <a:pt x="1477465" y="88839"/>
                  <a:pt x="1477405" y="90760"/>
                </a:cubicBezTo>
                <a:lnTo>
                  <a:pt x="1405952" y="90760"/>
                </a:lnTo>
                <a:cubicBezTo>
                  <a:pt x="1406553" y="101256"/>
                  <a:pt x="1409530" y="109293"/>
                  <a:pt x="1414883" y="114871"/>
                </a:cubicBezTo>
                <a:cubicBezTo>
                  <a:pt x="1420236" y="120450"/>
                  <a:pt x="1426912" y="123239"/>
                  <a:pt x="1434912" y="123239"/>
                </a:cubicBezTo>
                <a:cubicBezTo>
                  <a:pt x="1440866" y="123239"/>
                  <a:pt x="1445949" y="121690"/>
                  <a:pt x="1450159" y="118593"/>
                </a:cubicBezTo>
                <a:cubicBezTo>
                  <a:pt x="1454369" y="115493"/>
                  <a:pt x="1457707" y="110546"/>
                  <a:pt x="1460173" y="103752"/>
                </a:cubicBezTo>
                <a:moveTo>
                  <a:pt x="1406854" y="77227"/>
                </a:moveTo>
                <a:lnTo>
                  <a:pt x="1460354" y="77227"/>
                </a:lnTo>
                <a:cubicBezTo>
                  <a:pt x="1459632" y="69299"/>
                  <a:pt x="1457587" y="63353"/>
                  <a:pt x="1454219" y="59389"/>
                </a:cubicBezTo>
                <a:cubicBezTo>
                  <a:pt x="1449046" y="53238"/>
                  <a:pt x="1442340" y="50162"/>
                  <a:pt x="1434100" y="50162"/>
                </a:cubicBezTo>
                <a:cubicBezTo>
                  <a:pt x="1426642" y="50162"/>
                  <a:pt x="1420372" y="52617"/>
                  <a:pt x="1415289" y="57529"/>
                </a:cubicBezTo>
                <a:cubicBezTo>
                  <a:pt x="1410207" y="62438"/>
                  <a:pt x="1407395" y="69004"/>
                  <a:pt x="1406854" y="77227"/>
                </a:cubicBezTo>
                <a:close/>
                <a:moveTo>
                  <a:pt x="1550756" y="134607"/>
                </a:moveTo>
                <a:lnTo>
                  <a:pt x="1550756" y="2346"/>
                </a:lnTo>
                <a:lnTo>
                  <a:pt x="1600647" y="2346"/>
                </a:lnTo>
                <a:cubicBezTo>
                  <a:pt x="1609428" y="2346"/>
                  <a:pt x="1616134" y="2766"/>
                  <a:pt x="1620766" y="3606"/>
                </a:cubicBezTo>
                <a:cubicBezTo>
                  <a:pt x="1627261" y="4689"/>
                  <a:pt x="1632704" y="6747"/>
                  <a:pt x="1637095" y="9780"/>
                </a:cubicBezTo>
                <a:cubicBezTo>
                  <a:pt x="1641486" y="12814"/>
                  <a:pt x="1645019" y="17065"/>
                  <a:pt x="1647696" y="22532"/>
                </a:cubicBezTo>
                <a:cubicBezTo>
                  <a:pt x="1650372" y="27998"/>
                  <a:pt x="1651711" y="34005"/>
                  <a:pt x="1651711" y="40553"/>
                </a:cubicBezTo>
                <a:cubicBezTo>
                  <a:pt x="1651711" y="51789"/>
                  <a:pt x="1648132" y="61297"/>
                  <a:pt x="1640975" y="69077"/>
                </a:cubicBezTo>
                <a:cubicBezTo>
                  <a:pt x="1633817" y="76856"/>
                  <a:pt x="1620886" y="80746"/>
                  <a:pt x="1602180" y="80746"/>
                </a:cubicBezTo>
                <a:lnTo>
                  <a:pt x="1568258" y="80746"/>
                </a:lnTo>
                <a:lnTo>
                  <a:pt x="1568258" y="134607"/>
                </a:lnTo>
                <a:lnTo>
                  <a:pt x="1550756" y="134607"/>
                </a:lnTo>
                <a:moveTo>
                  <a:pt x="1568258" y="65138"/>
                </a:moveTo>
                <a:lnTo>
                  <a:pt x="1602451" y="65138"/>
                </a:lnTo>
                <a:cubicBezTo>
                  <a:pt x="1613759" y="65138"/>
                  <a:pt x="1621788" y="63038"/>
                  <a:pt x="1626540" y="58837"/>
                </a:cubicBezTo>
                <a:cubicBezTo>
                  <a:pt x="1631291" y="54634"/>
                  <a:pt x="1633667" y="48720"/>
                  <a:pt x="1633667" y="41095"/>
                </a:cubicBezTo>
                <a:cubicBezTo>
                  <a:pt x="1633667" y="35573"/>
                  <a:pt x="1632268" y="30845"/>
                  <a:pt x="1629472" y="26913"/>
                </a:cubicBezTo>
                <a:cubicBezTo>
                  <a:pt x="1626675" y="22981"/>
                  <a:pt x="1622991" y="20385"/>
                  <a:pt x="1618420" y="19124"/>
                </a:cubicBezTo>
                <a:cubicBezTo>
                  <a:pt x="1615473" y="18344"/>
                  <a:pt x="1610029" y="17954"/>
                  <a:pt x="1602090" y="17954"/>
                </a:cubicBezTo>
                <a:lnTo>
                  <a:pt x="1568258" y="17954"/>
                </a:lnTo>
                <a:lnTo>
                  <a:pt x="1568258" y="65138"/>
                </a:lnTo>
                <a:close/>
                <a:moveTo>
                  <a:pt x="1734443" y="122777"/>
                </a:moveTo>
                <a:cubicBezTo>
                  <a:pt x="1728428" y="127893"/>
                  <a:pt x="1722639" y="131504"/>
                  <a:pt x="1717075" y="133611"/>
                </a:cubicBezTo>
                <a:cubicBezTo>
                  <a:pt x="1711512" y="135718"/>
                  <a:pt x="1705542" y="136772"/>
                  <a:pt x="1699167" y="136772"/>
                </a:cubicBezTo>
                <a:cubicBezTo>
                  <a:pt x="1688641" y="136772"/>
                  <a:pt x="1680552" y="134199"/>
                  <a:pt x="1674898" y="129052"/>
                </a:cubicBezTo>
                <a:cubicBezTo>
                  <a:pt x="1669244" y="123906"/>
                  <a:pt x="1666418" y="117331"/>
                  <a:pt x="1666418" y="109326"/>
                </a:cubicBezTo>
                <a:cubicBezTo>
                  <a:pt x="1666418" y="104632"/>
                  <a:pt x="1667485" y="100345"/>
                  <a:pt x="1669620" y="96464"/>
                </a:cubicBezTo>
                <a:cubicBezTo>
                  <a:pt x="1671756" y="92581"/>
                  <a:pt x="1674552" y="89465"/>
                  <a:pt x="1678011" y="87118"/>
                </a:cubicBezTo>
                <a:cubicBezTo>
                  <a:pt x="1681469" y="84770"/>
                  <a:pt x="1685364" y="82995"/>
                  <a:pt x="1689694" y="81792"/>
                </a:cubicBezTo>
                <a:cubicBezTo>
                  <a:pt x="1692882" y="80948"/>
                  <a:pt x="1697693" y="80135"/>
                  <a:pt x="1704129" y="79353"/>
                </a:cubicBezTo>
                <a:cubicBezTo>
                  <a:pt x="1717241" y="77801"/>
                  <a:pt x="1726894" y="75949"/>
                  <a:pt x="1733089" y="73799"/>
                </a:cubicBezTo>
                <a:cubicBezTo>
                  <a:pt x="1733149" y="71583"/>
                  <a:pt x="1733180" y="70175"/>
                  <a:pt x="1733180" y="69576"/>
                </a:cubicBezTo>
                <a:cubicBezTo>
                  <a:pt x="1733180" y="62984"/>
                  <a:pt x="1731646" y="58341"/>
                  <a:pt x="1728578" y="55645"/>
                </a:cubicBezTo>
                <a:cubicBezTo>
                  <a:pt x="1724428" y="51990"/>
                  <a:pt x="1718263" y="50162"/>
                  <a:pt x="1710084" y="50162"/>
                </a:cubicBezTo>
                <a:cubicBezTo>
                  <a:pt x="1702445" y="50162"/>
                  <a:pt x="1696806" y="51500"/>
                  <a:pt x="1693167" y="54176"/>
                </a:cubicBezTo>
                <a:cubicBezTo>
                  <a:pt x="1689529" y="56853"/>
                  <a:pt x="1686837" y="61589"/>
                  <a:pt x="1685093" y="68386"/>
                </a:cubicBezTo>
                <a:lnTo>
                  <a:pt x="1669214" y="66221"/>
                </a:lnTo>
                <a:cubicBezTo>
                  <a:pt x="1670658" y="59403"/>
                  <a:pt x="1673034" y="53898"/>
                  <a:pt x="1676342" y="49705"/>
                </a:cubicBezTo>
                <a:cubicBezTo>
                  <a:pt x="1679650" y="45512"/>
                  <a:pt x="1684431" y="42284"/>
                  <a:pt x="1690686" y="40023"/>
                </a:cubicBezTo>
                <a:cubicBezTo>
                  <a:pt x="1696942" y="37760"/>
                  <a:pt x="1704189" y="36629"/>
                  <a:pt x="1712429" y="36629"/>
                </a:cubicBezTo>
                <a:cubicBezTo>
                  <a:pt x="1720609" y="36629"/>
                  <a:pt x="1727255" y="37591"/>
                  <a:pt x="1732368" y="39516"/>
                </a:cubicBezTo>
                <a:cubicBezTo>
                  <a:pt x="1737480" y="41441"/>
                  <a:pt x="1741239" y="43861"/>
                  <a:pt x="1743645" y="46778"/>
                </a:cubicBezTo>
                <a:cubicBezTo>
                  <a:pt x="1746051" y="49696"/>
                  <a:pt x="1747735" y="53379"/>
                  <a:pt x="1748697" y="57830"/>
                </a:cubicBezTo>
                <a:cubicBezTo>
                  <a:pt x="1749238" y="60597"/>
                  <a:pt x="1749509" y="65589"/>
                  <a:pt x="1749509" y="72807"/>
                </a:cubicBezTo>
                <a:lnTo>
                  <a:pt x="1749509" y="94459"/>
                </a:lnTo>
                <a:cubicBezTo>
                  <a:pt x="1749509" y="109556"/>
                  <a:pt x="1749855" y="119104"/>
                  <a:pt x="1750547" y="123104"/>
                </a:cubicBezTo>
                <a:cubicBezTo>
                  <a:pt x="1751238" y="127103"/>
                  <a:pt x="1752607" y="130938"/>
                  <a:pt x="1754652" y="134607"/>
                </a:cubicBezTo>
                <a:lnTo>
                  <a:pt x="1737690" y="134607"/>
                </a:lnTo>
                <a:cubicBezTo>
                  <a:pt x="1736006" y="131235"/>
                  <a:pt x="1734924" y="127291"/>
                  <a:pt x="1734443" y="122777"/>
                </a:cubicBezTo>
                <a:moveTo>
                  <a:pt x="1733089" y="86430"/>
                </a:moveTo>
                <a:cubicBezTo>
                  <a:pt x="1727195" y="88856"/>
                  <a:pt x="1718354" y="90918"/>
                  <a:pt x="1706565" y="92615"/>
                </a:cubicBezTo>
                <a:cubicBezTo>
                  <a:pt x="1699889" y="93581"/>
                  <a:pt x="1695167" y="94669"/>
                  <a:pt x="1692401" y="95877"/>
                </a:cubicBezTo>
                <a:cubicBezTo>
                  <a:pt x="1689634" y="97084"/>
                  <a:pt x="1687499" y="98851"/>
                  <a:pt x="1685995" y="101178"/>
                </a:cubicBezTo>
                <a:cubicBezTo>
                  <a:pt x="1684491" y="103503"/>
                  <a:pt x="1683740" y="106084"/>
                  <a:pt x="1683740" y="108922"/>
                </a:cubicBezTo>
                <a:cubicBezTo>
                  <a:pt x="1683740" y="113270"/>
                  <a:pt x="1685379" y="116894"/>
                  <a:pt x="1688657" y="119794"/>
                </a:cubicBezTo>
                <a:cubicBezTo>
                  <a:pt x="1691934" y="122692"/>
                  <a:pt x="1696731" y="124141"/>
                  <a:pt x="1703046" y="124141"/>
                </a:cubicBezTo>
                <a:cubicBezTo>
                  <a:pt x="1709302" y="124141"/>
                  <a:pt x="1714865" y="122766"/>
                  <a:pt x="1719737" y="120016"/>
                </a:cubicBezTo>
                <a:cubicBezTo>
                  <a:pt x="1724609" y="117267"/>
                  <a:pt x="1728187" y="113505"/>
                  <a:pt x="1730473" y="108731"/>
                </a:cubicBezTo>
                <a:cubicBezTo>
                  <a:pt x="1732217" y="105043"/>
                  <a:pt x="1733089" y="99604"/>
                  <a:pt x="1733089" y="92412"/>
                </a:cubicBezTo>
                <a:lnTo>
                  <a:pt x="1733089" y="86430"/>
                </a:lnTo>
                <a:close/>
                <a:moveTo>
                  <a:pt x="1837174" y="99421"/>
                </a:moveTo>
                <a:lnTo>
                  <a:pt x="1853142" y="101496"/>
                </a:lnTo>
                <a:cubicBezTo>
                  <a:pt x="1851398" y="112531"/>
                  <a:pt x="1846932" y="121170"/>
                  <a:pt x="1839745" y="127412"/>
                </a:cubicBezTo>
                <a:cubicBezTo>
                  <a:pt x="1832558" y="133652"/>
                  <a:pt x="1823731" y="136772"/>
                  <a:pt x="1813266" y="136772"/>
                </a:cubicBezTo>
                <a:cubicBezTo>
                  <a:pt x="1800154" y="136772"/>
                  <a:pt x="1789613" y="132486"/>
                  <a:pt x="1781644" y="123916"/>
                </a:cubicBezTo>
                <a:cubicBezTo>
                  <a:pt x="1773675" y="115345"/>
                  <a:pt x="1769690" y="103060"/>
                  <a:pt x="1769690" y="87061"/>
                </a:cubicBezTo>
                <a:cubicBezTo>
                  <a:pt x="1769690" y="76716"/>
                  <a:pt x="1771404" y="67664"/>
                  <a:pt x="1774832" y="59905"/>
                </a:cubicBezTo>
                <a:cubicBezTo>
                  <a:pt x="1778261" y="52146"/>
                  <a:pt x="1783478" y="46327"/>
                  <a:pt x="1790485" y="42448"/>
                </a:cubicBezTo>
                <a:cubicBezTo>
                  <a:pt x="1797492" y="38569"/>
                  <a:pt x="1805116" y="36629"/>
                  <a:pt x="1813356" y="36629"/>
                </a:cubicBezTo>
                <a:cubicBezTo>
                  <a:pt x="1823761" y="36629"/>
                  <a:pt x="1832272" y="39269"/>
                  <a:pt x="1838888" y="44548"/>
                </a:cubicBezTo>
                <a:cubicBezTo>
                  <a:pt x="1845504" y="49826"/>
                  <a:pt x="1849744" y="57321"/>
                  <a:pt x="1851609" y="67033"/>
                </a:cubicBezTo>
                <a:lnTo>
                  <a:pt x="1835820" y="69469"/>
                </a:lnTo>
                <a:cubicBezTo>
                  <a:pt x="1834317" y="63063"/>
                  <a:pt x="1831655" y="58244"/>
                  <a:pt x="1827836" y="55011"/>
                </a:cubicBezTo>
                <a:cubicBezTo>
                  <a:pt x="1824017" y="51778"/>
                  <a:pt x="1819401" y="50162"/>
                  <a:pt x="1813987" y="50162"/>
                </a:cubicBezTo>
                <a:cubicBezTo>
                  <a:pt x="1805808" y="50162"/>
                  <a:pt x="1799162" y="53080"/>
                  <a:pt x="1794049" y="58916"/>
                </a:cubicBezTo>
                <a:cubicBezTo>
                  <a:pt x="1788937" y="64750"/>
                  <a:pt x="1786380" y="73981"/>
                  <a:pt x="1786380" y="86610"/>
                </a:cubicBezTo>
                <a:cubicBezTo>
                  <a:pt x="1786380" y="99419"/>
                  <a:pt x="1788846" y="108727"/>
                  <a:pt x="1793778" y="114533"/>
                </a:cubicBezTo>
                <a:cubicBezTo>
                  <a:pt x="1798710" y="120337"/>
                  <a:pt x="1805146" y="123239"/>
                  <a:pt x="1813085" y="123239"/>
                </a:cubicBezTo>
                <a:cubicBezTo>
                  <a:pt x="1819461" y="123239"/>
                  <a:pt x="1824784" y="121292"/>
                  <a:pt x="1829054" y="117397"/>
                </a:cubicBezTo>
                <a:cubicBezTo>
                  <a:pt x="1833324" y="113503"/>
                  <a:pt x="1836031" y="107511"/>
                  <a:pt x="1837174" y="99421"/>
                </a:cubicBezTo>
                <a:close/>
                <a:moveTo>
                  <a:pt x="1867126" y="134607"/>
                </a:moveTo>
                <a:lnTo>
                  <a:pt x="1867126" y="2346"/>
                </a:lnTo>
                <a:lnTo>
                  <a:pt x="1883366" y="2346"/>
                </a:lnTo>
                <a:lnTo>
                  <a:pt x="1883366" y="77769"/>
                </a:lnTo>
                <a:lnTo>
                  <a:pt x="1921799" y="38794"/>
                </a:lnTo>
                <a:lnTo>
                  <a:pt x="1942820" y="38794"/>
                </a:lnTo>
                <a:lnTo>
                  <a:pt x="1906191" y="74340"/>
                </a:lnTo>
                <a:lnTo>
                  <a:pt x="1946519" y="134607"/>
                </a:lnTo>
                <a:lnTo>
                  <a:pt x="1926490" y="134607"/>
                </a:lnTo>
                <a:lnTo>
                  <a:pt x="1894824" y="85618"/>
                </a:lnTo>
                <a:lnTo>
                  <a:pt x="1883366" y="96624"/>
                </a:lnTo>
                <a:lnTo>
                  <a:pt x="1883366" y="134607"/>
                </a:lnTo>
                <a:lnTo>
                  <a:pt x="1867126" y="134607"/>
                </a:lnTo>
                <a:close/>
                <a:moveTo>
                  <a:pt x="2021942" y="122777"/>
                </a:moveTo>
                <a:cubicBezTo>
                  <a:pt x="2015927" y="127893"/>
                  <a:pt x="2010138" y="131504"/>
                  <a:pt x="2004575" y="133611"/>
                </a:cubicBezTo>
                <a:cubicBezTo>
                  <a:pt x="1999011" y="135718"/>
                  <a:pt x="1993042" y="136772"/>
                  <a:pt x="1986666" y="136772"/>
                </a:cubicBezTo>
                <a:cubicBezTo>
                  <a:pt x="1976141" y="136772"/>
                  <a:pt x="1968051" y="134199"/>
                  <a:pt x="1962398" y="129052"/>
                </a:cubicBezTo>
                <a:cubicBezTo>
                  <a:pt x="1956744" y="123906"/>
                  <a:pt x="1953917" y="117331"/>
                  <a:pt x="1953917" y="109326"/>
                </a:cubicBezTo>
                <a:cubicBezTo>
                  <a:pt x="1953917" y="104632"/>
                  <a:pt x="1954985" y="100345"/>
                  <a:pt x="1957120" y="96464"/>
                </a:cubicBezTo>
                <a:cubicBezTo>
                  <a:pt x="1959255" y="92581"/>
                  <a:pt x="1962052" y="89465"/>
                  <a:pt x="1965510" y="87118"/>
                </a:cubicBezTo>
                <a:cubicBezTo>
                  <a:pt x="1968968" y="84770"/>
                  <a:pt x="1972863" y="82995"/>
                  <a:pt x="1977193" y="81792"/>
                </a:cubicBezTo>
                <a:cubicBezTo>
                  <a:pt x="1980381" y="80948"/>
                  <a:pt x="1985193" y="80135"/>
                  <a:pt x="1991628" y="79353"/>
                </a:cubicBezTo>
                <a:cubicBezTo>
                  <a:pt x="2004740" y="77801"/>
                  <a:pt x="2014394" y="75949"/>
                  <a:pt x="2020589" y="73799"/>
                </a:cubicBezTo>
                <a:cubicBezTo>
                  <a:pt x="2020649" y="71583"/>
                  <a:pt x="2020679" y="70175"/>
                  <a:pt x="2020679" y="69576"/>
                </a:cubicBezTo>
                <a:cubicBezTo>
                  <a:pt x="2020679" y="62984"/>
                  <a:pt x="2019145" y="58341"/>
                  <a:pt x="2016078" y="55645"/>
                </a:cubicBezTo>
                <a:cubicBezTo>
                  <a:pt x="2011928" y="51990"/>
                  <a:pt x="2005763" y="50162"/>
                  <a:pt x="1997583" y="50162"/>
                </a:cubicBezTo>
                <a:cubicBezTo>
                  <a:pt x="1989944" y="50162"/>
                  <a:pt x="1984306" y="51500"/>
                  <a:pt x="1980667" y="54176"/>
                </a:cubicBezTo>
                <a:cubicBezTo>
                  <a:pt x="1977028" y="56853"/>
                  <a:pt x="1974336" y="61589"/>
                  <a:pt x="1972592" y="68386"/>
                </a:cubicBezTo>
                <a:lnTo>
                  <a:pt x="1956714" y="66221"/>
                </a:lnTo>
                <a:cubicBezTo>
                  <a:pt x="1958157" y="59403"/>
                  <a:pt x="1960533" y="53898"/>
                  <a:pt x="1963841" y="49705"/>
                </a:cubicBezTo>
                <a:cubicBezTo>
                  <a:pt x="1967149" y="45512"/>
                  <a:pt x="1971931" y="42284"/>
                  <a:pt x="1978186" y="40023"/>
                </a:cubicBezTo>
                <a:cubicBezTo>
                  <a:pt x="1984441" y="37760"/>
                  <a:pt x="1991689" y="36629"/>
                  <a:pt x="1999929" y="36629"/>
                </a:cubicBezTo>
                <a:cubicBezTo>
                  <a:pt x="2008108" y="36629"/>
                  <a:pt x="2014755" y="37591"/>
                  <a:pt x="2019867" y="39516"/>
                </a:cubicBezTo>
                <a:cubicBezTo>
                  <a:pt x="2024979" y="41441"/>
                  <a:pt x="2028738" y="43861"/>
                  <a:pt x="2031144" y="46778"/>
                </a:cubicBezTo>
                <a:cubicBezTo>
                  <a:pt x="2033550" y="49696"/>
                  <a:pt x="2035234" y="53379"/>
                  <a:pt x="2036197" y="57830"/>
                </a:cubicBezTo>
                <a:cubicBezTo>
                  <a:pt x="2036738" y="60597"/>
                  <a:pt x="2037009" y="65589"/>
                  <a:pt x="2037009" y="72807"/>
                </a:cubicBezTo>
                <a:lnTo>
                  <a:pt x="2037009" y="94459"/>
                </a:lnTo>
                <a:cubicBezTo>
                  <a:pt x="2037009" y="109556"/>
                  <a:pt x="2037354" y="119104"/>
                  <a:pt x="2038046" y="123104"/>
                </a:cubicBezTo>
                <a:cubicBezTo>
                  <a:pt x="2038738" y="127103"/>
                  <a:pt x="2040106" y="130938"/>
                  <a:pt x="2042151" y="134607"/>
                </a:cubicBezTo>
                <a:lnTo>
                  <a:pt x="2025190" y="134607"/>
                </a:lnTo>
                <a:cubicBezTo>
                  <a:pt x="2023506" y="131235"/>
                  <a:pt x="2022423" y="127291"/>
                  <a:pt x="2021942" y="122777"/>
                </a:cubicBezTo>
                <a:moveTo>
                  <a:pt x="2020589" y="86430"/>
                </a:moveTo>
                <a:cubicBezTo>
                  <a:pt x="2014694" y="88856"/>
                  <a:pt x="2005853" y="90918"/>
                  <a:pt x="1994064" y="92615"/>
                </a:cubicBezTo>
                <a:cubicBezTo>
                  <a:pt x="1987388" y="93581"/>
                  <a:pt x="1982667" y="94669"/>
                  <a:pt x="1979900" y="95877"/>
                </a:cubicBezTo>
                <a:cubicBezTo>
                  <a:pt x="1977133" y="97084"/>
                  <a:pt x="1974998" y="98851"/>
                  <a:pt x="1973494" y="101178"/>
                </a:cubicBezTo>
                <a:cubicBezTo>
                  <a:pt x="1971991" y="103503"/>
                  <a:pt x="1971239" y="106084"/>
                  <a:pt x="1971239" y="108922"/>
                </a:cubicBezTo>
                <a:cubicBezTo>
                  <a:pt x="1971239" y="113270"/>
                  <a:pt x="1972878" y="116894"/>
                  <a:pt x="1976156" y="119794"/>
                </a:cubicBezTo>
                <a:cubicBezTo>
                  <a:pt x="1979434" y="122692"/>
                  <a:pt x="1984230" y="124141"/>
                  <a:pt x="1990546" y="124141"/>
                </a:cubicBezTo>
                <a:cubicBezTo>
                  <a:pt x="1996801" y="124141"/>
                  <a:pt x="2002364" y="122766"/>
                  <a:pt x="2007236" y="120016"/>
                </a:cubicBezTo>
                <a:cubicBezTo>
                  <a:pt x="2012108" y="117267"/>
                  <a:pt x="2015687" y="113505"/>
                  <a:pt x="2017972" y="108731"/>
                </a:cubicBezTo>
                <a:cubicBezTo>
                  <a:pt x="2019717" y="105043"/>
                  <a:pt x="2020589" y="99604"/>
                  <a:pt x="2020589" y="92412"/>
                </a:cubicBezTo>
                <a:lnTo>
                  <a:pt x="2020589" y="86430"/>
                </a:lnTo>
                <a:close/>
                <a:moveTo>
                  <a:pt x="2059174" y="142546"/>
                </a:moveTo>
                <a:lnTo>
                  <a:pt x="2074962" y="144891"/>
                </a:lnTo>
                <a:cubicBezTo>
                  <a:pt x="2075624" y="149763"/>
                  <a:pt x="2077459" y="153312"/>
                  <a:pt x="2080466" y="155537"/>
                </a:cubicBezTo>
                <a:cubicBezTo>
                  <a:pt x="2084496" y="158545"/>
                  <a:pt x="2089999" y="160048"/>
                  <a:pt x="2096976" y="160048"/>
                </a:cubicBezTo>
                <a:cubicBezTo>
                  <a:pt x="2104494" y="160048"/>
                  <a:pt x="2110298" y="158541"/>
                  <a:pt x="2114388" y="155526"/>
                </a:cubicBezTo>
                <a:cubicBezTo>
                  <a:pt x="2118478" y="152513"/>
                  <a:pt x="2121245" y="148293"/>
                  <a:pt x="2122688" y="142867"/>
                </a:cubicBezTo>
                <a:cubicBezTo>
                  <a:pt x="2123530" y="139554"/>
                  <a:pt x="2123921" y="132592"/>
                  <a:pt x="2123861" y="121982"/>
                </a:cubicBezTo>
                <a:cubicBezTo>
                  <a:pt x="2116764" y="130398"/>
                  <a:pt x="2107922" y="134607"/>
                  <a:pt x="2097337" y="134607"/>
                </a:cubicBezTo>
                <a:cubicBezTo>
                  <a:pt x="2084165" y="134607"/>
                  <a:pt x="2073970" y="129855"/>
                  <a:pt x="2066753" y="120352"/>
                </a:cubicBezTo>
                <a:cubicBezTo>
                  <a:pt x="2059535" y="110849"/>
                  <a:pt x="2055926" y="99451"/>
                  <a:pt x="2055926" y="86159"/>
                </a:cubicBezTo>
                <a:cubicBezTo>
                  <a:pt x="2055926" y="77017"/>
                  <a:pt x="2057580" y="68581"/>
                  <a:pt x="2060888" y="60853"/>
                </a:cubicBezTo>
                <a:cubicBezTo>
                  <a:pt x="2064196" y="53124"/>
                  <a:pt x="2068993" y="47154"/>
                  <a:pt x="2075278" y="42944"/>
                </a:cubicBezTo>
                <a:cubicBezTo>
                  <a:pt x="2081563" y="38734"/>
                  <a:pt x="2088946" y="36629"/>
                  <a:pt x="2097427" y="36629"/>
                </a:cubicBezTo>
                <a:cubicBezTo>
                  <a:pt x="2108734" y="36629"/>
                  <a:pt x="2118057" y="41230"/>
                  <a:pt x="2125395" y="50432"/>
                </a:cubicBezTo>
                <a:lnTo>
                  <a:pt x="2125395" y="38794"/>
                </a:lnTo>
                <a:lnTo>
                  <a:pt x="2140371" y="38794"/>
                </a:lnTo>
                <a:lnTo>
                  <a:pt x="2140371" y="121671"/>
                </a:lnTo>
                <a:cubicBezTo>
                  <a:pt x="2140371" y="136597"/>
                  <a:pt x="2138852" y="147174"/>
                  <a:pt x="2135815" y="153403"/>
                </a:cubicBezTo>
                <a:cubicBezTo>
                  <a:pt x="2132778" y="159632"/>
                  <a:pt x="2127966" y="164552"/>
                  <a:pt x="2121380" y="168162"/>
                </a:cubicBezTo>
                <a:cubicBezTo>
                  <a:pt x="2114794" y="171775"/>
                  <a:pt x="2106689" y="173581"/>
                  <a:pt x="2097066" y="173581"/>
                </a:cubicBezTo>
                <a:cubicBezTo>
                  <a:pt x="2085638" y="173581"/>
                  <a:pt x="2076406" y="171002"/>
                  <a:pt x="2069369" y="165845"/>
                </a:cubicBezTo>
                <a:cubicBezTo>
                  <a:pt x="2062332" y="160687"/>
                  <a:pt x="2058934" y="152921"/>
                  <a:pt x="2059174" y="142546"/>
                </a:cubicBezTo>
                <a:moveTo>
                  <a:pt x="2072617" y="84989"/>
                </a:moveTo>
                <a:cubicBezTo>
                  <a:pt x="2072617" y="97528"/>
                  <a:pt x="2075113" y="106676"/>
                  <a:pt x="2080105" y="112435"/>
                </a:cubicBezTo>
                <a:cubicBezTo>
                  <a:pt x="2085097" y="118194"/>
                  <a:pt x="2091352" y="121074"/>
                  <a:pt x="2098870" y="121074"/>
                </a:cubicBezTo>
                <a:cubicBezTo>
                  <a:pt x="2106329" y="121074"/>
                  <a:pt x="2112584" y="118209"/>
                  <a:pt x="2117636" y="112480"/>
                </a:cubicBezTo>
                <a:cubicBezTo>
                  <a:pt x="2122688" y="106751"/>
                  <a:pt x="2125214" y="97767"/>
                  <a:pt x="2125214" y="85527"/>
                </a:cubicBezTo>
                <a:cubicBezTo>
                  <a:pt x="2125214" y="73829"/>
                  <a:pt x="2122613" y="65010"/>
                  <a:pt x="2117410" y="59071"/>
                </a:cubicBezTo>
                <a:cubicBezTo>
                  <a:pt x="2112208" y="53131"/>
                  <a:pt x="2105938" y="50162"/>
                  <a:pt x="2098600" y="50162"/>
                </a:cubicBezTo>
                <a:cubicBezTo>
                  <a:pt x="2091382" y="50162"/>
                  <a:pt x="2085247" y="53086"/>
                  <a:pt x="2080195" y="58935"/>
                </a:cubicBezTo>
                <a:cubicBezTo>
                  <a:pt x="2075143" y="64785"/>
                  <a:pt x="2072617" y="73469"/>
                  <a:pt x="2072617" y="84989"/>
                </a:cubicBezTo>
                <a:close/>
                <a:moveTo>
                  <a:pt x="2230472" y="103752"/>
                </a:moveTo>
                <a:lnTo>
                  <a:pt x="2247252" y="105827"/>
                </a:lnTo>
                <a:cubicBezTo>
                  <a:pt x="2244606" y="115631"/>
                  <a:pt x="2239704" y="123239"/>
                  <a:pt x="2232547" y="128652"/>
                </a:cubicBezTo>
                <a:cubicBezTo>
                  <a:pt x="2225389" y="134065"/>
                  <a:pt x="2216247" y="136772"/>
                  <a:pt x="2205120" y="136772"/>
                </a:cubicBezTo>
                <a:cubicBezTo>
                  <a:pt x="2191106" y="136772"/>
                  <a:pt x="2179994" y="132456"/>
                  <a:pt x="2171784" y="123825"/>
                </a:cubicBezTo>
                <a:cubicBezTo>
                  <a:pt x="2163574" y="115194"/>
                  <a:pt x="2159469" y="103090"/>
                  <a:pt x="2159469" y="87512"/>
                </a:cubicBezTo>
                <a:cubicBezTo>
                  <a:pt x="2159469" y="71393"/>
                  <a:pt x="2163619" y="58883"/>
                  <a:pt x="2171920" y="49981"/>
                </a:cubicBezTo>
                <a:cubicBezTo>
                  <a:pt x="2180220" y="41080"/>
                  <a:pt x="2190986" y="36629"/>
                  <a:pt x="2204218" y="36629"/>
                </a:cubicBezTo>
                <a:cubicBezTo>
                  <a:pt x="2217029" y="36629"/>
                  <a:pt x="2227494" y="40983"/>
                  <a:pt x="2235614" y="49691"/>
                </a:cubicBezTo>
                <a:cubicBezTo>
                  <a:pt x="2243734" y="58397"/>
                  <a:pt x="2247794" y="70646"/>
                  <a:pt x="2247794" y="86438"/>
                </a:cubicBezTo>
                <a:cubicBezTo>
                  <a:pt x="2247794" y="87399"/>
                  <a:pt x="2247764" y="88839"/>
                  <a:pt x="2247703" y="90760"/>
                </a:cubicBezTo>
                <a:lnTo>
                  <a:pt x="2176250" y="90760"/>
                </a:lnTo>
                <a:cubicBezTo>
                  <a:pt x="2176852" y="101256"/>
                  <a:pt x="2179829" y="109293"/>
                  <a:pt x="2185182" y="114871"/>
                </a:cubicBezTo>
                <a:cubicBezTo>
                  <a:pt x="2190535" y="120450"/>
                  <a:pt x="2197211" y="123239"/>
                  <a:pt x="2205210" y="123239"/>
                </a:cubicBezTo>
                <a:cubicBezTo>
                  <a:pt x="2211165" y="123239"/>
                  <a:pt x="2216247" y="121690"/>
                  <a:pt x="2220457" y="118593"/>
                </a:cubicBezTo>
                <a:cubicBezTo>
                  <a:pt x="2224668" y="115493"/>
                  <a:pt x="2228006" y="110546"/>
                  <a:pt x="2230472" y="103752"/>
                </a:cubicBezTo>
                <a:moveTo>
                  <a:pt x="2177152" y="77227"/>
                </a:moveTo>
                <a:lnTo>
                  <a:pt x="2230652" y="77227"/>
                </a:lnTo>
                <a:cubicBezTo>
                  <a:pt x="2229930" y="69299"/>
                  <a:pt x="2227885" y="63353"/>
                  <a:pt x="2224517" y="59389"/>
                </a:cubicBezTo>
                <a:cubicBezTo>
                  <a:pt x="2219345" y="53238"/>
                  <a:pt x="2212638" y="50162"/>
                  <a:pt x="2204398" y="50162"/>
                </a:cubicBezTo>
                <a:cubicBezTo>
                  <a:pt x="2196940" y="50162"/>
                  <a:pt x="2190670" y="52617"/>
                  <a:pt x="2185588" y="57529"/>
                </a:cubicBezTo>
                <a:cubicBezTo>
                  <a:pt x="2180505" y="62438"/>
                  <a:pt x="2177694" y="69004"/>
                  <a:pt x="2177152" y="77227"/>
                </a:cubicBezTo>
                <a:close/>
                <a:moveTo>
                  <a:pt x="2320874" y="134607"/>
                </a:moveTo>
                <a:lnTo>
                  <a:pt x="2320874" y="2346"/>
                </a:lnTo>
                <a:lnTo>
                  <a:pt x="2338827" y="2346"/>
                </a:lnTo>
                <a:lnTo>
                  <a:pt x="2408296" y="106188"/>
                </a:lnTo>
                <a:lnTo>
                  <a:pt x="2408296" y="2346"/>
                </a:lnTo>
                <a:lnTo>
                  <a:pt x="2425077" y="2346"/>
                </a:lnTo>
                <a:lnTo>
                  <a:pt x="2425077" y="134607"/>
                </a:lnTo>
                <a:lnTo>
                  <a:pt x="2407123" y="134607"/>
                </a:lnTo>
                <a:lnTo>
                  <a:pt x="2337655" y="30674"/>
                </a:lnTo>
                <a:lnTo>
                  <a:pt x="2337655" y="134607"/>
                </a:lnTo>
                <a:lnTo>
                  <a:pt x="2320874" y="134607"/>
                </a:lnTo>
                <a:close/>
                <a:moveTo>
                  <a:pt x="2514904" y="122777"/>
                </a:moveTo>
                <a:cubicBezTo>
                  <a:pt x="2508889" y="127893"/>
                  <a:pt x="2503100" y="131504"/>
                  <a:pt x="2497536" y="133611"/>
                </a:cubicBezTo>
                <a:cubicBezTo>
                  <a:pt x="2491973" y="135718"/>
                  <a:pt x="2486003" y="136772"/>
                  <a:pt x="2479628" y="136772"/>
                </a:cubicBezTo>
                <a:cubicBezTo>
                  <a:pt x="2469102" y="136772"/>
                  <a:pt x="2461013" y="134199"/>
                  <a:pt x="2455359" y="129052"/>
                </a:cubicBezTo>
                <a:cubicBezTo>
                  <a:pt x="2449705" y="123906"/>
                  <a:pt x="2446879" y="117331"/>
                  <a:pt x="2446879" y="109326"/>
                </a:cubicBezTo>
                <a:cubicBezTo>
                  <a:pt x="2446879" y="104632"/>
                  <a:pt x="2447946" y="100345"/>
                  <a:pt x="2450081" y="96464"/>
                </a:cubicBezTo>
                <a:cubicBezTo>
                  <a:pt x="2452216" y="92581"/>
                  <a:pt x="2455013" y="89465"/>
                  <a:pt x="2458472" y="87118"/>
                </a:cubicBezTo>
                <a:cubicBezTo>
                  <a:pt x="2461930" y="84770"/>
                  <a:pt x="2465825" y="82995"/>
                  <a:pt x="2470155" y="81792"/>
                </a:cubicBezTo>
                <a:cubicBezTo>
                  <a:pt x="2473343" y="80948"/>
                  <a:pt x="2478154" y="80135"/>
                  <a:pt x="2484590" y="79353"/>
                </a:cubicBezTo>
                <a:cubicBezTo>
                  <a:pt x="2497702" y="77801"/>
                  <a:pt x="2507355" y="75949"/>
                  <a:pt x="2513550" y="73799"/>
                </a:cubicBezTo>
                <a:cubicBezTo>
                  <a:pt x="2513610" y="71583"/>
                  <a:pt x="2513641" y="70175"/>
                  <a:pt x="2513641" y="69576"/>
                </a:cubicBezTo>
                <a:cubicBezTo>
                  <a:pt x="2513641" y="62984"/>
                  <a:pt x="2512107" y="58341"/>
                  <a:pt x="2509039" y="55645"/>
                </a:cubicBezTo>
                <a:cubicBezTo>
                  <a:pt x="2504889" y="51990"/>
                  <a:pt x="2498724" y="50162"/>
                  <a:pt x="2490544" y="50162"/>
                </a:cubicBezTo>
                <a:cubicBezTo>
                  <a:pt x="2482906" y="50162"/>
                  <a:pt x="2477267" y="51500"/>
                  <a:pt x="2473628" y="54176"/>
                </a:cubicBezTo>
                <a:cubicBezTo>
                  <a:pt x="2469990" y="56853"/>
                  <a:pt x="2467298" y="61589"/>
                  <a:pt x="2465554" y="68386"/>
                </a:cubicBezTo>
                <a:lnTo>
                  <a:pt x="2449675" y="66221"/>
                </a:lnTo>
                <a:cubicBezTo>
                  <a:pt x="2451119" y="59403"/>
                  <a:pt x="2453495" y="53898"/>
                  <a:pt x="2456803" y="49705"/>
                </a:cubicBezTo>
                <a:cubicBezTo>
                  <a:pt x="2460111" y="45512"/>
                  <a:pt x="2464892" y="42284"/>
                  <a:pt x="2471147" y="40023"/>
                </a:cubicBezTo>
                <a:cubicBezTo>
                  <a:pt x="2477403" y="37760"/>
                  <a:pt x="2484650" y="36629"/>
                  <a:pt x="2492890" y="36629"/>
                </a:cubicBezTo>
                <a:cubicBezTo>
                  <a:pt x="2501070" y="36629"/>
                  <a:pt x="2507716" y="37591"/>
                  <a:pt x="2512829" y="39516"/>
                </a:cubicBezTo>
                <a:cubicBezTo>
                  <a:pt x="2517941" y="41441"/>
                  <a:pt x="2521700" y="43861"/>
                  <a:pt x="2524106" y="46778"/>
                </a:cubicBezTo>
                <a:cubicBezTo>
                  <a:pt x="2526512" y="49696"/>
                  <a:pt x="2528196" y="53379"/>
                  <a:pt x="2529158" y="57830"/>
                </a:cubicBezTo>
                <a:cubicBezTo>
                  <a:pt x="2529699" y="60597"/>
                  <a:pt x="2529970" y="65589"/>
                  <a:pt x="2529970" y="72807"/>
                </a:cubicBezTo>
                <a:lnTo>
                  <a:pt x="2529970" y="94459"/>
                </a:lnTo>
                <a:cubicBezTo>
                  <a:pt x="2529970" y="109556"/>
                  <a:pt x="2530316" y="119104"/>
                  <a:pt x="2531008" y="123104"/>
                </a:cubicBezTo>
                <a:cubicBezTo>
                  <a:pt x="2531699" y="127103"/>
                  <a:pt x="2533068" y="130938"/>
                  <a:pt x="2535113" y="134607"/>
                </a:cubicBezTo>
                <a:lnTo>
                  <a:pt x="2518151" y="134607"/>
                </a:lnTo>
                <a:cubicBezTo>
                  <a:pt x="2516467" y="131235"/>
                  <a:pt x="2515385" y="127291"/>
                  <a:pt x="2514904" y="122777"/>
                </a:cubicBezTo>
                <a:moveTo>
                  <a:pt x="2513550" y="86430"/>
                </a:moveTo>
                <a:cubicBezTo>
                  <a:pt x="2507656" y="88856"/>
                  <a:pt x="2498815" y="90918"/>
                  <a:pt x="2487026" y="92615"/>
                </a:cubicBezTo>
                <a:cubicBezTo>
                  <a:pt x="2480350" y="93581"/>
                  <a:pt x="2475628" y="94669"/>
                  <a:pt x="2472862" y="95877"/>
                </a:cubicBezTo>
                <a:cubicBezTo>
                  <a:pt x="2470095" y="97084"/>
                  <a:pt x="2467960" y="98851"/>
                  <a:pt x="2466456" y="101178"/>
                </a:cubicBezTo>
                <a:cubicBezTo>
                  <a:pt x="2464952" y="103503"/>
                  <a:pt x="2464201" y="106084"/>
                  <a:pt x="2464201" y="108922"/>
                </a:cubicBezTo>
                <a:cubicBezTo>
                  <a:pt x="2464201" y="113270"/>
                  <a:pt x="2465840" y="116894"/>
                  <a:pt x="2469117" y="119794"/>
                </a:cubicBezTo>
                <a:cubicBezTo>
                  <a:pt x="2472395" y="122692"/>
                  <a:pt x="2477192" y="124141"/>
                  <a:pt x="2483507" y="124141"/>
                </a:cubicBezTo>
                <a:cubicBezTo>
                  <a:pt x="2489763" y="124141"/>
                  <a:pt x="2495326" y="122766"/>
                  <a:pt x="2500198" y="120016"/>
                </a:cubicBezTo>
                <a:cubicBezTo>
                  <a:pt x="2505070" y="117267"/>
                  <a:pt x="2508648" y="113505"/>
                  <a:pt x="2510934" y="108731"/>
                </a:cubicBezTo>
                <a:cubicBezTo>
                  <a:pt x="2512678" y="105043"/>
                  <a:pt x="2513550" y="99604"/>
                  <a:pt x="2513550" y="92412"/>
                </a:cubicBezTo>
                <a:lnTo>
                  <a:pt x="2513550" y="86430"/>
                </a:lnTo>
                <a:close/>
                <a:moveTo>
                  <a:pt x="2555113" y="134607"/>
                </a:moveTo>
                <a:lnTo>
                  <a:pt x="2555113" y="38794"/>
                </a:lnTo>
                <a:lnTo>
                  <a:pt x="2569639" y="38794"/>
                </a:lnTo>
                <a:lnTo>
                  <a:pt x="2569639" y="52146"/>
                </a:lnTo>
                <a:cubicBezTo>
                  <a:pt x="2572646" y="47481"/>
                  <a:pt x="2576646" y="43729"/>
                  <a:pt x="2581638" y="40889"/>
                </a:cubicBezTo>
                <a:cubicBezTo>
                  <a:pt x="2586630" y="38049"/>
                  <a:pt x="2592314" y="36629"/>
                  <a:pt x="2598689" y="36629"/>
                </a:cubicBezTo>
                <a:cubicBezTo>
                  <a:pt x="2605786" y="36629"/>
                  <a:pt x="2611605" y="38095"/>
                  <a:pt x="2616146" y="41027"/>
                </a:cubicBezTo>
                <a:cubicBezTo>
                  <a:pt x="2620687" y="43957"/>
                  <a:pt x="2623890" y="48055"/>
                  <a:pt x="2625755" y="53319"/>
                </a:cubicBezTo>
                <a:cubicBezTo>
                  <a:pt x="2633333" y="42192"/>
                  <a:pt x="2643197" y="36629"/>
                  <a:pt x="2655346" y="36629"/>
                </a:cubicBezTo>
                <a:cubicBezTo>
                  <a:pt x="2664850" y="36629"/>
                  <a:pt x="2672157" y="39260"/>
                  <a:pt x="2677270" y="44523"/>
                </a:cubicBezTo>
                <a:cubicBezTo>
                  <a:pt x="2682382" y="49786"/>
                  <a:pt x="2684938" y="57890"/>
                  <a:pt x="2684938" y="68837"/>
                </a:cubicBezTo>
                <a:lnTo>
                  <a:pt x="2684938" y="134607"/>
                </a:lnTo>
                <a:lnTo>
                  <a:pt x="2668789" y="134607"/>
                </a:lnTo>
                <a:lnTo>
                  <a:pt x="2668789" y="74185"/>
                </a:lnTo>
                <a:cubicBezTo>
                  <a:pt x="2668789" y="67682"/>
                  <a:pt x="2668263" y="63001"/>
                  <a:pt x="2667210" y="60142"/>
                </a:cubicBezTo>
                <a:cubicBezTo>
                  <a:pt x="2666158" y="57281"/>
                  <a:pt x="2664248" y="54978"/>
                  <a:pt x="2661481" y="53232"/>
                </a:cubicBezTo>
                <a:cubicBezTo>
                  <a:pt x="2658715" y="51486"/>
                  <a:pt x="2655467" y="50613"/>
                  <a:pt x="2651738" y="50613"/>
                </a:cubicBezTo>
                <a:cubicBezTo>
                  <a:pt x="2645001" y="50613"/>
                  <a:pt x="2639408" y="52856"/>
                  <a:pt x="2634957" y="57343"/>
                </a:cubicBezTo>
                <a:cubicBezTo>
                  <a:pt x="2630506" y="61827"/>
                  <a:pt x="2628281" y="69007"/>
                  <a:pt x="2628281" y="78882"/>
                </a:cubicBezTo>
                <a:lnTo>
                  <a:pt x="2628281" y="134607"/>
                </a:lnTo>
                <a:lnTo>
                  <a:pt x="2612041" y="134607"/>
                </a:lnTo>
                <a:lnTo>
                  <a:pt x="2612041" y="72288"/>
                </a:lnTo>
                <a:cubicBezTo>
                  <a:pt x="2612041" y="65063"/>
                  <a:pt x="2610718" y="59644"/>
                  <a:pt x="2608072" y="56032"/>
                </a:cubicBezTo>
                <a:cubicBezTo>
                  <a:pt x="2605425" y="52419"/>
                  <a:pt x="2601095" y="50613"/>
                  <a:pt x="2595080" y="50613"/>
                </a:cubicBezTo>
                <a:cubicBezTo>
                  <a:pt x="2590509" y="50613"/>
                  <a:pt x="2586284" y="51818"/>
                  <a:pt x="2582405" y="54227"/>
                </a:cubicBezTo>
                <a:cubicBezTo>
                  <a:pt x="2578525" y="56635"/>
                  <a:pt x="2575713" y="60157"/>
                  <a:pt x="2573969" y="64794"/>
                </a:cubicBezTo>
                <a:cubicBezTo>
                  <a:pt x="2572225" y="69429"/>
                  <a:pt x="2571353" y="76112"/>
                  <a:pt x="2571353" y="84842"/>
                </a:cubicBezTo>
                <a:lnTo>
                  <a:pt x="2571353" y="134607"/>
                </a:lnTo>
                <a:lnTo>
                  <a:pt x="2555113" y="134607"/>
                </a:lnTo>
                <a:close/>
                <a:moveTo>
                  <a:pt x="2774614" y="103752"/>
                </a:moveTo>
                <a:lnTo>
                  <a:pt x="2791395" y="105827"/>
                </a:lnTo>
                <a:cubicBezTo>
                  <a:pt x="2788748" y="115631"/>
                  <a:pt x="2783846" y="123239"/>
                  <a:pt x="2776689" y="128652"/>
                </a:cubicBezTo>
                <a:cubicBezTo>
                  <a:pt x="2769532" y="134065"/>
                  <a:pt x="2760389" y="136772"/>
                  <a:pt x="2749262" y="136772"/>
                </a:cubicBezTo>
                <a:cubicBezTo>
                  <a:pt x="2735248" y="136772"/>
                  <a:pt x="2724136" y="132456"/>
                  <a:pt x="2715927" y="123825"/>
                </a:cubicBezTo>
                <a:cubicBezTo>
                  <a:pt x="2707717" y="115194"/>
                  <a:pt x="2703612" y="103090"/>
                  <a:pt x="2703612" y="87512"/>
                </a:cubicBezTo>
                <a:cubicBezTo>
                  <a:pt x="2703612" y="71393"/>
                  <a:pt x="2707762" y="58883"/>
                  <a:pt x="2716062" y="49981"/>
                </a:cubicBezTo>
                <a:cubicBezTo>
                  <a:pt x="2724362" y="41080"/>
                  <a:pt x="2735128" y="36629"/>
                  <a:pt x="2748360" y="36629"/>
                </a:cubicBezTo>
                <a:cubicBezTo>
                  <a:pt x="2761171" y="36629"/>
                  <a:pt x="2771637" y="40983"/>
                  <a:pt x="2779756" y="49691"/>
                </a:cubicBezTo>
                <a:cubicBezTo>
                  <a:pt x="2787876" y="58397"/>
                  <a:pt x="2791936" y="70646"/>
                  <a:pt x="2791936" y="86438"/>
                </a:cubicBezTo>
                <a:cubicBezTo>
                  <a:pt x="2791936" y="87399"/>
                  <a:pt x="2791906" y="88839"/>
                  <a:pt x="2791846" y="90760"/>
                </a:cubicBezTo>
                <a:lnTo>
                  <a:pt x="2720392" y="90760"/>
                </a:lnTo>
                <a:cubicBezTo>
                  <a:pt x="2720994" y="101256"/>
                  <a:pt x="2723971" y="109293"/>
                  <a:pt x="2729324" y="114871"/>
                </a:cubicBezTo>
                <a:cubicBezTo>
                  <a:pt x="2734677" y="120450"/>
                  <a:pt x="2741353" y="123239"/>
                  <a:pt x="2749353" y="123239"/>
                </a:cubicBezTo>
                <a:cubicBezTo>
                  <a:pt x="2755307" y="123239"/>
                  <a:pt x="2760389" y="121690"/>
                  <a:pt x="2764600" y="118593"/>
                </a:cubicBezTo>
                <a:cubicBezTo>
                  <a:pt x="2768810" y="115493"/>
                  <a:pt x="2772148" y="110546"/>
                  <a:pt x="2774614" y="103752"/>
                </a:cubicBezTo>
                <a:moveTo>
                  <a:pt x="2721295" y="77227"/>
                </a:moveTo>
                <a:lnTo>
                  <a:pt x="2774794" y="77227"/>
                </a:lnTo>
                <a:cubicBezTo>
                  <a:pt x="2774073" y="69299"/>
                  <a:pt x="2772028" y="63353"/>
                  <a:pt x="2768659" y="59389"/>
                </a:cubicBezTo>
                <a:cubicBezTo>
                  <a:pt x="2763487" y="53238"/>
                  <a:pt x="2756781" y="50162"/>
                  <a:pt x="2748541" y="50162"/>
                </a:cubicBezTo>
                <a:cubicBezTo>
                  <a:pt x="2741083" y="50162"/>
                  <a:pt x="2734812" y="52617"/>
                  <a:pt x="2729730" y="57529"/>
                </a:cubicBezTo>
                <a:cubicBezTo>
                  <a:pt x="2724648" y="62438"/>
                  <a:pt x="2721836" y="69004"/>
                  <a:pt x="2721295" y="77227"/>
                </a:cubicBezTo>
                <a:close/>
                <a:moveTo>
                  <a:pt x="2805261" y="105917"/>
                </a:moveTo>
                <a:lnTo>
                  <a:pt x="2821320" y="103391"/>
                </a:lnTo>
                <a:cubicBezTo>
                  <a:pt x="2822222" y="109798"/>
                  <a:pt x="2824733" y="114709"/>
                  <a:pt x="2828853" y="118122"/>
                </a:cubicBezTo>
                <a:cubicBezTo>
                  <a:pt x="2832973" y="121533"/>
                  <a:pt x="2838732" y="123239"/>
                  <a:pt x="2846130" y="123239"/>
                </a:cubicBezTo>
                <a:cubicBezTo>
                  <a:pt x="2853588" y="123239"/>
                  <a:pt x="2859121" y="121732"/>
                  <a:pt x="2862730" y="118720"/>
                </a:cubicBezTo>
                <a:cubicBezTo>
                  <a:pt x="2866339" y="115705"/>
                  <a:pt x="2868143" y="112169"/>
                  <a:pt x="2868143" y="108113"/>
                </a:cubicBezTo>
                <a:cubicBezTo>
                  <a:pt x="2868143" y="104473"/>
                  <a:pt x="2866549" y="101608"/>
                  <a:pt x="2863362" y="99520"/>
                </a:cubicBezTo>
                <a:cubicBezTo>
                  <a:pt x="2861136" y="98088"/>
                  <a:pt x="2855603" y="96267"/>
                  <a:pt x="2846761" y="94059"/>
                </a:cubicBezTo>
                <a:cubicBezTo>
                  <a:pt x="2834853" y="91050"/>
                  <a:pt x="2826598" y="88446"/>
                  <a:pt x="2821996" y="86249"/>
                </a:cubicBezTo>
                <a:cubicBezTo>
                  <a:pt x="2817395" y="84052"/>
                  <a:pt x="2813907" y="81012"/>
                  <a:pt x="2811531" y="77129"/>
                </a:cubicBezTo>
                <a:cubicBezTo>
                  <a:pt x="2809155" y="73245"/>
                  <a:pt x="2807967" y="68956"/>
                  <a:pt x="2807967" y="64261"/>
                </a:cubicBezTo>
                <a:cubicBezTo>
                  <a:pt x="2807967" y="59987"/>
                  <a:pt x="2808945" y="56029"/>
                  <a:pt x="2810899" y="52386"/>
                </a:cubicBezTo>
                <a:cubicBezTo>
                  <a:pt x="2812854" y="48744"/>
                  <a:pt x="2815516" y="45718"/>
                  <a:pt x="2818884" y="43311"/>
                </a:cubicBezTo>
                <a:cubicBezTo>
                  <a:pt x="2821410" y="41444"/>
                  <a:pt x="2824853" y="39865"/>
                  <a:pt x="2829214" y="38571"/>
                </a:cubicBezTo>
                <a:cubicBezTo>
                  <a:pt x="2833574" y="37276"/>
                  <a:pt x="2838251" y="36629"/>
                  <a:pt x="2843243" y="36629"/>
                </a:cubicBezTo>
                <a:cubicBezTo>
                  <a:pt x="2850761" y="36629"/>
                  <a:pt x="2857362" y="37719"/>
                  <a:pt x="2863046" y="39899"/>
                </a:cubicBezTo>
                <a:cubicBezTo>
                  <a:pt x="2868730" y="42078"/>
                  <a:pt x="2872925" y="45030"/>
                  <a:pt x="2875631" y="48755"/>
                </a:cubicBezTo>
                <a:cubicBezTo>
                  <a:pt x="2878338" y="52478"/>
                  <a:pt x="2880203" y="57458"/>
                  <a:pt x="2881225" y="63695"/>
                </a:cubicBezTo>
                <a:lnTo>
                  <a:pt x="2865347" y="65860"/>
                </a:lnTo>
                <a:cubicBezTo>
                  <a:pt x="2864625" y="60928"/>
                  <a:pt x="2862535" y="57078"/>
                  <a:pt x="2859076" y="54312"/>
                </a:cubicBezTo>
                <a:cubicBezTo>
                  <a:pt x="2855618" y="51545"/>
                  <a:pt x="2850731" y="50162"/>
                  <a:pt x="2844416" y="50162"/>
                </a:cubicBezTo>
                <a:cubicBezTo>
                  <a:pt x="2836958" y="50162"/>
                  <a:pt x="2831635" y="51389"/>
                  <a:pt x="2828447" y="53844"/>
                </a:cubicBezTo>
                <a:cubicBezTo>
                  <a:pt x="2825259" y="56297"/>
                  <a:pt x="2823665" y="59169"/>
                  <a:pt x="2823665" y="62462"/>
                </a:cubicBezTo>
                <a:cubicBezTo>
                  <a:pt x="2823665" y="64556"/>
                  <a:pt x="2824327" y="66441"/>
                  <a:pt x="2825650" y="68118"/>
                </a:cubicBezTo>
                <a:cubicBezTo>
                  <a:pt x="2826973" y="69853"/>
                  <a:pt x="2829048" y="71289"/>
                  <a:pt x="2831875" y="72426"/>
                </a:cubicBezTo>
                <a:cubicBezTo>
                  <a:pt x="2833499" y="73026"/>
                  <a:pt x="2838281" y="74402"/>
                  <a:pt x="2846220" y="76556"/>
                </a:cubicBezTo>
                <a:cubicBezTo>
                  <a:pt x="2857708" y="79622"/>
                  <a:pt x="2865722" y="82131"/>
                  <a:pt x="2870263" y="84084"/>
                </a:cubicBezTo>
                <a:cubicBezTo>
                  <a:pt x="2874804" y="86037"/>
                  <a:pt x="2878368" y="88877"/>
                  <a:pt x="2880954" y="92604"/>
                </a:cubicBezTo>
                <a:cubicBezTo>
                  <a:pt x="2883541" y="96329"/>
                  <a:pt x="2884834" y="100956"/>
                  <a:pt x="2884834" y="106484"/>
                </a:cubicBezTo>
                <a:cubicBezTo>
                  <a:pt x="2884834" y="111893"/>
                  <a:pt x="2883255" y="116987"/>
                  <a:pt x="2880097" y="121764"/>
                </a:cubicBezTo>
                <a:cubicBezTo>
                  <a:pt x="2876940" y="126540"/>
                  <a:pt x="2872384" y="130236"/>
                  <a:pt x="2866429" y="132850"/>
                </a:cubicBezTo>
                <a:cubicBezTo>
                  <a:pt x="2860475" y="135465"/>
                  <a:pt x="2853738" y="136772"/>
                  <a:pt x="2846220" y="136772"/>
                </a:cubicBezTo>
                <a:cubicBezTo>
                  <a:pt x="2833770" y="136772"/>
                  <a:pt x="2824282" y="134178"/>
                  <a:pt x="2817756" y="128990"/>
                </a:cubicBezTo>
                <a:cubicBezTo>
                  <a:pt x="2811230" y="123803"/>
                  <a:pt x="2807065" y="116112"/>
                  <a:pt x="2805261" y="105917"/>
                </a:cubicBezTo>
                <a:close/>
                <a:moveTo>
                  <a:pt x="3019471" y="82460"/>
                </a:moveTo>
                <a:lnTo>
                  <a:pt x="3019471" y="67123"/>
                </a:lnTo>
                <a:lnTo>
                  <a:pt x="3075497" y="67033"/>
                </a:lnTo>
                <a:lnTo>
                  <a:pt x="3075497" y="116021"/>
                </a:lnTo>
                <a:cubicBezTo>
                  <a:pt x="3066896" y="122908"/>
                  <a:pt x="3058025" y="128088"/>
                  <a:pt x="3048883" y="131562"/>
                </a:cubicBezTo>
                <a:cubicBezTo>
                  <a:pt x="3039741" y="135035"/>
                  <a:pt x="3030358" y="136772"/>
                  <a:pt x="3020734" y="136772"/>
                </a:cubicBezTo>
                <a:cubicBezTo>
                  <a:pt x="3007743" y="136772"/>
                  <a:pt x="2995939" y="133990"/>
                  <a:pt x="2985324" y="128427"/>
                </a:cubicBezTo>
                <a:cubicBezTo>
                  <a:pt x="2974708" y="122863"/>
                  <a:pt x="2966693" y="114819"/>
                  <a:pt x="2961280" y="104293"/>
                </a:cubicBezTo>
                <a:cubicBezTo>
                  <a:pt x="2955867" y="93767"/>
                  <a:pt x="2953161" y="82009"/>
                  <a:pt x="2953161" y="69017"/>
                </a:cubicBezTo>
                <a:cubicBezTo>
                  <a:pt x="2953161" y="56146"/>
                  <a:pt x="2955852" y="44132"/>
                  <a:pt x="2961235" y="32975"/>
                </a:cubicBezTo>
                <a:cubicBezTo>
                  <a:pt x="2966618" y="21818"/>
                  <a:pt x="2974362" y="13533"/>
                  <a:pt x="2984466" y="8120"/>
                </a:cubicBezTo>
                <a:cubicBezTo>
                  <a:pt x="2994571" y="2707"/>
                  <a:pt x="3006209" y="0"/>
                  <a:pt x="3019381" y="0"/>
                </a:cubicBezTo>
                <a:cubicBezTo>
                  <a:pt x="3028944" y="0"/>
                  <a:pt x="3037590" y="1545"/>
                  <a:pt x="3045319" y="4635"/>
                </a:cubicBezTo>
                <a:cubicBezTo>
                  <a:pt x="3053048" y="7725"/>
                  <a:pt x="3059108" y="12031"/>
                  <a:pt x="3063498" y="17553"/>
                </a:cubicBezTo>
                <a:cubicBezTo>
                  <a:pt x="3067889" y="23073"/>
                  <a:pt x="3071227" y="30274"/>
                  <a:pt x="3073512" y="39155"/>
                </a:cubicBezTo>
                <a:lnTo>
                  <a:pt x="3057724" y="43485"/>
                </a:lnTo>
                <a:cubicBezTo>
                  <a:pt x="3055739" y="36749"/>
                  <a:pt x="3053273" y="31456"/>
                  <a:pt x="3050326" y="27607"/>
                </a:cubicBezTo>
                <a:cubicBezTo>
                  <a:pt x="3047379" y="23758"/>
                  <a:pt x="3043169" y="20675"/>
                  <a:pt x="3037696" y="18360"/>
                </a:cubicBezTo>
                <a:cubicBezTo>
                  <a:pt x="3032222" y="16044"/>
                  <a:pt x="3026148" y="14886"/>
                  <a:pt x="3019471" y="14886"/>
                </a:cubicBezTo>
                <a:cubicBezTo>
                  <a:pt x="3011472" y="14886"/>
                  <a:pt x="3004555" y="16105"/>
                  <a:pt x="2998721" y="18543"/>
                </a:cubicBezTo>
                <a:cubicBezTo>
                  <a:pt x="2992887" y="20981"/>
                  <a:pt x="2988180" y="24186"/>
                  <a:pt x="2984602" y="28160"/>
                </a:cubicBezTo>
                <a:cubicBezTo>
                  <a:pt x="2981023" y="32133"/>
                  <a:pt x="2978241" y="36497"/>
                  <a:pt x="2976257" y="41253"/>
                </a:cubicBezTo>
                <a:cubicBezTo>
                  <a:pt x="2972888" y="49440"/>
                  <a:pt x="2971204" y="58319"/>
                  <a:pt x="2971204" y="67890"/>
                </a:cubicBezTo>
                <a:cubicBezTo>
                  <a:pt x="2971204" y="79688"/>
                  <a:pt x="2973234" y="89560"/>
                  <a:pt x="2977294" y="97507"/>
                </a:cubicBezTo>
                <a:cubicBezTo>
                  <a:pt x="2981354" y="105454"/>
                  <a:pt x="2987263" y="111354"/>
                  <a:pt x="2995022" y="115207"/>
                </a:cubicBezTo>
                <a:cubicBezTo>
                  <a:pt x="3002781" y="119058"/>
                  <a:pt x="3011021" y="120983"/>
                  <a:pt x="3019742" y="120983"/>
                </a:cubicBezTo>
                <a:cubicBezTo>
                  <a:pt x="3027320" y="120983"/>
                  <a:pt x="3034718" y="119516"/>
                  <a:pt x="3041936" y="116580"/>
                </a:cubicBezTo>
                <a:cubicBezTo>
                  <a:pt x="3049153" y="113644"/>
                  <a:pt x="3054627" y="110511"/>
                  <a:pt x="3058356" y="107180"/>
                </a:cubicBezTo>
                <a:lnTo>
                  <a:pt x="3058356" y="82460"/>
                </a:lnTo>
                <a:lnTo>
                  <a:pt x="3019471" y="82460"/>
                </a:lnTo>
                <a:close/>
                <a:moveTo>
                  <a:pt x="3164845" y="103752"/>
                </a:moveTo>
                <a:lnTo>
                  <a:pt x="3181626" y="105827"/>
                </a:lnTo>
                <a:cubicBezTo>
                  <a:pt x="3178979" y="115631"/>
                  <a:pt x="3174077" y="123239"/>
                  <a:pt x="3166920" y="128652"/>
                </a:cubicBezTo>
                <a:cubicBezTo>
                  <a:pt x="3159763" y="134065"/>
                  <a:pt x="3150620" y="136772"/>
                  <a:pt x="3139493" y="136772"/>
                </a:cubicBezTo>
                <a:cubicBezTo>
                  <a:pt x="3125480" y="136772"/>
                  <a:pt x="3114368" y="132456"/>
                  <a:pt x="3106158" y="123825"/>
                </a:cubicBezTo>
                <a:cubicBezTo>
                  <a:pt x="3097948" y="115194"/>
                  <a:pt x="3093843" y="103090"/>
                  <a:pt x="3093843" y="87512"/>
                </a:cubicBezTo>
                <a:cubicBezTo>
                  <a:pt x="3093843" y="71393"/>
                  <a:pt x="3097993" y="58883"/>
                  <a:pt x="3106293" y="49981"/>
                </a:cubicBezTo>
                <a:cubicBezTo>
                  <a:pt x="3114593" y="41080"/>
                  <a:pt x="3125359" y="36629"/>
                  <a:pt x="3138591" y="36629"/>
                </a:cubicBezTo>
                <a:cubicBezTo>
                  <a:pt x="3151402" y="36629"/>
                  <a:pt x="3161868" y="40983"/>
                  <a:pt x="3169987" y="49691"/>
                </a:cubicBezTo>
                <a:cubicBezTo>
                  <a:pt x="3178107" y="58397"/>
                  <a:pt x="3182167" y="70646"/>
                  <a:pt x="3182167" y="86438"/>
                </a:cubicBezTo>
                <a:cubicBezTo>
                  <a:pt x="3182167" y="87399"/>
                  <a:pt x="3182137" y="88839"/>
                  <a:pt x="3182077" y="90760"/>
                </a:cubicBezTo>
                <a:lnTo>
                  <a:pt x="3110623" y="90760"/>
                </a:lnTo>
                <a:cubicBezTo>
                  <a:pt x="3111225" y="101256"/>
                  <a:pt x="3114202" y="109293"/>
                  <a:pt x="3119555" y="114871"/>
                </a:cubicBezTo>
                <a:cubicBezTo>
                  <a:pt x="3124908" y="120450"/>
                  <a:pt x="3131584" y="123239"/>
                  <a:pt x="3139584" y="123239"/>
                </a:cubicBezTo>
                <a:cubicBezTo>
                  <a:pt x="3145538" y="123239"/>
                  <a:pt x="3150620" y="121690"/>
                  <a:pt x="3154831" y="118593"/>
                </a:cubicBezTo>
                <a:cubicBezTo>
                  <a:pt x="3159041" y="115493"/>
                  <a:pt x="3162379" y="110546"/>
                  <a:pt x="3164845" y="103752"/>
                </a:cubicBezTo>
                <a:moveTo>
                  <a:pt x="3111526" y="77227"/>
                </a:moveTo>
                <a:lnTo>
                  <a:pt x="3165025" y="77227"/>
                </a:lnTo>
                <a:cubicBezTo>
                  <a:pt x="3164304" y="69299"/>
                  <a:pt x="3162259" y="63353"/>
                  <a:pt x="3158891" y="59389"/>
                </a:cubicBezTo>
                <a:cubicBezTo>
                  <a:pt x="3153718" y="53238"/>
                  <a:pt x="3147012" y="50162"/>
                  <a:pt x="3138772" y="50162"/>
                </a:cubicBezTo>
                <a:cubicBezTo>
                  <a:pt x="3131314" y="50162"/>
                  <a:pt x="3125043" y="52617"/>
                  <a:pt x="3119961" y="57529"/>
                </a:cubicBezTo>
                <a:cubicBezTo>
                  <a:pt x="3114879" y="62438"/>
                  <a:pt x="3112067" y="69004"/>
                  <a:pt x="3111526" y="77227"/>
                </a:cubicBezTo>
                <a:close/>
                <a:moveTo>
                  <a:pt x="3201987" y="134607"/>
                </a:moveTo>
                <a:lnTo>
                  <a:pt x="3201987" y="38794"/>
                </a:lnTo>
                <a:lnTo>
                  <a:pt x="3216602" y="38794"/>
                </a:lnTo>
                <a:lnTo>
                  <a:pt x="3216602" y="52327"/>
                </a:lnTo>
                <a:cubicBezTo>
                  <a:pt x="3223639" y="41862"/>
                  <a:pt x="3233804" y="36629"/>
                  <a:pt x="3247096" y="36629"/>
                </a:cubicBezTo>
                <a:cubicBezTo>
                  <a:pt x="3252870" y="36629"/>
                  <a:pt x="3258178" y="37666"/>
                  <a:pt x="3263020" y="39741"/>
                </a:cubicBezTo>
                <a:cubicBezTo>
                  <a:pt x="3267862" y="41816"/>
                  <a:pt x="3271485" y="44538"/>
                  <a:pt x="3273891" y="47906"/>
                </a:cubicBezTo>
                <a:cubicBezTo>
                  <a:pt x="3276297" y="51274"/>
                  <a:pt x="3277981" y="55274"/>
                  <a:pt x="3278943" y="59905"/>
                </a:cubicBezTo>
                <a:cubicBezTo>
                  <a:pt x="3279545" y="62913"/>
                  <a:pt x="3279846" y="68175"/>
                  <a:pt x="3279846" y="75694"/>
                </a:cubicBezTo>
                <a:lnTo>
                  <a:pt x="3279846" y="134607"/>
                </a:lnTo>
                <a:lnTo>
                  <a:pt x="3263606" y="134607"/>
                </a:lnTo>
                <a:lnTo>
                  <a:pt x="3263606" y="76263"/>
                </a:lnTo>
                <a:cubicBezTo>
                  <a:pt x="3263606" y="69640"/>
                  <a:pt x="3262975" y="64687"/>
                  <a:pt x="3261712" y="61405"/>
                </a:cubicBezTo>
                <a:cubicBezTo>
                  <a:pt x="3260449" y="58123"/>
                  <a:pt x="3258208" y="55504"/>
                  <a:pt x="3254990" y="53548"/>
                </a:cubicBezTo>
                <a:cubicBezTo>
                  <a:pt x="3251773" y="51591"/>
                  <a:pt x="3247998" y="50613"/>
                  <a:pt x="3243668" y="50613"/>
                </a:cubicBezTo>
                <a:cubicBezTo>
                  <a:pt x="3236751" y="50613"/>
                  <a:pt x="3230782" y="52811"/>
                  <a:pt x="3225759" y="57207"/>
                </a:cubicBezTo>
                <a:cubicBezTo>
                  <a:pt x="3220737" y="61602"/>
                  <a:pt x="3218226" y="69940"/>
                  <a:pt x="3218226" y="82223"/>
                </a:cubicBezTo>
                <a:lnTo>
                  <a:pt x="3218226" y="134607"/>
                </a:lnTo>
                <a:lnTo>
                  <a:pt x="3201987" y="134607"/>
                </a:lnTo>
                <a:close/>
                <a:moveTo>
                  <a:pt x="3370307" y="103752"/>
                </a:moveTo>
                <a:lnTo>
                  <a:pt x="3387088" y="105827"/>
                </a:lnTo>
                <a:cubicBezTo>
                  <a:pt x="3384441" y="115631"/>
                  <a:pt x="3379539" y="123239"/>
                  <a:pt x="3372382" y="128652"/>
                </a:cubicBezTo>
                <a:cubicBezTo>
                  <a:pt x="3365225" y="134065"/>
                  <a:pt x="3356082" y="136772"/>
                  <a:pt x="3344955" y="136772"/>
                </a:cubicBezTo>
                <a:cubicBezTo>
                  <a:pt x="3330941" y="136772"/>
                  <a:pt x="3319830" y="132456"/>
                  <a:pt x="3311620" y="123825"/>
                </a:cubicBezTo>
                <a:cubicBezTo>
                  <a:pt x="3303410" y="115194"/>
                  <a:pt x="3299305" y="103090"/>
                  <a:pt x="3299305" y="87512"/>
                </a:cubicBezTo>
                <a:cubicBezTo>
                  <a:pt x="3299305" y="71393"/>
                  <a:pt x="3303455" y="58883"/>
                  <a:pt x="3311755" y="49981"/>
                </a:cubicBezTo>
                <a:cubicBezTo>
                  <a:pt x="3320055" y="41080"/>
                  <a:pt x="3330821" y="36629"/>
                  <a:pt x="3344053" y="36629"/>
                </a:cubicBezTo>
                <a:cubicBezTo>
                  <a:pt x="3356864" y="36629"/>
                  <a:pt x="3367330" y="40983"/>
                  <a:pt x="3375449" y="49691"/>
                </a:cubicBezTo>
                <a:cubicBezTo>
                  <a:pt x="3383569" y="58397"/>
                  <a:pt x="3387629" y="70646"/>
                  <a:pt x="3387629" y="86438"/>
                </a:cubicBezTo>
                <a:cubicBezTo>
                  <a:pt x="3387629" y="87399"/>
                  <a:pt x="3387599" y="88839"/>
                  <a:pt x="3387539" y="90760"/>
                </a:cubicBezTo>
                <a:lnTo>
                  <a:pt x="3316085" y="90760"/>
                </a:lnTo>
                <a:cubicBezTo>
                  <a:pt x="3316687" y="101256"/>
                  <a:pt x="3319664" y="109293"/>
                  <a:pt x="3325017" y="114871"/>
                </a:cubicBezTo>
                <a:cubicBezTo>
                  <a:pt x="3330370" y="120450"/>
                  <a:pt x="3337046" y="123239"/>
                  <a:pt x="3345046" y="123239"/>
                </a:cubicBezTo>
                <a:cubicBezTo>
                  <a:pt x="3351000" y="123239"/>
                  <a:pt x="3356082" y="121690"/>
                  <a:pt x="3360293" y="118593"/>
                </a:cubicBezTo>
                <a:cubicBezTo>
                  <a:pt x="3364503" y="115493"/>
                  <a:pt x="3367841" y="110546"/>
                  <a:pt x="3370307" y="103752"/>
                </a:cubicBezTo>
                <a:moveTo>
                  <a:pt x="3316988" y="77227"/>
                </a:moveTo>
                <a:lnTo>
                  <a:pt x="3370487" y="77227"/>
                </a:lnTo>
                <a:cubicBezTo>
                  <a:pt x="3369766" y="69299"/>
                  <a:pt x="3367721" y="63353"/>
                  <a:pt x="3364353" y="59389"/>
                </a:cubicBezTo>
                <a:cubicBezTo>
                  <a:pt x="3359180" y="53238"/>
                  <a:pt x="3352474" y="50162"/>
                  <a:pt x="3344234" y="50162"/>
                </a:cubicBezTo>
                <a:cubicBezTo>
                  <a:pt x="3336776" y="50162"/>
                  <a:pt x="3330505" y="52617"/>
                  <a:pt x="3325423" y="57529"/>
                </a:cubicBezTo>
                <a:cubicBezTo>
                  <a:pt x="3320341" y="62438"/>
                  <a:pt x="3317529" y="69004"/>
                  <a:pt x="3316988" y="77227"/>
                </a:cubicBezTo>
                <a:close/>
                <a:moveTo>
                  <a:pt x="3407269" y="134607"/>
                </a:moveTo>
                <a:lnTo>
                  <a:pt x="3407269" y="38794"/>
                </a:lnTo>
                <a:lnTo>
                  <a:pt x="3421884" y="38794"/>
                </a:lnTo>
                <a:lnTo>
                  <a:pt x="3421884" y="53229"/>
                </a:lnTo>
                <a:cubicBezTo>
                  <a:pt x="3425613" y="46470"/>
                  <a:pt x="3429056" y="42014"/>
                  <a:pt x="3432214" y="39860"/>
                </a:cubicBezTo>
                <a:cubicBezTo>
                  <a:pt x="3435372" y="37706"/>
                  <a:pt x="3438845" y="36629"/>
                  <a:pt x="3442634" y="36629"/>
                </a:cubicBezTo>
                <a:cubicBezTo>
                  <a:pt x="3448108" y="36629"/>
                  <a:pt x="3453671" y="38366"/>
                  <a:pt x="3459325" y="41839"/>
                </a:cubicBezTo>
                <a:lnTo>
                  <a:pt x="3453731" y="56838"/>
                </a:lnTo>
                <a:cubicBezTo>
                  <a:pt x="3449762" y="54492"/>
                  <a:pt x="3445792" y="53319"/>
                  <a:pt x="3441822" y="53319"/>
                </a:cubicBezTo>
                <a:cubicBezTo>
                  <a:pt x="3438274" y="53319"/>
                  <a:pt x="3435086" y="54389"/>
                  <a:pt x="3432259" y="56528"/>
                </a:cubicBezTo>
                <a:cubicBezTo>
                  <a:pt x="3429432" y="58665"/>
                  <a:pt x="3427417" y="61630"/>
                  <a:pt x="3426214" y="65423"/>
                </a:cubicBezTo>
                <a:cubicBezTo>
                  <a:pt x="3424410" y="71202"/>
                  <a:pt x="3423508" y="77524"/>
                  <a:pt x="3423508" y="84388"/>
                </a:cubicBezTo>
                <a:lnTo>
                  <a:pt x="3423508" y="134607"/>
                </a:lnTo>
                <a:lnTo>
                  <a:pt x="3407269" y="134607"/>
                </a:lnTo>
                <a:close/>
                <a:moveTo>
                  <a:pt x="3531499" y="122777"/>
                </a:moveTo>
                <a:cubicBezTo>
                  <a:pt x="3525484" y="127893"/>
                  <a:pt x="3519695" y="131504"/>
                  <a:pt x="3514131" y="133611"/>
                </a:cubicBezTo>
                <a:cubicBezTo>
                  <a:pt x="3508568" y="135718"/>
                  <a:pt x="3502599" y="136772"/>
                  <a:pt x="3496223" y="136772"/>
                </a:cubicBezTo>
                <a:cubicBezTo>
                  <a:pt x="3485698" y="136772"/>
                  <a:pt x="3477608" y="134199"/>
                  <a:pt x="3471954" y="129052"/>
                </a:cubicBezTo>
                <a:cubicBezTo>
                  <a:pt x="3466300" y="123906"/>
                  <a:pt x="3463474" y="117331"/>
                  <a:pt x="3463474" y="109326"/>
                </a:cubicBezTo>
                <a:cubicBezTo>
                  <a:pt x="3463474" y="104632"/>
                  <a:pt x="3464541" y="100345"/>
                  <a:pt x="3466676" y="96464"/>
                </a:cubicBezTo>
                <a:cubicBezTo>
                  <a:pt x="3468812" y="92581"/>
                  <a:pt x="3471608" y="89465"/>
                  <a:pt x="3475067" y="87118"/>
                </a:cubicBezTo>
                <a:cubicBezTo>
                  <a:pt x="3478525" y="84770"/>
                  <a:pt x="3482420" y="82995"/>
                  <a:pt x="3486750" y="81792"/>
                </a:cubicBezTo>
                <a:cubicBezTo>
                  <a:pt x="3489938" y="80948"/>
                  <a:pt x="3494749" y="80135"/>
                  <a:pt x="3501185" y="79353"/>
                </a:cubicBezTo>
                <a:cubicBezTo>
                  <a:pt x="3514297" y="77801"/>
                  <a:pt x="3523950" y="75949"/>
                  <a:pt x="3530145" y="73799"/>
                </a:cubicBezTo>
                <a:cubicBezTo>
                  <a:pt x="3530205" y="71583"/>
                  <a:pt x="3530236" y="70175"/>
                  <a:pt x="3530236" y="69576"/>
                </a:cubicBezTo>
                <a:cubicBezTo>
                  <a:pt x="3530236" y="62984"/>
                  <a:pt x="3528702" y="58341"/>
                  <a:pt x="3525634" y="55645"/>
                </a:cubicBezTo>
                <a:cubicBezTo>
                  <a:pt x="3521484" y="51990"/>
                  <a:pt x="3515319" y="50162"/>
                  <a:pt x="3507140" y="50162"/>
                </a:cubicBezTo>
                <a:cubicBezTo>
                  <a:pt x="3499501" y="50162"/>
                  <a:pt x="3493862" y="51500"/>
                  <a:pt x="3490223" y="54176"/>
                </a:cubicBezTo>
                <a:cubicBezTo>
                  <a:pt x="3486585" y="56853"/>
                  <a:pt x="3483893" y="61589"/>
                  <a:pt x="3482149" y="68386"/>
                </a:cubicBezTo>
                <a:lnTo>
                  <a:pt x="3466270" y="66221"/>
                </a:lnTo>
                <a:cubicBezTo>
                  <a:pt x="3467714" y="59403"/>
                  <a:pt x="3470090" y="53898"/>
                  <a:pt x="3473398" y="49705"/>
                </a:cubicBezTo>
                <a:cubicBezTo>
                  <a:pt x="3476706" y="45512"/>
                  <a:pt x="3481487" y="42284"/>
                  <a:pt x="3487742" y="40023"/>
                </a:cubicBezTo>
                <a:cubicBezTo>
                  <a:pt x="3493998" y="37760"/>
                  <a:pt x="3501245" y="36629"/>
                  <a:pt x="3509485" y="36629"/>
                </a:cubicBezTo>
                <a:cubicBezTo>
                  <a:pt x="3517665" y="36629"/>
                  <a:pt x="3524311" y="37591"/>
                  <a:pt x="3529424" y="39516"/>
                </a:cubicBezTo>
                <a:cubicBezTo>
                  <a:pt x="3534536" y="41441"/>
                  <a:pt x="3538295" y="43861"/>
                  <a:pt x="3540701" y="46778"/>
                </a:cubicBezTo>
                <a:cubicBezTo>
                  <a:pt x="3543107" y="49696"/>
                  <a:pt x="3544791" y="53379"/>
                  <a:pt x="3545753" y="57830"/>
                </a:cubicBezTo>
                <a:cubicBezTo>
                  <a:pt x="3546295" y="60597"/>
                  <a:pt x="3546565" y="65589"/>
                  <a:pt x="3546565" y="72807"/>
                </a:cubicBezTo>
                <a:lnTo>
                  <a:pt x="3546565" y="94459"/>
                </a:lnTo>
                <a:cubicBezTo>
                  <a:pt x="3546565" y="109556"/>
                  <a:pt x="3546911" y="119104"/>
                  <a:pt x="3547603" y="123104"/>
                </a:cubicBezTo>
                <a:cubicBezTo>
                  <a:pt x="3548294" y="127103"/>
                  <a:pt x="3549663" y="130938"/>
                  <a:pt x="3551708" y="134607"/>
                </a:cubicBezTo>
                <a:lnTo>
                  <a:pt x="3534747" y="134607"/>
                </a:lnTo>
                <a:cubicBezTo>
                  <a:pt x="3533062" y="131235"/>
                  <a:pt x="3531980" y="127291"/>
                  <a:pt x="3531499" y="122777"/>
                </a:cubicBezTo>
                <a:moveTo>
                  <a:pt x="3530145" y="86430"/>
                </a:moveTo>
                <a:cubicBezTo>
                  <a:pt x="3524251" y="88856"/>
                  <a:pt x="3515410" y="90918"/>
                  <a:pt x="3503621" y="92615"/>
                </a:cubicBezTo>
                <a:cubicBezTo>
                  <a:pt x="3496945" y="93581"/>
                  <a:pt x="3492223" y="94669"/>
                  <a:pt x="3489457" y="95877"/>
                </a:cubicBezTo>
                <a:cubicBezTo>
                  <a:pt x="3486690" y="97084"/>
                  <a:pt x="3484555" y="98851"/>
                  <a:pt x="3483051" y="101178"/>
                </a:cubicBezTo>
                <a:cubicBezTo>
                  <a:pt x="3481547" y="103503"/>
                  <a:pt x="3480796" y="106084"/>
                  <a:pt x="3480796" y="108922"/>
                </a:cubicBezTo>
                <a:cubicBezTo>
                  <a:pt x="3480796" y="113270"/>
                  <a:pt x="3482435" y="116894"/>
                  <a:pt x="3485713" y="119794"/>
                </a:cubicBezTo>
                <a:cubicBezTo>
                  <a:pt x="3488991" y="122692"/>
                  <a:pt x="3493787" y="124141"/>
                  <a:pt x="3500102" y="124141"/>
                </a:cubicBezTo>
                <a:cubicBezTo>
                  <a:pt x="3506358" y="124141"/>
                  <a:pt x="3511921" y="122766"/>
                  <a:pt x="3516793" y="120016"/>
                </a:cubicBezTo>
                <a:cubicBezTo>
                  <a:pt x="3521665" y="117267"/>
                  <a:pt x="3525243" y="113505"/>
                  <a:pt x="3527529" y="108731"/>
                </a:cubicBezTo>
                <a:cubicBezTo>
                  <a:pt x="3529273" y="105043"/>
                  <a:pt x="3530145" y="99604"/>
                  <a:pt x="3530145" y="92412"/>
                </a:cubicBezTo>
                <a:lnTo>
                  <a:pt x="3530145" y="86430"/>
                </a:lnTo>
                <a:close/>
                <a:moveTo>
                  <a:pt x="3607164" y="120262"/>
                </a:moveTo>
                <a:lnTo>
                  <a:pt x="3609509" y="134607"/>
                </a:lnTo>
                <a:cubicBezTo>
                  <a:pt x="3604938" y="135449"/>
                  <a:pt x="3600848" y="135870"/>
                  <a:pt x="3597240" y="135870"/>
                </a:cubicBezTo>
                <a:cubicBezTo>
                  <a:pt x="3591345" y="135870"/>
                  <a:pt x="3586774" y="134937"/>
                  <a:pt x="3583526" y="133073"/>
                </a:cubicBezTo>
                <a:cubicBezTo>
                  <a:pt x="3580279" y="131208"/>
                  <a:pt x="3577993" y="128757"/>
                  <a:pt x="3576670" y="125720"/>
                </a:cubicBezTo>
                <a:cubicBezTo>
                  <a:pt x="3575347" y="122683"/>
                  <a:pt x="3574685" y="116292"/>
                  <a:pt x="3574685" y="106548"/>
                </a:cubicBezTo>
                <a:lnTo>
                  <a:pt x="3574685" y="51425"/>
                </a:lnTo>
                <a:lnTo>
                  <a:pt x="3562776" y="51425"/>
                </a:lnTo>
                <a:lnTo>
                  <a:pt x="3562776" y="38794"/>
                </a:lnTo>
                <a:lnTo>
                  <a:pt x="3574685" y="38794"/>
                </a:lnTo>
                <a:lnTo>
                  <a:pt x="3574685" y="15002"/>
                </a:lnTo>
                <a:lnTo>
                  <a:pt x="3590834" y="5233"/>
                </a:lnTo>
                <a:lnTo>
                  <a:pt x="3590834" y="38794"/>
                </a:lnTo>
                <a:lnTo>
                  <a:pt x="3607164" y="38794"/>
                </a:lnTo>
                <a:lnTo>
                  <a:pt x="3607164" y="51425"/>
                </a:lnTo>
                <a:lnTo>
                  <a:pt x="3590834" y="51425"/>
                </a:lnTo>
                <a:lnTo>
                  <a:pt x="3590834" y="107451"/>
                </a:lnTo>
                <a:cubicBezTo>
                  <a:pt x="3590834" y="112082"/>
                  <a:pt x="3591120" y="115059"/>
                  <a:pt x="3591691" y="116382"/>
                </a:cubicBezTo>
                <a:cubicBezTo>
                  <a:pt x="3592263" y="117706"/>
                  <a:pt x="3593195" y="118758"/>
                  <a:pt x="3594488" y="119540"/>
                </a:cubicBezTo>
                <a:cubicBezTo>
                  <a:pt x="3595781" y="120322"/>
                  <a:pt x="3597631" y="120713"/>
                  <a:pt x="3600037" y="120713"/>
                </a:cubicBezTo>
                <a:cubicBezTo>
                  <a:pt x="3601841" y="120713"/>
                  <a:pt x="3604217" y="120562"/>
                  <a:pt x="3607164" y="120262"/>
                </a:cubicBezTo>
                <a:close/>
                <a:moveTo>
                  <a:pt x="3688662" y="103752"/>
                </a:moveTo>
                <a:lnTo>
                  <a:pt x="3705443" y="105827"/>
                </a:lnTo>
                <a:cubicBezTo>
                  <a:pt x="3702797" y="115631"/>
                  <a:pt x="3697895" y="123239"/>
                  <a:pt x="3690738" y="128652"/>
                </a:cubicBezTo>
                <a:cubicBezTo>
                  <a:pt x="3683580" y="134065"/>
                  <a:pt x="3674438" y="136772"/>
                  <a:pt x="3663311" y="136772"/>
                </a:cubicBezTo>
                <a:cubicBezTo>
                  <a:pt x="3649297" y="136772"/>
                  <a:pt x="3638185" y="132456"/>
                  <a:pt x="3629975" y="123825"/>
                </a:cubicBezTo>
                <a:cubicBezTo>
                  <a:pt x="3621765" y="115194"/>
                  <a:pt x="3617660" y="103090"/>
                  <a:pt x="3617660" y="87512"/>
                </a:cubicBezTo>
                <a:cubicBezTo>
                  <a:pt x="3617660" y="71393"/>
                  <a:pt x="3621810" y="58883"/>
                  <a:pt x="3630110" y="49981"/>
                </a:cubicBezTo>
                <a:cubicBezTo>
                  <a:pt x="3638411" y="41080"/>
                  <a:pt x="3649177" y="36629"/>
                  <a:pt x="3662409" y="36629"/>
                </a:cubicBezTo>
                <a:cubicBezTo>
                  <a:pt x="3675220" y="36629"/>
                  <a:pt x="3685685" y="40983"/>
                  <a:pt x="3693805" y="49691"/>
                </a:cubicBezTo>
                <a:cubicBezTo>
                  <a:pt x="3701925" y="58397"/>
                  <a:pt x="3705984" y="70646"/>
                  <a:pt x="3705984" y="86438"/>
                </a:cubicBezTo>
                <a:cubicBezTo>
                  <a:pt x="3705984" y="87399"/>
                  <a:pt x="3705954" y="88839"/>
                  <a:pt x="3705894" y="90760"/>
                </a:cubicBezTo>
                <a:lnTo>
                  <a:pt x="3634441" y="90760"/>
                </a:lnTo>
                <a:cubicBezTo>
                  <a:pt x="3635042" y="101256"/>
                  <a:pt x="3638020" y="109293"/>
                  <a:pt x="3643373" y="114871"/>
                </a:cubicBezTo>
                <a:cubicBezTo>
                  <a:pt x="3648726" y="120450"/>
                  <a:pt x="3655402" y="123239"/>
                  <a:pt x="3663401" y="123239"/>
                </a:cubicBezTo>
                <a:cubicBezTo>
                  <a:pt x="3669356" y="123239"/>
                  <a:pt x="3674438" y="121690"/>
                  <a:pt x="3678648" y="118593"/>
                </a:cubicBezTo>
                <a:cubicBezTo>
                  <a:pt x="3682858" y="115493"/>
                  <a:pt x="3686196" y="110546"/>
                  <a:pt x="3688662" y="103752"/>
                </a:cubicBezTo>
                <a:moveTo>
                  <a:pt x="3635343" y="77227"/>
                </a:moveTo>
                <a:lnTo>
                  <a:pt x="3688843" y="77227"/>
                </a:lnTo>
                <a:cubicBezTo>
                  <a:pt x="3688121" y="69299"/>
                  <a:pt x="3686076" y="63353"/>
                  <a:pt x="3682708" y="59389"/>
                </a:cubicBezTo>
                <a:cubicBezTo>
                  <a:pt x="3677535" y="53238"/>
                  <a:pt x="3670829" y="50162"/>
                  <a:pt x="3662589" y="50162"/>
                </a:cubicBezTo>
                <a:cubicBezTo>
                  <a:pt x="3655131" y="50162"/>
                  <a:pt x="3648861" y="52617"/>
                  <a:pt x="3643779" y="57529"/>
                </a:cubicBezTo>
                <a:cubicBezTo>
                  <a:pt x="3638696" y="62438"/>
                  <a:pt x="3635884" y="69004"/>
                  <a:pt x="3635343" y="77227"/>
                </a:cubicBezTo>
                <a:close/>
                <a:moveTo>
                  <a:pt x="3787965" y="134607"/>
                </a:moveTo>
                <a:lnTo>
                  <a:pt x="3787965" y="122517"/>
                </a:lnTo>
                <a:cubicBezTo>
                  <a:pt x="3781890" y="132020"/>
                  <a:pt x="3772959" y="136772"/>
                  <a:pt x="3761170" y="136772"/>
                </a:cubicBezTo>
                <a:cubicBezTo>
                  <a:pt x="3753531" y="136772"/>
                  <a:pt x="3746509" y="134667"/>
                  <a:pt x="3740104" y="130456"/>
                </a:cubicBezTo>
                <a:cubicBezTo>
                  <a:pt x="3733698" y="126246"/>
                  <a:pt x="3728736" y="120367"/>
                  <a:pt x="3725218" y="112819"/>
                </a:cubicBezTo>
                <a:cubicBezTo>
                  <a:pt x="3721699" y="105270"/>
                  <a:pt x="3719940" y="96594"/>
                  <a:pt x="3719940" y="86791"/>
                </a:cubicBezTo>
                <a:cubicBezTo>
                  <a:pt x="3719940" y="77227"/>
                  <a:pt x="3721534" y="68551"/>
                  <a:pt x="3724722" y="60762"/>
                </a:cubicBezTo>
                <a:cubicBezTo>
                  <a:pt x="3727909" y="52974"/>
                  <a:pt x="3732691" y="47004"/>
                  <a:pt x="3739066" y="42854"/>
                </a:cubicBezTo>
                <a:cubicBezTo>
                  <a:pt x="3745442" y="38704"/>
                  <a:pt x="3752569" y="36629"/>
                  <a:pt x="3760448" y="36629"/>
                </a:cubicBezTo>
                <a:cubicBezTo>
                  <a:pt x="3766222" y="36629"/>
                  <a:pt x="3771365" y="37847"/>
                  <a:pt x="3775876" y="40283"/>
                </a:cubicBezTo>
                <a:cubicBezTo>
                  <a:pt x="3780387" y="42719"/>
                  <a:pt x="3784056" y="45891"/>
                  <a:pt x="3786882" y="49801"/>
                </a:cubicBezTo>
                <a:lnTo>
                  <a:pt x="3786882" y="2346"/>
                </a:lnTo>
                <a:lnTo>
                  <a:pt x="3803032" y="2346"/>
                </a:lnTo>
                <a:lnTo>
                  <a:pt x="3803032" y="134607"/>
                </a:lnTo>
                <a:lnTo>
                  <a:pt x="3787965" y="134607"/>
                </a:lnTo>
                <a:moveTo>
                  <a:pt x="3736630" y="86745"/>
                </a:moveTo>
                <a:cubicBezTo>
                  <a:pt x="3736630" y="98970"/>
                  <a:pt x="3739217" y="108109"/>
                  <a:pt x="3744389" y="114161"/>
                </a:cubicBezTo>
                <a:cubicBezTo>
                  <a:pt x="3749562" y="120213"/>
                  <a:pt x="3755667" y="123239"/>
                  <a:pt x="3762704" y="123239"/>
                </a:cubicBezTo>
                <a:cubicBezTo>
                  <a:pt x="3769801" y="123239"/>
                  <a:pt x="3775831" y="120348"/>
                  <a:pt x="3780793" y="114567"/>
                </a:cubicBezTo>
                <a:cubicBezTo>
                  <a:pt x="3785755" y="108783"/>
                  <a:pt x="3788236" y="99959"/>
                  <a:pt x="3788236" y="88093"/>
                </a:cubicBezTo>
                <a:cubicBezTo>
                  <a:pt x="3788236" y="75030"/>
                  <a:pt x="3785710" y="65443"/>
                  <a:pt x="3780657" y="59330"/>
                </a:cubicBezTo>
                <a:cubicBezTo>
                  <a:pt x="3775605" y="53218"/>
                  <a:pt x="3769380" y="50162"/>
                  <a:pt x="3761982" y="50162"/>
                </a:cubicBezTo>
                <a:cubicBezTo>
                  <a:pt x="3754764" y="50162"/>
                  <a:pt x="3748735" y="53098"/>
                  <a:pt x="3743893" y="58972"/>
                </a:cubicBezTo>
                <a:cubicBezTo>
                  <a:pt x="3739051" y="64844"/>
                  <a:pt x="3736630" y="74102"/>
                  <a:pt x="3736630" y="86745"/>
                </a:cubicBezTo>
                <a:close/>
                <a:moveTo>
                  <a:pt x="3881976" y="134607"/>
                </a:moveTo>
                <a:lnTo>
                  <a:pt x="3881976" y="2346"/>
                </a:lnTo>
                <a:lnTo>
                  <a:pt x="3927537" y="2346"/>
                </a:lnTo>
                <a:cubicBezTo>
                  <a:pt x="3937822" y="2346"/>
                  <a:pt x="3945671" y="2977"/>
                  <a:pt x="3951084" y="4240"/>
                </a:cubicBezTo>
                <a:cubicBezTo>
                  <a:pt x="3958663" y="5985"/>
                  <a:pt x="3965128" y="9142"/>
                  <a:pt x="3970481" y="13713"/>
                </a:cubicBezTo>
                <a:cubicBezTo>
                  <a:pt x="3977458" y="19608"/>
                  <a:pt x="3982676" y="27141"/>
                  <a:pt x="3986134" y="36313"/>
                </a:cubicBezTo>
                <a:cubicBezTo>
                  <a:pt x="3989593" y="45485"/>
                  <a:pt x="3991322" y="55966"/>
                  <a:pt x="3991322" y="67754"/>
                </a:cubicBezTo>
                <a:cubicBezTo>
                  <a:pt x="3991322" y="77799"/>
                  <a:pt x="3990149" y="86700"/>
                  <a:pt x="3987803" y="94459"/>
                </a:cubicBezTo>
                <a:cubicBezTo>
                  <a:pt x="3985458" y="102218"/>
                  <a:pt x="3982450" y="108639"/>
                  <a:pt x="3978781" y="113721"/>
                </a:cubicBezTo>
                <a:cubicBezTo>
                  <a:pt x="3975112" y="118803"/>
                  <a:pt x="3971098" y="122803"/>
                  <a:pt x="3966737" y="125720"/>
                </a:cubicBezTo>
                <a:cubicBezTo>
                  <a:pt x="3962377" y="128637"/>
                  <a:pt x="3957114" y="130847"/>
                  <a:pt x="3950949" y="132351"/>
                </a:cubicBezTo>
                <a:cubicBezTo>
                  <a:pt x="3944784" y="133855"/>
                  <a:pt x="3937702" y="134607"/>
                  <a:pt x="3929702" y="134607"/>
                </a:cubicBezTo>
                <a:lnTo>
                  <a:pt x="3881976" y="134607"/>
                </a:lnTo>
                <a:moveTo>
                  <a:pt x="3899479" y="118999"/>
                </a:moveTo>
                <a:lnTo>
                  <a:pt x="3927717" y="118999"/>
                </a:lnTo>
                <a:cubicBezTo>
                  <a:pt x="3936439" y="118999"/>
                  <a:pt x="3943280" y="118187"/>
                  <a:pt x="3948242" y="116563"/>
                </a:cubicBezTo>
                <a:cubicBezTo>
                  <a:pt x="3953204" y="114939"/>
                  <a:pt x="3957159" y="112653"/>
                  <a:pt x="3960106" y="109706"/>
                </a:cubicBezTo>
                <a:cubicBezTo>
                  <a:pt x="3964256" y="105556"/>
                  <a:pt x="3967489" y="99978"/>
                  <a:pt x="3969805" y="92971"/>
                </a:cubicBezTo>
                <a:cubicBezTo>
                  <a:pt x="3972120" y="85964"/>
                  <a:pt x="3973278" y="77468"/>
                  <a:pt x="3973278" y="67484"/>
                </a:cubicBezTo>
                <a:cubicBezTo>
                  <a:pt x="3973278" y="53650"/>
                  <a:pt x="3971007" y="43019"/>
                  <a:pt x="3966466" y="35591"/>
                </a:cubicBezTo>
                <a:cubicBezTo>
                  <a:pt x="3961925" y="28163"/>
                  <a:pt x="3956407" y="23186"/>
                  <a:pt x="3949911" y="20660"/>
                </a:cubicBezTo>
                <a:cubicBezTo>
                  <a:pt x="3945220" y="18856"/>
                  <a:pt x="3937672" y="17954"/>
                  <a:pt x="3927266" y="17954"/>
                </a:cubicBezTo>
                <a:lnTo>
                  <a:pt x="3899479" y="17954"/>
                </a:lnTo>
                <a:lnTo>
                  <a:pt x="3899479" y="118999"/>
                </a:lnTo>
                <a:close/>
                <a:moveTo>
                  <a:pt x="4076097" y="134607"/>
                </a:moveTo>
                <a:lnTo>
                  <a:pt x="4076097" y="120532"/>
                </a:lnTo>
                <a:cubicBezTo>
                  <a:pt x="4068639" y="131359"/>
                  <a:pt x="4058504" y="136772"/>
                  <a:pt x="4045693" y="136772"/>
                </a:cubicBezTo>
                <a:cubicBezTo>
                  <a:pt x="4040039" y="136772"/>
                  <a:pt x="4034761" y="135689"/>
                  <a:pt x="4029860" y="133524"/>
                </a:cubicBezTo>
                <a:cubicBezTo>
                  <a:pt x="4024958" y="131359"/>
                  <a:pt x="4021319" y="128637"/>
                  <a:pt x="4018943" y="125359"/>
                </a:cubicBezTo>
                <a:cubicBezTo>
                  <a:pt x="4016567" y="122081"/>
                  <a:pt x="4014898" y="118066"/>
                  <a:pt x="4013936" y="113315"/>
                </a:cubicBezTo>
                <a:cubicBezTo>
                  <a:pt x="4013274" y="110127"/>
                  <a:pt x="4012944" y="105075"/>
                  <a:pt x="4012944" y="98158"/>
                </a:cubicBezTo>
                <a:lnTo>
                  <a:pt x="4012944" y="38794"/>
                </a:lnTo>
                <a:lnTo>
                  <a:pt x="4029183" y="38794"/>
                </a:lnTo>
                <a:lnTo>
                  <a:pt x="4029183" y="91933"/>
                </a:lnTo>
                <a:cubicBezTo>
                  <a:pt x="4029183" y="100414"/>
                  <a:pt x="4029514" y="106127"/>
                  <a:pt x="4030175" y="109075"/>
                </a:cubicBezTo>
                <a:cubicBezTo>
                  <a:pt x="4031198" y="113345"/>
                  <a:pt x="4033363" y="116698"/>
                  <a:pt x="4036671" y="119134"/>
                </a:cubicBezTo>
                <a:cubicBezTo>
                  <a:pt x="4039979" y="121570"/>
                  <a:pt x="4044069" y="122788"/>
                  <a:pt x="4048941" y="122788"/>
                </a:cubicBezTo>
                <a:cubicBezTo>
                  <a:pt x="4053813" y="122788"/>
                  <a:pt x="4058384" y="121540"/>
                  <a:pt x="4062654" y="119044"/>
                </a:cubicBezTo>
                <a:cubicBezTo>
                  <a:pt x="4066924" y="116548"/>
                  <a:pt x="4069947" y="113149"/>
                  <a:pt x="4071721" y="108849"/>
                </a:cubicBezTo>
                <a:cubicBezTo>
                  <a:pt x="4073495" y="104549"/>
                  <a:pt x="4074383" y="98308"/>
                  <a:pt x="4074383" y="90129"/>
                </a:cubicBezTo>
                <a:lnTo>
                  <a:pt x="4074383" y="38794"/>
                </a:lnTo>
                <a:lnTo>
                  <a:pt x="4090622" y="38794"/>
                </a:lnTo>
                <a:lnTo>
                  <a:pt x="4090622" y="134607"/>
                </a:lnTo>
                <a:lnTo>
                  <a:pt x="4076097" y="134607"/>
                </a:lnTo>
                <a:close/>
                <a:moveTo>
                  <a:pt x="4115855" y="134607"/>
                </a:moveTo>
                <a:lnTo>
                  <a:pt x="4115855" y="38794"/>
                </a:lnTo>
                <a:lnTo>
                  <a:pt x="4130470" y="38794"/>
                </a:lnTo>
                <a:lnTo>
                  <a:pt x="4130470" y="53229"/>
                </a:lnTo>
                <a:cubicBezTo>
                  <a:pt x="4134199" y="46470"/>
                  <a:pt x="4137642" y="42014"/>
                  <a:pt x="4140800" y="39860"/>
                </a:cubicBezTo>
                <a:cubicBezTo>
                  <a:pt x="4143958" y="37706"/>
                  <a:pt x="4147431" y="36629"/>
                  <a:pt x="4151220" y="36629"/>
                </a:cubicBezTo>
                <a:cubicBezTo>
                  <a:pt x="4156694" y="36629"/>
                  <a:pt x="4162257" y="38366"/>
                  <a:pt x="4167911" y="41839"/>
                </a:cubicBezTo>
                <a:lnTo>
                  <a:pt x="4162317" y="56838"/>
                </a:lnTo>
                <a:cubicBezTo>
                  <a:pt x="4158348" y="54492"/>
                  <a:pt x="4154378" y="53319"/>
                  <a:pt x="4150408" y="53319"/>
                </a:cubicBezTo>
                <a:cubicBezTo>
                  <a:pt x="4146860" y="53319"/>
                  <a:pt x="4143672" y="54389"/>
                  <a:pt x="4140845" y="56528"/>
                </a:cubicBezTo>
                <a:cubicBezTo>
                  <a:pt x="4138018" y="58665"/>
                  <a:pt x="4136003" y="61630"/>
                  <a:pt x="4134800" y="65423"/>
                </a:cubicBezTo>
                <a:cubicBezTo>
                  <a:pt x="4132996" y="71202"/>
                  <a:pt x="4132094" y="77524"/>
                  <a:pt x="4132094" y="84388"/>
                </a:cubicBezTo>
                <a:lnTo>
                  <a:pt x="4132094" y="134607"/>
                </a:lnTo>
                <a:lnTo>
                  <a:pt x="4115855" y="134607"/>
                </a:lnTo>
                <a:close/>
                <a:moveTo>
                  <a:pt x="4177653" y="21111"/>
                </a:moveTo>
                <a:lnTo>
                  <a:pt x="4177653" y="2346"/>
                </a:lnTo>
                <a:lnTo>
                  <a:pt x="4193892" y="2346"/>
                </a:lnTo>
                <a:lnTo>
                  <a:pt x="4193892" y="21111"/>
                </a:lnTo>
                <a:lnTo>
                  <a:pt x="4177653" y="21111"/>
                </a:lnTo>
                <a:moveTo>
                  <a:pt x="4177653" y="134607"/>
                </a:moveTo>
                <a:lnTo>
                  <a:pt x="4177653" y="38794"/>
                </a:lnTo>
                <a:lnTo>
                  <a:pt x="4193892" y="38794"/>
                </a:lnTo>
                <a:lnTo>
                  <a:pt x="4193892" y="134607"/>
                </a:lnTo>
                <a:lnTo>
                  <a:pt x="4177653" y="134607"/>
                </a:lnTo>
                <a:close/>
                <a:moveTo>
                  <a:pt x="4218581" y="134607"/>
                </a:moveTo>
                <a:lnTo>
                  <a:pt x="4218581" y="38794"/>
                </a:lnTo>
                <a:lnTo>
                  <a:pt x="4233197" y="38794"/>
                </a:lnTo>
                <a:lnTo>
                  <a:pt x="4233197" y="52327"/>
                </a:lnTo>
                <a:cubicBezTo>
                  <a:pt x="4240234" y="41862"/>
                  <a:pt x="4250399" y="36629"/>
                  <a:pt x="4263691" y="36629"/>
                </a:cubicBezTo>
                <a:cubicBezTo>
                  <a:pt x="4269465" y="36629"/>
                  <a:pt x="4274773" y="37666"/>
                  <a:pt x="4279615" y="39741"/>
                </a:cubicBezTo>
                <a:cubicBezTo>
                  <a:pt x="4284456" y="41816"/>
                  <a:pt x="4288080" y="44538"/>
                  <a:pt x="4290486" y="47906"/>
                </a:cubicBezTo>
                <a:cubicBezTo>
                  <a:pt x="4292892" y="51274"/>
                  <a:pt x="4294576" y="55274"/>
                  <a:pt x="4295538" y="59905"/>
                </a:cubicBezTo>
                <a:cubicBezTo>
                  <a:pt x="4296140" y="62913"/>
                  <a:pt x="4296440" y="68175"/>
                  <a:pt x="4296440" y="75694"/>
                </a:cubicBezTo>
                <a:lnTo>
                  <a:pt x="4296440" y="134607"/>
                </a:lnTo>
                <a:lnTo>
                  <a:pt x="4280201" y="134607"/>
                </a:lnTo>
                <a:lnTo>
                  <a:pt x="4280201" y="76263"/>
                </a:lnTo>
                <a:cubicBezTo>
                  <a:pt x="4280201" y="69640"/>
                  <a:pt x="4279569" y="64687"/>
                  <a:pt x="4278306" y="61405"/>
                </a:cubicBezTo>
                <a:cubicBezTo>
                  <a:pt x="4277043" y="58123"/>
                  <a:pt x="4274803" y="55504"/>
                  <a:pt x="4271585" y="53548"/>
                </a:cubicBezTo>
                <a:cubicBezTo>
                  <a:pt x="4268367" y="51591"/>
                  <a:pt x="4264593" y="50613"/>
                  <a:pt x="4260263" y="50613"/>
                </a:cubicBezTo>
                <a:cubicBezTo>
                  <a:pt x="4253346" y="50613"/>
                  <a:pt x="4247376" y="52811"/>
                  <a:pt x="4242354" y="57207"/>
                </a:cubicBezTo>
                <a:cubicBezTo>
                  <a:pt x="4237332" y="61602"/>
                  <a:pt x="4234821" y="69940"/>
                  <a:pt x="4234821" y="82223"/>
                </a:cubicBezTo>
                <a:lnTo>
                  <a:pt x="4234821" y="134607"/>
                </a:lnTo>
                <a:lnTo>
                  <a:pt x="4218581" y="134607"/>
                </a:lnTo>
                <a:close/>
                <a:moveTo>
                  <a:pt x="4318335" y="142546"/>
                </a:moveTo>
                <a:lnTo>
                  <a:pt x="4334123" y="144891"/>
                </a:lnTo>
                <a:cubicBezTo>
                  <a:pt x="4334785" y="149763"/>
                  <a:pt x="4336619" y="153312"/>
                  <a:pt x="4339627" y="155537"/>
                </a:cubicBezTo>
                <a:cubicBezTo>
                  <a:pt x="4343657" y="158545"/>
                  <a:pt x="4349160" y="160048"/>
                  <a:pt x="4356137" y="160048"/>
                </a:cubicBezTo>
                <a:cubicBezTo>
                  <a:pt x="4363655" y="160048"/>
                  <a:pt x="4369459" y="158541"/>
                  <a:pt x="4373549" y="155526"/>
                </a:cubicBezTo>
                <a:cubicBezTo>
                  <a:pt x="4377639" y="152513"/>
                  <a:pt x="4380406" y="148293"/>
                  <a:pt x="4381849" y="142867"/>
                </a:cubicBezTo>
                <a:cubicBezTo>
                  <a:pt x="4382691" y="139554"/>
                  <a:pt x="4383082" y="132592"/>
                  <a:pt x="4383022" y="121982"/>
                </a:cubicBezTo>
                <a:cubicBezTo>
                  <a:pt x="4375925" y="130398"/>
                  <a:pt x="4367083" y="134607"/>
                  <a:pt x="4356498" y="134607"/>
                </a:cubicBezTo>
                <a:cubicBezTo>
                  <a:pt x="4343326" y="134607"/>
                  <a:pt x="4333131" y="129855"/>
                  <a:pt x="4325913" y="120352"/>
                </a:cubicBezTo>
                <a:cubicBezTo>
                  <a:pt x="4318696" y="110849"/>
                  <a:pt x="4315087" y="99451"/>
                  <a:pt x="4315087" y="86159"/>
                </a:cubicBezTo>
                <a:cubicBezTo>
                  <a:pt x="4315087" y="77017"/>
                  <a:pt x="4316741" y="68581"/>
                  <a:pt x="4320049" y="60853"/>
                </a:cubicBezTo>
                <a:cubicBezTo>
                  <a:pt x="4323357" y="53124"/>
                  <a:pt x="4328154" y="47154"/>
                  <a:pt x="4334439" y="42944"/>
                </a:cubicBezTo>
                <a:cubicBezTo>
                  <a:pt x="4340724" y="38734"/>
                  <a:pt x="4348107" y="36629"/>
                  <a:pt x="4356588" y="36629"/>
                </a:cubicBezTo>
                <a:cubicBezTo>
                  <a:pt x="4367895" y="36629"/>
                  <a:pt x="4377218" y="41230"/>
                  <a:pt x="4384556" y="50432"/>
                </a:cubicBezTo>
                <a:lnTo>
                  <a:pt x="4384556" y="38794"/>
                </a:lnTo>
                <a:lnTo>
                  <a:pt x="4399532" y="38794"/>
                </a:lnTo>
                <a:lnTo>
                  <a:pt x="4399532" y="121671"/>
                </a:lnTo>
                <a:cubicBezTo>
                  <a:pt x="4399532" y="136597"/>
                  <a:pt x="4398013" y="147174"/>
                  <a:pt x="4394976" y="153403"/>
                </a:cubicBezTo>
                <a:cubicBezTo>
                  <a:pt x="4391939" y="159632"/>
                  <a:pt x="4387127" y="164552"/>
                  <a:pt x="4380541" y="168162"/>
                </a:cubicBezTo>
                <a:cubicBezTo>
                  <a:pt x="4373955" y="171775"/>
                  <a:pt x="4365850" y="173581"/>
                  <a:pt x="4356227" y="173581"/>
                </a:cubicBezTo>
                <a:cubicBezTo>
                  <a:pt x="4344799" y="173581"/>
                  <a:pt x="4335567" y="171002"/>
                  <a:pt x="4328530" y="165845"/>
                </a:cubicBezTo>
                <a:cubicBezTo>
                  <a:pt x="4321493" y="160687"/>
                  <a:pt x="4318095" y="152921"/>
                  <a:pt x="4318335" y="142546"/>
                </a:cubicBezTo>
                <a:moveTo>
                  <a:pt x="4331778" y="84989"/>
                </a:moveTo>
                <a:cubicBezTo>
                  <a:pt x="4331778" y="97528"/>
                  <a:pt x="4334274" y="106676"/>
                  <a:pt x="4339266" y="112435"/>
                </a:cubicBezTo>
                <a:cubicBezTo>
                  <a:pt x="4344258" y="118194"/>
                  <a:pt x="4350513" y="121074"/>
                  <a:pt x="4358031" y="121074"/>
                </a:cubicBezTo>
                <a:cubicBezTo>
                  <a:pt x="4365490" y="121074"/>
                  <a:pt x="4371745" y="118209"/>
                  <a:pt x="4376797" y="112480"/>
                </a:cubicBezTo>
                <a:cubicBezTo>
                  <a:pt x="4381849" y="106751"/>
                  <a:pt x="4384375" y="97767"/>
                  <a:pt x="4384375" y="85527"/>
                </a:cubicBezTo>
                <a:cubicBezTo>
                  <a:pt x="4384375" y="73829"/>
                  <a:pt x="4381774" y="65010"/>
                  <a:pt x="4376571" y="59071"/>
                </a:cubicBezTo>
                <a:cubicBezTo>
                  <a:pt x="4371369" y="53131"/>
                  <a:pt x="4365099" y="50162"/>
                  <a:pt x="4357761" y="50162"/>
                </a:cubicBezTo>
                <a:cubicBezTo>
                  <a:pt x="4350543" y="50162"/>
                  <a:pt x="4344408" y="53086"/>
                  <a:pt x="4339356" y="58935"/>
                </a:cubicBezTo>
                <a:cubicBezTo>
                  <a:pt x="4334304" y="64785"/>
                  <a:pt x="4331778" y="73469"/>
                  <a:pt x="4331778" y="84989"/>
                </a:cubicBezTo>
                <a:close/>
                <a:moveTo>
                  <a:pt x="4507888" y="134607"/>
                </a:moveTo>
                <a:lnTo>
                  <a:pt x="4507888" y="17954"/>
                </a:lnTo>
                <a:lnTo>
                  <a:pt x="4464312" y="17954"/>
                </a:lnTo>
                <a:lnTo>
                  <a:pt x="4464312" y="2346"/>
                </a:lnTo>
                <a:lnTo>
                  <a:pt x="4569146" y="2346"/>
                </a:lnTo>
                <a:lnTo>
                  <a:pt x="4569146" y="17954"/>
                </a:lnTo>
                <a:lnTo>
                  <a:pt x="4525390" y="17954"/>
                </a:lnTo>
                <a:lnTo>
                  <a:pt x="4525390" y="134607"/>
                </a:lnTo>
                <a:lnTo>
                  <a:pt x="4507888" y="134607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Text esting">
            <a:extLst xmlns:a="http://schemas.openxmlformats.org/drawingml/2006/main">
              <a:ext uri="{FF2B5EF4-FFF2-40B4-BE49-F238E27FC236}">
                <a16:creationId xmlns:a16="http://schemas.microsoft.com/office/drawing/2014/main" id="{2F24BAD4-847B-429D-886B-CC10797E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098" y="2987310"/>
            <a:ext cx="473863" cy="171235"/>
          </a:xfrm>
          <a:custGeom xmlns:a="http://schemas.openxmlformats.org/drawingml/2006/main">
            <a:pathLst>
              <a:path w="473863" h="171235">
                <a:moveTo>
                  <a:pt x="71002" y="101406"/>
                </a:moveTo>
                <a:lnTo>
                  <a:pt x="87783" y="103481"/>
                </a:lnTo>
                <a:cubicBezTo>
                  <a:pt x="85137" y="113285"/>
                  <a:pt x="80235" y="120893"/>
                  <a:pt x="73077" y="126306"/>
                </a:cubicBezTo>
                <a:cubicBezTo>
                  <a:pt x="65920" y="131720"/>
                  <a:pt x="56778" y="134426"/>
                  <a:pt x="45651" y="134426"/>
                </a:cubicBezTo>
                <a:cubicBezTo>
                  <a:pt x="31637" y="134426"/>
                  <a:pt x="20525" y="130111"/>
                  <a:pt x="12315" y="121480"/>
                </a:cubicBezTo>
                <a:cubicBezTo>
                  <a:pt x="4105" y="112849"/>
                  <a:pt x="0" y="100744"/>
                  <a:pt x="0" y="85167"/>
                </a:cubicBezTo>
                <a:cubicBezTo>
                  <a:pt x="0" y="69048"/>
                  <a:pt x="4150" y="56537"/>
                  <a:pt x="12450" y="47636"/>
                </a:cubicBezTo>
                <a:cubicBezTo>
                  <a:pt x="20750" y="38734"/>
                  <a:pt x="31516" y="34283"/>
                  <a:pt x="44749" y="34283"/>
                </a:cubicBezTo>
                <a:cubicBezTo>
                  <a:pt x="57560" y="34283"/>
                  <a:pt x="68025" y="38637"/>
                  <a:pt x="76145" y="47345"/>
                </a:cubicBezTo>
                <a:cubicBezTo>
                  <a:pt x="84264" y="56051"/>
                  <a:pt x="88324" y="68300"/>
                  <a:pt x="88324" y="84092"/>
                </a:cubicBezTo>
                <a:cubicBezTo>
                  <a:pt x="88324" y="85053"/>
                  <a:pt x="88294" y="86494"/>
                  <a:pt x="88234" y="88414"/>
                </a:cubicBezTo>
                <a:lnTo>
                  <a:pt x="16781" y="88414"/>
                </a:lnTo>
                <a:cubicBezTo>
                  <a:pt x="17382" y="98910"/>
                  <a:pt x="20359" y="106947"/>
                  <a:pt x="25712" y="112525"/>
                </a:cubicBezTo>
                <a:cubicBezTo>
                  <a:pt x="31065" y="118104"/>
                  <a:pt x="37742" y="120893"/>
                  <a:pt x="45741" y="120893"/>
                </a:cubicBezTo>
                <a:cubicBezTo>
                  <a:pt x="51695" y="120893"/>
                  <a:pt x="56778" y="119345"/>
                  <a:pt x="60988" y="116247"/>
                </a:cubicBezTo>
                <a:cubicBezTo>
                  <a:pt x="65198" y="113148"/>
                  <a:pt x="68536" y="108201"/>
                  <a:pt x="71002" y="101406"/>
                </a:cubicBezTo>
                <a:moveTo>
                  <a:pt x="17683" y="74882"/>
                </a:moveTo>
                <a:lnTo>
                  <a:pt x="71183" y="74882"/>
                </a:lnTo>
                <a:cubicBezTo>
                  <a:pt x="70461" y="66954"/>
                  <a:pt x="68416" y="61008"/>
                  <a:pt x="65048" y="57044"/>
                </a:cubicBezTo>
                <a:cubicBezTo>
                  <a:pt x="59875" y="50892"/>
                  <a:pt x="53169" y="47816"/>
                  <a:pt x="44929" y="47816"/>
                </a:cubicBezTo>
                <a:cubicBezTo>
                  <a:pt x="37471" y="47816"/>
                  <a:pt x="31201" y="50272"/>
                  <a:pt x="26118" y="55183"/>
                </a:cubicBezTo>
                <a:cubicBezTo>
                  <a:pt x="21036" y="60092"/>
                  <a:pt x="18224" y="66659"/>
                  <a:pt x="17683" y="74882"/>
                </a:cubicBezTo>
                <a:close/>
                <a:moveTo>
                  <a:pt x="101648" y="103571"/>
                </a:moveTo>
                <a:lnTo>
                  <a:pt x="117707" y="101045"/>
                </a:lnTo>
                <a:cubicBezTo>
                  <a:pt x="118609" y="107453"/>
                  <a:pt x="121120" y="112363"/>
                  <a:pt x="125240" y="115776"/>
                </a:cubicBezTo>
                <a:cubicBezTo>
                  <a:pt x="129360" y="119188"/>
                  <a:pt x="135119" y="120893"/>
                  <a:pt x="142517" y="120893"/>
                </a:cubicBezTo>
                <a:cubicBezTo>
                  <a:pt x="149975" y="120893"/>
                  <a:pt x="155509" y="119387"/>
                  <a:pt x="159118" y="116374"/>
                </a:cubicBezTo>
                <a:cubicBezTo>
                  <a:pt x="162726" y="113359"/>
                  <a:pt x="164531" y="109824"/>
                  <a:pt x="164531" y="105768"/>
                </a:cubicBezTo>
                <a:cubicBezTo>
                  <a:pt x="164531" y="102127"/>
                  <a:pt x="162937" y="99262"/>
                  <a:pt x="159749" y="97174"/>
                </a:cubicBezTo>
                <a:cubicBezTo>
                  <a:pt x="157524" y="95742"/>
                  <a:pt x="151990" y="93922"/>
                  <a:pt x="143149" y="91713"/>
                </a:cubicBezTo>
                <a:cubicBezTo>
                  <a:pt x="131240" y="88704"/>
                  <a:pt x="122985" y="86101"/>
                  <a:pt x="118384" y="83904"/>
                </a:cubicBezTo>
                <a:cubicBezTo>
                  <a:pt x="113783" y="81706"/>
                  <a:pt x="110294" y="78666"/>
                  <a:pt x="107918" y="74783"/>
                </a:cubicBezTo>
                <a:cubicBezTo>
                  <a:pt x="105543" y="70900"/>
                  <a:pt x="104355" y="66611"/>
                  <a:pt x="104355" y="61916"/>
                </a:cubicBezTo>
                <a:cubicBezTo>
                  <a:pt x="104355" y="57641"/>
                  <a:pt x="105332" y="53683"/>
                  <a:pt x="107287" y="50040"/>
                </a:cubicBezTo>
                <a:cubicBezTo>
                  <a:pt x="109242" y="46398"/>
                  <a:pt x="111903" y="43373"/>
                  <a:pt x="115271" y="40965"/>
                </a:cubicBezTo>
                <a:cubicBezTo>
                  <a:pt x="117797" y="39099"/>
                  <a:pt x="121241" y="37519"/>
                  <a:pt x="125601" y="36226"/>
                </a:cubicBezTo>
                <a:cubicBezTo>
                  <a:pt x="129962" y="34931"/>
                  <a:pt x="134638" y="34283"/>
                  <a:pt x="139630" y="34283"/>
                </a:cubicBezTo>
                <a:cubicBezTo>
                  <a:pt x="147149" y="34283"/>
                  <a:pt x="153750" y="35373"/>
                  <a:pt x="159433" y="37554"/>
                </a:cubicBezTo>
                <a:cubicBezTo>
                  <a:pt x="165117" y="39732"/>
                  <a:pt x="169312" y="42684"/>
                  <a:pt x="172019" y="46409"/>
                </a:cubicBezTo>
                <a:cubicBezTo>
                  <a:pt x="174725" y="50133"/>
                  <a:pt x="176590" y="55112"/>
                  <a:pt x="177612" y="61349"/>
                </a:cubicBezTo>
                <a:lnTo>
                  <a:pt x="161734" y="63514"/>
                </a:lnTo>
                <a:cubicBezTo>
                  <a:pt x="161012" y="58582"/>
                  <a:pt x="158922" y="54733"/>
                  <a:pt x="155464" y="51966"/>
                </a:cubicBezTo>
                <a:cubicBezTo>
                  <a:pt x="152005" y="49199"/>
                  <a:pt x="147119" y="47816"/>
                  <a:pt x="140803" y="47816"/>
                </a:cubicBezTo>
                <a:cubicBezTo>
                  <a:pt x="133345" y="47816"/>
                  <a:pt x="128022" y="49043"/>
                  <a:pt x="124834" y="51498"/>
                </a:cubicBezTo>
                <a:cubicBezTo>
                  <a:pt x="121647" y="53951"/>
                  <a:pt x="120053" y="56824"/>
                  <a:pt x="120053" y="60117"/>
                </a:cubicBezTo>
                <a:cubicBezTo>
                  <a:pt x="120053" y="62211"/>
                  <a:pt x="120714" y="64096"/>
                  <a:pt x="122038" y="65772"/>
                </a:cubicBezTo>
                <a:cubicBezTo>
                  <a:pt x="123361" y="67507"/>
                  <a:pt x="125436" y="68943"/>
                  <a:pt x="128263" y="70080"/>
                </a:cubicBezTo>
                <a:cubicBezTo>
                  <a:pt x="129887" y="70680"/>
                  <a:pt x="134668" y="72057"/>
                  <a:pt x="142608" y="74211"/>
                </a:cubicBezTo>
                <a:cubicBezTo>
                  <a:pt x="154095" y="77276"/>
                  <a:pt x="162110" y="79785"/>
                  <a:pt x="166651" y="81738"/>
                </a:cubicBezTo>
                <a:cubicBezTo>
                  <a:pt x="171192" y="83691"/>
                  <a:pt x="174756" y="86531"/>
                  <a:pt x="177342" y="90258"/>
                </a:cubicBezTo>
                <a:cubicBezTo>
                  <a:pt x="179928" y="93984"/>
                  <a:pt x="181221" y="98610"/>
                  <a:pt x="181221" y="104138"/>
                </a:cubicBezTo>
                <a:cubicBezTo>
                  <a:pt x="181221" y="109547"/>
                  <a:pt x="179642" y="114641"/>
                  <a:pt x="176485" y="119419"/>
                </a:cubicBezTo>
                <a:cubicBezTo>
                  <a:pt x="173327" y="124195"/>
                  <a:pt x="168771" y="127890"/>
                  <a:pt x="162817" y="130504"/>
                </a:cubicBezTo>
                <a:cubicBezTo>
                  <a:pt x="156862" y="133119"/>
                  <a:pt x="150126" y="134426"/>
                  <a:pt x="142608" y="134426"/>
                </a:cubicBezTo>
                <a:cubicBezTo>
                  <a:pt x="130157" y="134426"/>
                  <a:pt x="120669" y="131832"/>
                  <a:pt x="114144" y="126645"/>
                </a:cubicBezTo>
                <a:cubicBezTo>
                  <a:pt x="107618" y="121457"/>
                  <a:pt x="103453" y="113766"/>
                  <a:pt x="101648" y="103571"/>
                </a:cubicBezTo>
                <a:close/>
                <a:moveTo>
                  <a:pt x="235984" y="117916"/>
                </a:moveTo>
                <a:lnTo>
                  <a:pt x="238330" y="132261"/>
                </a:lnTo>
                <a:cubicBezTo>
                  <a:pt x="233759" y="133103"/>
                  <a:pt x="229669" y="133524"/>
                  <a:pt x="226060" y="133524"/>
                </a:cubicBezTo>
                <a:cubicBezTo>
                  <a:pt x="220166" y="133524"/>
                  <a:pt x="215595" y="132592"/>
                  <a:pt x="212347" y="130727"/>
                </a:cubicBezTo>
                <a:cubicBezTo>
                  <a:pt x="209099" y="128863"/>
                  <a:pt x="206814" y="126412"/>
                  <a:pt x="205490" y="123374"/>
                </a:cubicBezTo>
                <a:cubicBezTo>
                  <a:pt x="204167" y="120337"/>
                  <a:pt x="203506" y="113946"/>
                  <a:pt x="203506" y="104203"/>
                </a:cubicBezTo>
                <a:lnTo>
                  <a:pt x="203506" y="49079"/>
                </a:lnTo>
                <a:lnTo>
                  <a:pt x="191597" y="49079"/>
                </a:lnTo>
                <a:lnTo>
                  <a:pt x="191597" y="36448"/>
                </a:lnTo>
                <a:lnTo>
                  <a:pt x="203506" y="36448"/>
                </a:lnTo>
                <a:lnTo>
                  <a:pt x="203506" y="12656"/>
                </a:lnTo>
                <a:lnTo>
                  <a:pt x="219655" y="2887"/>
                </a:lnTo>
                <a:lnTo>
                  <a:pt x="219655" y="36448"/>
                </a:lnTo>
                <a:lnTo>
                  <a:pt x="235984" y="36448"/>
                </a:lnTo>
                <a:lnTo>
                  <a:pt x="235984" y="49079"/>
                </a:lnTo>
                <a:lnTo>
                  <a:pt x="219655" y="49079"/>
                </a:lnTo>
                <a:lnTo>
                  <a:pt x="219655" y="105105"/>
                </a:lnTo>
                <a:cubicBezTo>
                  <a:pt x="219655" y="109736"/>
                  <a:pt x="219940" y="112713"/>
                  <a:pt x="220512" y="114037"/>
                </a:cubicBezTo>
                <a:cubicBezTo>
                  <a:pt x="221083" y="115360"/>
                  <a:pt x="222016" y="116412"/>
                  <a:pt x="223309" y="117194"/>
                </a:cubicBezTo>
                <a:cubicBezTo>
                  <a:pt x="224602" y="117976"/>
                  <a:pt x="226451" y="118367"/>
                  <a:pt x="228857" y="118367"/>
                </a:cubicBezTo>
                <a:cubicBezTo>
                  <a:pt x="230661" y="118367"/>
                  <a:pt x="233037" y="118217"/>
                  <a:pt x="235984" y="117916"/>
                </a:cubicBezTo>
                <a:close/>
                <a:moveTo>
                  <a:pt x="251984" y="18766"/>
                </a:moveTo>
                <a:lnTo>
                  <a:pt x="251984" y="0"/>
                </a:lnTo>
                <a:lnTo>
                  <a:pt x="268223" y="0"/>
                </a:lnTo>
                <a:lnTo>
                  <a:pt x="268223" y="18766"/>
                </a:lnTo>
                <a:lnTo>
                  <a:pt x="251984" y="18766"/>
                </a:lnTo>
                <a:moveTo>
                  <a:pt x="251984" y="132261"/>
                </a:moveTo>
                <a:lnTo>
                  <a:pt x="251984" y="36448"/>
                </a:lnTo>
                <a:lnTo>
                  <a:pt x="268223" y="36448"/>
                </a:lnTo>
                <a:lnTo>
                  <a:pt x="268223" y="132261"/>
                </a:lnTo>
                <a:lnTo>
                  <a:pt x="251984" y="132261"/>
                </a:lnTo>
                <a:close/>
                <a:moveTo>
                  <a:pt x="292912" y="132261"/>
                </a:moveTo>
                <a:lnTo>
                  <a:pt x="292912" y="36448"/>
                </a:lnTo>
                <a:lnTo>
                  <a:pt x="307528" y="36448"/>
                </a:lnTo>
                <a:lnTo>
                  <a:pt x="307528" y="49981"/>
                </a:lnTo>
                <a:cubicBezTo>
                  <a:pt x="314565" y="39516"/>
                  <a:pt x="324730" y="34283"/>
                  <a:pt x="338022" y="34283"/>
                </a:cubicBezTo>
                <a:cubicBezTo>
                  <a:pt x="343796" y="34283"/>
                  <a:pt x="349104" y="35321"/>
                  <a:pt x="353946" y="37396"/>
                </a:cubicBezTo>
                <a:cubicBezTo>
                  <a:pt x="358787" y="39471"/>
                  <a:pt x="362411" y="42192"/>
                  <a:pt x="364817" y="45561"/>
                </a:cubicBezTo>
                <a:cubicBezTo>
                  <a:pt x="367223" y="48929"/>
                  <a:pt x="368907" y="52928"/>
                  <a:pt x="369869" y="57560"/>
                </a:cubicBezTo>
                <a:cubicBezTo>
                  <a:pt x="370471" y="60567"/>
                  <a:pt x="370771" y="65830"/>
                  <a:pt x="370771" y="73348"/>
                </a:cubicBezTo>
                <a:lnTo>
                  <a:pt x="370771" y="132261"/>
                </a:lnTo>
                <a:lnTo>
                  <a:pt x="354532" y="132261"/>
                </a:lnTo>
                <a:lnTo>
                  <a:pt x="354532" y="73917"/>
                </a:lnTo>
                <a:cubicBezTo>
                  <a:pt x="354532" y="67294"/>
                  <a:pt x="353900" y="62341"/>
                  <a:pt x="352637" y="59060"/>
                </a:cubicBezTo>
                <a:cubicBezTo>
                  <a:pt x="351374" y="55778"/>
                  <a:pt x="349134" y="53159"/>
                  <a:pt x="345916" y="51202"/>
                </a:cubicBezTo>
                <a:cubicBezTo>
                  <a:pt x="342698" y="49245"/>
                  <a:pt x="338924" y="48267"/>
                  <a:pt x="334594" y="48267"/>
                </a:cubicBezTo>
                <a:cubicBezTo>
                  <a:pt x="327677" y="48267"/>
                  <a:pt x="321707" y="50465"/>
                  <a:pt x="316685" y="54862"/>
                </a:cubicBezTo>
                <a:cubicBezTo>
                  <a:pt x="311663" y="59256"/>
                  <a:pt x="309152" y="67595"/>
                  <a:pt x="309152" y="79878"/>
                </a:cubicBezTo>
                <a:lnTo>
                  <a:pt x="309152" y="132261"/>
                </a:lnTo>
                <a:lnTo>
                  <a:pt x="292912" y="132261"/>
                </a:lnTo>
                <a:close/>
                <a:moveTo>
                  <a:pt x="392666" y="140200"/>
                </a:moveTo>
                <a:lnTo>
                  <a:pt x="408454" y="142546"/>
                </a:lnTo>
                <a:cubicBezTo>
                  <a:pt x="409116" y="147418"/>
                  <a:pt x="410950" y="150966"/>
                  <a:pt x="413958" y="153192"/>
                </a:cubicBezTo>
                <a:cubicBezTo>
                  <a:pt x="417988" y="156199"/>
                  <a:pt x="423491" y="157703"/>
                  <a:pt x="430468" y="157703"/>
                </a:cubicBezTo>
                <a:cubicBezTo>
                  <a:pt x="437986" y="157703"/>
                  <a:pt x="443790" y="156195"/>
                  <a:pt x="447880" y="153180"/>
                </a:cubicBezTo>
                <a:cubicBezTo>
                  <a:pt x="451970" y="150167"/>
                  <a:pt x="454737" y="145948"/>
                  <a:pt x="456180" y="140522"/>
                </a:cubicBezTo>
                <a:cubicBezTo>
                  <a:pt x="457022" y="137208"/>
                  <a:pt x="457413" y="130246"/>
                  <a:pt x="457353" y="119636"/>
                </a:cubicBezTo>
                <a:cubicBezTo>
                  <a:pt x="450256" y="128053"/>
                  <a:pt x="441414" y="132261"/>
                  <a:pt x="430829" y="132261"/>
                </a:cubicBezTo>
                <a:cubicBezTo>
                  <a:pt x="417657" y="132261"/>
                  <a:pt x="407462" y="127509"/>
                  <a:pt x="400244" y="118006"/>
                </a:cubicBezTo>
                <a:cubicBezTo>
                  <a:pt x="393027" y="108503"/>
                  <a:pt x="389418" y="97106"/>
                  <a:pt x="389418" y="83813"/>
                </a:cubicBezTo>
                <a:cubicBezTo>
                  <a:pt x="389418" y="74671"/>
                  <a:pt x="391072" y="66236"/>
                  <a:pt x="394380" y="58507"/>
                </a:cubicBezTo>
                <a:cubicBezTo>
                  <a:pt x="397688" y="50778"/>
                  <a:pt x="402485" y="44809"/>
                  <a:pt x="408770" y="40598"/>
                </a:cubicBezTo>
                <a:cubicBezTo>
                  <a:pt x="415055" y="36388"/>
                  <a:pt x="422438" y="34283"/>
                  <a:pt x="430919" y="34283"/>
                </a:cubicBezTo>
                <a:cubicBezTo>
                  <a:pt x="442226" y="34283"/>
                  <a:pt x="451549" y="38884"/>
                  <a:pt x="458887" y="48087"/>
                </a:cubicBezTo>
                <a:lnTo>
                  <a:pt x="458887" y="36448"/>
                </a:lnTo>
                <a:lnTo>
                  <a:pt x="473863" y="36448"/>
                </a:lnTo>
                <a:lnTo>
                  <a:pt x="473863" y="119326"/>
                </a:lnTo>
                <a:cubicBezTo>
                  <a:pt x="473863" y="134251"/>
                  <a:pt x="472344" y="144829"/>
                  <a:pt x="469307" y="151057"/>
                </a:cubicBezTo>
                <a:cubicBezTo>
                  <a:pt x="466270" y="157286"/>
                  <a:pt x="461458" y="162206"/>
                  <a:pt x="454872" y="165817"/>
                </a:cubicBezTo>
                <a:cubicBezTo>
                  <a:pt x="448286" y="169429"/>
                  <a:pt x="440181" y="171235"/>
                  <a:pt x="430558" y="171235"/>
                </a:cubicBezTo>
                <a:cubicBezTo>
                  <a:pt x="419130" y="171235"/>
                  <a:pt x="409898" y="168657"/>
                  <a:pt x="402861" y="163499"/>
                </a:cubicBezTo>
                <a:cubicBezTo>
                  <a:pt x="395824" y="158342"/>
                  <a:pt x="392426" y="150575"/>
                  <a:pt x="392666" y="140200"/>
                </a:cubicBezTo>
                <a:moveTo>
                  <a:pt x="406109" y="82643"/>
                </a:moveTo>
                <a:cubicBezTo>
                  <a:pt x="406109" y="95182"/>
                  <a:pt x="408605" y="104331"/>
                  <a:pt x="413597" y="110090"/>
                </a:cubicBezTo>
                <a:cubicBezTo>
                  <a:pt x="418589" y="115849"/>
                  <a:pt x="424844" y="118728"/>
                  <a:pt x="432362" y="118728"/>
                </a:cubicBezTo>
                <a:cubicBezTo>
                  <a:pt x="439821" y="118728"/>
                  <a:pt x="446076" y="115864"/>
                  <a:pt x="451128" y="110135"/>
                </a:cubicBezTo>
                <a:cubicBezTo>
                  <a:pt x="456180" y="104406"/>
                  <a:pt x="458706" y="95421"/>
                  <a:pt x="458706" y="83182"/>
                </a:cubicBezTo>
                <a:cubicBezTo>
                  <a:pt x="458706" y="71483"/>
                  <a:pt x="456105" y="62665"/>
                  <a:pt x="450902" y="56725"/>
                </a:cubicBezTo>
                <a:cubicBezTo>
                  <a:pt x="445700" y="50786"/>
                  <a:pt x="439430" y="47816"/>
                  <a:pt x="432092" y="47816"/>
                </a:cubicBezTo>
                <a:cubicBezTo>
                  <a:pt x="424874" y="47816"/>
                  <a:pt x="418739" y="50741"/>
                  <a:pt x="413687" y="56590"/>
                </a:cubicBezTo>
                <a:cubicBezTo>
                  <a:pt x="408635" y="62439"/>
                  <a:pt x="406109" y="71123"/>
                  <a:pt x="406109" y="82643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82BC56-3B0D-4340-BF36-AB8ECB49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809" y="2415836"/>
            <a:ext cx="5502632" cy="10"/>
          </a:xfrm>
          <a:custGeom xmlns:a="http://schemas.openxmlformats.org/drawingml/2006/main">
            <a:pathLst>
              <a:path w="5502632" h="1" fill="none">
                <a:moveTo>
                  <a:pt x="0" y="0"/>
                </a:moveTo>
                <a:lnTo>
                  <a:pt x="5502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74" cap="flat">
            <a:solidFill>
              <a:srgbClr val="A9A9A9"/>
            </a:solidFill>
            <a:custDash>
              <a:ds d="370000" sp="160000"/>
            </a:custDash>
            <a:round/>
          </a:ln>
        </p:spPr>
      </p:sp>
      <p:sp>
        <p:nvSpPr>
          <p:cNvPr id="22" name="Text 5%">
            <a:extLst xmlns:a="http://schemas.openxmlformats.org/drawingml/2006/main">
              <a:ext uri="{FF2B5EF4-FFF2-40B4-BE49-F238E27FC236}">
                <a16:creationId xmlns:a16="http://schemas.microsoft.com/office/drawing/2014/main" id="{E96AA4C3-DACA-4C54-B1EA-9B2282420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544" y="2347540"/>
            <a:ext cx="247984" cy="139298"/>
          </a:xfrm>
          <a:custGeom xmlns:a="http://schemas.openxmlformats.org/drawingml/2006/main">
            <a:pathLst>
              <a:path w="247984" h="139298">
                <a:moveTo>
                  <a:pt x="0" y="99602"/>
                </a:moveTo>
                <a:lnTo>
                  <a:pt x="17051" y="98158"/>
                </a:lnTo>
                <a:cubicBezTo>
                  <a:pt x="18314" y="106430"/>
                  <a:pt x="21247" y="112649"/>
                  <a:pt x="25848" y="116814"/>
                </a:cubicBezTo>
                <a:cubicBezTo>
                  <a:pt x="30449" y="120977"/>
                  <a:pt x="35997" y="123059"/>
                  <a:pt x="42493" y="123059"/>
                </a:cubicBezTo>
                <a:cubicBezTo>
                  <a:pt x="50312" y="123059"/>
                  <a:pt x="56928" y="120116"/>
                  <a:pt x="62341" y="114231"/>
                </a:cubicBezTo>
                <a:cubicBezTo>
                  <a:pt x="67754" y="108344"/>
                  <a:pt x="70461" y="100537"/>
                  <a:pt x="70461" y="90808"/>
                </a:cubicBezTo>
                <a:cubicBezTo>
                  <a:pt x="70461" y="81559"/>
                  <a:pt x="67860" y="74261"/>
                  <a:pt x="62657" y="68916"/>
                </a:cubicBezTo>
                <a:cubicBezTo>
                  <a:pt x="57454" y="63570"/>
                  <a:pt x="50643" y="60898"/>
                  <a:pt x="42222" y="60898"/>
                </a:cubicBezTo>
                <a:cubicBezTo>
                  <a:pt x="36990" y="60898"/>
                  <a:pt x="32268" y="62077"/>
                  <a:pt x="28058" y="64436"/>
                </a:cubicBezTo>
                <a:cubicBezTo>
                  <a:pt x="23848" y="66795"/>
                  <a:pt x="20540" y="69856"/>
                  <a:pt x="18134" y="73619"/>
                </a:cubicBezTo>
                <a:lnTo>
                  <a:pt x="2887" y="71634"/>
                </a:lnTo>
                <a:lnTo>
                  <a:pt x="15698" y="3789"/>
                </a:lnTo>
                <a:lnTo>
                  <a:pt x="81468" y="3789"/>
                </a:lnTo>
                <a:lnTo>
                  <a:pt x="81468" y="19126"/>
                </a:lnTo>
                <a:lnTo>
                  <a:pt x="28690" y="19126"/>
                </a:lnTo>
                <a:lnTo>
                  <a:pt x="21562" y="54763"/>
                </a:lnTo>
                <a:cubicBezTo>
                  <a:pt x="29502" y="49290"/>
                  <a:pt x="37832" y="46553"/>
                  <a:pt x="46553" y="46553"/>
                </a:cubicBezTo>
                <a:cubicBezTo>
                  <a:pt x="58101" y="46553"/>
                  <a:pt x="67845" y="50557"/>
                  <a:pt x="75784" y="58566"/>
                </a:cubicBezTo>
                <a:cubicBezTo>
                  <a:pt x="83723" y="66573"/>
                  <a:pt x="87693" y="76867"/>
                  <a:pt x="87693" y="89449"/>
                </a:cubicBezTo>
                <a:cubicBezTo>
                  <a:pt x="87693" y="101431"/>
                  <a:pt x="84204" y="111787"/>
                  <a:pt x="77227" y="120515"/>
                </a:cubicBezTo>
                <a:cubicBezTo>
                  <a:pt x="68747" y="131233"/>
                  <a:pt x="57169" y="136591"/>
                  <a:pt x="42493" y="136591"/>
                </a:cubicBezTo>
                <a:cubicBezTo>
                  <a:pt x="30464" y="136591"/>
                  <a:pt x="20645" y="133215"/>
                  <a:pt x="13037" y="126461"/>
                </a:cubicBezTo>
                <a:cubicBezTo>
                  <a:pt x="5428" y="119708"/>
                  <a:pt x="1083" y="110755"/>
                  <a:pt x="0" y="99602"/>
                </a:cubicBezTo>
                <a:close/>
                <a:moveTo>
                  <a:pt x="105799" y="34058"/>
                </a:moveTo>
                <a:cubicBezTo>
                  <a:pt x="105799" y="24602"/>
                  <a:pt x="108174" y="16562"/>
                  <a:pt x="112926" y="9938"/>
                </a:cubicBezTo>
                <a:cubicBezTo>
                  <a:pt x="117677" y="3313"/>
                  <a:pt x="124564" y="0"/>
                  <a:pt x="133586" y="0"/>
                </a:cubicBezTo>
                <a:cubicBezTo>
                  <a:pt x="141886" y="0"/>
                  <a:pt x="148758" y="2966"/>
                  <a:pt x="154201" y="8898"/>
                </a:cubicBezTo>
                <a:cubicBezTo>
                  <a:pt x="159644" y="14830"/>
                  <a:pt x="162366" y="23547"/>
                  <a:pt x="162366" y="35050"/>
                </a:cubicBezTo>
                <a:cubicBezTo>
                  <a:pt x="162366" y="46252"/>
                  <a:pt x="159614" y="54879"/>
                  <a:pt x="154111" y="60932"/>
                </a:cubicBezTo>
                <a:cubicBezTo>
                  <a:pt x="148607" y="66984"/>
                  <a:pt x="141826" y="70010"/>
                  <a:pt x="133766" y="70010"/>
                </a:cubicBezTo>
                <a:cubicBezTo>
                  <a:pt x="125767" y="70010"/>
                  <a:pt x="119106" y="67029"/>
                  <a:pt x="113783" y="61067"/>
                </a:cubicBezTo>
                <a:cubicBezTo>
                  <a:pt x="108460" y="55105"/>
                  <a:pt x="105799" y="46102"/>
                  <a:pt x="105799" y="34058"/>
                </a:cubicBezTo>
                <a:moveTo>
                  <a:pt x="134037" y="11187"/>
                </a:moveTo>
                <a:cubicBezTo>
                  <a:pt x="130007" y="11187"/>
                  <a:pt x="126654" y="12935"/>
                  <a:pt x="123978" y="16431"/>
                </a:cubicBezTo>
                <a:cubicBezTo>
                  <a:pt x="121301" y="19925"/>
                  <a:pt x="119963" y="26342"/>
                  <a:pt x="119963" y="35682"/>
                </a:cubicBezTo>
                <a:cubicBezTo>
                  <a:pt x="119963" y="44179"/>
                  <a:pt x="121316" y="50161"/>
                  <a:pt x="124023" y="53627"/>
                </a:cubicBezTo>
                <a:cubicBezTo>
                  <a:pt x="126729" y="57091"/>
                  <a:pt x="130067" y="58823"/>
                  <a:pt x="134037" y="58823"/>
                </a:cubicBezTo>
                <a:cubicBezTo>
                  <a:pt x="138127" y="58823"/>
                  <a:pt x="141510" y="57076"/>
                  <a:pt x="144187" y="53582"/>
                </a:cubicBezTo>
                <a:cubicBezTo>
                  <a:pt x="146863" y="50086"/>
                  <a:pt x="148201" y="43698"/>
                  <a:pt x="148201" y="34418"/>
                </a:cubicBezTo>
                <a:cubicBezTo>
                  <a:pt x="148201" y="25861"/>
                  <a:pt x="146848" y="19850"/>
                  <a:pt x="144142" y="16386"/>
                </a:cubicBezTo>
                <a:cubicBezTo>
                  <a:pt x="141435" y="12920"/>
                  <a:pt x="138067" y="11187"/>
                  <a:pt x="134037" y="11187"/>
                </a:cubicBezTo>
                <a:moveTo>
                  <a:pt x="134127" y="139298"/>
                </a:moveTo>
                <a:lnTo>
                  <a:pt x="206483" y="0"/>
                </a:lnTo>
                <a:lnTo>
                  <a:pt x="219655" y="0"/>
                </a:lnTo>
                <a:lnTo>
                  <a:pt x="147570" y="139298"/>
                </a:lnTo>
                <a:lnTo>
                  <a:pt x="134127" y="139298"/>
                </a:lnTo>
                <a:moveTo>
                  <a:pt x="191326" y="103346"/>
                </a:moveTo>
                <a:cubicBezTo>
                  <a:pt x="191326" y="93830"/>
                  <a:pt x="193702" y="85775"/>
                  <a:pt x="198453" y="79181"/>
                </a:cubicBezTo>
                <a:cubicBezTo>
                  <a:pt x="203205" y="72586"/>
                  <a:pt x="210122" y="69288"/>
                  <a:pt x="219204" y="69288"/>
                </a:cubicBezTo>
                <a:cubicBezTo>
                  <a:pt x="227504" y="69288"/>
                  <a:pt x="234376" y="72254"/>
                  <a:pt x="239819" y="78186"/>
                </a:cubicBezTo>
                <a:cubicBezTo>
                  <a:pt x="245262" y="84118"/>
                  <a:pt x="247984" y="92835"/>
                  <a:pt x="247984" y="104338"/>
                </a:cubicBezTo>
                <a:cubicBezTo>
                  <a:pt x="247984" y="115540"/>
                  <a:pt x="245232" y="124167"/>
                  <a:pt x="239729" y="130220"/>
                </a:cubicBezTo>
                <a:cubicBezTo>
                  <a:pt x="234225" y="136272"/>
                  <a:pt x="227414" y="139298"/>
                  <a:pt x="219294" y="139298"/>
                </a:cubicBezTo>
                <a:cubicBezTo>
                  <a:pt x="211295" y="139298"/>
                  <a:pt x="204633" y="136302"/>
                  <a:pt x="199310" y="130310"/>
                </a:cubicBezTo>
                <a:cubicBezTo>
                  <a:pt x="193988" y="124318"/>
                  <a:pt x="191326" y="115330"/>
                  <a:pt x="191326" y="103346"/>
                </a:cubicBezTo>
                <a:moveTo>
                  <a:pt x="219655" y="80475"/>
                </a:moveTo>
                <a:cubicBezTo>
                  <a:pt x="215565" y="80475"/>
                  <a:pt x="212182" y="82223"/>
                  <a:pt x="209505" y="85719"/>
                </a:cubicBezTo>
                <a:cubicBezTo>
                  <a:pt x="206829" y="89213"/>
                  <a:pt x="205490" y="95630"/>
                  <a:pt x="205490" y="104970"/>
                </a:cubicBezTo>
                <a:cubicBezTo>
                  <a:pt x="205490" y="113407"/>
                  <a:pt x="206844" y="119374"/>
                  <a:pt x="209550" y="122870"/>
                </a:cubicBezTo>
                <a:cubicBezTo>
                  <a:pt x="212257" y="126364"/>
                  <a:pt x="215595" y="128111"/>
                  <a:pt x="219565" y="128111"/>
                </a:cubicBezTo>
                <a:cubicBezTo>
                  <a:pt x="223715" y="128111"/>
                  <a:pt x="227128" y="126364"/>
                  <a:pt x="229804" y="122870"/>
                </a:cubicBezTo>
                <a:cubicBezTo>
                  <a:pt x="232481" y="119374"/>
                  <a:pt x="233819" y="112986"/>
                  <a:pt x="233819" y="103707"/>
                </a:cubicBezTo>
                <a:cubicBezTo>
                  <a:pt x="233819" y="95149"/>
                  <a:pt x="232466" y="89138"/>
                  <a:pt x="229759" y="85674"/>
                </a:cubicBezTo>
                <a:cubicBezTo>
                  <a:pt x="227053" y="82208"/>
                  <a:pt x="223685" y="80475"/>
                  <a:pt x="219655" y="8047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1A0099-E7FA-42C6-B852-E4ACC9FAD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809" y="1970364"/>
            <a:ext cx="5502632" cy="10"/>
          </a:xfrm>
          <a:custGeom xmlns:a="http://schemas.openxmlformats.org/drawingml/2006/main">
            <a:pathLst>
              <a:path w="5502632" h="1" fill="none">
                <a:moveTo>
                  <a:pt x="0" y="0"/>
                </a:moveTo>
                <a:lnTo>
                  <a:pt x="5502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74" cap="flat">
            <a:solidFill>
              <a:srgbClr val="A9A9A9"/>
            </a:solidFill>
            <a:custDash>
              <a:ds d="370000" sp="160000"/>
            </a:custDash>
            <a:round/>
          </a:ln>
        </p:spPr>
      </p:sp>
      <p:sp>
        <p:nvSpPr>
          <p:cNvPr id="24" name="Text 10%">
            <a:extLst xmlns:a="http://schemas.openxmlformats.org/drawingml/2006/main">
              <a:ext uri="{FF2B5EF4-FFF2-40B4-BE49-F238E27FC236}">
                <a16:creationId xmlns:a16="http://schemas.microsoft.com/office/drawing/2014/main" id="{51CBAED3-FE62-4AC4-8AA0-E395D48F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44" y="1902068"/>
            <a:ext cx="338265" cy="139298"/>
          </a:xfrm>
          <a:custGeom xmlns:a="http://schemas.openxmlformats.org/drawingml/2006/main">
            <a:pathLst>
              <a:path w="338265" h="139298">
                <a:moveTo>
                  <a:pt x="48718" y="134426"/>
                </a:moveTo>
                <a:lnTo>
                  <a:pt x="32479" y="134426"/>
                </a:lnTo>
                <a:lnTo>
                  <a:pt x="32479" y="30945"/>
                </a:lnTo>
                <a:cubicBezTo>
                  <a:pt x="28569" y="34674"/>
                  <a:pt x="23442" y="38403"/>
                  <a:pt x="17096" y="42132"/>
                </a:cubicBezTo>
                <a:cubicBezTo>
                  <a:pt x="10751" y="45861"/>
                  <a:pt x="5052" y="48658"/>
                  <a:pt x="0" y="50523"/>
                </a:cubicBezTo>
                <a:lnTo>
                  <a:pt x="0" y="34824"/>
                </a:lnTo>
                <a:cubicBezTo>
                  <a:pt x="9082" y="30554"/>
                  <a:pt x="17021" y="25382"/>
                  <a:pt x="23818" y="19307"/>
                </a:cubicBezTo>
                <a:cubicBezTo>
                  <a:pt x="30614" y="13232"/>
                  <a:pt x="35426" y="7338"/>
                  <a:pt x="38253" y="1624"/>
                </a:cubicBezTo>
                <a:lnTo>
                  <a:pt x="48718" y="1624"/>
                </a:lnTo>
                <a:lnTo>
                  <a:pt x="48718" y="134426"/>
                </a:lnTo>
                <a:close/>
                <a:moveTo>
                  <a:pt x="90281" y="69153"/>
                </a:moveTo>
                <a:cubicBezTo>
                  <a:pt x="90281" y="53526"/>
                  <a:pt x="91890" y="40949"/>
                  <a:pt x="95108" y="31422"/>
                </a:cubicBezTo>
                <a:cubicBezTo>
                  <a:pt x="98325" y="21894"/>
                  <a:pt x="103107" y="14546"/>
                  <a:pt x="109452" y="9377"/>
                </a:cubicBezTo>
                <a:cubicBezTo>
                  <a:pt x="115798" y="4208"/>
                  <a:pt x="123782" y="1624"/>
                  <a:pt x="133406" y="1624"/>
                </a:cubicBezTo>
                <a:cubicBezTo>
                  <a:pt x="140503" y="1624"/>
                  <a:pt x="146728" y="3051"/>
                  <a:pt x="152081" y="5907"/>
                </a:cubicBezTo>
                <a:cubicBezTo>
                  <a:pt x="157434" y="8762"/>
                  <a:pt x="161855" y="12879"/>
                  <a:pt x="165343" y="18258"/>
                </a:cubicBezTo>
                <a:cubicBezTo>
                  <a:pt x="168831" y="23637"/>
                  <a:pt x="171568" y="30189"/>
                  <a:pt x="173553" y="37914"/>
                </a:cubicBezTo>
                <a:cubicBezTo>
                  <a:pt x="175538" y="45638"/>
                  <a:pt x="176530" y="56050"/>
                  <a:pt x="176530" y="69153"/>
                </a:cubicBezTo>
                <a:cubicBezTo>
                  <a:pt x="176530" y="84659"/>
                  <a:pt x="174936" y="97176"/>
                  <a:pt x="171749" y="106704"/>
                </a:cubicBezTo>
                <a:cubicBezTo>
                  <a:pt x="168561" y="116231"/>
                  <a:pt x="163794" y="123594"/>
                  <a:pt x="157449" y="128793"/>
                </a:cubicBezTo>
                <a:cubicBezTo>
                  <a:pt x="151103" y="133992"/>
                  <a:pt x="143089" y="136591"/>
                  <a:pt x="133406" y="136591"/>
                </a:cubicBezTo>
                <a:cubicBezTo>
                  <a:pt x="120655" y="136591"/>
                  <a:pt x="110640" y="132023"/>
                  <a:pt x="103363" y="122887"/>
                </a:cubicBezTo>
                <a:cubicBezTo>
                  <a:pt x="94642" y="111887"/>
                  <a:pt x="90281" y="93976"/>
                  <a:pt x="90281" y="69153"/>
                </a:cubicBezTo>
                <a:moveTo>
                  <a:pt x="106971" y="69108"/>
                </a:moveTo>
                <a:cubicBezTo>
                  <a:pt x="106971" y="90747"/>
                  <a:pt x="109513" y="105149"/>
                  <a:pt x="114595" y="112314"/>
                </a:cubicBezTo>
                <a:cubicBezTo>
                  <a:pt x="119677" y="119477"/>
                  <a:pt x="125947" y="123059"/>
                  <a:pt x="133406" y="123059"/>
                </a:cubicBezTo>
                <a:cubicBezTo>
                  <a:pt x="140864" y="123059"/>
                  <a:pt x="147134" y="119462"/>
                  <a:pt x="152216" y="112269"/>
                </a:cubicBezTo>
                <a:cubicBezTo>
                  <a:pt x="157299" y="105076"/>
                  <a:pt x="159840" y="90689"/>
                  <a:pt x="159840" y="69108"/>
                </a:cubicBezTo>
                <a:cubicBezTo>
                  <a:pt x="159840" y="47408"/>
                  <a:pt x="157299" y="32992"/>
                  <a:pt x="152216" y="25859"/>
                </a:cubicBezTo>
                <a:cubicBezTo>
                  <a:pt x="147134" y="18724"/>
                  <a:pt x="140803" y="15157"/>
                  <a:pt x="133225" y="15157"/>
                </a:cubicBezTo>
                <a:cubicBezTo>
                  <a:pt x="125767" y="15157"/>
                  <a:pt x="119813" y="18304"/>
                  <a:pt x="115362" y="24599"/>
                </a:cubicBezTo>
                <a:cubicBezTo>
                  <a:pt x="109768" y="32632"/>
                  <a:pt x="106971" y="47468"/>
                  <a:pt x="106971" y="69108"/>
                </a:cubicBezTo>
                <a:close/>
                <a:moveTo>
                  <a:pt x="196080" y="34058"/>
                </a:moveTo>
                <a:cubicBezTo>
                  <a:pt x="196080" y="24602"/>
                  <a:pt x="198455" y="16562"/>
                  <a:pt x="203207" y="9938"/>
                </a:cubicBezTo>
                <a:cubicBezTo>
                  <a:pt x="207958" y="3313"/>
                  <a:pt x="214845" y="0"/>
                  <a:pt x="223867" y="0"/>
                </a:cubicBezTo>
                <a:cubicBezTo>
                  <a:pt x="232167" y="0"/>
                  <a:pt x="239039" y="2966"/>
                  <a:pt x="244482" y="8898"/>
                </a:cubicBezTo>
                <a:cubicBezTo>
                  <a:pt x="249925" y="14830"/>
                  <a:pt x="252647" y="23547"/>
                  <a:pt x="252647" y="35050"/>
                </a:cubicBezTo>
                <a:cubicBezTo>
                  <a:pt x="252647" y="46252"/>
                  <a:pt x="249895" y="54879"/>
                  <a:pt x="244392" y="60932"/>
                </a:cubicBezTo>
                <a:cubicBezTo>
                  <a:pt x="238888" y="66984"/>
                  <a:pt x="232107" y="70010"/>
                  <a:pt x="224047" y="70010"/>
                </a:cubicBezTo>
                <a:cubicBezTo>
                  <a:pt x="216048" y="70010"/>
                  <a:pt x="209387" y="67029"/>
                  <a:pt x="204064" y="61067"/>
                </a:cubicBezTo>
                <a:cubicBezTo>
                  <a:pt x="198741" y="55105"/>
                  <a:pt x="196080" y="46102"/>
                  <a:pt x="196080" y="34058"/>
                </a:cubicBezTo>
                <a:moveTo>
                  <a:pt x="224318" y="11187"/>
                </a:moveTo>
                <a:cubicBezTo>
                  <a:pt x="220288" y="11187"/>
                  <a:pt x="216935" y="12935"/>
                  <a:pt x="214259" y="16431"/>
                </a:cubicBezTo>
                <a:cubicBezTo>
                  <a:pt x="211582" y="19925"/>
                  <a:pt x="210244" y="26342"/>
                  <a:pt x="210244" y="35682"/>
                </a:cubicBezTo>
                <a:cubicBezTo>
                  <a:pt x="210244" y="44179"/>
                  <a:pt x="211597" y="50161"/>
                  <a:pt x="214304" y="53627"/>
                </a:cubicBezTo>
                <a:cubicBezTo>
                  <a:pt x="217010" y="57091"/>
                  <a:pt x="220348" y="58823"/>
                  <a:pt x="224318" y="58823"/>
                </a:cubicBezTo>
                <a:cubicBezTo>
                  <a:pt x="228408" y="58823"/>
                  <a:pt x="231791" y="57076"/>
                  <a:pt x="234468" y="53582"/>
                </a:cubicBezTo>
                <a:cubicBezTo>
                  <a:pt x="237144" y="50086"/>
                  <a:pt x="238482" y="43698"/>
                  <a:pt x="238482" y="34418"/>
                </a:cubicBezTo>
                <a:cubicBezTo>
                  <a:pt x="238482" y="25861"/>
                  <a:pt x="237129" y="19850"/>
                  <a:pt x="234423" y="16386"/>
                </a:cubicBezTo>
                <a:cubicBezTo>
                  <a:pt x="231716" y="12920"/>
                  <a:pt x="228348" y="11187"/>
                  <a:pt x="224318" y="11187"/>
                </a:cubicBezTo>
                <a:moveTo>
                  <a:pt x="224408" y="139298"/>
                </a:moveTo>
                <a:lnTo>
                  <a:pt x="296764" y="0"/>
                </a:lnTo>
                <a:lnTo>
                  <a:pt x="309936" y="0"/>
                </a:lnTo>
                <a:lnTo>
                  <a:pt x="237851" y="139298"/>
                </a:lnTo>
                <a:lnTo>
                  <a:pt x="224408" y="139298"/>
                </a:lnTo>
                <a:moveTo>
                  <a:pt x="281607" y="103346"/>
                </a:moveTo>
                <a:cubicBezTo>
                  <a:pt x="281607" y="93830"/>
                  <a:pt x="283983" y="85775"/>
                  <a:pt x="288734" y="79181"/>
                </a:cubicBezTo>
                <a:cubicBezTo>
                  <a:pt x="293486" y="72586"/>
                  <a:pt x="300403" y="69288"/>
                  <a:pt x="309485" y="69288"/>
                </a:cubicBezTo>
                <a:cubicBezTo>
                  <a:pt x="317785" y="69288"/>
                  <a:pt x="324656" y="72254"/>
                  <a:pt x="330100" y="78186"/>
                </a:cubicBezTo>
                <a:cubicBezTo>
                  <a:pt x="335543" y="84118"/>
                  <a:pt x="338265" y="92835"/>
                  <a:pt x="338265" y="104338"/>
                </a:cubicBezTo>
                <a:cubicBezTo>
                  <a:pt x="338265" y="115540"/>
                  <a:pt x="335513" y="124167"/>
                  <a:pt x="330009" y="130220"/>
                </a:cubicBezTo>
                <a:cubicBezTo>
                  <a:pt x="324506" y="136272"/>
                  <a:pt x="317695" y="139298"/>
                  <a:pt x="309575" y="139298"/>
                </a:cubicBezTo>
                <a:cubicBezTo>
                  <a:pt x="301576" y="139298"/>
                  <a:pt x="294914" y="136302"/>
                  <a:pt x="289591" y="130310"/>
                </a:cubicBezTo>
                <a:cubicBezTo>
                  <a:pt x="284269" y="124318"/>
                  <a:pt x="281607" y="115330"/>
                  <a:pt x="281607" y="103346"/>
                </a:cubicBezTo>
                <a:moveTo>
                  <a:pt x="309936" y="80475"/>
                </a:moveTo>
                <a:cubicBezTo>
                  <a:pt x="305846" y="80475"/>
                  <a:pt x="302463" y="82223"/>
                  <a:pt x="299786" y="85719"/>
                </a:cubicBezTo>
                <a:cubicBezTo>
                  <a:pt x="297110" y="89213"/>
                  <a:pt x="295771" y="95630"/>
                  <a:pt x="295771" y="104970"/>
                </a:cubicBezTo>
                <a:cubicBezTo>
                  <a:pt x="295771" y="113407"/>
                  <a:pt x="297125" y="119374"/>
                  <a:pt x="299831" y="122870"/>
                </a:cubicBezTo>
                <a:cubicBezTo>
                  <a:pt x="302538" y="126364"/>
                  <a:pt x="305876" y="128111"/>
                  <a:pt x="309846" y="128111"/>
                </a:cubicBezTo>
                <a:cubicBezTo>
                  <a:pt x="313996" y="128111"/>
                  <a:pt x="317409" y="126364"/>
                  <a:pt x="320085" y="122870"/>
                </a:cubicBezTo>
                <a:cubicBezTo>
                  <a:pt x="322762" y="119374"/>
                  <a:pt x="324100" y="112986"/>
                  <a:pt x="324100" y="103707"/>
                </a:cubicBezTo>
                <a:cubicBezTo>
                  <a:pt x="324100" y="95149"/>
                  <a:pt x="322747" y="89138"/>
                  <a:pt x="320040" y="85674"/>
                </a:cubicBezTo>
                <a:cubicBezTo>
                  <a:pt x="317334" y="82208"/>
                  <a:pt x="313966" y="80475"/>
                  <a:pt x="309936" y="8047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DB1FF7-FEEB-4B5C-B309-B3F6491C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809" y="1524893"/>
            <a:ext cx="5502632" cy="10"/>
          </a:xfrm>
          <a:custGeom xmlns:a="http://schemas.openxmlformats.org/drawingml/2006/main">
            <a:pathLst>
              <a:path w="5502632" h="1" fill="none">
                <a:moveTo>
                  <a:pt x="0" y="0"/>
                </a:moveTo>
                <a:lnTo>
                  <a:pt x="5502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74" cap="flat">
            <a:solidFill>
              <a:srgbClr val="A9A9A9"/>
            </a:solidFill>
            <a:custDash>
              <a:ds d="370000" sp="160000"/>
            </a:custDash>
            <a:round/>
          </a:ln>
        </p:spPr>
      </p:sp>
      <p:sp>
        <p:nvSpPr>
          <p:cNvPr id="26" name="Text 15%">
            <a:extLst xmlns:a="http://schemas.openxmlformats.org/drawingml/2006/main">
              <a:ext uri="{FF2B5EF4-FFF2-40B4-BE49-F238E27FC236}">
                <a16:creationId xmlns:a16="http://schemas.microsoft.com/office/drawing/2014/main" id="{A1A961A1-CB41-468B-8A6F-F937732A7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44" y="1456597"/>
            <a:ext cx="338265" cy="139298"/>
          </a:xfrm>
          <a:custGeom xmlns:a="http://schemas.openxmlformats.org/drawingml/2006/main">
            <a:pathLst>
              <a:path w="338265" h="139298">
                <a:moveTo>
                  <a:pt x="48718" y="134426"/>
                </a:moveTo>
                <a:lnTo>
                  <a:pt x="32479" y="134426"/>
                </a:lnTo>
                <a:lnTo>
                  <a:pt x="32479" y="30945"/>
                </a:lnTo>
                <a:cubicBezTo>
                  <a:pt x="28569" y="34674"/>
                  <a:pt x="23442" y="38403"/>
                  <a:pt x="17096" y="42132"/>
                </a:cubicBezTo>
                <a:cubicBezTo>
                  <a:pt x="10751" y="45861"/>
                  <a:pt x="5052" y="48658"/>
                  <a:pt x="0" y="50523"/>
                </a:cubicBezTo>
                <a:lnTo>
                  <a:pt x="0" y="34824"/>
                </a:lnTo>
                <a:cubicBezTo>
                  <a:pt x="9082" y="30554"/>
                  <a:pt x="17021" y="25382"/>
                  <a:pt x="23818" y="19307"/>
                </a:cubicBezTo>
                <a:cubicBezTo>
                  <a:pt x="30614" y="13232"/>
                  <a:pt x="35426" y="7338"/>
                  <a:pt x="38253" y="1624"/>
                </a:cubicBezTo>
                <a:lnTo>
                  <a:pt x="48718" y="1624"/>
                </a:lnTo>
                <a:lnTo>
                  <a:pt x="48718" y="134426"/>
                </a:lnTo>
                <a:close/>
                <a:moveTo>
                  <a:pt x="90281" y="99602"/>
                </a:moveTo>
                <a:lnTo>
                  <a:pt x="107332" y="98158"/>
                </a:lnTo>
                <a:cubicBezTo>
                  <a:pt x="108595" y="106430"/>
                  <a:pt x="111527" y="112649"/>
                  <a:pt x="116129" y="116814"/>
                </a:cubicBezTo>
                <a:cubicBezTo>
                  <a:pt x="120730" y="120977"/>
                  <a:pt x="126278" y="123059"/>
                  <a:pt x="132774" y="123059"/>
                </a:cubicBezTo>
                <a:cubicBezTo>
                  <a:pt x="140593" y="123059"/>
                  <a:pt x="147209" y="120116"/>
                  <a:pt x="152622" y="114231"/>
                </a:cubicBezTo>
                <a:cubicBezTo>
                  <a:pt x="158035" y="108344"/>
                  <a:pt x="160742" y="100537"/>
                  <a:pt x="160742" y="90808"/>
                </a:cubicBezTo>
                <a:cubicBezTo>
                  <a:pt x="160742" y="81559"/>
                  <a:pt x="158141" y="74261"/>
                  <a:pt x="152938" y="68916"/>
                </a:cubicBezTo>
                <a:cubicBezTo>
                  <a:pt x="147735" y="63570"/>
                  <a:pt x="140924" y="60898"/>
                  <a:pt x="132503" y="60898"/>
                </a:cubicBezTo>
                <a:cubicBezTo>
                  <a:pt x="127271" y="60898"/>
                  <a:pt x="122549" y="62077"/>
                  <a:pt x="118339" y="64436"/>
                </a:cubicBezTo>
                <a:cubicBezTo>
                  <a:pt x="114129" y="66795"/>
                  <a:pt x="110821" y="69856"/>
                  <a:pt x="108415" y="73619"/>
                </a:cubicBezTo>
                <a:lnTo>
                  <a:pt x="93168" y="71634"/>
                </a:lnTo>
                <a:lnTo>
                  <a:pt x="105979" y="3789"/>
                </a:lnTo>
                <a:lnTo>
                  <a:pt x="171749" y="3789"/>
                </a:lnTo>
                <a:lnTo>
                  <a:pt x="171749" y="19126"/>
                </a:lnTo>
                <a:lnTo>
                  <a:pt x="118971" y="19126"/>
                </a:lnTo>
                <a:lnTo>
                  <a:pt x="111843" y="54763"/>
                </a:lnTo>
                <a:cubicBezTo>
                  <a:pt x="119782" y="49290"/>
                  <a:pt x="128113" y="46553"/>
                  <a:pt x="136834" y="46553"/>
                </a:cubicBezTo>
                <a:cubicBezTo>
                  <a:pt x="148382" y="46553"/>
                  <a:pt x="158126" y="50557"/>
                  <a:pt x="166065" y="58566"/>
                </a:cubicBezTo>
                <a:cubicBezTo>
                  <a:pt x="174004" y="66573"/>
                  <a:pt x="177974" y="76867"/>
                  <a:pt x="177974" y="89449"/>
                </a:cubicBezTo>
                <a:cubicBezTo>
                  <a:pt x="177974" y="101431"/>
                  <a:pt x="174485" y="111787"/>
                  <a:pt x="167508" y="120515"/>
                </a:cubicBezTo>
                <a:cubicBezTo>
                  <a:pt x="159028" y="131233"/>
                  <a:pt x="147450" y="136591"/>
                  <a:pt x="132774" y="136591"/>
                </a:cubicBezTo>
                <a:cubicBezTo>
                  <a:pt x="120745" y="136591"/>
                  <a:pt x="110926" y="133215"/>
                  <a:pt x="103318" y="126461"/>
                </a:cubicBezTo>
                <a:cubicBezTo>
                  <a:pt x="95709" y="119708"/>
                  <a:pt x="91364" y="110755"/>
                  <a:pt x="90281" y="99602"/>
                </a:cubicBezTo>
                <a:close/>
                <a:moveTo>
                  <a:pt x="196080" y="34058"/>
                </a:moveTo>
                <a:cubicBezTo>
                  <a:pt x="196080" y="24602"/>
                  <a:pt x="198455" y="16562"/>
                  <a:pt x="203207" y="9938"/>
                </a:cubicBezTo>
                <a:cubicBezTo>
                  <a:pt x="207958" y="3313"/>
                  <a:pt x="214845" y="0"/>
                  <a:pt x="223867" y="0"/>
                </a:cubicBezTo>
                <a:cubicBezTo>
                  <a:pt x="232167" y="0"/>
                  <a:pt x="239039" y="2966"/>
                  <a:pt x="244482" y="8898"/>
                </a:cubicBezTo>
                <a:cubicBezTo>
                  <a:pt x="249925" y="14830"/>
                  <a:pt x="252647" y="23547"/>
                  <a:pt x="252647" y="35050"/>
                </a:cubicBezTo>
                <a:cubicBezTo>
                  <a:pt x="252647" y="46252"/>
                  <a:pt x="249895" y="54879"/>
                  <a:pt x="244392" y="60932"/>
                </a:cubicBezTo>
                <a:cubicBezTo>
                  <a:pt x="238888" y="66984"/>
                  <a:pt x="232107" y="70010"/>
                  <a:pt x="224047" y="70010"/>
                </a:cubicBezTo>
                <a:cubicBezTo>
                  <a:pt x="216048" y="70010"/>
                  <a:pt x="209387" y="67029"/>
                  <a:pt x="204064" y="61067"/>
                </a:cubicBezTo>
                <a:cubicBezTo>
                  <a:pt x="198741" y="55105"/>
                  <a:pt x="196080" y="46102"/>
                  <a:pt x="196080" y="34058"/>
                </a:cubicBezTo>
                <a:moveTo>
                  <a:pt x="224318" y="11187"/>
                </a:moveTo>
                <a:cubicBezTo>
                  <a:pt x="220288" y="11187"/>
                  <a:pt x="216935" y="12935"/>
                  <a:pt x="214259" y="16431"/>
                </a:cubicBezTo>
                <a:cubicBezTo>
                  <a:pt x="211582" y="19925"/>
                  <a:pt x="210244" y="26342"/>
                  <a:pt x="210244" y="35682"/>
                </a:cubicBezTo>
                <a:cubicBezTo>
                  <a:pt x="210244" y="44179"/>
                  <a:pt x="211597" y="50161"/>
                  <a:pt x="214304" y="53627"/>
                </a:cubicBezTo>
                <a:cubicBezTo>
                  <a:pt x="217010" y="57091"/>
                  <a:pt x="220348" y="58823"/>
                  <a:pt x="224318" y="58823"/>
                </a:cubicBezTo>
                <a:cubicBezTo>
                  <a:pt x="228408" y="58823"/>
                  <a:pt x="231791" y="57076"/>
                  <a:pt x="234468" y="53582"/>
                </a:cubicBezTo>
                <a:cubicBezTo>
                  <a:pt x="237144" y="50086"/>
                  <a:pt x="238482" y="43698"/>
                  <a:pt x="238482" y="34418"/>
                </a:cubicBezTo>
                <a:cubicBezTo>
                  <a:pt x="238482" y="25861"/>
                  <a:pt x="237129" y="19850"/>
                  <a:pt x="234423" y="16386"/>
                </a:cubicBezTo>
                <a:cubicBezTo>
                  <a:pt x="231716" y="12920"/>
                  <a:pt x="228348" y="11187"/>
                  <a:pt x="224318" y="11187"/>
                </a:cubicBezTo>
                <a:moveTo>
                  <a:pt x="224408" y="139298"/>
                </a:moveTo>
                <a:lnTo>
                  <a:pt x="296764" y="0"/>
                </a:lnTo>
                <a:lnTo>
                  <a:pt x="309936" y="0"/>
                </a:lnTo>
                <a:lnTo>
                  <a:pt x="237851" y="139298"/>
                </a:lnTo>
                <a:lnTo>
                  <a:pt x="224408" y="139298"/>
                </a:lnTo>
                <a:moveTo>
                  <a:pt x="281607" y="103346"/>
                </a:moveTo>
                <a:cubicBezTo>
                  <a:pt x="281607" y="93830"/>
                  <a:pt x="283983" y="85775"/>
                  <a:pt x="288734" y="79181"/>
                </a:cubicBezTo>
                <a:cubicBezTo>
                  <a:pt x="293486" y="72586"/>
                  <a:pt x="300403" y="69288"/>
                  <a:pt x="309485" y="69288"/>
                </a:cubicBezTo>
                <a:cubicBezTo>
                  <a:pt x="317785" y="69288"/>
                  <a:pt x="324656" y="72254"/>
                  <a:pt x="330100" y="78186"/>
                </a:cubicBezTo>
                <a:cubicBezTo>
                  <a:pt x="335543" y="84118"/>
                  <a:pt x="338265" y="92835"/>
                  <a:pt x="338265" y="104338"/>
                </a:cubicBezTo>
                <a:cubicBezTo>
                  <a:pt x="338265" y="115540"/>
                  <a:pt x="335513" y="124167"/>
                  <a:pt x="330009" y="130220"/>
                </a:cubicBezTo>
                <a:cubicBezTo>
                  <a:pt x="324506" y="136272"/>
                  <a:pt x="317695" y="139298"/>
                  <a:pt x="309575" y="139298"/>
                </a:cubicBezTo>
                <a:cubicBezTo>
                  <a:pt x="301576" y="139298"/>
                  <a:pt x="294914" y="136302"/>
                  <a:pt x="289591" y="130310"/>
                </a:cubicBezTo>
                <a:cubicBezTo>
                  <a:pt x="284269" y="124318"/>
                  <a:pt x="281607" y="115330"/>
                  <a:pt x="281607" y="103346"/>
                </a:cubicBezTo>
                <a:moveTo>
                  <a:pt x="309936" y="80475"/>
                </a:moveTo>
                <a:cubicBezTo>
                  <a:pt x="305846" y="80475"/>
                  <a:pt x="302463" y="82223"/>
                  <a:pt x="299786" y="85719"/>
                </a:cubicBezTo>
                <a:cubicBezTo>
                  <a:pt x="297110" y="89213"/>
                  <a:pt x="295771" y="95630"/>
                  <a:pt x="295771" y="104970"/>
                </a:cubicBezTo>
                <a:cubicBezTo>
                  <a:pt x="295771" y="113407"/>
                  <a:pt x="297125" y="119374"/>
                  <a:pt x="299831" y="122870"/>
                </a:cubicBezTo>
                <a:cubicBezTo>
                  <a:pt x="302538" y="126364"/>
                  <a:pt x="305876" y="128111"/>
                  <a:pt x="309846" y="128111"/>
                </a:cubicBezTo>
                <a:cubicBezTo>
                  <a:pt x="313996" y="128111"/>
                  <a:pt x="317409" y="126364"/>
                  <a:pt x="320085" y="122870"/>
                </a:cubicBezTo>
                <a:cubicBezTo>
                  <a:pt x="322762" y="119374"/>
                  <a:pt x="324100" y="112986"/>
                  <a:pt x="324100" y="103707"/>
                </a:cubicBezTo>
                <a:cubicBezTo>
                  <a:pt x="324100" y="95149"/>
                  <a:pt x="322747" y="89138"/>
                  <a:pt x="320040" y="85674"/>
                </a:cubicBezTo>
                <a:cubicBezTo>
                  <a:pt x="317334" y="82208"/>
                  <a:pt x="313966" y="80475"/>
                  <a:pt x="309936" y="8047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8F0081-770C-4C3E-BE9A-8A772B6F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809" y="1079422"/>
            <a:ext cx="5502632" cy="10"/>
          </a:xfrm>
          <a:custGeom xmlns:a="http://schemas.openxmlformats.org/drawingml/2006/main">
            <a:pathLst>
              <a:path w="5502632" h="1" fill="none">
                <a:moveTo>
                  <a:pt x="0" y="0"/>
                </a:moveTo>
                <a:lnTo>
                  <a:pt x="5502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74" cap="flat">
            <a:solidFill>
              <a:srgbClr val="A9A9A9"/>
            </a:solidFill>
            <a:custDash>
              <a:ds d="370000" sp="160000"/>
            </a:custDash>
            <a:round/>
          </a:ln>
        </p:spPr>
      </p:sp>
      <p:sp>
        <p:nvSpPr>
          <p:cNvPr id="28" name="Text 20%">
            <a:extLst xmlns:a="http://schemas.openxmlformats.org/drawingml/2006/main">
              <a:ext uri="{FF2B5EF4-FFF2-40B4-BE49-F238E27FC236}">
                <a16:creationId xmlns:a16="http://schemas.microsoft.com/office/drawing/2014/main" id="{3BD6FC67-B66A-41C5-AC1D-AF7A3DD0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499" y="1011126"/>
            <a:ext cx="352910" cy="139298"/>
          </a:xfrm>
          <a:custGeom xmlns:a="http://schemas.openxmlformats.org/drawingml/2006/main">
            <a:pathLst>
              <a:path w="352910" h="139298">
                <a:moveTo>
                  <a:pt x="87542" y="118818"/>
                </a:moveTo>
                <a:lnTo>
                  <a:pt x="87542" y="134426"/>
                </a:lnTo>
                <a:lnTo>
                  <a:pt x="120" y="134426"/>
                </a:lnTo>
                <a:cubicBezTo>
                  <a:pt x="0" y="130519"/>
                  <a:pt x="632" y="126761"/>
                  <a:pt x="2015" y="123154"/>
                </a:cubicBezTo>
                <a:cubicBezTo>
                  <a:pt x="4240" y="117204"/>
                  <a:pt x="7804" y="111343"/>
                  <a:pt x="12706" y="105573"/>
                </a:cubicBezTo>
                <a:cubicBezTo>
                  <a:pt x="17608" y="99803"/>
                  <a:pt x="24690" y="93130"/>
                  <a:pt x="33952" y="85556"/>
                </a:cubicBezTo>
                <a:cubicBezTo>
                  <a:pt x="48327" y="73778"/>
                  <a:pt x="58041" y="64449"/>
                  <a:pt x="63093" y="57568"/>
                </a:cubicBezTo>
                <a:cubicBezTo>
                  <a:pt x="68145" y="50687"/>
                  <a:pt x="70671" y="44182"/>
                  <a:pt x="70671" y="38053"/>
                </a:cubicBezTo>
                <a:cubicBezTo>
                  <a:pt x="70671" y="31623"/>
                  <a:pt x="68371" y="26199"/>
                  <a:pt x="63770" y="21782"/>
                </a:cubicBezTo>
                <a:cubicBezTo>
                  <a:pt x="59169" y="17365"/>
                  <a:pt x="53169" y="15157"/>
                  <a:pt x="45771" y="15157"/>
                </a:cubicBezTo>
                <a:cubicBezTo>
                  <a:pt x="37952" y="15157"/>
                  <a:pt x="31697" y="17502"/>
                  <a:pt x="27006" y="22194"/>
                </a:cubicBezTo>
                <a:cubicBezTo>
                  <a:pt x="22314" y="26885"/>
                  <a:pt x="19938" y="33381"/>
                  <a:pt x="19878" y="41681"/>
                </a:cubicBezTo>
                <a:lnTo>
                  <a:pt x="3188" y="39964"/>
                </a:lnTo>
                <a:cubicBezTo>
                  <a:pt x="4331" y="27486"/>
                  <a:pt x="8631" y="17976"/>
                  <a:pt x="16089" y="11435"/>
                </a:cubicBezTo>
                <a:cubicBezTo>
                  <a:pt x="23547" y="4894"/>
                  <a:pt x="33561" y="1624"/>
                  <a:pt x="46132" y="1624"/>
                </a:cubicBezTo>
                <a:cubicBezTo>
                  <a:pt x="58823" y="1624"/>
                  <a:pt x="68867" y="5143"/>
                  <a:pt x="76265" y="12182"/>
                </a:cubicBezTo>
                <a:cubicBezTo>
                  <a:pt x="83663" y="19221"/>
                  <a:pt x="87362" y="27945"/>
                  <a:pt x="87362" y="38354"/>
                </a:cubicBezTo>
                <a:cubicBezTo>
                  <a:pt x="87362" y="43649"/>
                  <a:pt x="86279" y="48854"/>
                  <a:pt x="84114" y="53968"/>
                </a:cubicBezTo>
                <a:cubicBezTo>
                  <a:pt x="81949" y="59082"/>
                  <a:pt x="78355" y="64467"/>
                  <a:pt x="73333" y="70123"/>
                </a:cubicBezTo>
                <a:cubicBezTo>
                  <a:pt x="68311" y="75776"/>
                  <a:pt x="59965" y="83537"/>
                  <a:pt x="48297" y="93405"/>
                </a:cubicBezTo>
                <a:cubicBezTo>
                  <a:pt x="38554" y="101575"/>
                  <a:pt x="32298" y="107118"/>
                  <a:pt x="29532" y="110033"/>
                </a:cubicBezTo>
                <a:cubicBezTo>
                  <a:pt x="26765" y="112947"/>
                  <a:pt x="24479" y="115875"/>
                  <a:pt x="22675" y="118818"/>
                </a:cubicBezTo>
                <a:lnTo>
                  <a:pt x="87542" y="118818"/>
                </a:lnTo>
                <a:close/>
                <a:moveTo>
                  <a:pt x="104926" y="69153"/>
                </a:moveTo>
                <a:cubicBezTo>
                  <a:pt x="104926" y="53526"/>
                  <a:pt x="106535" y="40949"/>
                  <a:pt x="109753" y="31422"/>
                </a:cubicBezTo>
                <a:cubicBezTo>
                  <a:pt x="112971" y="21894"/>
                  <a:pt x="117753" y="14546"/>
                  <a:pt x="124098" y="9377"/>
                </a:cubicBezTo>
                <a:cubicBezTo>
                  <a:pt x="130443" y="4208"/>
                  <a:pt x="138428" y="1624"/>
                  <a:pt x="148051" y="1624"/>
                </a:cubicBezTo>
                <a:cubicBezTo>
                  <a:pt x="155148" y="1624"/>
                  <a:pt x="161373" y="3051"/>
                  <a:pt x="166726" y="5907"/>
                </a:cubicBezTo>
                <a:cubicBezTo>
                  <a:pt x="172079" y="8762"/>
                  <a:pt x="176500" y="12879"/>
                  <a:pt x="179989" y="18258"/>
                </a:cubicBezTo>
                <a:cubicBezTo>
                  <a:pt x="183477" y="23637"/>
                  <a:pt x="186214" y="30189"/>
                  <a:pt x="188198" y="37914"/>
                </a:cubicBezTo>
                <a:cubicBezTo>
                  <a:pt x="190183" y="45638"/>
                  <a:pt x="191176" y="56050"/>
                  <a:pt x="191176" y="69153"/>
                </a:cubicBezTo>
                <a:cubicBezTo>
                  <a:pt x="191176" y="84659"/>
                  <a:pt x="189582" y="97176"/>
                  <a:pt x="186394" y="106704"/>
                </a:cubicBezTo>
                <a:cubicBezTo>
                  <a:pt x="183206" y="116231"/>
                  <a:pt x="178440" y="123594"/>
                  <a:pt x="172094" y="128793"/>
                </a:cubicBezTo>
                <a:cubicBezTo>
                  <a:pt x="165749" y="133992"/>
                  <a:pt x="157735" y="136591"/>
                  <a:pt x="148051" y="136591"/>
                </a:cubicBezTo>
                <a:cubicBezTo>
                  <a:pt x="135300" y="136591"/>
                  <a:pt x="125286" y="132023"/>
                  <a:pt x="118008" y="122887"/>
                </a:cubicBezTo>
                <a:cubicBezTo>
                  <a:pt x="109287" y="111887"/>
                  <a:pt x="104926" y="93976"/>
                  <a:pt x="104926" y="69153"/>
                </a:cubicBezTo>
                <a:moveTo>
                  <a:pt x="121617" y="69108"/>
                </a:moveTo>
                <a:cubicBezTo>
                  <a:pt x="121617" y="90747"/>
                  <a:pt x="124158" y="105149"/>
                  <a:pt x="129240" y="112314"/>
                </a:cubicBezTo>
                <a:cubicBezTo>
                  <a:pt x="134323" y="119477"/>
                  <a:pt x="140593" y="123059"/>
                  <a:pt x="148051" y="123059"/>
                </a:cubicBezTo>
                <a:cubicBezTo>
                  <a:pt x="155509" y="123059"/>
                  <a:pt x="161779" y="119462"/>
                  <a:pt x="166862" y="112269"/>
                </a:cubicBezTo>
                <a:cubicBezTo>
                  <a:pt x="171944" y="105076"/>
                  <a:pt x="174485" y="90689"/>
                  <a:pt x="174485" y="69108"/>
                </a:cubicBezTo>
                <a:cubicBezTo>
                  <a:pt x="174485" y="47408"/>
                  <a:pt x="171944" y="32992"/>
                  <a:pt x="166862" y="25859"/>
                </a:cubicBezTo>
                <a:cubicBezTo>
                  <a:pt x="161779" y="18724"/>
                  <a:pt x="155449" y="15157"/>
                  <a:pt x="147871" y="15157"/>
                </a:cubicBezTo>
                <a:cubicBezTo>
                  <a:pt x="140413" y="15157"/>
                  <a:pt x="134458" y="18304"/>
                  <a:pt x="130007" y="24599"/>
                </a:cubicBezTo>
                <a:cubicBezTo>
                  <a:pt x="124414" y="32632"/>
                  <a:pt x="121617" y="47468"/>
                  <a:pt x="121617" y="69108"/>
                </a:cubicBezTo>
                <a:close/>
                <a:moveTo>
                  <a:pt x="210725" y="34058"/>
                </a:moveTo>
                <a:cubicBezTo>
                  <a:pt x="210725" y="24602"/>
                  <a:pt x="213101" y="16562"/>
                  <a:pt x="217852" y="9938"/>
                </a:cubicBezTo>
                <a:cubicBezTo>
                  <a:pt x="222604" y="3313"/>
                  <a:pt x="229491" y="0"/>
                  <a:pt x="238513" y="0"/>
                </a:cubicBezTo>
                <a:cubicBezTo>
                  <a:pt x="246813" y="0"/>
                  <a:pt x="253684" y="2966"/>
                  <a:pt x="259128" y="8898"/>
                </a:cubicBezTo>
                <a:cubicBezTo>
                  <a:pt x="264571" y="14830"/>
                  <a:pt x="267292" y="23547"/>
                  <a:pt x="267292" y="35050"/>
                </a:cubicBezTo>
                <a:cubicBezTo>
                  <a:pt x="267292" y="46252"/>
                  <a:pt x="264541" y="54879"/>
                  <a:pt x="259037" y="60932"/>
                </a:cubicBezTo>
                <a:cubicBezTo>
                  <a:pt x="253534" y="66984"/>
                  <a:pt x="246753" y="70010"/>
                  <a:pt x="238693" y="70010"/>
                </a:cubicBezTo>
                <a:cubicBezTo>
                  <a:pt x="230694" y="70010"/>
                  <a:pt x="224032" y="67029"/>
                  <a:pt x="218709" y="61067"/>
                </a:cubicBezTo>
                <a:cubicBezTo>
                  <a:pt x="213387" y="55105"/>
                  <a:pt x="210725" y="46102"/>
                  <a:pt x="210725" y="34058"/>
                </a:cubicBezTo>
                <a:moveTo>
                  <a:pt x="238964" y="11187"/>
                </a:moveTo>
                <a:cubicBezTo>
                  <a:pt x="234934" y="11187"/>
                  <a:pt x="231581" y="12935"/>
                  <a:pt x="228904" y="16431"/>
                </a:cubicBezTo>
                <a:cubicBezTo>
                  <a:pt x="226228" y="19925"/>
                  <a:pt x="224889" y="26342"/>
                  <a:pt x="224889" y="35682"/>
                </a:cubicBezTo>
                <a:cubicBezTo>
                  <a:pt x="224889" y="44179"/>
                  <a:pt x="226243" y="50161"/>
                  <a:pt x="228949" y="53627"/>
                </a:cubicBezTo>
                <a:cubicBezTo>
                  <a:pt x="231656" y="57091"/>
                  <a:pt x="234994" y="58823"/>
                  <a:pt x="238964" y="58823"/>
                </a:cubicBezTo>
                <a:cubicBezTo>
                  <a:pt x="243054" y="58823"/>
                  <a:pt x="246437" y="57076"/>
                  <a:pt x="249113" y="53582"/>
                </a:cubicBezTo>
                <a:cubicBezTo>
                  <a:pt x="251790" y="50086"/>
                  <a:pt x="253128" y="43698"/>
                  <a:pt x="253128" y="34418"/>
                </a:cubicBezTo>
                <a:cubicBezTo>
                  <a:pt x="253128" y="25861"/>
                  <a:pt x="251775" y="19850"/>
                  <a:pt x="249068" y="16386"/>
                </a:cubicBezTo>
                <a:cubicBezTo>
                  <a:pt x="246362" y="12920"/>
                  <a:pt x="242993" y="11187"/>
                  <a:pt x="238964" y="11187"/>
                </a:cubicBezTo>
                <a:moveTo>
                  <a:pt x="239054" y="139298"/>
                </a:moveTo>
                <a:lnTo>
                  <a:pt x="311409" y="0"/>
                </a:lnTo>
                <a:lnTo>
                  <a:pt x="324581" y="0"/>
                </a:lnTo>
                <a:lnTo>
                  <a:pt x="252496" y="139298"/>
                </a:lnTo>
                <a:lnTo>
                  <a:pt x="239054" y="139298"/>
                </a:lnTo>
                <a:moveTo>
                  <a:pt x="296253" y="103346"/>
                </a:moveTo>
                <a:cubicBezTo>
                  <a:pt x="296253" y="93830"/>
                  <a:pt x="298628" y="85775"/>
                  <a:pt x="303380" y="79181"/>
                </a:cubicBezTo>
                <a:cubicBezTo>
                  <a:pt x="308131" y="72586"/>
                  <a:pt x="315048" y="69288"/>
                  <a:pt x="324130" y="69288"/>
                </a:cubicBezTo>
                <a:cubicBezTo>
                  <a:pt x="332430" y="69288"/>
                  <a:pt x="339302" y="72254"/>
                  <a:pt x="344745" y="78186"/>
                </a:cubicBezTo>
                <a:cubicBezTo>
                  <a:pt x="350188" y="84118"/>
                  <a:pt x="352910" y="92835"/>
                  <a:pt x="352910" y="104338"/>
                </a:cubicBezTo>
                <a:cubicBezTo>
                  <a:pt x="352910" y="115540"/>
                  <a:pt x="350158" y="124167"/>
                  <a:pt x="344655" y="130220"/>
                </a:cubicBezTo>
                <a:cubicBezTo>
                  <a:pt x="339152" y="136272"/>
                  <a:pt x="332340" y="139298"/>
                  <a:pt x="324220" y="139298"/>
                </a:cubicBezTo>
                <a:cubicBezTo>
                  <a:pt x="316221" y="139298"/>
                  <a:pt x="309560" y="136302"/>
                  <a:pt x="304237" y="130310"/>
                </a:cubicBezTo>
                <a:cubicBezTo>
                  <a:pt x="298914" y="124318"/>
                  <a:pt x="296253" y="115330"/>
                  <a:pt x="296253" y="103346"/>
                </a:cubicBezTo>
                <a:moveTo>
                  <a:pt x="324581" y="80475"/>
                </a:moveTo>
                <a:cubicBezTo>
                  <a:pt x="320491" y="80475"/>
                  <a:pt x="317108" y="82223"/>
                  <a:pt x="314432" y="85719"/>
                </a:cubicBezTo>
                <a:cubicBezTo>
                  <a:pt x="311755" y="89213"/>
                  <a:pt x="310417" y="95630"/>
                  <a:pt x="310417" y="104970"/>
                </a:cubicBezTo>
                <a:cubicBezTo>
                  <a:pt x="310417" y="113407"/>
                  <a:pt x="311770" y="119374"/>
                  <a:pt x="314477" y="122870"/>
                </a:cubicBezTo>
                <a:cubicBezTo>
                  <a:pt x="317183" y="126364"/>
                  <a:pt x="320521" y="128111"/>
                  <a:pt x="324491" y="128111"/>
                </a:cubicBezTo>
                <a:cubicBezTo>
                  <a:pt x="328641" y="128111"/>
                  <a:pt x="332054" y="126364"/>
                  <a:pt x="334731" y="122870"/>
                </a:cubicBezTo>
                <a:cubicBezTo>
                  <a:pt x="337407" y="119374"/>
                  <a:pt x="338746" y="112986"/>
                  <a:pt x="338746" y="103707"/>
                </a:cubicBezTo>
                <a:cubicBezTo>
                  <a:pt x="338746" y="95149"/>
                  <a:pt x="337392" y="89138"/>
                  <a:pt x="334686" y="85674"/>
                </a:cubicBezTo>
                <a:cubicBezTo>
                  <a:pt x="331979" y="82208"/>
                  <a:pt x="328611" y="80475"/>
                  <a:pt x="324581" y="8047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FBC7F8-8513-4798-BBE8-C4649E634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809" y="633950"/>
            <a:ext cx="5502632" cy="10"/>
          </a:xfrm>
          <a:custGeom xmlns:a="http://schemas.openxmlformats.org/drawingml/2006/main">
            <a:pathLst>
              <a:path w="5502632" h="1" fill="none">
                <a:moveTo>
                  <a:pt x="0" y="0"/>
                </a:moveTo>
                <a:lnTo>
                  <a:pt x="5502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74" cap="flat">
            <a:solidFill>
              <a:srgbClr val="A9A9A9"/>
            </a:solidFill>
            <a:custDash>
              <a:ds d="370000" sp="160000"/>
            </a:custDash>
            <a:round/>
          </a:ln>
        </p:spPr>
      </p:sp>
      <p:sp>
        <p:nvSpPr>
          <p:cNvPr id="30" name="Text 25%">
            <a:extLst xmlns:a="http://schemas.openxmlformats.org/drawingml/2006/main">
              <a:ext uri="{FF2B5EF4-FFF2-40B4-BE49-F238E27FC236}">
                <a16:creationId xmlns:a16="http://schemas.microsoft.com/office/drawing/2014/main" id="{400F075B-3DEB-41EE-AD2A-583F4E4AC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499" y="565655"/>
            <a:ext cx="352910" cy="139298"/>
          </a:xfrm>
          <a:custGeom xmlns:a="http://schemas.openxmlformats.org/drawingml/2006/main">
            <a:pathLst>
              <a:path w="352910" h="139298">
                <a:moveTo>
                  <a:pt x="87542" y="118818"/>
                </a:moveTo>
                <a:lnTo>
                  <a:pt x="87542" y="134426"/>
                </a:lnTo>
                <a:lnTo>
                  <a:pt x="120" y="134426"/>
                </a:lnTo>
                <a:cubicBezTo>
                  <a:pt x="0" y="130519"/>
                  <a:pt x="632" y="126761"/>
                  <a:pt x="2015" y="123154"/>
                </a:cubicBezTo>
                <a:cubicBezTo>
                  <a:pt x="4240" y="117204"/>
                  <a:pt x="7804" y="111343"/>
                  <a:pt x="12706" y="105573"/>
                </a:cubicBezTo>
                <a:cubicBezTo>
                  <a:pt x="17608" y="99803"/>
                  <a:pt x="24690" y="93130"/>
                  <a:pt x="33952" y="85556"/>
                </a:cubicBezTo>
                <a:cubicBezTo>
                  <a:pt x="48327" y="73778"/>
                  <a:pt x="58041" y="64449"/>
                  <a:pt x="63093" y="57568"/>
                </a:cubicBezTo>
                <a:cubicBezTo>
                  <a:pt x="68145" y="50687"/>
                  <a:pt x="70671" y="44182"/>
                  <a:pt x="70671" y="38053"/>
                </a:cubicBezTo>
                <a:cubicBezTo>
                  <a:pt x="70671" y="31623"/>
                  <a:pt x="68371" y="26199"/>
                  <a:pt x="63770" y="21782"/>
                </a:cubicBezTo>
                <a:cubicBezTo>
                  <a:pt x="59169" y="17365"/>
                  <a:pt x="53169" y="15157"/>
                  <a:pt x="45771" y="15157"/>
                </a:cubicBezTo>
                <a:cubicBezTo>
                  <a:pt x="37952" y="15157"/>
                  <a:pt x="31697" y="17502"/>
                  <a:pt x="27006" y="22194"/>
                </a:cubicBezTo>
                <a:cubicBezTo>
                  <a:pt x="22314" y="26885"/>
                  <a:pt x="19938" y="33381"/>
                  <a:pt x="19878" y="41681"/>
                </a:cubicBezTo>
                <a:lnTo>
                  <a:pt x="3188" y="39964"/>
                </a:lnTo>
                <a:cubicBezTo>
                  <a:pt x="4331" y="27486"/>
                  <a:pt x="8631" y="17976"/>
                  <a:pt x="16089" y="11435"/>
                </a:cubicBezTo>
                <a:cubicBezTo>
                  <a:pt x="23547" y="4894"/>
                  <a:pt x="33561" y="1624"/>
                  <a:pt x="46132" y="1624"/>
                </a:cubicBezTo>
                <a:cubicBezTo>
                  <a:pt x="58823" y="1624"/>
                  <a:pt x="68867" y="5143"/>
                  <a:pt x="76265" y="12182"/>
                </a:cubicBezTo>
                <a:cubicBezTo>
                  <a:pt x="83663" y="19221"/>
                  <a:pt x="87362" y="27945"/>
                  <a:pt x="87362" y="38354"/>
                </a:cubicBezTo>
                <a:cubicBezTo>
                  <a:pt x="87362" y="43649"/>
                  <a:pt x="86279" y="48854"/>
                  <a:pt x="84114" y="53968"/>
                </a:cubicBezTo>
                <a:cubicBezTo>
                  <a:pt x="81949" y="59082"/>
                  <a:pt x="78355" y="64467"/>
                  <a:pt x="73333" y="70123"/>
                </a:cubicBezTo>
                <a:cubicBezTo>
                  <a:pt x="68311" y="75776"/>
                  <a:pt x="59965" y="83537"/>
                  <a:pt x="48297" y="93405"/>
                </a:cubicBezTo>
                <a:cubicBezTo>
                  <a:pt x="38554" y="101575"/>
                  <a:pt x="32298" y="107118"/>
                  <a:pt x="29532" y="110033"/>
                </a:cubicBezTo>
                <a:cubicBezTo>
                  <a:pt x="26765" y="112947"/>
                  <a:pt x="24479" y="115875"/>
                  <a:pt x="22675" y="118818"/>
                </a:cubicBezTo>
                <a:lnTo>
                  <a:pt x="87542" y="118818"/>
                </a:lnTo>
                <a:close/>
                <a:moveTo>
                  <a:pt x="104926" y="99602"/>
                </a:moveTo>
                <a:lnTo>
                  <a:pt x="121978" y="98158"/>
                </a:lnTo>
                <a:cubicBezTo>
                  <a:pt x="123241" y="106430"/>
                  <a:pt x="126173" y="112649"/>
                  <a:pt x="130774" y="116814"/>
                </a:cubicBezTo>
                <a:cubicBezTo>
                  <a:pt x="135375" y="120977"/>
                  <a:pt x="140924" y="123059"/>
                  <a:pt x="147420" y="123059"/>
                </a:cubicBezTo>
                <a:cubicBezTo>
                  <a:pt x="155239" y="123059"/>
                  <a:pt x="161855" y="120116"/>
                  <a:pt x="167268" y="114231"/>
                </a:cubicBezTo>
                <a:cubicBezTo>
                  <a:pt x="172681" y="108344"/>
                  <a:pt x="175387" y="100537"/>
                  <a:pt x="175387" y="90808"/>
                </a:cubicBezTo>
                <a:cubicBezTo>
                  <a:pt x="175387" y="81559"/>
                  <a:pt x="172786" y="74261"/>
                  <a:pt x="167583" y="68916"/>
                </a:cubicBezTo>
                <a:cubicBezTo>
                  <a:pt x="162381" y="63570"/>
                  <a:pt x="155569" y="60898"/>
                  <a:pt x="147149" y="60898"/>
                </a:cubicBezTo>
                <a:cubicBezTo>
                  <a:pt x="141916" y="60898"/>
                  <a:pt x="137195" y="62077"/>
                  <a:pt x="132985" y="64436"/>
                </a:cubicBezTo>
                <a:cubicBezTo>
                  <a:pt x="128774" y="66795"/>
                  <a:pt x="125466" y="69856"/>
                  <a:pt x="123060" y="73619"/>
                </a:cubicBezTo>
                <a:lnTo>
                  <a:pt x="107813" y="71634"/>
                </a:lnTo>
                <a:lnTo>
                  <a:pt x="120625" y="3789"/>
                </a:lnTo>
                <a:lnTo>
                  <a:pt x="186394" y="3789"/>
                </a:lnTo>
                <a:lnTo>
                  <a:pt x="186394" y="19126"/>
                </a:lnTo>
                <a:lnTo>
                  <a:pt x="133616" y="19126"/>
                </a:lnTo>
                <a:lnTo>
                  <a:pt x="126489" y="54763"/>
                </a:lnTo>
                <a:cubicBezTo>
                  <a:pt x="134428" y="49290"/>
                  <a:pt x="142758" y="46553"/>
                  <a:pt x="151479" y="46553"/>
                </a:cubicBezTo>
                <a:cubicBezTo>
                  <a:pt x="163027" y="46553"/>
                  <a:pt x="172771" y="50557"/>
                  <a:pt x="180710" y="58566"/>
                </a:cubicBezTo>
                <a:cubicBezTo>
                  <a:pt x="188650" y="66573"/>
                  <a:pt x="192619" y="76867"/>
                  <a:pt x="192619" y="89449"/>
                </a:cubicBezTo>
                <a:cubicBezTo>
                  <a:pt x="192619" y="101431"/>
                  <a:pt x="189131" y="111787"/>
                  <a:pt x="182154" y="120515"/>
                </a:cubicBezTo>
                <a:cubicBezTo>
                  <a:pt x="173673" y="131233"/>
                  <a:pt x="162095" y="136591"/>
                  <a:pt x="147420" y="136591"/>
                </a:cubicBezTo>
                <a:cubicBezTo>
                  <a:pt x="135390" y="136591"/>
                  <a:pt x="125572" y="133215"/>
                  <a:pt x="117963" y="126461"/>
                </a:cubicBezTo>
                <a:cubicBezTo>
                  <a:pt x="110355" y="119708"/>
                  <a:pt x="106009" y="110755"/>
                  <a:pt x="104926" y="99602"/>
                </a:cubicBezTo>
                <a:close/>
                <a:moveTo>
                  <a:pt x="210725" y="34058"/>
                </a:moveTo>
                <a:cubicBezTo>
                  <a:pt x="210725" y="24602"/>
                  <a:pt x="213101" y="16562"/>
                  <a:pt x="217852" y="9938"/>
                </a:cubicBezTo>
                <a:cubicBezTo>
                  <a:pt x="222604" y="3313"/>
                  <a:pt x="229491" y="0"/>
                  <a:pt x="238513" y="0"/>
                </a:cubicBezTo>
                <a:cubicBezTo>
                  <a:pt x="246813" y="0"/>
                  <a:pt x="253684" y="2966"/>
                  <a:pt x="259128" y="8898"/>
                </a:cubicBezTo>
                <a:cubicBezTo>
                  <a:pt x="264571" y="14830"/>
                  <a:pt x="267292" y="23547"/>
                  <a:pt x="267292" y="35050"/>
                </a:cubicBezTo>
                <a:cubicBezTo>
                  <a:pt x="267292" y="46252"/>
                  <a:pt x="264541" y="54879"/>
                  <a:pt x="259037" y="60932"/>
                </a:cubicBezTo>
                <a:cubicBezTo>
                  <a:pt x="253534" y="66984"/>
                  <a:pt x="246753" y="70010"/>
                  <a:pt x="238693" y="70010"/>
                </a:cubicBezTo>
                <a:cubicBezTo>
                  <a:pt x="230694" y="70010"/>
                  <a:pt x="224032" y="67029"/>
                  <a:pt x="218709" y="61067"/>
                </a:cubicBezTo>
                <a:cubicBezTo>
                  <a:pt x="213387" y="55105"/>
                  <a:pt x="210725" y="46102"/>
                  <a:pt x="210725" y="34058"/>
                </a:cubicBezTo>
                <a:moveTo>
                  <a:pt x="238964" y="11187"/>
                </a:moveTo>
                <a:cubicBezTo>
                  <a:pt x="234934" y="11187"/>
                  <a:pt x="231581" y="12935"/>
                  <a:pt x="228904" y="16431"/>
                </a:cubicBezTo>
                <a:cubicBezTo>
                  <a:pt x="226228" y="19925"/>
                  <a:pt x="224889" y="26342"/>
                  <a:pt x="224889" y="35682"/>
                </a:cubicBezTo>
                <a:cubicBezTo>
                  <a:pt x="224889" y="44179"/>
                  <a:pt x="226243" y="50161"/>
                  <a:pt x="228949" y="53627"/>
                </a:cubicBezTo>
                <a:cubicBezTo>
                  <a:pt x="231656" y="57091"/>
                  <a:pt x="234994" y="58823"/>
                  <a:pt x="238964" y="58823"/>
                </a:cubicBezTo>
                <a:cubicBezTo>
                  <a:pt x="243054" y="58823"/>
                  <a:pt x="246437" y="57076"/>
                  <a:pt x="249113" y="53582"/>
                </a:cubicBezTo>
                <a:cubicBezTo>
                  <a:pt x="251790" y="50086"/>
                  <a:pt x="253128" y="43698"/>
                  <a:pt x="253128" y="34418"/>
                </a:cubicBezTo>
                <a:cubicBezTo>
                  <a:pt x="253128" y="25861"/>
                  <a:pt x="251775" y="19850"/>
                  <a:pt x="249068" y="16386"/>
                </a:cubicBezTo>
                <a:cubicBezTo>
                  <a:pt x="246362" y="12920"/>
                  <a:pt x="242993" y="11187"/>
                  <a:pt x="238964" y="11187"/>
                </a:cubicBezTo>
                <a:moveTo>
                  <a:pt x="239054" y="139298"/>
                </a:moveTo>
                <a:lnTo>
                  <a:pt x="311409" y="0"/>
                </a:lnTo>
                <a:lnTo>
                  <a:pt x="324581" y="0"/>
                </a:lnTo>
                <a:lnTo>
                  <a:pt x="252496" y="139298"/>
                </a:lnTo>
                <a:lnTo>
                  <a:pt x="239054" y="139298"/>
                </a:lnTo>
                <a:moveTo>
                  <a:pt x="296253" y="103346"/>
                </a:moveTo>
                <a:cubicBezTo>
                  <a:pt x="296253" y="93830"/>
                  <a:pt x="298628" y="85775"/>
                  <a:pt x="303380" y="79181"/>
                </a:cubicBezTo>
                <a:cubicBezTo>
                  <a:pt x="308131" y="72586"/>
                  <a:pt x="315048" y="69288"/>
                  <a:pt x="324130" y="69288"/>
                </a:cubicBezTo>
                <a:cubicBezTo>
                  <a:pt x="332430" y="69288"/>
                  <a:pt x="339302" y="72254"/>
                  <a:pt x="344745" y="78186"/>
                </a:cubicBezTo>
                <a:cubicBezTo>
                  <a:pt x="350188" y="84118"/>
                  <a:pt x="352910" y="92835"/>
                  <a:pt x="352910" y="104338"/>
                </a:cubicBezTo>
                <a:cubicBezTo>
                  <a:pt x="352910" y="115540"/>
                  <a:pt x="350158" y="124167"/>
                  <a:pt x="344655" y="130220"/>
                </a:cubicBezTo>
                <a:cubicBezTo>
                  <a:pt x="339152" y="136272"/>
                  <a:pt x="332340" y="139298"/>
                  <a:pt x="324220" y="139298"/>
                </a:cubicBezTo>
                <a:cubicBezTo>
                  <a:pt x="316221" y="139298"/>
                  <a:pt x="309560" y="136302"/>
                  <a:pt x="304237" y="130310"/>
                </a:cubicBezTo>
                <a:cubicBezTo>
                  <a:pt x="298914" y="124318"/>
                  <a:pt x="296253" y="115330"/>
                  <a:pt x="296253" y="103346"/>
                </a:cubicBezTo>
                <a:moveTo>
                  <a:pt x="324581" y="80475"/>
                </a:moveTo>
                <a:cubicBezTo>
                  <a:pt x="320491" y="80475"/>
                  <a:pt x="317108" y="82223"/>
                  <a:pt x="314432" y="85719"/>
                </a:cubicBezTo>
                <a:cubicBezTo>
                  <a:pt x="311755" y="89213"/>
                  <a:pt x="310417" y="95630"/>
                  <a:pt x="310417" y="104970"/>
                </a:cubicBezTo>
                <a:cubicBezTo>
                  <a:pt x="310417" y="113407"/>
                  <a:pt x="311770" y="119374"/>
                  <a:pt x="314477" y="122870"/>
                </a:cubicBezTo>
                <a:cubicBezTo>
                  <a:pt x="317183" y="126364"/>
                  <a:pt x="320521" y="128111"/>
                  <a:pt x="324491" y="128111"/>
                </a:cubicBezTo>
                <a:cubicBezTo>
                  <a:pt x="328641" y="128111"/>
                  <a:pt x="332054" y="126364"/>
                  <a:pt x="334731" y="122870"/>
                </a:cubicBezTo>
                <a:cubicBezTo>
                  <a:pt x="337407" y="119374"/>
                  <a:pt x="338746" y="112986"/>
                  <a:pt x="338746" y="103707"/>
                </a:cubicBezTo>
                <a:cubicBezTo>
                  <a:pt x="338746" y="95149"/>
                  <a:pt x="337392" y="89138"/>
                  <a:pt x="334686" y="85674"/>
                </a:cubicBezTo>
                <a:cubicBezTo>
                  <a:pt x="331979" y="82208"/>
                  <a:pt x="328611" y="80475"/>
                  <a:pt x="324581" y="8047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AA9D85-B9C1-4190-9D8D-E0C957C5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809" y="188479"/>
            <a:ext cx="5502632" cy="10"/>
          </a:xfrm>
          <a:custGeom xmlns:a="http://schemas.openxmlformats.org/drawingml/2006/main">
            <a:pathLst>
              <a:path w="5502632" h="1" fill="none">
                <a:moveTo>
                  <a:pt x="0" y="0"/>
                </a:moveTo>
                <a:lnTo>
                  <a:pt x="5502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74" cap="flat">
            <a:solidFill>
              <a:srgbClr val="A9A9A9"/>
            </a:solidFill>
            <a:custDash>
              <a:ds d="370000" sp="160000"/>
            </a:custDash>
            <a:round/>
          </a:ln>
        </p:spPr>
      </p:sp>
      <p:sp>
        <p:nvSpPr>
          <p:cNvPr id="32" name="Text 30%">
            <a:extLst xmlns:a="http://schemas.openxmlformats.org/drawingml/2006/main">
              <a:ext uri="{FF2B5EF4-FFF2-40B4-BE49-F238E27FC236}">
                <a16:creationId xmlns:a16="http://schemas.microsoft.com/office/drawing/2014/main" id="{AE620090-7CBE-4192-B272-BBFD8B09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784" y="120183"/>
            <a:ext cx="350624" cy="139298"/>
          </a:xfrm>
          <a:custGeom xmlns:a="http://schemas.openxmlformats.org/drawingml/2006/main">
            <a:pathLst>
              <a:path w="350624" h="139298">
                <a:moveTo>
                  <a:pt x="0" y="99241"/>
                </a:moveTo>
                <a:lnTo>
                  <a:pt x="16239" y="97076"/>
                </a:lnTo>
                <a:cubicBezTo>
                  <a:pt x="18104" y="106278"/>
                  <a:pt x="21277" y="112909"/>
                  <a:pt x="25757" y="116969"/>
                </a:cubicBezTo>
                <a:cubicBezTo>
                  <a:pt x="30238" y="121029"/>
                  <a:pt x="35697" y="123059"/>
                  <a:pt x="42132" y="123059"/>
                </a:cubicBezTo>
                <a:cubicBezTo>
                  <a:pt x="49771" y="123059"/>
                  <a:pt x="56221" y="120417"/>
                  <a:pt x="61484" y="115133"/>
                </a:cubicBezTo>
                <a:cubicBezTo>
                  <a:pt x="66747" y="109850"/>
                  <a:pt x="69378" y="103305"/>
                  <a:pt x="69378" y="95499"/>
                </a:cubicBezTo>
                <a:cubicBezTo>
                  <a:pt x="69378" y="88053"/>
                  <a:pt x="66942" y="81913"/>
                  <a:pt x="62071" y="77081"/>
                </a:cubicBezTo>
                <a:cubicBezTo>
                  <a:pt x="57199" y="72247"/>
                  <a:pt x="51004" y="69829"/>
                  <a:pt x="43485" y="69829"/>
                </a:cubicBezTo>
                <a:cubicBezTo>
                  <a:pt x="40418" y="69829"/>
                  <a:pt x="36599" y="70431"/>
                  <a:pt x="32028" y="71634"/>
                </a:cubicBezTo>
                <a:lnTo>
                  <a:pt x="33832" y="57379"/>
                </a:lnTo>
                <a:cubicBezTo>
                  <a:pt x="34915" y="57499"/>
                  <a:pt x="35787" y="57560"/>
                  <a:pt x="36448" y="57560"/>
                </a:cubicBezTo>
                <a:cubicBezTo>
                  <a:pt x="43365" y="57560"/>
                  <a:pt x="49590" y="55770"/>
                  <a:pt x="55124" y="52192"/>
                </a:cubicBezTo>
                <a:cubicBezTo>
                  <a:pt x="60657" y="48613"/>
                  <a:pt x="63424" y="43096"/>
                  <a:pt x="63424" y="35642"/>
                </a:cubicBezTo>
                <a:cubicBezTo>
                  <a:pt x="63424" y="29738"/>
                  <a:pt x="61409" y="24849"/>
                  <a:pt x="57379" y="20973"/>
                </a:cubicBezTo>
                <a:cubicBezTo>
                  <a:pt x="53349" y="17096"/>
                  <a:pt x="48147" y="15157"/>
                  <a:pt x="41771" y="15157"/>
                </a:cubicBezTo>
                <a:cubicBezTo>
                  <a:pt x="35456" y="15157"/>
                  <a:pt x="30193" y="17142"/>
                  <a:pt x="25983" y="21111"/>
                </a:cubicBezTo>
                <a:cubicBezTo>
                  <a:pt x="21773" y="25081"/>
                  <a:pt x="19066" y="31035"/>
                  <a:pt x="17863" y="38975"/>
                </a:cubicBezTo>
                <a:lnTo>
                  <a:pt x="1624" y="36088"/>
                </a:lnTo>
                <a:cubicBezTo>
                  <a:pt x="3609" y="25145"/>
                  <a:pt x="8120" y="16665"/>
                  <a:pt x="15157" y="10649"/>
                </a:cubicBezTo>
                <a:cubicBezTo>
                  <a:pt x="22194" y="4632"/>
                  <a:pt x="30945" y="1624"/>
                  <a:pt x="41410" y="1624"/>
                </a:cubicBezTo>
                <a:cubicBezTo>
                  <a:pt x="48628" y="1624"/>
                  <a:pt x="55274" y="3168"/>
                  <a:pt x="61349" y="6256"/>
                </a:cubicBezTo>
                <a:cubicBezTo>
                  <a:pt x="67424" y="9344"/>
                  <a:pt x="72070" y="13557"/>
                  <a:pt x="75288" y="18895"/>
                </a:cubicBezTo>
                <a:cubicBezTo>
                  <a:pt x="78505" y="24231"/>
                  <a:pt x="80114" y="29898"/>
                  <a:pt x="80114" y="35896"/>
                </a:cubicBezTo>
                <a:cubicBezTo>
                  <a:pt x="80114" y="41593"/>
                  <a:pt x="78581" y="46780"/>
                  <a:pt x="75513" y="51459"/>
                </a:cubicBezTo>
                <a:cubicBezTo>
                  <a:pt x="72446" y="56135"/>
                  <a:pt x="67905" y="59853"/>
                  <a:pt x="61890" y="62612"/>
                </a:cubicBezTo>
                <a:cubicBezTo>
                  <a:pt x="69709" y="64416"/>
                  <a:pt x="75784" y="68160"/>
                  <a:pt x="80114" y="73844"/>
                </a:cubicBezTo>
                <a:cubicBezTo>
                  <a:pt x="84445" y="79528"/>
                  <a:pt x="86610" y="86640"/>
                  <a:pt x="86610" y="95181"/>
                </a:cubicBezTo>
                <a:cubicBezTo>
                  <a:pt x="86610" y="106729"/>
                  <a:pt x="82400" y="116518"/>
                  <a:pt x="73979" y="124547"/>
                </a:cubicBezTo>
                <a:cubicBezTo>
                  <a:pt x="65559" y="132577"/>
                  <a:pt x="54913" y="136591"/>
                  <a:pt x="42042" y="136591"/>
                </a:cubicBezTo>
                <a:cubicBezTo>
                  <a:pt x="30434" y="136591"/>
                  <a:pt x="20795" y="133125"/>
                  <a:pt x="13127" y="126191"/>
                </a:cubicBezTo>
                <a:cubicBezTo>
                  <a:pt x="5458" y="119257"/>
                  <a:pt x="1083" y="110274"/>
                  <a:pt x="0" y="99241"/>
                </a:cubicBezTo>
                <a:close/>
                <a:moveTo>
                  <a:pt x="102641" y="69153"/>
                </a:moveTo>
                <a:cubicBezTo>
                  <a:pt x="102641" y="53526"/>
                  <a:pt x="104250" y="40949"/>
                  <a:pt x="107468" y="31422"/>
                </a:cubicBezTo>
                <a:cubicBezTo>
                  <a:pt x="110685" y="21894"/>
                  <a:pt x="115467" y="14546"/>
                  <a:pt x="121812" y="9377"/>
                </a:cubicBezTo>
                <a:cubicBezTo>
                  <a:pt x="128158" y="4208"/>
                  <a:pt x="136142" y="1624"/>
                  <a:pt x="145766" y="1624"/>
                </a:cubicBezTo>
                <a:cubicBezTo>
                  <a:pt x="152863" y="1624"/>
                  <a:pt x="159088" y="3051"/>
                  <a:pt x="164441" y="5907"/>
                </a:cubicBezTo>
                <a:cubicBezTo>
                  <a:pt x="169794" y="8762"/>
                  <a:pt x="174215" y="12879"/>
                  <a:pt x="177703" y="18258"/>
                </a:cubicBezTo>
                <a:cubicBezTo>
                  <a:pt x="181191" y="23637"/>
                  <a:pt x="183928" y="30189"/>
                  <a:pt x="185913" y="37914"/>
                </a:cubicBezTo>
                <a:cubicBezTo>
                  <a:pt x="187898" y="45638"/>
                  <a:pt x="188890" y="56050"/>
                  <a:pt x="188890" y="69153"/>
                </a:cubicBezTo>
                <a:cubicBezTo>
                  <a:pt x="188890" y="84659"/>
                  <a:pt x="187296" y="97176"/>
                  <a:pt x="184109" y="106704"/>
                </a:cubicBezTo>
                <a:cubicBezTo>
                  <a:pt x="180921" y="116231"/>
                  <a:pt x="176154" y="123594"/>
                  <a:pt x="169809" y="128793"/>
                </a:cubicBezTo>
                <a:cubicBezTo>
                  <a:pt x="163463" y="133992"/>
                  <a:pt x="155449" y="136591"/>
                  <a:pt x="145766" y="136591"/>
                </a:cubicBezTo>
                <a:cubicBezTo>
                  <a:pt x="133015" y="136591"/>
                  <a:pt x="123000" y="132023"/>
                  <a:pt x="115723" y="122887"/>
                </a:cubicBezTo>
                <a:cubicBezTo>
                  <a:pt x="107001" y="111887"/>
                  <a:pt x="102641" y="93976"/>
                  <a:pt x="102641" y="69153"/>
                </a:cubicBezTo>
                <a:moveTo>
                  <a:pt x="119331" y="69108"/>
                </a:moveTo>
                <a:cubicBezTo>
                  <a:pt x="119331" y="90747"/>
                  <a:pt x="121873" y="105149"/>
                  <a:pt x="126955" y="112314"/>
                </a:cubicBezTo>
                <a:cubicBezTo>
                  <a:pt x="132037" y="119477"/>
                  <a:pt x="138307" y="123059"/>
                  <a:pt x="145766" y="123059"/>
                </a:cubicBezTo>
                <a:cubicBezTo>
                  <a:pt x="153224" y="123059"/>
                  <a:pt x="159494" y="119462"/>
                  <a:pt x="164576" y="112269"/>
                </a:cubicBezTo>
                <a:cubicBezTo>
                  <a:pt x="169658" y="105076"/>
                  <a:pt x="172200" y="90689"/>
                  <a:pt x="172200" y="69108"/>
                </a:cubicBezTo>
                <a:cubicBezTo>
                  <a:pt x="172200" y="47408"/>
                  <a:pt x="169658" y="32992"/>
                  <a:pt x="164576" y="25859"/>
                </a:cubicBezTo>
                <a:cubicBezTo>
                  <a:pt x="159494" y="18724"/>
                  <a:pt x="153163" y="15157"/>
                  <a:pt x="145585" y="15157"/>
                </a:cubicBezTo>
                <a:cubicBezTo>
                  <a:pt x="138127" y="15157"/>
                  <a:pt x="132173" y="18304"/>
                  <a:pt x="127722" y="24599"/>
                </a:cubicBezTo>
                <a:cubicBezTo>
                  <a:pt x="122128" y="32632"/>
                  <a:pt x="119331" y="47468"/>
                  <a:pt x="119331" y="69108"/>
                </a:cubicBezTo>
                <a:close/>
                <a:moveTo>
                  <a:pt x="208440" y="34058"/>
                </a:moveTo>
                <a:cubicBezTo>
                  <a:pt x="208440" y="24602"/>
                  <a:pt x="210815" y="16562"/>
                  <a:pt x="215567" y="9938"/>
                </a:cubicBezTo>
                <a:cubicBezTo>
                  <a:pt x="220318" y="3313"/>
                  <a:pt x="227205" y="0"/>
                  <a:pt x="236227" y="0"/>
                </a:cubicBezTo>
                <a:cubicBezTo>
                  <a:pt x="244527" y="0"/>
                  <a:pt x="251399" y="2966"/>
                  <a:pt x="256842" y="8898"/>
                </a:cubicBezTo>
                <a:cubicBezTo>
                  <a:pt x="262285" y="14830"/>
                  <a:pt x="265007" y="23547"/>
                  <a:pt x="265007" y="35050"/>
                </a:cubicBezTo>
                <a:cubicBezTo>
                  <a:pt x="265007" y="46252"/>
                  <a:pt x="262255" y="54879"/>
                  <a:pt x="256752" y="60932"/>
                </a:cubicBezTo>
                <a:cubicBezTo>
                  <a:pt x="251248" y="66984"/>
                  <a:pt x="244467" y="70010"/>
                  <a:pt x="236407" y="70010"/>
                </a:cubicBezTo>
                <a:cubicBezTo>
                  <a:pt x="228408" y="70010"/>
                  <a:pt x="221747" y="67029"/>
                  <a:pt x="216424" y="61067"/>
                </a:cubicBezTo>
                <a:cubicBezTo>
                  <a:pt x="211101" y="55105"/>
                  <a:pt x="208440" y="46102"/>
                  <a:pt x="208440" y="34058"/>
                </a:cubicBezTo>
                <a:moveTo>
                  <a:pt x="236678" y="11187"/>
                </a:moveTo>
                <a:cubicBezTo>
                  <a:pt x="232648" y="11187"/>
                  <a:pt x="229295" y="12935"/>
                  <a:pt x="226619" y="16431"/>
                </a:cubicBezTo>
                <a:cubicBezTo>
                  <a:pt x="223942" y="19925"/>
                  <a:pt x="222604" y="26342"/>
                  <a:pt x="222604" y="35682"/>
                </a:cubicBezTo>
                <a:cubicBezTo>
                  <a:pt x="222604" y="44179"/>
                  <a:pt x="223957" y="50161"/>
                  <a:pt x="226664" y="53627"/>
                </a:cubicBezTo>
                <a:cubicBezTo>
                  <a:pt x="229370" y="57091"/>
                  <a:pt x="232708" y="58823"/>
                  <a:pt x="236678" y="58823"/>
                </a:cubicBezTo>
                <a:cubicBezTo>
                  <a:pt x="240768" y="58823"/>
                  <a:pt x="244151" y="57076"/>
                  <a:pt x="246828" y="53582"/>
                </a:cubicBezTo>
                <a:cubicBezTo>
                  <a:pt x="249504" y="50086"/>
                  <a:pt x="250842" y="43698"/>
                  <a:pt x="250842" y="34418"/>
                </a:cubicBezTo>
                <a:cubicBezTo>
                  <a:pt x="250842" y="25861"/>
                  <a:pt x="249489" y="19850"/>
                  <a:pt x="246783" y="16386"/>
                </a:cubicBezTo>
                <a:cubicBezTo>
                  <a:pt x="244076" y="12920"/>
                  <a:pt x="240708" y="11187"/>
                  <a:pt x="236678" y="11187"/>
                </a:cubicBezTo>
                <a:moveTo>
                  <a:pt x="236768" y="139298"/>
                </a:moveTo>
                <a:lnTo>
                  <a:pt x="309124" y="0"/>
                </a:lnTo>
                <a:lnTo>
                  <a:pt x="322296" y="0"/>
                </a:lnTo>
                <a:lnTo>
                  <a:pt x="250211" y="139298"/>
                </a:lnTo>
                <a:lnTo>
                  <a:pt x="236768" y="139298"/>
                </a:lnTo>
                <a:moveTo>
                  <a:pt x="293967" y="103346"/>
                </a:moveTo>
                <a:cubicBezTo>
                  <a:pt x="293967" y="93830"/>
                  <a:pt x="296343" y="85775"/>
                  <a:pt x="301094" y="79181"/>
                </a:cubicBezTo>
                <a:cubicBezTo>
                  <a:pt x="305846" y="72586"/>
                  <a:pt x="312763" y="69288"/>
                  <a:pt x="321845" y="69288"/>
                </a:cubicBezTo>
                <a:cubicBezTo>
                  <a:pt x="330145" y="69288"/>
                  <a:pt x="337016" y="72254"/>
                  <a:pt x="342460" y="78186"/>
                </a:cubicBezTo>
                <a:cubicBezTo>
                  <a:pt x="347903" y="84118"/>
                  <a:pt x="350624" y="92835"/>
                  <a:pt x="350624" y="104338"/>
                </a:cubicBezTo>
                <a:cubicBezTo>
                  <a:pt x="350624" y="115540"/>
                  <a:pt x="347873" y="124167"/>
                  <a:pt x="342369" y="130220"/>
                </a:cubicBezTo>
                <a:cubicBezTo>
                  <a:pt x="336866" y="136272"/>
                  <a:pt x="330055" y="139298"/>
                  <a:pt x="321935" y="139298"/>
                </a:cubicBezTo>
                <a:cubicBezTo>
                  <a:pt x="313935" y="139298"/>
                  <a:pt x="307274" y="136302"/>
                  <a:pt x="301951" y="130310"/>
                </a:cubicBezTo>
                <a:cubicBezTo>
                  <a:pt x="296629" y="124318"/>
                  <a:pt x="293967" y="115330"/>
                  <a:pt x="293967" y="103346"/>
                </a:cubicBezTo>
                <a:moveTo>
                  <a:pt x="322296" y="80475"/>
                </a:moveTo>
                <a:cubicBezTo>
                  <a:pt x="318206" y="80475"/>
                  <a:pt x="314823" y="82223"/>
                  <a:pt x="312146" y="85719"/>
                </a:cubicBezTo>
                <a:cubicBezTo>
                  <a:pt x="309470" y="89213"/>
                  <a:pt x="308131" y="95630"/>
                  <a:pt x="308131" y="104970"/>
                </a:cubicBezTo>
                <a:cubicBezTo>
                  <a:pt x="308131" y="113407"/>
                  <a:pt x="309485" y="119374"/>
                  <a:pt x="312191" y="122870"/>
                </a:cubicBezTo>
                <a:cubicBezTo>
                  <a:pt x="314898" y="126364"/>
                  <a:pt x="318236" y="128111"/>
                  <a:pt x="322206" y="128111"/>
                </a:cubicBezTo>
                <a:cubicBezTo>
                  <a:pt x="326356" y="128111"/>
                  <a:pt x="329769" y="126364"/>
                  <a:pt x="332445" y="122870"/>
                </a:cubicBezTo>
                <a:cubicBezTo>
                  <a:pt x="335122" y="119374"/>
                  <a:pt x="336460" y="112986"/>
                  <a:pt x="336460" y="103707"/>
                </a:cubicBezTo>
                <a:cubicBezTo>
                  <a:pt x="336460" y="95149"/>
                  <a:pt x="335107" y="89138"/>
                  <a:pt x="332400" y="85674"/>
                </a:cubicBezTo>
                <a:cubicBezTo>
                  <a:pt x="329694" y="82208"/>
                  <a:pt x="326326" y="80475"/>
                  <a:pt x="322296" y="80475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Text H">
            <a:extLst xmlns:a="http://schemas.openxmlformats.org/drawingml/2006/main">
              <a:ext uri="{FF2B5EF4-FFF2-40B4-BE49-F238E27FC236}">
                <a16:creationId xmlns:a16="http://schemas.microsoft.com/office/drawing/2014/main" id="{02FDC311-6615-4FC7-B8EC-F55D43AE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598" y="2204963"/>
            <a:ext cx="132261" cy="103752"/>
          </a:xfrm>
          <a:custGeom xmlns:a="http://schemas.openxmlformats.org/drawingml/2006/main">
            <a:pathLst>
              <a:path w="132261" h="103752">
                <a:moveTo>
                  <a:pt x="132261" y="103752"/>
                </a:moveTo>
                <a:lnTo>
                  <a:pt x="0" y="103752"/>
                </a:lnTo>
                <a:lnTo>
                  <a:pt x="0" y="86249"/>
                </a:lnTo>
                <a:lnTo>
                  <a:pt x="54312" y="86249"/>
                </a:lnTo>
                <a:lnTo>
                  <a:pt x="54312" y="17502"/>
                </a:lnTo>
                <a:lnTo>
                  <a:pt x="0" y="17502"/>
                </a:lnTo>
                <a:lnTo>
                  <a:pt x="0" y="0"/>
                </a:lnTo>
                <a:lnTo>
                  <a:pt x="132261" y="0"/>
                </a:lnTo>
                <a:lnTo>
                  <a:pt x="132261" y="17502"/>
                </a:lnTo>
                <a:lnTo>
                  <a:pt x="69920" y="17502"/>
                </a:lnTo>
                <a:lnTo>
                  <a:pt x="69920" y="86249"/>
                </a:lnTo>
                <a:lnTo>
                  <a:pt x="132261" y="86249"/>
                </a:lnTo>
                <a:lnTo>
                  <a:pt x="132261" y="103752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Text a">
            <a:extLst xmlns:a="http://schemas.openxmlformats.org/drawingml/2006/main">
              <a:ext uri="{FF2B5EF4-FFF2-40B4-BE49-F238E27FC236}">
                <a16:creationId xmlns:a16="http://schemas.microsoft.com/office/drawing/2014/main" id="{6657733A-AA3B-4AC4-B2D5-818E1AA89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81" y="2095198"/>
            <a:ext cx="100143" cy="88234"/>
          </a:xfrm>
          <a:custGeom xmlns:a="http://schemas.openxmlformats.org/drawingml/2006/main">
            <a:pathLst>
              <a:path w="100143" h="88234">
                <a:moveTo>
                  <a:pt x="86148" y="20209"/>
                </a:moveTo>
                <a:cubicBezTo>
                  <a:pt x="91264" y="26224"/>
                  <a:pt x="94875" y="32013"/>
                  <a:pt x="96982" y="37576"/>
                </a:cubicBezTo>
                <a:cubicBezTo>
                  <a:pt x="99089" y="43140"/>
                  <a:pt x="100143" y="49109"/>
                  <a:pt x="100143" y="55485"/>
                </a:cubicBezTo>
                <a:cubicBezTo>
                  <a:pt x="100143" y="66010"/>
                  <a:pt x="97570" y="74100"/>
                  <a:pt x="92424" y="79753"/>
                </a:cubicBezTo>
                <a:cubicBezTo>
                  <a:pt x="87277" y="85407"/>
                  <a:pt x="80702" y="88234"/>
                  <a:pt x="72697" y="88234"/>
                </a:cubicBezTo>
                <a:cubicBezTo>
                  <a:pt x="68003" y="88234"/>
                  <a:pt x="63716" y="87166"/>
                  <a:pt x="59835" y="85031"/>
                </a:cubicBezTo>
                <a:cubicBezTo>
                  <a:pt x="55952" y="82896"/>
                  <a:pt x="52836" y="80099"/>
                  <a:pt x="50489" y="76641"/>
                </a:cubicBezTo>
                <a:cubicBezTo>
                  <a:pt x="48141" y="73183"/>
                  <a:pt x="46366" y="69288"/>
                  <a:pt x="45163" y="64958"/>
                </a:cubicBezTo>
                <a:cubicBezTo>
                  <a:pt x="44319" y="61770"/>
                  <a:pt x="43506" y="56958"/>
                  <a:pt x="42724" y="50523"/>
                </a:cubicBezTo>
                <a:cubicBezTo>
                  <a:pt x="41172" y="37411"/>
                  <a:pt x="39320" y="27757"/>
                  <a:pt x="37170" y="21562"/>
                </a:cubicBezTo>
                <a:cubicBezTo>
                  <a:pt x="34954" y="21502"/>
                  <a:pt x="33546" y="21472"/>
                  <a:pt x="32947" y="21472"/>
                </a:cubicBezTo>
                <a:cubicBezTo>
                  <a:pt x="26355" y="21472"/>
                  <a:pt x="21712" y="23006"/>
                  <a:pt x="19016" y="26073"/>
                </a:cubicBezTo>
                <a:cubicBezTo>
                  <a:pt x="15361" y="30223"/>
                  <a:pt x="13533" y="36388"/>
                  <a:pt x="13533" y="44568"/>
                </a:cubicBezTo>
                <a:cubicBezTo>
                  <a:pt x="13533" y="52207"/>
                  <a:pt x="14871" y="57845"/>
                  <a:pt x="17548" y="61484"/>
                </a:cubicBezTo>
                <a:cubicBezTo>
                  <a:pt x="20224" y="65123"/>
                  <a:pt x="24961" y="67815"/>
                  <a:pt x="31757" y="69559"/>
                </a:cubicBezTo>
                <a:lnTo>
                  <a:pt x="29592" y="85437"/>
                </a:lnTo>
                <a:cubicBezTo>
                  <a:pt x="22775" y="83994"/>
                  <a:pt x="17269" y="81618"/>
                  <a:pt x="13076" y="78310"/>
                </a:cubicBezTo>
                <a:cubicBezTo>
                  <a:pt x="8883" y="75002"/>
                  <a:pt x="5656" y="70220"/>
                  <a:pt x="3394" y="63965"/>
                </a:cubicBezTo>
                <a:cubicBezTo>
                  <a:pt x="1131" y="57710"/>
                  <a:pt x="0" y="50462"/>
                  <a:pt x="0" y="42222"/>
                </a:cubicBezTo>
                <a:cubicBezTo>
                  <a:pt x="0" y="34043"/>
                  <a:pt x="962" y="27396"/>
                  <a:pt x="2887" y="22284"/>
                </a:cubicBezTo>
                <a:cubicBezTo>
                  <a:pt x="4812" y="17172"/>
                  <a:pt x="7233" y="13413"/>
                  <a:pt x="10150" y="11007"/>
                </a:cubicBezTo>
                <a:cubicBezTo>
                  <a:pt x="13067" y="8601"/>
                  <a:pt x="16751" y="6917"/>
                  <a:pt x="21201" y="5954"/>
                </a:cubicBezTo>
                <a:cubicBezTo>
                  <a:pt x="23968" y="5413"/>
                  <a:pt x="28960" y="5142"/>
                  <a:pt x="36178" y="5142"/>
                </a:cubicBezTo>
                <a:lnTo>
                  <a:pt x="57830" y="5142"/>
                </a:lnTo>
                <a:cubicBezTo>
                  <a:pt x="72927" y="5142"/>
                  <a:pt x="82475" y="4797"/>
                  <a:pt x="86475" y="4105"/>
                </a:cubicBezTo>
                <a:cubicBezTo>
                  <a:pt x="90474" y="3413"/>
                  <a:pt x="94309" y="2045"/>
                  <a:pt x="97978" y="0"/>
                </a:cubicBezTo>
                <a:lnTo>
                  <a:pt x="97978" y="16961"/>
                </a:lnTo>
                <a:cubicBezTo>
                  <a:pt x="94606" y="18645"/>
                  <a:pt x="90662" y="19728"/>
                  <a:pt x="86148" y="20209"/>
                </a:cubicBezTo>
                <a:moveTo>
                  <a:pt x="49801" y="21562"/>
                </a:moveTo>
                <a:cubicBezTo>
                  <a:pt x="52227" y="27457"/>
                  <a:pt x="54289" y="36298"/>
                  <a:pt x="55986" y="48087"/>
                </a:cubicBezTo>
                <a:cubicBezTo>
                  <a:pt x="56953" y="54763"/>
                  <a:pt x="58040" y="59484"/>
                  <a:pt x="59248" y="62251"/>
                </a:cubicBezTo>
                <a:cubicBezTo>
                  <a:pt x="60455" y="65018"/>
                  <a:pt x="62222" y="67153"/>
                  <a:pt x="64549" y="68657"/>
                </a:cubicBezTo>
                <a:cubicBezTo>
                  <a:pt x="66874" y="70160"/>
                  <a:pt x="69455" y="70912"/>
                  <a:pt x="72294" y="70912"/>
                </a:cubicBezTo>
                <a:cubicBezTo>
                  <a:pt x="76641" y="70912"/>
                  <a:pt x="80265" y="69273"/>
                  <a:pt x="83165" y="65995"/>
                </a:cubicBezTo>
                <a:cubicBezTo>
                  <a:pt x="86063" y="62717"/>
                  <a:pt x="87512" y="57921"/>
                  <a:pt x="87512" y="51605"/>
                </a:cubicBezTo>
                <a:cubicBezTo>
                  <a:pt x="87512" y="45350"/>
                  <a:pt x="86137" y="39787"/>
                  <a:pt x="83388" y="34915"/>
                </a:cubicBezTo>
                <a:cubicBezTo>
                  <a:pt x="80638" y="30043"/>
                  <a:pt x="76876" y="26464"/>
                  <a:pt x="72102" y="24179"/>
                </a:cubicBezTo>
                <a:cubicBezTo>
                  <a:pt x="68414" y="22434"/>
                  <a:pt x="62975" y="21562"/>
                  <a:pt x="55783" y="21562"/>
                </a:cubicBezTo>
                <a:lnTo>
                  <a:pt x="49801" y="21562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Text l">
            <a:extLst xmlns:a="http://schemas.openxmlformats.org/drawingml/2006/main">
              <a:ext uri="{FF2B5EF4-FFF2-40B4-BE49-F238E27FC236}">
                <a16:creationId xmlns:a16="http://schemas.microsoft.com/office/drawing/2014/main" id="{27825461-7C64-45C7-A4EE-9613CD8D0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598" y="2059319"/>
            <a:ext cx="132261" cy="16239"/>
          </a:xfrm>
          <a:custGeom xmlns:a="http://schemas.openxmlformats.org/drawingml/2006/main">
            <a:pathLst>
              <a:path w="132261" h="16239">
                <a:moveTo>
                  <a:pt x="132261" y="16239"/>
                </a:moveTo>
                <a:lnTo>
                  <a:pt x="0" y="16239"/>
                </a:lnTo>
                <a:lnTo>
                  <a:pt x="0" y="0"/>
                </a:lnTo>
                <a:lnTo>
                  <a:pt x="132261" y="0"/>
                </a:lnTo>
                <a:lnTo>
                  <a:pt x="132261" y="16239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Text l">
            <a:extLst xmlns:a="http://schemas.openxmlformats.org/drawingml/2006/main">
              <a:ext uri="{FF2B5EF4-FFF2-40B4-BE49-F238E27FC236}">
                <a16:creationId xmlns:a16="http://schemas.microsoft.com/office/drawing/2014/main" id="{E80C5BF1-575D-49F3-BF0F-6047D8653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598" y="2018300"/>
            <a:ext cx="132261" cy="16239"/>
          </a:xfrm>
          <a:custGeom xmlns:a="http://schemas.openxmlformats.org/drawingml/2006/main">
            <a:pathLst>
              <a:path w="132261" h="16239">
                <a:moveTo>
                  <a:pt x="132261" y="16239"/>
                </a:moveTo>
                <a:lnTo>
                  <a:pt x="0" y="16239"/>
                </a:lnTo>
                <a:lnTo>
                  <a:pt x="0" y="0"/>
                </a:lnTo>
                <a:lnTo>
                  <a:pt x="132261" y="0"/>
                </a:lnTo>
                <a:lnTo>
                  <a:pt x="132261" y="16239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Text u">
            <a:extLst xmlns:a="http://schemas.openxmlformats.org/drawingml/2006/main">
              <a:ext uri="{FF2B5EF4-FFF2-40B4-BE49-F238E27FC236}">
                <a16:creationId xmlns:a16="http://schemas.microsoft.com/office/drawing/2014/main" id="{0ABDFEBF-4695-46A9-97ED-1D362E90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046" y="1915843"/>
            <a:ext cx="97978" cy="77678"/>
          </a:xfrm>
          <a:custGeom xmlns:a="http://schemas.openxmlformats.org/drawingml/2006/main">
            <a:pathLst>
              <a:path w="97978" h="77678">
                <a:moveTo>
                  <a:pt x="95812" y="14525"/>
                </a:moveTo>
                <a:lnTo>
                  <a:pt x="81738" y="14525"/>
                </a:lnTo>
                <a:cubicBezTo>
                  <a:pt x="92565" y="21983"/>
                  <a:pt x="97978" y="32118"/>
                  <a:pt x="97978" y="44929"/>
                </a:cubicBezTo>
                <a:cubicBezTo>
                  <a:pt x="97978" y="50583"/>
                  <a:pt x="96895" y="55861"/>
                  <a:pt x="94730" y="60762"/>
                </a:cubicBezTo>
                <a:cubicBezTo>
                  <a:pt x="92565" y="65664"/>
                  <a:pt x="89843" y="69303"/>
                  <a:pt x="86565" y="71679"/>
                </a:cubicBezTo>
                <a:cubicBezTo>
                  <a:pt x="83287" y="74055"/>
                  <a:pt x="79272" y="75724"/>
                  <a:pt x="74521" y="76686"/>
                </a:cubicBezTo>
                <a:cubicBezTo>
                  <a:pt x="71333" y="77348"/>
                  <a:pt x="66281" y="77678"/>
                  <a:pt x="59364" y="77678"/>
                </a:cubicBezTo>
                <a:lnTo>
                  <a:pt x="0" y="77678"/>
                </a:lnTo>
                <a:lnTo>
                  <a:pt x="0" y="61439"/>
                </a:lnTo>
                <a:lnTo>
                  <a:pt x="53139" y="61439"/>
                </a:lnTo>
                <a:cubicBezTo>
                  <a:pt x="61619" y="61439"/>
                  <a:pt x="67333" y="61108"/>
                  <a:pt x="70280" y="60447"/>
                </a:cubicBezTo>
                <a:cubicBezTo>
                  <a:pt x="74551" y="59424"/>
                  <a:pt x="77904" y="57259"/>
                  <a:pt x="80340" y="53951"/>
                </a:cubicBezTo>
                <a:cubicBezTo>
                  <a:pt x="82776" y="50643"/>
                  <a:pt x="83994" y="46553"/>
                  <a:pt x="83994" y="41681"/>
                </a:cubicBezTo>
                <a:cubicBezTo>
                  <a:pt x="83994" y="36809"/>
                  <a:pt x="82746" y="32238"/>
                  <a:pt x="80250" y="27968"/>
                </a:cubicBezTo>
                <a:cubicBezTo>
                  <a:pt x="77754" y="23697"/>
                  <a:pt x="74355" y="20675"/>
                  <a:pt x="70055" y="18901"/>
                </a:cubicBezTo>
                <a:cubicBezTo>
                  <a:pt x="65755" y="17127"/>
                  <a:pt x="59514" y="16239"/>
                  <a:pt x="51335" y="16239"/>
                </a:cubicBezTo>
                <a:lnTo>
                  <a:pt x="0" y="16239"/>
                </a:lnTo>
                <a:lnTo>
                  <a:pt x="0" y="0"/>
                </a:lnTo>
                <a:lnTo>
                  <a:pt x="95812" y="0"/>
                </a:lnTo>
                <a:lnTo>
                  <a:pt x="95812" y="1452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Text c">
            <a:extLst xmlns:a="http://schemas.openxmlformats.org/drawingml/2006/main">
              <a:ext uri="{FF2B5EF4-FFF2-40B4-BE49-F238E27FC236}">
                <a16:creationId xmlns:a16="http://schemas.microsoft.com/office/drawing/2014/main" id="{6D212CA0-90C2-41BD-BB5C-8731266DA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81" y="1811939"/>
            <a:ext cx="100143" cy="83452"/>
          </a:xfrm>
          <a:custGeom xmlns:a="http://schemas.openxmlformats.org/drawingml/2006/main">
            <a:pathLst>
              <a:path w="100143" h="83452">
                <a:moveTo>
                  <a:pt x="62792" y="15969"/>
                </a:moveTo>
                <a:lnTo>
                  <a:pt x="64867" y="0"/>
                </a:lnTo>
                <a:cubicBezTo>
                  <a:pt x="75902" y="1744"/>
                  <a:pt x="84541" y="6210"/>
                  <a:pt x="90783" y="13398"/>
                </a:cubicBezTo>
                <a:cubicBezTo>
                  <a:pt x="97023" y="20585"/>
                  <a:pt x="100143" y="29411"/>
                  <a:pt x="100143" y="39877"/>
                </a:cubicBezTo>
                <a:cubicBezTo>
                  <a:pt x="100143" y="52989"/>
                  <a:pt x="95858" y="63529"/>
                  <a:pt x="87287" y="71498"/>
                </a:cubicBezTo>
                <a:cubicBezTo>
                  <a:pt x="78716" y="79468"/>
                  <a:pt x="66431" y="83452"/>
                  <a:pt x="50432" y="83452"/>
                </a:cubicBezTo>
                <a:cubicBezTo>
                  <a:pt x="40087" y="83452"/>
                  <a:pt x="31035" y="81738"/>
                  <a:pt x="23276" y="78310"/>
                </a:cubicBezTo>
                <a:cubicBezTo>
                  <a:pt x="15518" y="74882"/>
                  <a:pt x="9699" y="69664"/>
                  <a:pt x="5819" y="62657"/>
                </a:cubicBezTo>
                <a:cubicBezTo>
                  <a:pt x="1940" y="55650"/>
                  <a:pt x="0" y="48027"/>
                  <a:pt x="0" y="39787"/>
                </a:cubicBezTo>
                <a:cubicBezTo>
                  <a:pt x="0" y="29381"/>
                  <a:pt x="2640" y="20871"/>
                  <a:pt x="7920" y="14255"/>
                </a:cubicBezTo>
                <a:cubicBezTo>
                  <a:pt x="13197" y="7639"/>
                  <a:pt x="20692" y="3398"/>
                  <a:pt x="30404" y="1534"/>
                </a:cubicBezTo>
                <a:lnTo>
                  <a:pt x="32840" y="17322"/>
                </a:lnTo>
                <a:cubicBezTo>
                  <a:pt x="26434" y="18826"/>
                  <a:pt x="21615" y="21487"/>
                  <a:pt x="18382" y="25306"/>
                </a:cubicBezTo>
                <a:cubicBezTo>
                  <a:pt x="15149" y="29126"/>
                  <a:pt x="13533" y="33742"/>
                  <a:pt x="13533" y="39155"/>
                </a:cubicBezTo>
                <a:cubicBezTo>
                  <a:pt x="13533" y="47335"/>
                  <a:pt x="16451" y="53981"/>
                  <a:pt x="22287" y="59093"/>
                </a:cubicBezTo>
                <a:cubicBezTo>
                  <a:pt x="28121" y="64206"/>
                  <a:pt x="37352" y="66762"/>
                  <a:pt x="49981" y="66762"/>
                </a:cubicBezTo>
                <a:cubicBezTo>
                  <a:pt x="62790" y="66762"/>
                  <a:pt x="72098" y="64296"/>
                  <a:pt x="77904" y="59364"/>
                </a:cubicBezTo>
                <a:cubicBezTo>
                  <a:pt x="83708" y="54432"/>
                  <a:pt x="86610" y="47996"/>
                  <a:pt x="86610" y="40057"/>
                </a:cubicBezTo>
                <a:cubicBezTo>
                  <a:pt x="86610" y="33682"/>
                  <a:pt x="84663" y="28359"/>
                  <a:pt x="80768" y="24088"/>
                </a:cubicBezTo>
                <a:cubicBezTo>
                  <a:pt x="76874" y="19818"/>
                  <a:pt x="70882" y="17112"/>
                  <a:pt x="62792" y="15969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Text i">
            <a:extLst xmlns:a="http://schemas.openxmlformats.org/drawingml/2006/main">
              <a:ext uri="{FF2B5EF4-FFF2-40B4-BE49-F238E27FC236}">
                <a16:creationId xmlns:a16="http://schemas.microsoft.com/office/drawing/2014/main" id="{D87CAB1C-31F6-40F7-A541-7BCAF657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598" y="1781715"/>
            <a:ext cx="132261" cy="16239"/>
          </a:xfrm>
          <a:custGeom xmlns:a="http://schemas.openxmlformats.org/drawingml/2006/main">
            <a:pathLst>
              <a:path w="132261" h="16239">
                <a:moveTo>
                  <a:pt x="18766" y="16239"/>
                </a:moveTo>
                <a:lnTo>
                  <a:pt x="0" y="16239"/>
                </a:lnTo>
                <a:lnTo>
                  <a:pt x="0" y="0"/>
                </a:lnTo>
                <a:lnTo>
                  <a:pt x="18766" y="0"/>
                </a:lnTo>
                <a:lnTo>
                  <a:pt x="18766" y="16239"/>
                </a:lnTo>
                <a:moveTo>
                  <a:pt x="132261" y="16239"/>
                </a:moveTo>
                <a:lnTo>
                  <a:pt x="36448" y="16239"/>
                </a:lnTo>
                <a:lnTo>
                  <a:pt x="36448" y="0"/>
                </a:lnTo>
                <a:lnTo>
                  <a:pt x="132261" y="0"/>
                </a:lnTo>
                <a:lnTo>
                  <a:pt x="132261" y="16239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Text n">
            <a:extLst xmlns:a="http://schemas.openxmlformats.org/drawingml/2006/main">
              <a:ext uri="{FF2B5EF4-FFF2-40B4-BE49-F238E27FC236}">
                <a16:creationId xmlns:a16="http://schemas.microsoft.com/office/drawing/2014/main" id="{72108FF7-AE25-4AE8-9451-D00706715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81" y="1679168"/>
            <a:ext cx="97978" cy="77859"/>
          </a:xfrm>
          <a:custGeom xmlns:a="http://schemas.openxmlformats.org/drawingml/2006/main">
            <a:pathLst>
              <a:path w="97978" h="77859">
                <a:moveTo>
                  <a:pt x="97978" y="77859"/>
                </a:moveTo>
                <a:lnTo>
                  <a:pt x="2165" y="77859"/>
                </a:lnTo>
                <a:lnTo>
                  <a:pt x="2165" y="63243"/>
                </a:lnTo>
                <a:lnTo>
                  <a:pt x="15698" y="63243"/>
                </a:lnTo>
                <a:cubicBezTo>
                  <a:pt x="5233" y="56206"/>
                  <a:pt x="0" y="46042"/>
                  <a:pt x="0" y="32749"/>
                </a:cubicBezTo>
                <a:cubicBezTo>
                  <a:pt x="0" y="26975"/>
                  <a:pt x="1038" y="21668"/>
                  <a:pt x="3113" y="16826"/>
                </a:cubicBezTo>
                <a:cubicBezTo>
                  <a:pt x="5188" y="11984"/>
                  <a:pt x="7909" y="8360"/>
                  <a:pt x="11277" y="5954"/>
                </a:cubicBezTo>
                <a:cubicBezTo>
                  <a:pt x="14646" y="3549"/>
                  <a:pt x="18645" y="1865"/>
                  <a:pt x="23276" y="902"/>
                </a:cubicBezTo>
                <a:cubicBezTo>
                  <a:pt x="26284" y="301"/>
                  <a:pt x="31547" y="0"/>
                  <a:pt x="39065" y="0"/>
                </a:cubicBezTo>
                <a:lnTo>
                  <a:pt x="97978" y="0"/>
                </a:lnTo>
                <a:lnTo>
                  <a:pt x="97978" y="16239"/>
                </a:lnTo>
                <a:lnTo>
                  <a:pt x="39634" y="16239"/>
                </a:lnTo>
                <a:cubicBezTo>
                  <a:pt x="33011" y="16239"/>
                  <a:pt x="28058" y="16871"/>
                  <a:pt x="24776" y="18134"/>
                </a:cubicBezTo>
                <a:cubicBezTo>
                  <a:pt x="21495" y="19397"/>
                  <a:pt x="18875" y="21637"/>
                  <a:pt x="16919" y="24855"/>
                </a:cubicBezTo>
                <a:cubicBezTo>
                  <a:pt x="14962" y="28073"/>
                  <a:pt x="13984" y="31847"/>
                  <a:pt x="13984" y="36178"/>
                </a:cubicBezTo>
                <a:cubicBezTo>
                  <a:pt x="13984" y="43095"/>
                  <a:pt x="16182" y="49064"/>
                  <a:pt x="20578" y="54086"/>
                </a:cubicBezTo>
                <a:cubicBezTo>
                  <a:pt x="24973" y="59108"/>
                  <a:pt x="33311" y="61619"/>
                  <a:pt x="45594" y="61619"/>
                </a:cubicBezTo>
                <a:lnTo>
                  <a:pt x="97978" y="61619"/>
                </a:lnTo>
                <a:lnTo>
                  <a:pt x="97978" y="77859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Text a">
            <a:extLst xmlns:a="http://schemas.openxmlformats.org/drawingml/2006/main">
              <a:ext uri="{FF2B5EF4-FFF2-40B4-BE49-F238E27FC236}">
                <a16:creationId xmlns:a16="http://schemas.microsoft.com/office/drawing/2014/main" id="{68016D25-4E79-40B1-B1CE-BFC56BE20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81" y="1571565"/>
            <a:ext cx="100143" cy="88234"/>
          </a:xfrm>
          <a:custGeom xmlns:a="http://schemas.openxmlformats.org/drawingml/2006/main">
            <a:pathLst>
              <a:path w="100143" h="88234">
                <a:moveTo>
                  <a:pt x="86148" y="20209"/>
                </a:moveTo>
                <a:cubicBezTo>
                  <a:pt x="91264" y="26224"/>
                  <a:pt x="94875" y="32013"/>
                  <a:pt x="96982" y="37576"/>
                </a:cubicBezTo>
                <a:cubicBezTo>
                  <a:pt x="99089" y="43140"/>
                  <a:pt x="100143" y="49109"/>
                  <a:pt x="100143" y="55485"/>
                </a:cubicBezTo>
                <a:cubicBezTo>
                  <a:pt x="100143" y="66010"/>
                  <a:pt x="97570" y="74100"/>
                  <a:pt x="92424" y="79753"/>
                </a:cubicBezTo>
                <a:cubicBezTo>
                  <a:pt x="87277" y="85407"/>
                  <a:pt x="80702" y="88234"/>
                  <a:pt x="72697" y="88234"/>
                </a:cubicBezTo>
                <a:cubicBezTo>
                  <a:pt x="68003" y="88234"/>
                  <a:pt x="63716" y="87166"/>
                  <a:pt x="59835" y="85031"/>
                </a:cubicBezTo>
                <a:cubicBezTo>
                  <a:pt x="55952" y="82896"/>
                  <a:pt x="52836" y="80099"/>
                  <a:pt x="50489" y="76641"/>
                </a:cubicBezTo>
                <a:cubicBezTo>
                  <a:pt x="48141" y="73183"/>
                  <a:pt x="46366" y="69288"/>
                  <a:pt x="45163" y="64958"/>
                </a:cubicBezTo>
                <a:cubicBezTo>
                  <a:pt x="44319" y="61770"/>
                  <a:pt x="43506" y="56958"/>
                  <a:pt x="42724" y="50523"/>
                </a:cubicBezTo>
                <a:cubicBezTo>
                  <a:pt x="41172" y="37411"/>
                  <a:pt x="39320" y="27757"/>
                  <a:pt x="37170" y="21562"/>
                </a:cubicBezTo>
                <a:cubicBezTo>
                  <a:pt x="34954" y="21502"/>
                  <a:pt x="33546" y="21472"/>
                  <a:pt x="32947" y="21472"/>
                </a:cubicBezTo>
                <a:cubicBezTo>
                  <a:pt x="26355" y="21472"/>
                  <a:pt x="21712" y="23006"/>
                  <a:pt x="19016" y="26073"/>
                </a:cubicBezTo>
                <a:cubicBezTo>
                  <a:pt x="15361" y="30223"/>
                  <a:pt x="13533" y="36388"/>
                  <a:pt x="13533" y="44568"/>
                </a:cubicBezTo>
                <a:cubicBezTo>
                  <a:pt x="13533" y="52207"/>
                  <a:pt x="14871" y="57845"/>
                  <a:pt x="17548" y="61484"/>
                </a:cubicBezTo>
                <a:cubicBezTo>
                  <a:pt x="20224" y="65123"/>
                  <a:pt x="24961" y="67815"/>
                  <a:pt x="31757" y="69559"/>
                </a:cubicBezTo>
                <a:lnTo>
                  <a:pt x="29592" y="85437"/>
                </a:lnTo>
                <a:cubicBezTo>
                  <a:pt x="22775" y="83994"/>
                  <a:pt x="17269" y="81618"/>
                  <a:pt x="13076" y="78310"/>
                </a:cubicBezTo>
                <a:cubicBezTo>
                  <a:pt x="8883" y="75002"/>
                  <a:pt x="5656" y="70220"/>
                  <a:pt x="3394" y="63965"/>
                </a:cubicBezTo>
                <a:cubicBezTo>
                  <a:pt x="1131" y="57710"/>
                  <a:pt x="0" y="50462"/>
                  <a:pt x="0" y="42222"/>
                </a:cubicBezTo>
                <a:cubicBezTo>
                  <a:pt x="0" y="34043"/>
                  <a:pt x="962" y="27396"/>
                  <a:pt x="2887" y="22284"/>
                </a:cubicBezTo>
                <a:cubicBezTo>
                  <a:pt x="4812" y="17172"/>
                  <a:pt x="7233" y="13413"/>
                  <a:pt x="10150" y="11007"/>
                </a:cubicBezTo>
                <a:cubicBezTo>
                  <a:pt x="13067" y="8601"/>
                  <a:pt x="16751" y="6917"/>
                  <a:pt x="21201" y="5954"/>
                </a:cubicBezTo>
                <a:cubicBezTo>
                  <a:pt x="23968" y="5413"/>
                  <a:pt x="28960" y="5142"/>
                  <a:pt x="36178" y="5142"/>
                </a:cubicBezTo>
                <a:lnTo>
                  <a:pt x="57830" y="5142"/>
                </a:lnTo>
                <a:cubicBezTo>
                  <a:pt x="72927" y="5142"/>
                  <a:pt x="82475" y="4797"/>
                  <a:pt x="86475" y="4105"/>
                </a:cubicBezTo>
                <a:cubicBezTo>
                  <a:pt x="90474" y="3413"/>
                  <a:pt x="94309" y="2045"/>
                  <a:pt x="97978" y="0"/>
                </a:cubicBezTo>
                <a:lnTo>
                  <a:pt x="97978" y="16961"/>
                </a:lnTo>
                <a:cubicBezTo>
                  <a:pt x="94606" y="18645"/>
                  <a:pt x="90662" y="19728"/>
                  <a:pt x="86148" y="20209"/>
                </a:cubicBezTo>
                <a:moveTo>
                  <a:pt x="49801" y="21562"/>
                </a:moveTo>
                <a:cubicBezTo>
                  <a:pt x="52227" y="27457"/>
                  <a:pt x="54289" y="36298"/>
                  <a:pt x="55986" y="48087"/>
                </a:cubicBezTo>
                <a:cubicBezTo>
                  <a:pt x="56953" y="54763"/>
                  <a:pt x="58040" y="59484"/>
                  <a:pt x="59248" y="62251"/>
                </a:cubicBezTo>
                <a:cubicBezTo>
                  <a:pt x="60455" y="65018"/>
                  <a:pt x="62222" y="67153"/>
                  <a:pt x="64549" y="68657"/>
                </a:cubicBezTo>
                <a:cubicBezTo>
                  <a:pt x="66874" y="70160"/>
                  <a:pt x="69455" y="70912"/>
                  <a:pt x="72294" y="70912"/>
                </a:cubicBezTo>
                <a:cubicBezTo>
                  <a:pt x="76641" y="70912"/>
                  <a:pt x="80265" y="69273"/>
                  <a:pt x="83165" y="65995"/>
                </a:cubicBezTo>
                <a:cubicBezTo>
                  <a:pt x="86063" y="62717"/>
                  <a:pt x="87512" y="57921"/>
                  <a:pt x="87512" y="51605"/>
                </a:cubicBezTo>
                <a:cubicBezTo>
                  <a:pt x="87512" y="45350"/>
                  <a:pt x="86137" y="39787"/>
                  <a:pt x="83388" y="34915"/>
                </a:cubicBezTo>
                <a:cubicBezTo>
                  <a:pt x="80638" y="30043"/>
                  <a:pt x="76876" y="26464"/>
                  <a:pt x="72102" y="24179"/>
                </a:cubicBezTo>
                <a:cubicBezTo>
                  <a:pt x="68414" y="22434"/>
                  <a:pt x="62975" y="21562"/>
                  <a:pt x="55783" y="21562"/>
                </a:cubicBezTo>
                <a:lnTo>
                  <a:pt x="49801" y="21562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Text t">
            <a:extLst xmlns:a="http://schemas.openxmlformats.org/drawingml/2006/main">
              <a:ext uri="{FF2B5EF4-FFF2-40B4-BE49-F238E27FC236}">
                <a16:creationId xmlns:a16="http://schemas.microsoft.com/office/drawing/2014/main" id="{0560374A-FB32-47BF-87AA-97B87F5CE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485" y="1513762"/>
            <a:ext cx="130637" cy="46733"/>
          </a:xfrm>
          <a:custGeom xmlns:a="http://schemas.openxmlformats.org/drawingml/2006/main">
            <a:pathLst>
              <a:path w="130637" h="46733">
                <a:moveTo>
                  <a:pt x="115029" y="2346"/>
                </a:moveTo>
                <a:lnTo>
                  <a:pt x="129374" y="0"/>
                </a:lnTo>
                <a:cubicBezTo>
                  <a:pt x="130216" y="4571"/>
                  <a:pt x="130637" y="8661"/>
                  <a:pt x="130637" y="12270"/>
                </a:cubicBezTo>
                <a:cubicBezTo>
                  <a:pt x="130637" y="18164"/>
                  <a:pt x="129705" y="22735"/>
                  <a:pt x="127840" y="25983"/>
                </a:cubicBezTo>
                <a:cubicBezTo>
                  <a:pt x="125976" y="29231"/>
                  <a:pt x="123525" y="31516"/>
                  <a:pt x="120487" y="32840"/>
                </a:cubicBezTo>
                <a:cubicBezTo>
                  <a:pt x="117450" y="34163"/>
                  <a:pt x="111059" y="34824"/>
                  <a:pt x="101316" y="34824"/>
                </a:cubicBezTo>
                <a:lnTo>
                  <a:pt x="46192" y="34824"/>
                </a:lnTo>
                <a:lnTo>
                  <a:pt x="46192" y="46733"/>
                </a:lnTo>
                <a:lnTo>
                  <a:pt x="33561" y="46733"/>
                </a:lnTo>
                <a:lnTo>
                  <a:pt x="33561" y="34824"/>
                </a:lnTo>
                <a:lnTo>
                  <a:pt x="9769" y="34824"/>
                </a:lnTo>
                <a:lnTo>
                  <a:pt x="0" y="18675"/>
                </a:lnTo>
                <a:lnTo>
                  <a:pt x="33561" y="18675"/>
                </a:lnTo>
                <a:lnTo>
                  <a:pt x="33561" y="2346"/>
                </a:lnTo>
                <a:lnTo>
                  <a:pt x="46192" y="2346"/>
                </a:lnTo>
                <a:lnTo>
                  <a:pt x="46192" y="18675"/>
                </a:lnTo>
                <a:lnTo>
                  <a:pt x="102218" y="18675"/>
                </a:lnTo>
                <a:cubicBezTo>
                  <a:pt x="106849" y="18675"/>
                  <a:pt x="109826" y="18390"/>
                  <a:pt x="111150" y="17818"/>
                </a:cubicBezTo>
                <a:cubicBezTo>
                  <a:pt x="112473" y="17247"/>
                  <a:pt x="113525" y="16315"/>
                  <a:pt x="114307" y="15021"/>
                </a:cubicBezTo>
                <a:cubicBezTo>
                  <a:pt x="115089" y="13728"/>
                  <a:pt x="115480" y="11879"/>
                  <a:pt x="115480" y="9473"/>
                </a:cubicBezTo>
                <a:cubicBezTo>
                  <a:pt x="115480" y="7669"/>
                  <a:pt x="115330" y="5293"/>
                  <a:pt x="115029" y="2346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Text i">
            <a:extLst xmlns:a="http://schemas.openxmlformats.org/drawingml/2006/main">
              <a:ext uri="{FF2B5EF4-FFF2-40B4-BE49-F238E27FC236}">
                <a16:creationId xmlns:a16="http://schemas.microsoft.com/office/drawing/2014/main" id="{D4F705ED-04D5-4577-8EB8-1BF0DFD0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598" y="1483869"/>
            <a:ext cx="132261" cy="16239"/>
          </a:xfrm>
          <a:custGeom xmlns:a="http://schemas.openxmlformats.org/drawingml/2006/main">
            <a:pathLst>
              <a:path w="132261" h="16239">
                <a:moveTo>
                  <a:pt x="18766" y="16239"/>
                </a:moveTo>
                <a:lnTo>
                  <a:pt x="0" y="16239"/>
                </a:lnTo>
                <a:lnTo>
                  <a:pt x="0" y="0"/>
                </a:lnTo>
                <a:lnTo>
                  <a:pt x="18766" y="0"/>
                </a:lnTo>
                <a:lnTo>
                  <a:pt x="18766" y="16239"/>
                </a:lnTo>
                <a:moveTo>
                  <a:pt x="132261" y="16239"/>
                </a:moveTo>
                <a:lnTo>
                  <a:pt x="36448" y="16239"/>
                </a:lnTo>
                <a:lnTo>
                  <a:pt x="36448" y="0"/>
                </a:lnTo>
                <a:lnTo>
                  <a:pt x="132261" y="0"/>
                </a:lnTo>
                <a:lnTo>
                  <a:pt x="132261" y="16239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Text o">
            <a:extLst xmlns:a="http://schemas.openxmlformats.org/drawingml/2006/main">
              <a:ext uri="{FF2B5EF4-FFF2-40B4-BE49-F238E27FC236}">
                <a16:creationId xmlns:a16="http://schemas.microsoft.com/office/drawing/2014/main" id="{9D4F6257-50C3-41D6-BD3B-1C53F294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81" y="1375457"/>
            <a:ext cx="100143" cy="89768"/>
          </a:xfrm>
          <a:custGeom xmlns:a="http://schemas.openxmlformats.org/drawingml/2006/main">
            <a:pathLst>
              <a:path w="100143" h="89768">
                <a:moveTo>
                  <a:pt x="50071" y="89768"/>
                </a:moveTo>
                <a:cubicBezTo>
                  <a:pt x="32328" y="89768"/>
                  <a:pt x="19187" y="84836"/>
                  <a:pt x="10646" y="74972"/>
                </a:cubicBezTo>
                <a:cubicBezTo>
                  <a:pt x="3549" y="66732"/>
                  <a:pt x="0" y="56688"/>
                  <a:pt x="0" y="44839"/>
                </a:cubicBezTo>
                <a:cubicBezTo>
                  <a:pt x="0" y="31667"/>
                  <a:pt x="4315" y="20901"/>
                  <a:pt x="12946" y="12540"/>
                </a:cubicBezTo>
                <a:cubicBezTo>
                  <a:pt x="21577" y="4180"/>
                  <a:pt x="33501" y="0"/>
                  <a:pt x="48718" y="0"/>
                </a:cubicBezTo>
                <a:cubicBezTo>
                  <a:pt x="61048" y="0"/>
                  <a:pt x="70747" y="1849"/>
                  <a:pt x="77814" y="5548"/>
                </a:cubicBezTo>
                <a:cubicBezTo>
                  <a:pt x="84881" y="9247"/>
                  <a:pt x="90369" y="14630"/>
                  <a:pt x="94279" y="21698"/>
                </a:cubicBezTo>
                <a:cubicBezTo>
                  <a:pt x="98188" y="28765"/>
                  <a:pt x="100143" y="36478"/>
                  <a:pt x="100143" y="44839"/>
                </a:cubicBezTo>
                <a:cubicBezTo>
                  <a:pt x="100143" y="58251"/>
                  <a:pt x="95843" y="69093"/>
                  <a:pt x="87242" y="77363"/>
                </a:cubicBezTo>
                <a:cubicBezTo>
                  <a:pt x="78641" y="85633"/>
                  <a:pt x="66251" y="89768"/>
                  <a:pt x="50071" y="89768"/>
                </a:cubicBezTo>
                <a:moveTo>
                  <a:pt x="50026" y="73077"/>
                </a:moveTo>
                <a:cubicBezTo>
                  <a:pt x="62251" y="73077"/>
                  <a:pt x="71404" y="70401"/>
                  <a:pt x="77487" y="65048"/>
                </a:cubicBezTo>
                <a:cubicBezTo>
                  <a:pt x="83569" y="59695"/>
                  <a:pt x="86610" y="52958"/>
                  <a:pt x="86610" y="44839"/>
                </a:cubicBezTo>
                <a:cubicBezTo>
                  <a:pt x="86610" y="36779"/>
                  <a:pt x="83554" y="30073"/>
                  <a:pt x="77442" y="24720"/>
                </a:cubicBezTo>
                <a:cubicBezTo>
                  <a:pt x="71329" y="19367"/>
                  <a:pt x="62011" y="16690"/>
                  <a:pt x="49488" y="16690"/>
                </a:cubicBezTo>
                <a:cubicBezTo>
                  <a:pt x="37682" y="16690"/>
                  <a:pt x="28738" y="19382"/>
                  <a:pt x="22656" y="24765"/>
                </a:cubicBezTo>
                <a:cubicBezTo>
                  <a:pt x="16574" y="30148"/>
                  <a:pt x="13533" y="36839"/>
                  <a:pt x="13533" y="44839"/>
                </a:cubicBezTo>
                <a:cubicBezTo>
                  <a:pt x="13533" y="52958"/>
                  <a:pt x="16559" y="59695"/>
                  <a:pt x="22611" y="65048"/>
                </a:cubicBezTo>
                <a:cubicBezTo>
                  <a:pt x="28663" y="70401"/>
                  <a:pt x="37802" y="73077"/>
                  <a:pt x="50026" y="73077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Text n">
            <a:extLst xmlns:a="http://schemas.openxmlformats.org/drawingml/2006/main">
              <a:ext uri="{FF2B5EF4-FFF2-40B4-BE49-F238E27FC236}">
                <a16:creationId xmlns:a16="http://schemas.microsoft.com/office/drawing/2014/main" id="{41416CE3-676F-42F8-9A2D-9F883900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81" y="1278590"/>
            <a:ext cx="97978" cy="77859"/>
          </a:xfrm>
          <a:custGeom xmlns:a="http://schemas.openxmlformats.org/drawingml/2006/main">
            <a:pathLst>
              <a:path w="97978" h="77859">
                <a:moveTo>
                  <a:pt x="97978" y="77859"/>
                </a:moveTo>
                <a:lnTo>
                  <a:pt x="2165" y="77859"/>
                </a:lnTo>
                <a:lnTo>
                  <a:pt x="2165" y="63243"/>
                </a:lnTo>
                <a:lnTo>
                  <a:pt x="15698" y="63243"/>
                </a:lnTo>
                <a:cubicBezTo>
                  <a:pt x="5233" y="56206"/>
                  <a:pt x="0" y="46042"/>
                  <a:pt x="0" y="32749"/>
                </a:cubicBezTo>
                <a:cubicBezTo>
                  <a:pt x="0" y="26975"/>
                  <a:pt x="1038" y="21668"/>
                  <a:pt x="3113" y="16826"/>
                </a:cubicBezTo>
                <a:cubicBezTo>
                  <a:pt x="5188" y="11984"/>
                  <a:pt x="7909" y="8360"/>
                  <a:pt x="11277" y="5954"/>
                </a:cubicBezTo>
                <a:cubicBezTo>
                  <a:pt x="14646" y="3549"/>
                  <a:pt x="18645" y="1865"/>
                  <a:pt x="23276" y="902"/>
                </a:cubicBezTo>
                <a:cubicBezTo>
                  <a:pt x="26284" y="301"/>
                  <a:pt x="31547" y="0"/>
                  <a:pt x="39065" y="0"/>
                </a:cubicBezTo>
                <a:lnTo>
                  <a:pt x="97978" y="0"/>
                </a:lnTo>
                <a:lnTo>
                  <a:pt x="97978" y="16239"/>
                </a:lnTo>
                <a:lnTo>
                  <a:pt x="39634" y="16239"/>
                </a:lnTo>
                <a:cubicBezTo>
                  <a:pt x="33011" y="16239"/>
                  <a:pt x="28058" y="16871"/>
                  <a:pt x="24776" y="18134"/>
                </a:cubicBezTo>
                <a:cubicBezTo>
                  <a:pt x="21495" y="19397"/>
                  <a:pt x="18875" y="21637"/>
                  <a:pt x="16919" y="24855"/>
                </a:cubicBezTo>
                <a:cubicBezTo>
                  <a:pt x="14962" y="28073"/>
                  <a:pt x="13984" y="31847"/>
                  <a:pt x="13984" y="36178"/>
                </a:cubicBezTo>
                <a:cubicBezTo>
                  <a:pt x="13984" y="43095"/>
                  <a:pt x="16182" y="49064"/>
                  <a:pt x="20578" y="54086"/>
                </a:cubicBezTo>
                <a:cubicBezTo>
                  <a:pt x="24973" y="59108"/>
                  <a:pt x="33311" y="61619"/>
                  <a:pt x="45594" y="61619"/>
                </a:cubicBezTo>
                <a:lnTo>
                  <a:pt x="97978" y="61619"/>
                </a:lnTo>
                <a:lnTo>
                  <a:pt x="97978" y="77859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Text R">
            <a:extLst xmlns:a="http://schemas.openxmlformats.org/drawingml/2006/main">
              <a:ext uri="{FF2B5EF4-FFF2-40B4-BE49-F238E27FC236}">
                <a16:creationId xmlns:a16="http://schemas.microsoft.com/office/drawing/2014/main" id="{81ADB91A-FC55-45AD-AB0B-5EA9FC5B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598" y="1083444"/>
            <a:ext cx="132261" cy="116563"/>
          </a:xfrm>
          <a:custGeom xmlns:a="http://schemas.openxmlformats.org/drawingml/2006/main">
            <a:pathLst>
              <a:path w="132261" h="116563">
                <a:moveTo>
                  <a:pt x="132261" y="116563"/>
                </a:moveTo>
                <a:lnTo>
                  <a:pt x="0" y="116563"/>
                </a:lnTo>
                <a:lnTo>
                  <a:pt x="0" y="57921"/>
                </a:lnTo>
                <a:cubicBezTo>
                  <a:pt x="0" y="46132"/>
                  <a:pt x="1187" y="37170"/>
                  <a:pt x="3561" y="31035"/>
                </a:cubicBezTo>
                <a:cubicBezTo>
                  <a:pt x="5933" y="24900"/>
                  <a:pt x="10122" y="19999"/>
                  <a:pt x="16129" y="16330"/>
                </a:cubicBezTo>
                <a:cubicBezTo>
                  <a:pt x="22137" y="12661"/>
                  <a:pt x="28774" y="10826"/>
                  <a:pt x="36042" y="10826"/>
                </a:cubicBezTo>
                <a:cubicBezTo>
                  <a:pt x="45414" y="10826"/>
                  <a:pt x="53314" y="13864"/>
                  <a:pt x="59742" y="19938"/>
                </a:cubicBezTo>
                <a:cubicBezTo>
                  <a:pt x="66168" y="26013"/>
                  <a:pt x="70252" y="35396"/>
                  <a:pt x="71995" y="48087"/>
                </a:cubicBezTo>
                <a:cubicBezTo>
                  <a:pt x="74224" y="43455"/>
                  <a:pt x="76423" y="39937"/>
                  <a:pt x="78592" y="37531"/>
                </a:cubicBezTo>
                <a:cubicBezTo>
                  <a:pt x="83289" y="32419"/>
                  <a:pt x="89162" y="27577"/>
                  <a:pt x="96210" y="23006"/>
                </a:cubicBezTo>
                <a:lnTo>
                  <a:pt x="132261" y="0"/>
                </a:lnTo>
                <a:lnTo>
                  <a:pt x="132261" y="22013"/>
                </a:lnTo>
                <a:lnTo>
                  <a:pt x="104702" y="39516"/>
                </a:lnTo>
                <a:cubicBezTo>
                  <a:pt x="96751" y="44628"/>
                  <a:pt x="90668" y="48838"/>
                  <a:pt x="86452" y="52147"/>
                </a:cubicBezTo>
                <a:cubicBezTo>
                  <a:pt x="82234" y="55455"/>
                  <a:pt x="79283" y="58417"/>
                  <a:pt x="77597" y="61033"/>
                </a:cubicBezTo>
                <a:cubicBezTo>
                  <a:pt x="75909" y="63649"/>
                  <a:pt x="74733" y="66311"/>
                  <a:pt x="74070" y="69017"/>
                </a:cubicBezTo>
                <a:cubicBezTo>
                  <a:pt x="73649" y="71002"/>
                  <a:pt x="73438" y="74250"/>
                  <a:pt x="73438" y="78761"/>
                </a:cubicBezTo>
                <a:lnTo>
                  <a:pt x="73438" y="99060"/>
                </a:lnTo>
                <a:lnTo>
                  <a:pt x="132261" y="99060"/>
                </a:lnTo>
                <a:lnTo>
                  <a:pt x="132261" y="116563"/>
                </a:lnTo>
                <a:moveTo>
                  <a:pt x="58281" y="99060"/>
                </a:moveTo>
                <a:lnTo>
                  <a:pt x="58281" y="61439"/>
                </a:lnTo>
                <a:cubicBezTo>
                  <a:pt x="58281" y="53440"/>
                  <a:pt x="57456" y="47184"/>
                  <a:pt x="55806" y="42674"/>
                </a:cubicBezTo>
                <a:cubicBezTo>
                  <a:pt x="54156" y="38163"/>
                  <a:pt x="51515" y="34734"/>
                  <a:pt x="47884" y="32389"/>
                </a:cubicBezTo>
                <a:cubicBezTo>
                  <a:pt x="44252" y="30043"/>
                  <a:pt x="40305" y="28870"/>
                  <a:pt x="36042" y="28870"/>
                </a:cubicBezTo>
                <a:cubicBezTo>
                  <a:pt x="29800" y="28870"/>
                  <a:pt x="24669" y="31141"/>
                  <a:pt x="20649" y="35682"/>
                </a:cubicBezTo>
                <a:cubicBezTo>
                  <a:pt x="16627" y="40223"/>
                  <a:pt x="14615" y="47395"/>
                  <a:pt x="14615" y="57199"/>
                </a:cubicBezTo>
                <a:lnTo>
                  <a:pt x="14615" y="99060"/>
                </a:lnTo>
                <a:lnTo>
                  <a:pt x="58281" y="9906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Text a">
            <a:extLst xmlns:a="http://schemas.openxmlformats.org/drawingml/2006/main">
              <a:ext uri="{FF2B5EF4-FFF2-40B4-BE49-F238E27FC236}">
                <a16:creationId xmlns:a16="http://schemas.microsoft.com/office/drawing/2014/main" id="{A883CFF5-841A-4FDF-9780-89960FD9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81" y="986219"/>
            <a:ext cx="100143" cy="88234"/>
          </a:xfrm>
          <a:custGeom xmlns:a="http://schemas.openxmlformats.org/drawingml/2006/main">
            <a:pathLst>
              <a:path w="100143" h="88234">
                <a:moveTo>
                  <a:pt x="86148" y="20209"/>
                </a:moveTo>
                <a:cubicBezTo>
                  <a:pt x="91264" y="26224"/>
                  <a:pt x="94875" y="32013"/>
                  <a:pt x="96982" y="37576"/>
                </a:cubicBezTo>
                <a:cubicBezTo>
                  <a:pt x="99089" y="43140"/>
                  <a:pt x="100143" y="49109"/>
                  <a:pt x="100143" y="55485"/>
                </a:cubicBezTo>
                <a:cubicBezTo>
                  <a:pt x="100143" y="66010"/>
                  <a:pt x="97570" y="74100"/>
                  <a:pt x="92424" y="79753"/>
                </a:cubicBezTo>
                <a:cubicBezTo>
                  <a:pt x="87277" y="85407"/>
                  <a:pt x="80702" y="88234"/>
                  <a:pt x="72697" y="88234"/>
                </a:cubicBezTo>
                <a:cubicBezTo>
                  <a:pt x="68003" y="88234"/>
                  <a:pt x="63716" y="87166"/>
                  <a:pt x="59835" y="85031"/>
                </a:cubicBezTo>
                <a:cubicBezTo>
                  <a:pt x="55952" y="82896"/>
                  <a:pt x="52836" y="80099"/>
                  <a:pt x="50489" y="76641"/>
                </a:cubicBezTo>
                <a:cubicBezTo>
                  <a:pt x="48141" y="73183"/>
                  <a:pt x="46366" y="69288"/>
                  <a:pt x="45163" y="64958"/>
                </a:cubicBezTo>
                <a:cubicBezTo>
                  <a:pt x="44319" y="61770"/>
                  <a:pt x="43506" y="56958"/>
                  <a:pt x="42724" y="50523"/>
                </a:cubicBezTo>
                <a:cubicBezTo>
                  <a:pt x="41172" y="37411"/>
                  <a:pt x="39320" y="27757"/>
                  <a:pt x="37170" y="21562"/>
                </a:cubicBezTo>
                <a:cubicBezTo>
                  <a:pt x="34954" y="21502"/>
                  <a:pt x="33546" y="21472"/>
                  <a:pt x="32947" y="21472"/>
                </a:cubicBezTo>
                <a:cubicBezTo>
                  <a:pt x="26355" y="21472"/>
                  <a:pt x="21712" y="23006"/>
                  <a:pt x="19016" y="26073"/>
                </a:cubicBezTo>
                <a:cubicBezTo>
                  <a:pt x="15361" y="30223"/>
                  <a:pt x="13533" y="36388"/>
                  <a:pt x="13533" y="44568"/>
                </a:cubicBezTo>
                <a:cubicBezTo>
                  <a:pt x="13533" y="52207"/>
                  <a:pt x="14871" y="57845"/>
                  <a:pt x="17548" y="61484"/>
                </a:cubicBezTo>
                <a:cubicBezTo>
                  <a:pt x="20224" y="65123"/>
                  <a:pt x="24961" y="67815"/>
                  <a:pt x="31757" y="69559"/>
                </a:cubicBezTo>
                <a:lnTo>
                  <a:pt x="29592" y="85437"/>
                </a:lnTo>
                <a:cubicBezTo>
                  <a:pt x="22775" y="83994"/>
                  <a:pt x="17269" y="81618"/>
                  <a:pt x="13076" y="78310"/>
                </a:cubicBezTo>
                <a:cubicBezTo>
                  <a:pt x="8883" y="75002"/>
                  <a:pt x="5656" y="70220"/>
                  <a:pt x="3394" y="63965"/>
                </a:cubicBezTo>
                <a:cubicBezTo>
                  <a:pt x="1131" y="57710"/>
                  <a:pt x="0" y="50462"/>
                  <a:pt x="0" y="42222"/>
                </a:cubicBezTo>
                <a:cubicBezTo>
                  <a:pt x="0" y="34043"/>
                  <a:pt x="962" y="27396"/>
                  <a:pt x="2887" y="22284"/>
                </a:cubicBezTo>
                <a:cubicBezTo>
                  <a:pt x="4812" y="17172"/>
                  <a:pt x="7233" y="13413"/>
                  <a:pt x="10150" y="11007"/>
                </a:cubicBezTo>
                <a:cubicBezTo>
                  <a:pt x="13067" y="8601"/>
                  <a:pt x="16751" y="6917"/>
                  <a:pt x="21201" y="5954"/>
                </a:cubicBezTo>
                <a:cubicBezTo>
                  <a:pt x="23968" y="5413"/>
                  <a:pt x="28960" y="5142"/>
                  <a:pt x="36178" y="5142"/>
                </a:cubicBezTo>
                <a:lnTo>
                  <a:pt x="57830" y="5142"/>
                </a:lnTo>
                <a:cubicBezTo>
                  <a:pt x="72927" y="5142"/>
                  <a:pt x="82475" y="4797"/>
                  <a:pt x="86475" y="4105"/>
                </a:cubicBezTo>
                <a:cubicBezTo>
                  <a:pt x="90474" y="3413"/>
                  <a:pt x="94309" y="2045"/>
                  <a:pt x="97978" y="0"/>
                </a:cubicBezTo>
                <a:lnTo>
                  <a:pt x="97978" y="16961"/>
                </a:lnTo>
                <a:cubicBezTo>
                  <a:pt x="94606" y="18645"/>
                  <a:pt x="90662" y="19728"/>
                  <a:pt x="86148" y="20209"/>
                </a:cubicBezTo>
                <a:moveTo>
                  <a:pt x="49801" y="21562"/>
                </a:moveTo>
                <a:cubicBezTo>
                  <a:pt x="52227" y="27457"/>
                  <a:pt x="54289" y="36298"/>
                  <a:pt x="55986" y="48087"/>
                </a:cubicBezTo>
                <a:cubicBezTo>
                  <a:pt x="56953" y="54763"/>
                  <a:pt x="58040" y="59484"/>
                  <a:pt x="59248" y="62251"/>
                </a:cubicBezTo>
                <a:cubicBezTo>
                  <a:pt x="60455" y="65018"/>
                  <a:pt x="62222" y="67153"/>
                  <a:pt x="64549" y="68657"/>
                </a:cubicBezTo>
                <a:cubicBezTo>
                  <a:pt x="66874" y="70160"/>
                  <a:pt x="69455" y="70912"/>
                  <a:pt x="72294" y="70912"/>
                </a:cubicBezTo>
                <a:cubicBezTo>
                  <a:pt x="76641" y="70912"/>
                  <a:pt x="80265" y="69273"/>
                  <a:pt x="83165" y="65995"/>
                </a:cubicBezTo>
                <a:cubicBezTo>
                  <a:pt x="86063" y="62717"/>
                  <a:pt x="87512" y="57921"/>
                  <a:pt x="87512" y="51605"/>
                </a:cubicBezTo>
                <a:cubicBezTo>
                  <a:pt x="87512" y="45350"/>
                  <a:pt x="86137" y="39787"/>
                  <a:pt x="83388" y="34915"/>
                </a:cubicBezTo>
                <a:cubicBezTo>
                  <a:pt x="80638" y="30043"/>
                  <a:pt x="76876" y="26464"/>
                  <a:pt x="72102" y="24179"/>
                </a:cubicBezTo>
                <a:cubicBezTo>
                  <a:pt x="68414" y="22434"/>
                  <a:pt x="62975" y="21562"/>
                  <a:pt x="55783" y="21562"/>
                </a:cubicBezTo>
                <a:lnTo>
                  <a:pt x="49801" y="21562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Text t">
            <a:extLst xmlns:a="http://schemas.openxmlformats.org/drawingml/2006/main">
              <a:ext uri="{FF2B5EF4-FFF2-40B4-BE49-F238E27FC236}">
                <a16:creationId xmlns:a16="http://schemas.microsoft.com/office/drawing/2014/main" id="{B792FA07-B7A7-4D14-8AEC-F35A25C9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485" y="928417"/>
            <a:ext cx="130637" cy="46733"/>
          </a:xfrm>
          <a:custGeom xmlns:a="http://schemas.openxmlformats.org/drawingml/2006/main">
            <a:pathLst>
              <a:path w="130637" h="46733">
                <a:moveTo>
                  <a:pt x="115029" y="2346"/>
                </a:moveTo>
                <a:lnTo>
                  <a:pt x="129374" y="0"/>
                </a:lnTo>
                <a:cubicBezTo>
                  <a:pt x="130216" y="4571"/>
                  <a:pt x="130637" y="8661"/>
                  <a:pt x="130637" y="12270"/>
                </a:cubicBezTo>
                <a:cubicBezTo>
                  <a:pt x="130637" y="18164"/>
                  <a:pt x="129705" y="22735"/>
                  <a:pt x="127840" y="25983"/>
                </a:cubicBezTo>
                <a:cubicBezTo>
                  <a:pt x="125976" y="29231"/>
                  <a:pt x="123525" y="31516"/>
                  <a:pt x="120487" y="32840"/>
                </a:cubicBezTo>
                <a:cubicBezTo>
                  <a:pt x="117450" y="34163"/>
                  <a:pt x="111059" y="34824"/>
                  <a:pt x="101316" y="34824"/>
                </a:cubicBezTo>
                <a:lnTo>
                  <a:pt x="46192" y="34824"/>
                </a:lnTo>
                <a:lnTo>
                  <a:pt x="46192" y="46733"/>
                </a:lnTo>
                <a:lnTo>
                  <a:pt x="33561" y="46733"/>
                </a:lnTo>
                <a:lnTo>
                  <a:pt x="33561" y="34824"/>
                </a:lnTo>
                <a:lnTo>
                  <a:pt x="9769" y="34824"/>
                </a:lnTo>
                <a:lnTo>
                  <a:pt x="0" y="18675"/>
                </a:lnTo>
                <a:lnTo>
                  <a:pt x="33561" y="18675"/>
                </a:lnTo>
                <a:lnTo>
                  <a:pt x="33561" y="2346"/>
                </a:lnTo>
                <a:lnTo>
                  <a:pt x="46192" y="2346"/>
                </a:lnTo>
                <a:lnTo>
                  <a:pt x="46192" y="18675"/>
                </a:lnTo>
                <a:lnTo>
                  <a:pt x="102218" y="18675"/>
                </a:lnTo>
                <a:cubicBezTo>
                  <a:pt x="106849" y="18675"/>
                  <a:pt x="109826" y="18390"/>
                  <a:pt x="111150" y="17818"/>
                </a:cubicBezTo>
                <a:cubicBezTo>
                  <a:pt x="112473" y="17247"/>
                  <a:pt x="113525" y="16315"/>
                  <a:pt x="114307" y="15021"/>
                </a:cubicBezTo>
                <a:cubicBezTo>
                  <a:pt x="115089" y="13728"/>
                  <a:pt x="115480" y="11879"/>
                  <a:pt x="115480" y="9473"/>
                </a:cubicBezTo>
                <a:cubicBezTo>
                  <a:pt x="115480" y="7669"/>
                  <a:pt x="115330" y="5293"/>
                  <a:pt x="115029" y="2346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Text e">
            <a:extLst xmlns:a="http://schemas.openxmlformats.org/drawingml/2006/main">
              <a:ext uri="{FF2B5EF4-FFF2-40B4-BE49-F238E27FC236}">
                <a16:creationId xmlns:a16="http://schemas.microsoft.com/office/drawing/2014/main" id="{32918AC9-398D-4D52-9638-68F1FF0D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81" y="831942"/>
            <a:ext cx="100143" cy="88324"/>
          </a:xfrm>
          <a:custGeom xmlns:a="http://schemas.openxmlformats.org/drawingml/2006/main">
            <a:pathLst>
              <a:path w="100143" h="88324">
                <a:moveTo>
                  <a:pt x="67123" y="17322"/>
                </a:moveTo>
                <a:lnTo>
                  <a:pt x="69198" y="541"/>
                </a:lnTo>
                <a:cubicBezTo>
                  <a:pt x="79002" y="3188"/>
                  <a:pt x="86610" y="8090"/>
                  <a:pt x="92023" y="15247"/>
                </a:cubicBezTo>
                <a:cubicBezTo>
                  <a:pt x="97436" y="22404"/>
                  <a:pt x="100143" y="31547"/>
                  <a:pt x="100143" y="42674"/>
                </a:cubicBezTo>
                <a:cubicBezTo>
                  <a:pt x="100143" y="56688"/>
                  <a:pt x="95827" y="67799"/>
                  <a:pt x="87197" y="76009"/>
                </a:cubicBezTo>
                <a:cubicBezTo>
                  <a:pt x="78566" y="84219"/>
                  <a:pt x="66461" y="88324"/>
                  <a:pt x="50883" y="88324"/>
                </a:cubicBezTo>
                <a:cubicBezTo>
                  <a:pt x="34764" y="88324"/>
                  <a:pt x="22254" y="84174"/>
                  <a:pt x="13352" y="75874"/>
                </a:cubicBezTo>
                <a:cubicBezTo>
                  <a:pt x="4451" y="67574"/>
                  <a:pt x="0" y="56808"/>
                  <a:pt x="0" y="43576"/>
                </a:cubicBezTo>
                <a:cubicBezTo>
                  <a:pt x="0" y="30765"/>
                  <a:pt x="4354" y="20299"/>
                  <a:pt x="13062" y="12180"/>
                </a:cubicBezTo>
                <a:cubicBezTo>
                  <a:pt x="21768" y="4060"/>
                  <a:pt x="34017" y="0"/>
                  <a:pt x="49809" y="0"/>
                </a:cubicBezTo>
                <a:cubicBezTo>
                  <a:pt x="50770" y="0"/>
                  <a:pt x="52210" y="30"/>
                  <a:pt x="54131" y="90"/>
                </a:cubicBezTo>
                <a:lnTo>
                  <a:pt x="54131" y="71544"/>
                </a:lnTo>
                <a:cubicBezTo>
                  <a:pt x="64627" y="70942"/>
                  <a:pt x="72664" y="67965"/>
                  <a:pt x="78242" y="62612"/>
                </a:cubicBezTo>
                <a:cubicBezTo>
                  <a:pt x="83821" y="57259"/>
                  <a:pt x="86610" y="50583"/>
                  <a:pt x="86610" y="42583"/>
                </a:cubicBezTo>
                <a:cubicBezTo>
                  <a:pt x="86610" y="36629"/>
                  <a:pt x="85061" y="31547"/>
                  <a:pt x="81964" y="27336"/>
                </a:cubicBezTo>
                <a:cubicBezTo>
                  <a:pt x="78864" y="23126"/>
                  <a:pt x="73917" y="19788"/>
                  <a:pt x="67123" y="17322"/>
                </a:cubicBezTo>
                <a:moveTo>
                  <a:pt x="40598" y="70641"/>
                </a:moveTo>
                <a:lnTo>
                  <a:pt x="40598" y="17142"/>
                </a:lnTo>
                <a:cubicBezTo>
                  <a:pt x="32671" y="17863"/>
                  <a:pt x="26725" y="19908"/>
                  <a:pt x="22761" y="23276"/>
                </a:cubicBezTo>
                <a:cubicBezTo>
                  <a:pt x="16609" y="28449"/>
                  <a:pt x="13533" y="35155"/>
                  <a:pt x="13533" y="43395"/>
                </a:cubicBezTo>
                <a:cubicBezTo>
                  <a:pt x="13533" y="50853"/>
                  <a:pt x="15988" y="57124"/>
                  <a:pt x="20900" y="62206"/>
                </a:cubicBezTo>
                <a:cubicBezTo>
                  <a:pt x="25809" y="67288"/>
                  <a:pt x="32375" y="70100"/>
                  <a:pt x="40598" y="70641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Text (">
            <a:extLst xmlns:a="http://schemas.openxmlformats.org/drawingml/2006/main">
              <a:ext uri="{FF2B5EF4-FFF2-40B4-BE49-F238E27FC236}">
                <a16:creationId xmlns:a16="http://schemas.microsoft.com/office/drawing/2014/main" id="{A5A7429A-90F8-4E4E-80CB-90B06FEC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33" y="718082"/>
            <a:ext cx="173401" cy="43666"/>
          </a:xfrm>
          <a:custGeom xmlns:a="http://schemas.openxmlformats.org/drawingml/2006/main">
            <a:pathLst>
              <a:path w="173401" h="43666">
                <a:moveTo>
                  <a:pt x="173401" y="11638"/>
                </a:moveTo>
                <a:cubicBezTo>
                  <a:pt x="162093" y="20600"/>
                  <a:pt x="148861" y="28178"/>
                  <a:pt x="133704" y="34373"/>
                </a:cubicBezTo>
                <a:cubicBezTo>
                  <a:pt x="118548" y="40568"/>
                  <a:pt x="102850" y="43666"/>
                  <a:pt x="86610" y="43666"/>
                </a:cubicBezTo>
                <a:cubicBezTo>
                  <a:pt x="72295" y="43666"/>
                  <a:pt x="58582" y="41350"/>
                  <a:pt x="45470" y="36719"/>
                </a:cubicBezTo>
                <a:cubicBezTo>
                  <a:pt x="30253" y="31306"/>
                  <a:pt x="15097" y="22946"/>
                  <a:pt x="0" y="11638"/>
                </a:cubicBezTo>
                <a:lnTo>
                  <a:pt x="0" y="0"/>
                </a:lnTo>
                <a:cubicBezTo>
                  <a:pt x="12510" y="7278"/>
                  <a:pt x="21442" y="12089"/>
                  <a:pt x="26795" y="14435"/>
                </a:cubicBezTo>
                <a:cubicBezTo>
                  <a:pt x="35095" y="18104"/>
                  <a:pt x="43756" y="20991"/>
                  <a:pt x="52778" y="23096"/>
                </a:cubicBezTo>
                <a:cubicBezTo>
                  <a:pt x="64025" y="25682"/>
                  <a:pt x="75333" y="26975"/>
                  <a:pt x="86700" y="26975"/>
                </a:cubicBezTo>
                <a:cubicBezTo>
                  <a:pt x="115631" y="26975"/>
                  <a:pt x="144531" y="17984"/>
                  <a:pt x="173401" y="0"/>
                </a:cubicBezTo>
                <a:lnTo>
                  <a:pt x="173401" y="11638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Text %">
            <a:extLst xmlns:a="http://schemas.openxmlformats.org/drawingml/2006/main">
              <a:ext uri="{FF2B5EF4-FFF2-40B4-BE49-F238E27FC236}">
                <a16:creationId xmlns:a16="http://schemas.microsoft.com/office/drawing/2014/main" id="{1578C728-A73D-4572-86BD-CC35B73A9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33" y="558487"/>
            <a:ext cx="139298" cy="142185"/>
          </a:xfrm>
          <a:custGeom xmlns:a="http://schemas.openxmlformats.org/drawingml/2006/main">
            <a:pathLst>
              <a:path w="139298" h="142185">
                <a:moveTo>
                  <a:pt x="34058" y="142185"/>
                </a:moveTo>
                <a:cubicBezTo>
                  <a:pt x="24602" y="142185"/>
                  <a:pt x="16562" y="139809"/>
                  <a:pt x="9938" y="135058"/>
                </a:cubicBezTo>
                <a:cubicBezTo>
                  <a:pt x="3313" y="130306"/>
                  <a:pt x="0" y="123419"/>
                  <a:pt x="0" y="114398"/>
                </a:cubicBezTo>
                <a:cubicBezTo>
                  <a:pt x="0" y="106097"/>
                  <a:pt x="2966" y="99226"/>
                  <a:pt x="8898" y="93783"/>
                </a:cubicBezTo>
                <a:cubicBezTo>
                  <a:pt x="14830" y="88339"/>
                  <a:pt x="23547" y="85618"/>
                  <a:pt x="35050" y="85618"/>
                </a:cubicBezTo>
                <a:cubicBezTo>
                  <a:pt x="46252" y="85618"/>
                  <a:pt x="54879" y="88369"/>
                  <a:pt x="60932" y="93873"/>
                </a:cubicBezTo>
                <a:cubicBezTo>
                  <a:pt x="66984" y="99376"/>
                  <a:pt x="70010" y="106158"/>
                  <a:pt x="70010" y="114217"/>
                </a:cubicBezTo>
                <a:cubicBezTo>
                  <a:pt x="70010" y="122216"/>
                  <a:pt x="67029" y="128878"/>
                  <a:pt x="61067" y="134201"/>
                </a:cubicBezTo>
                <a:cubicBezTo>
                  <a:pt x="55105" y="139523"/>
                  <a:pt x="46102" y="142185"/>
                  <a:pt x="34058" y="142185"/>
                </a:cubicBezTo>
                <a:moveTo>
                  <a:pt x="11187" y="113946"/>
                </a:moveTo>
                <a:cubicBezTo>
                  <a:pt x="11187" y="117976"/>
                  <a:pt x="12935" y="121329"/>
                  <a:pt x="16431" y="124006"/>
                </a:cubicBezTo>
                <a:cubicBezTo>
                  <a:pt x="19925" y="126682"/>
                  <a:pt x="26342" y="128021"/>
                  <a:pt x="35682" y="128021"/>
                </a:cubicBezTo>
                <a:cubicBezTo>
                  <a:pt x="44179" y="128021"/>
                  <a:pt x="50161" y="126667"/>
                  <a:pt x="53627" y="123961"/>
                </a:cubicBezTo>
                <a:cubicBezTo>
                  <a:pt x="57091" y="121254"/>
                  <a:pt x="58823" y="117916"/>
                  <a:pt x="58823" y="113946"/>
                </a:cubicBezTo>
                <a:cubicBezTo>
                  <a:pt x="58823" y="109857"/>
                  <a:pt x="57076" y="106473"/>
                  <a:pt x="53582" y="103797"/>
                </a:cubicBezTo>
                <a:cubicBezTo>
                  <a:pt x="50086" y="101120"/>
                  <a:pt x="43698" y="99782"/>
                  <a:pt x="34418" y="99782"/>
                </a:cubicBezTo>
                <a:cubicBezTo>
                  <a:pt x="25861" y="99782"/>
                  <a:pt x="19850" y="101135"/>
                  <a:pt x="16386" y="103842"/>
                </a:cubicBezTo>
                <a:cubicBezTo>
                  <a:pt x="12920" y="106548"/>
                  <a:pt x="11187" y="109917"/>
                  <a:pt x="11187" y="113946"/>
                </a:cubicBezTo>
                <a:moveTo>
                  <a:pt x="139298" y="113856"/>
                </a:moveTo>
                <a:lnTo>
                  <a:pt x="0" y="41501"/>
                </a:lnTo>
                <a:lnTo>
                  <a:pt x="0" y="28329"/>
                </a:lnTo>
                <a:lnTo>
                  <a:pt x="139298" y="100414"/>
                </a:lnTo>
                <a:lnTo>
                  <a:pt x="139298" y="113856"/>
                </a:lnTo>
                <a:moveTo>
                  <a:pt x="103346" y="56657"/>
                </a:moveTo>
                <a:cubicBezTo>
                  <a:pt x="93830" y="56657"/>
                  <a:pt x="85775" y="54282"/>
                  <a:pt x="79181" y="49530"/>
                </a:cubicBezTo>
                <a:cubicBezTo>
                  <a:pt x="72586" y="44779"/>
                  <a:pt x="69288" y="37862"/>
                  <a:pt x="69288" y="28780"/>
                </a:cubicBezTo>
                <a:cubicBezTo>
                  <a:pt x="69288" y="20480"/>
                  <a:pt x="72254" y="13608"/>
                  <a:pt x="78186" y="8165"/>
                </a:cubicBezTo>
                <a:cubicBezTo>
                  <a:pt x="84118" y="2722"/>
                  <a:pt x="92835" y="0"/>
                  <a:pt x="104338" y="0"/>
                </a:cubicBezTo>
                <a:cubicBezTo>
                  <a:pt x="115540" y="0"/>
                  <a:pt x="124167" y="2752"/>
                  <a:pt x="130220" y="8255"/>
                </a:cubicBezTo>
                <a:cubicBezTo>
                  <a:pt x="136272" y="13758"/>
                  <a:pt x="139298" y="20570"/>
                  <a:pt x="139298" y="28690"/>
                </a:cubicBezTo>
                <a:cubicBezTo>
                  <a:pt x="139298" y="36689"/>
                  <a:pt x="136302" y="43350"/>
                  <a:pt x="130310" y="48673"/>
                </a:cubicBezTo>
                <a:cubicBezTo>
                  <a:pt x="124318" y="53996"/>
                  <a:pt x="115330" y="56657"/>
                  <a:pt x="103346" y="56657"/>
                </a:cubicBezTo>
                <a:moveTo>
                  <a:pt x="80475" y="28329"/>
                </a:moveTo>
                <a:cubicBezTo>
                  <a:pt x="80475" y="32419"/>
                  <a:pt x="82223" y="35802"/>
                  <a:pt x="85719" y="38478"/>
                </a:cubicBezTo>
                <a:cubicBezTo>
                  <a:pt x="89213" y="41155"/>
                  <a:pt x="95630" y="42493"/>
                  <a:pt x="104970" y="42493"/>
                </a:cubicBezTo>
                <a:cubicBezTo>
                  <a:pt x="113407" y="42493"/>
                  <a:pt x="119374" y="41140"/>
                  <a:pt x="122870" y="38433"/>
                </a:cubicBezTo>
                <a:cubicBezTo>
                  <a:pt x="126364" y="35727"/>
                  <a:pt x="128111" y="32389"/>
                  <a:pt x="128111" y="28419"/>
                </a:cubicBezTo>
                <a:cubicBezTo>
                  <a:pt x="128111" y="24269"/>
                  <a:pt x="126364" y="20856"/>
                  <a:pt x="122870" y="18179"/>
                </a:cubicBezTo>
                <a:cubicBezTo>
                  <a:pt x="119374" y="15503"/>
                  <a:pt x="112986" y="14164"/>
                  <a:pt x="103707" y="14164"/>
                </a:cubicBezTo>
                <a:cubicBezTo>
                  <a:pt x="95149" y="14164"/>
                  <a:pt x="89138" y="15518"/>
                  <a:pt x="85674" y="18224"/>
                </a:cubicBezTo>
                <a:cubicBezTo>
                  <a:pt x="82208" y="20931"/>
                  <a:pt x="80475" y="24299"/>
                  <a:pt x="80475" y="28329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Text )">
            <a:extLst xmlns:a="http://schemas.openxmlformats.org/drawingml/2006/main">
              <a:ext uri="{FF2B5EF4-FFF2-40B4-BE49-F238E27FC236}">
                <a16:creationId xmlns:a16="http://schemas.microsoft.com/office/drawing/2014/main" id="{8C0F4593-5895-4905-AFCD-C3070AA5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33" y="492296"/>
            <a:ext cx="173401" cy="43666"/>
          </a:xfrm>
          <a:custGeom xmlns:a="http://schemas.openxmlformats.org/drawingml/2006/main">
            <a:pathLst>
              <a:path w="173401" h="43666">
                <a:moveTo>
                  <a:pt x="173401" y="32028"/>
                </a:moveTo>
                <a:lnTo>
                  <a:pt x="173401" y="43666"/>
                </a:lnTo>
                <a:cubicBezTo>
                  <a:pt x="144531" y="25682"/>
                  <a:pt x="115631" y="16690"/>
                  <a:pt x="86700" y="16690"/>
                </a:cubicBezTo>
                <a:cubicBezTo>
                  <a:pt x="75393" y="16690"/>
                  <a:pt x="64176" y="17984"/>
                  <a:pt x="53049" y="20570"/>
                </a:cubicBezTo>
                <a:cubicBezTo>
                  <a:pt x="44027" y="22615"/>
                  <a:pt x="35366" y="25472"/>
                  <a:pt x="27066" y="29141"/>
                </a:cubicBezTo>
                <a:cubicBezTo>
                  <a:pt x="21653" y="31486"/>
                  <a:pt x="12631" y="36328"/>
                  <a:pt x="0" y="43666"/>
                </a:cubicBezTo>
                <a:lnTo>
                  <a:pt x="0" y="32028"/>
                </a:lnTo>
                <a:cubicBezTo>
                  <a:pt x="15097" y="20720"/>
                  <a:pt x="30253" y="12360"/>
                  <a:pt x="45470" y="6947"/>
                </a:cubicBezTo>
                <a:cubicBezTo>
                  <a:pt x="58582" y="2316"/>
                  <a:pt x="72295" y="0"/>
                  <a:pt x="86610" y="0"/>
                </a:cubicBezTo>
                <a:cubicBezTo>
                  <a:pt x="102850" y="0"/>
                  <a:pt x="118548" y="3113"/>
                  <a:pt x="133704" y="9338"/>
                </a:cubicBezTo>
                <a:cubicBezTo>
                  <a:pt x="148861" y="15563"/>
                  <a:pt x="162093" y="23126"/>
                  <a:pt x="173401" y="32028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A5A4A6-0B86-42F8-9EB2-0E4695B27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456" y="1197197"/>
            <a:ext cx="115480" cy="115480"/>
          </a:xfrm>
          <a:custGeom xmlns:a="http://schemas.openxmlformats.org/drawingml/2006/main">
            <a:pathLst>
              <a:path w="115480" h="115480">
                <a:moveTo>
                  <a:pt x="57740" y="115480"/>
                </a:moveTo>
                <a:cubicBezTo>
                  <a:pt x="73053" y="115480"/>
                  <a:pt x="87741" y="109396"/>
                  <a:pt x="98568" y="98568"/>
                </a:cubicBezTo>
                <a:cubicBezTo>
                  <a:pt x="109396" y="87741"/>
                  <a:pt x="115480" y="73053"/>
                  <a:pt x="115480" y="57740"/>
                </a:cubicBezTo>
                <a:cubicBezTo>
                  <a:pt x="115480" y="42427"/>
                  <a:pt x="109396" y="27739"/>
                  <a:pt x="98568" y="16912"/>
                </a:cubicBezTo>
                <a:cubicBezTo>
                  <a:pt x="87741" y="6084"/>
                  <a:pt x="73053" y="0"/>
                  <a:pt x="57740" y="0"/>
                </a:cubicBezTo>
                <a:cubicBezTo>
                  <a:pt x="42427" y="0"/>
                  <a:pt x="27739" y="6084"/>
                  <a:pt x="16912" y="16912"/>
                </a:cubicBezTo>
                <a:cubicBezTo>
                  <a:pt x="6084" y="27739"/>
                  <a:pt x="0" y="42427"/>
                  <a:pt x="0" y="57740"/>
                </a:cubicBezTo>
                <a:cubicBezTo>
                  <a:pt x="0" y="73053"/>
                  <a:pt x="6084" y="87741"/>
                  <a:pt x="16912" y="98568"/>
                </a:cubicBezTo>
                <a:cubicBezTo>
                  <a:pt x="27739" y="109396"/>
                  <a:pt x="42427" y="115480"/>
                  <a:pt x="57740" y="115480"/>
                </a:cubicBezTo>
                <a:close/>
              </a:path>
            </a:pathLst>
          </a:custGeom>
          <a:solidFill xmlns:a="http://schemas.openxmlformats.org/drawingml/2006/main">
            <a:srgbClr val="4C72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DA56C2-9C03-4323-BB55-74D9B099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456" y="1197197"/>
            <a:ext cx="115480" cy="115480"/>
          </a:xfrm>
          <a:custGeom xmlns:a="http://schemas.openxmlformats.org/drawingml/2006/main">
            <a:pathLst>
              <a:path w="115480" h="115480" fill="none">
                <a:moveTo>
                  <a:pt x="57740" y="115480"/>
                </a:moveTo>
                <a:cubicBezTo>
                  <a:pt x="73053" y="115480"/>
                  <a:pt x="87741" y="109396"/>
                  <a:pt x="98568" y="98568"/>
                </a:cubicBezTo>
                <a:cubicBezTo>
                  <a:pt x="109396" y="87741"/>
                  <a:pt x="115480" y="73053"/>
                  <a:pt x="115480" y="57740"/>
                </a:cubicBezTo>
                <a:cubicBezTo>
                  <a:pt x="115480" y="42427"/>
                  <a:pt x="109396" y="27739"/>
                  <a:pt x="98568" y="16912"/>
                </a:cubicBezTo>
                <a:cubicBezTo>
                  <a:pt x="87741" y="6084"/>
                  <a:pt x="73053" y="0"/>
                  <a:pt x="57740" y="0"/>
                </a:cubicBezTo>
                <a:cubicBezTo>
                  <a:pt x="42427" y="0"/>
                  <a:pt x="27739" y="6084"/>
                  <a:pt x="16912" y="16912"/>
                </a:cubicBezTo>
                <a:cubicBezTo>
                  <a:pt x="6084" y="27739"/>
                  <a:pt x="0" y="42427"/>
                  <a:pt x="0" y="57740"/>
                </a:cubicBezTo>
                <a:cubicBezTo>
                  <a:pt x="0" y="73053"/>
                  <a:pt x="6084" y="87741"/>
                  <a:pt x="16912" y="98568"/>
                </a:cubicBezTo>
                <a:cubicBezTo>
                  <a:pt x="27739" y="109396"/>
                  <a:pt x="42427" y="115480"/>
                  <a:pt x="57740" y="11548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238" cap="flat">
            <a:solidFill>
              <a:srgbClr val="FFFFFF"/>
            </a:solidFill>
            <a:round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558526-0320-4D96-B987-511F3F2D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344" y="919223"/>
            <a:ext cx="115480" cy="115480"/>
          </a:xfrm>
          <a:custGeom xmlns:a="http://schemas.openxmlformats.org/drawingml/2006/main">
            <a:pathLst>
              <a:path w="115480" h="115480">
                <a:moveTo>
                  <a:pt x="57740" y="115480"/>
                </a:moveTo>
                <a:cubicBezTo>
                  <a:pt x="73053" y="115480"/>
                  <a:pt x="87741" y="109396"/>
                  <a:pt x="98568" y="98568"/>
                </a:cubicBezTo>
                <a:cubicBezTo>
                  <a:pt x="109396" y="87741"/>
                  <a:pt x="115480" y="73053"/>
                  <a:pt x="115480" y="57740"/>
                </a:cubicBezTo>
                <a:cubicBezTo>
                  <a:pt x="115480" y="42427"/>
                  <a:pt x="109396" y="27739"/>
                  <a:pt x="98568" y="16912"/>
                </a:cubicBezTo>
                <a:cubicBezTo>
                  <a:pt x="87741" y="6084"/>
                  <a:pt x="73053" y="0"/>
                  <a:pt x="57740" y="0"/>
                </a:cubicBezTo>
                <a:cubicBezTo>
                  <a:pt x="42427" y="0"/>
                  <a:pt x="27739" y="6084"/>
                  <a:pt x="16912" y="16912"/>
                </a:cubicBezTo>
                <a:cubicBezTo>
                  <a:pt x="6084" y="27739"/>
                  <a:pt x="0" y="42427"/>
                  <a:pt x="0" y="57740"/>
                </a:cubicBezTo>
                <a:cubicBezTo>
                  <a:pt x="0" y="73053"/>
                  <a:pt x="6084" y="87741"/>
                  <a:pt x="16912" y="98568"/>
                </a:cubicBezTo>
                <a:cubicBezTo>
                  <a:pt x="27739" y="109396"/>
                  <a:pt x="42427" y="115480"/>
                  <a:pt x="57740" y="115480"/>
                </a:cubicBezTo>
                <a:close/>
              </a:path>
            </a:pathLst>
          </a:custGeom>
          <a:solidFill xmlns:a="http://schemas.openxmlformats.org/drawingml/2006/main">
            <a:srgbClr val="4C72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9C9F85-0894-4C6D-963C-C9C07A80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1344" y="919223"/>
            <a:ext cx="115480" cy="115480"/>
          </a:xfrm>
          <a:custGeom xmlns:a="http://schemas.openxmlformats.org/drawingml/2006/main">
            <a:pathLst>
              <a:path w="115480" h="115480" fill="none">
                <a:moveTo>
                  <a:pt x="57740" y="115480"/>
                </a:moveTo>
                <a:cubicBezTo>
                  <a:pt x="73053" y="115480"/>
                  <a:pt x="87741" y="109396"/>
                  <a:pt x="98568" y="98568"/>
                </a:cubicBezTo>
                <a:cubicBezTo>
                  <a:pt x="109396" y="87741"/>
                  <a:pt x="115480" y="73053"/>
                  <a:pt x="115480" y="57740"/>
                </a:cubicBezTo>
                <a:cubicBezTo>
                  <a:pt x="115480" y="42427"/>
                  <a:pt x="109396" y="27739"/>
                  <a:pt x="98568" y="16912"/>
                </a:cubicBezTo>
                <a:cubicBezTo>
                  <a:pt x="87741" y="6084"/>
                  <a:pt x="73053" y="0"/>
                  <a:pt x="57740" y="0"/>
                </a:cubicBezTo>
                <a:cubicBezTo>
                  <a:pt x="42427" y="0"/>
                  <a:pt x="27739" y="6084"/>
                  <a:pt x="16912" y="16912"/>
                </a:cubicBezTo>
                <a:cubicBezTo>
                  <a:pt x="6084" y="27739"/>
                  <a:pt x="0" y="42427"/>
                  <a:pt x="0" y="57740"/>
                </a:cubicBezTo>
                <a:cubicBezTo>
                  <a:pt x="0" y="73053"/>
                  <a:pt x="6084" y="87741"/>
                  <a:pt x="16912" y="98568"/>
                </a:cubicBezTo>
                <a:cubicBezTo>
                  <a:pt x="27739" y="109396"/>
                  <a:pt x="42427" y="115480"/>
                  <a:pt x="57740" y="11548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238" cap="flat">
            <a:solidFill>
              <a:srgbClr val="FFFFFF"/>
            </a:solidFill>
            <a:round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95C1D3-9282-4C5B-8C29-C64EFA1C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6710" y="935260"/>
            <a:ext cx="115480" cy="115480"/>
          </a:xfrm>
          <a:custGeom xmlns:a="http://schemas.openxmlformats.org/drawingml/2006/main">
            <a:pathLst>
              <a:path w="115480" h="115480">
                <a:moveTo>
                  <a:pt x="57740" y="115480"/>
                </a:moveTo>
                <a:cubicBezTo>
                  <a:pt x="73053" y="115480"/>
                  <a:pt x="87741" y="109396"/>
                  <a:pt x="98568" y="98568"/>
                </a:cubicBezTo>
                <a:cubicBezTo>
                  <a:pt x="109396" y="87741"/>
                  <a:pt x="115480" y="73053"/>
                  <a:pt x="115480" y="57740"/>
                </a:cubicBezTo>
                <a:cubicBezTo>
                  <a:pt x="115480" y="42427"/>
                  <a:pt x="109396" y="27739"/>
                  <a:pt x="98568" y="16912"/>
                </a:cubicBezTo>
                <a:cubicBezTo>
                  <a:pt x="87741" y="6084"/>
                  <a:pt x="73053" y="0"/>
                  <a:pt x="57740" y="0"/>
                </a:cubicBezTo>
                <a:cubicBezTo>
                  <a:pt x="42427" y="0"/>
                  <a:pt x="27739" y="6084"/>
                  <a:pt x="16912" y="16912"/>
                </a:cubicBezTo>
                <a:cubicBezTo>
                  <a:pt x="6084" y="27739"/>
                  <a:pt x="0" y="42427"/>
                  <a:pt x="0" y="57740"/>
                </a:cubicBezTo>
                <a:cubicBezTo>
                  <a:pt x="0" y="73053"/>
                  <a:pt x="6084" y="87741"/>
                  <a:pt x="16912" y="98568"/>
                </a:cubicBezTo>
                <a:cubicBezTo>
                  <a:pt x="27739" y="109396"/>
                  <a:pt x="42427" y="115480"/>
                  <a:pt x="57740" y="115480"/>
                </a:cubicBezTo>
                <a:close/>
              </a:path>
            </a:pathLst>
          </a:custGeom>
          <a:solidFill xmlns:a="http://schemas.openxmlformats.org/drawingml/2006/main">
            <a:srgbClr val="4C72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E51B1E-6E8A-4FA5-ACEC-AE5050CB2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6710" y="935260"/>
            <a:ext cx="115480" cy="115480"/>
          </a:xfrm>
          <a:custGeom xmlns:a="http://schemas.openxmlformats.org/drawingml/2006/main">
            <a:pathLst>
              <a:path w="115480" h="115480" fill="none">
                <a:moveTo>
                  <a:pt x="57740" y="115480"/>
                </a:moveTo>
                <a:cubicBezTo>
                  <a:pt x="73053" y="115480"/>
                  <a:pt x="87741" y="109396"/>
                  <a:pt x="98568" y="98568"/>
                </a:cubicBezTo>
                <a:cubicBezTo>
                  <a:pt x="109396" y="87741"/>
                  <a:pt x="115480" y="73053"/>
                  <a:pt x="115480" y="57740"/>
                </a:cubicBezTo>
                <a:cubicBezTo>
                  <a:pt x="115480" y="42427"/>
                  <a:pt x="109396" y="27739"/>
                  <a:pt x="98568" y="16912"/>
                </a:cubicBezTo>
                <a:cubicBezTo>
                  <a:pt x="87741" y="6084"/>
                  <a:pt x="73053" y="0"/>
                  <a:pt x="57740" y="0"/>
                </a:cubicBezTo>
                <a:cubicBezTo>
                  <a:pt x="42427" y="0"/>
                  <a:pt x="27739" y="6084"/>
                  <a:pt x="16912" y="16912"/>
                </a:cubicBezTo>
                <a:cubicBezTo>
                  <a:pt x="6084" y="27739"/>
                  <a:pt x="0" y="42427"/>
                  <a:pt x="0" y="57740"/>
                </a:cubicBezTo>
                <a:cubicBezTo>
                  <a:pt x="0" y="73053"/>
                  <a:pt x="6084" y="87741"/>
                  <a:pt x="16912" y="98568"/>
                </a:cubicBezTo>
                <a:cubicBezTo>
                  <a:pt x="27739" y="109396"/>
                  <a:pt x="42427" y="115480"/>
                  <a:pt x="57740" y="11548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238" cap="flat">
            <a:solidFill>
              <a:srgbClr val="FFFFFF"/>
            </a:solidFill>
            <a:round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373007-78D3-4016-AA97-0B7FC7D0A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5581" y="476425"/>
            <a:ext cx="115480" cy="115480"/>
          </a:xfrm>
          <a:custGeom xmlns:a="http://schemas.openxmlformats.org/drawingml/2006/main">
            <a:pathLst>
              <a:path w="115480" h="115480">
                <a:moveTo>
                  <a:pt x="57740" y="115480"/>
                </a:moveTo>
                <a:cubicBezTo>
                  <a:pt x="73053" y="115480"/>
                  <a:pt x="87741" y="109396"/>
                  <a:pt x="98568" y="98568"/>
                </a:cubicBezTo>
                <a:cubicBezTo>
                  <a:pt x="109396" y="87741"/>
                  <a:pt x="115480" y="73053"/>
                  <a:pt x="115480" y="57740"/>
                </a:cubicBezTo>
                <a:cubicBezTo>
                  <a:pt x="115480" y="42427"/>
                  <a:pt x="109396" y="27739"/>
                  <a:pt x="98568" y="16912"/>
                </a:cubicBezTo>
                <a:cubicBezTo>
                  <a:pt x="87741" y="6084"/>
                  <a:pt x="73053" y="0"/>
                  <a:pt x="57740" y="0"/>
                </a:cubicBezTo>
                <a:cubicBezTo>
                  <a:pt x="42427" y="0"/>
                  <a:pt x="27739" y="6084"/>
                  <a:pt x="16912" y="16912"/>
                </a:cubicBezTo>
                <a:cubicBezTo>
                  <a:pt x="6084" y="27739"/>
                  <a:pt x="0" y="42427"/>
                  <a:pt x="0" y="57740"/>
                </a:cubicBezTo>
                <a:cubicBezTo>
                  <a:pt x="0" y="73053"/>
                  <a:pt x="6084" y="87741"/>
                  <a:pt x="16912" y="98568"/>
                </a:cubicBezTo>
                <a:cubicBezTo>
                  <a:pt x="27739" y="109396"/>
                  <a:pt x="42427" y="115480"/>
                  <a:pt x="57740" y="115480"/>
                </a:cubicBezTo>
                <a:close/>
              </a:path>
            </a:pathLst>
          </a:custGeom>
          <a:solidFill xmlns:a="http://schemas.openxmlformats.org/drawingml/2006/main">
            <a:srgbClr val="4C72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03E5BF-A253-4317-B9E9-A8D5BB3B6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5581" y="476425"/>
            <a:ext cx="115480" cy="115480"/>
          </a:xfrm>
          <a:custGeom xmlns:a="http://schemas.openxmlformats.org/drawingml/2006/main">
            <a:pathLst>
              <a:path w="115480" h="115480" fill="none">
                <a:moveTo>
                  <a:pt x="57740" y="115480"/>
                </a:moveTo>
                <a:cubicBezTo>
                  <a:pt x="73053" y="115480"/>
                  <a:pt x="87741" y="109396"/>
                  <a:pt x="98568" y="98568"/>
                </a:cubicBezTo>
                <a:cubicBezTo>
                  <a:pt x="109396" y="87741"/>
                  <a:pt x="115480" y="73053"/>
                  <a:pt x="115480" y="57740"/>
                </a:cubicBezTo>
                <a:cubicBezTo>
                  <a:pt x="115480" y="42427"/>
                  <a:pt x="109396" y="27739"/>
                  <a:pt x="98568" y="16912"/>
                </a:cubicBezTo>
                <a:cubicBezTo>
                  <a:pt x="87741" y="6084"/>
                  <a:pt x="73053" y="0"/>
                  <a:pt x="57740" y="0"/>
                </a:cubicBezTo>
                <a:cubicBezTo>
                  <a:pt x="42427" y="0"/>
                  <a:pt x="27739" y="6084"/>
                  <a:pt x="16912" y="16912"/>
                </a:cubicBezTo>
                <a:cubicBezTo>
                  <a:pt x="6084" y="27739"/>
                  <a:pt x="0" y="42427"/>
                  <a:pt x="0" y="57740"/>
                </a:cubicBezTo>
                <a:cubicBezTo>
                  <a:pt x="0" y="73053"/>
                  <a:pt x="6084" y="87741"/>
                  <a:pt x="16912" y="98568"/>
                </a:cubicBezTo>
                <a:cubicBezTo>
                  <a:pt x="27739" y="109396"/>
                  <a:pt x="42427" y="115480"/>
                  <a:pt x="57740" y="11548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238" cap="flat">
            <a:solidFill>
              <a:srgbClr val="FFFFFF"/>
            </a:solidFill>
            <a:round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5AB238-1867-4BA2-B92D-418B723E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0450" y="1589212"/>
            <a:ext cx="115480" cy="115480"/>
          </a:xfrm>
          <a:custGeom xmlns:a="http://schemas.openxmlformats.org/drawingml/2006/main">
            <a:pathLst>
              <a:path w="115480" h="115480">
                <a:moveTo>
                  <a:pt x="57740" y="115480"/>
                </a:moveTo>
                <a:cubicBezTo>
                  <a:pt x="73053" y="115480"/>
                  <a:pt x="87741" y="109396"/>
                  <a:pt x="98568" y="98568"/>
                </a:cubicBezTo>
                <a:cubicBezTo>
                  <a:pt x="109396" y="87741"/>
                  <a:pt x="115480" y="73053"/>
                  <a:pt x="115480" y="57740"/>
                </a:cubicBezTo>
                <a:cubicBezTo>
                  <a:pt x="115480" y="42427"/>
                  <a:pt x="109396" y="27739"/>
                  <a:pt x="98568" y="16912"/>
                </a:cubicBezTo>
                <a:cubicBezTo>
                  <a:pt x="87741" y="6084"/>
                  <a:pt x="73053" y="0"/>
                  <a:pt x="57740" y="0"/>
                </a:cubicBezTo>
                <a:cubicBezTo>
                  <a:pt x="42427" y="0"/>
                  <a:pt x="27739" y="6084"/>
                  <a:pt x="16912" y="16912"/>
                </a:cubicBezTo>
                <a:cubicBezTo>
                  <a:pt x="6084" y="27739"/>
                  <a:pt x="0" y="42427"/>
                  <a:pt x="0" y="57740"/>
                </a:cubicBezTo>
                <a:cubicBezTo>
                  <a:pt x="0" y="73053"/>
                  <a:pt x="6084" y="87741"/>
                  <a:pt x="16912" y="98568"/>
                </a:cubicBezTo>
                <a:cubicBezTo>
                  <a:pt x="27739" y="109396"/>
                  <a:pt x="42427" y="115480"/>
                  <a:pt x="57740" y="115480"/>
                </a:cubicBezTo>
                <a:close/>
              </a:path>
            </a:pathLst>
          </a:custGeom>
          <a:solidFill xmlns:a="http://schemas.openxmlformats.org/drawingml/2006/main">
            <a:srgbClr val="4C72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AFED3B-3BFA-4580-9CD3-BDBE48F9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0450" y="1589212"/>
            <a:ext cx="115480" cy="115480"/>
          </a:xfrm>
          <a:custGeom xmlns:a="http://schemas.openxmlformats.org/drawingml/2006/main">
            <a:pathLst>
              <a:path w="115480" h="115480" fill="none">
                <a:moveTo>
                  <a:pt x="57740" y="115480"/>
                </a:moveTo>
                <a:cubicBezTo>
                  <a:pt x="73053" y="115480"/>
                  <a:pt x="87741" y="109396"/>
                  <a:pt x="98568" y="98568"/>
                </a:cubicBezTo>
                <a:cubicBezTo>
                  <a:pt x="109396" y="87741"/>
                  <a:pt x="115480" y="73053"/>
                  <a:pt x="115480" y="57740"/>
                </a:cubicBezTo>
                <a:cubicBezTo>
                  <a:pt x="115480" y="42427"/>
                  <a:pt x="109396" y="27739"/>
                  <a:pt x="98568" y="16912"/>
                </a:cubicBezTo>
                <a:cubicBezTo>
                  <a:pt x="87741" y="6084"/>
                  <a:pt x="73053" y="0"/>
                  <a:pt x="57740" y="0"/>
                </a:cubicBezTo>
                <a:cubicBezTo>
                  <a:pt x="42427" y="0"/>
                  <a:pt x="27739" y="6084"/>
                  <a:pt x="16912" y="16912"/>
                </a:cubicBezTo>
                <a:cubicBezTo>
                  <a:pt x="6084" y="27739"/>
                  <a:pt x="0" y="42427"/>
                  <a:pt x="0" y="57740"/>
                </a:cubicBezTo>
                <a:cubicBezTo>
                  <a:pt x="0" y="73053"/>
                  <a:pt x="6084" y="87741"/>
                  <a:pt x="16912" y="98568"/>
                </a:cubicBezTo>
                <a:cubicBezTo>
                  <a:pt x="27739" y="109396"/>
                  <a:pt x="42427" y="115480"/>
                  <a:pt x="57740" y="11548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238" cap="flat">
            <a:solidFill>
              <a:srgbClr val="FFFFFF"/>
            </a:solidFill>
            <a:round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165549-2A00-4716-9588-5C8D18794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0551" y="1330839"/>
            <a:ext cx="115480" cy="115480"/>
          </a:xfrm>
          <a:custGeom xmlns:a="http://schemas.openxmlformats.org/drawingml/2006/main">
            <a:pathLst>
              <a:path w="115480" h="115480">
                <a:moveTo>
                  <a:pt x="57740" y="115480"/>
                </a:moveTo>
                <a:cubicBezTo>
                  <a:pt x="73053" y="115480"/>
                  <a:pt x="87741" y="109396"/>
                  <a:pt x="98568" y="98568"/>
                </a:cubicBezTo>
                <a:cubicBezTo>
                  <a:pt x="109396" y="87741"/>
                  <a:pt x="115480" y="73053"/>
                  <a:pt x="115480" y="57740"/>
                </a:cubicBezTo>
                <a:cubicBezTo>
                  <a:pt x="115480" y="42427"/>
                  <a:pt x="109396" y="27739"/>
                  <a:pt x="98568" y="16912"/>
                </a:cubicBezTo>
                <a:cubicBezTo>
                  <a:pt x="87741" y="6084"/>
                  <a:pt x="73053" y="0"/>
                  <a:pt x="57740" y="0"/>
                </a:cubicBezTo>
                <a:cubicBezTo>
                  <a:pt x="42427" y="0"/>
                  <a:pt x="27739" y="6084"/>
                  <a:pt x="16912" y="16912"/>
                </a:cubicBezTo>
                <a:cubicBezTo>
                  <a:pt x="6084" y="27739"/>
                  <a:pt x="0" y="42427"/>
                  <a:pt x="0" y="57740"/>
                </a:cubicBezTo>
                <a:cubicBezTo>
                  <a:pt x="0" y="73053"/>
                  <a:pt x="6084" y="87741"/>
                  <a:pt x="16912" y="98568"/>
                </a:cubicBezTo>
                <a:cubicBezTo>
                  <a:pt x="27739" y="109396"/>
                  <a:pt x="42427" y="115480"/>
                  <a:pt x="57740" y="115480"/>
                </a:cubicBezTo>
                <a:close/>
              </a:path>
            </a:pathLst>
          </a:custGeom>
          <a:solidFill xmlns:a="http://schemas.openxmlformats.org/drawingml/2006/main">
            <a:srgbClr val="4C72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FEF71F-D0A5-47B3-8475-CA32C4CDB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0551" y="1330839"/>
            <a:ext cx="115480" cy="115480"/>
          </a:xfrm>
          <a:custGeom xmlns:a="http://schemas.openxmlformats.org/drawingml/2006/main">
            <a:pathLst>
              <a:path w="115480" h="115480" fill="none">
                <a:moveTo>
                  <a:pt x="57740" y="115480"/>
                </a:moveTo>
                <a:cubicBezTo>
                  <a:pt x="73053" y="115480"/>
                  <a:pt x="87741" y="109396"/>
                  <a:pt x="98568" y="98568"/>
                </a:cubicBezTo>
                <a:cubicBezTo>
                  <a:pt x="109396" y="87741"/>
                  <a:pt x="115480" y="73053"/>
                  <a:pt x="115480" y="57740"/>
                </a:cubicBezTo>
                <a:cubicBezTo>
                  <a:pt x="115480" y="42427"/>
                  <a:pt x="109396" y="27739"/>
                  <a:pt x="98568" y="16912"/>
                </a:cubicBezTo>
                <a:cubicBezTo>
                  <a:pt x="87741" y="6084"/>
                  <a:pt x="73053" y="0"/>
                  <a:pt x="57740" y="0"/>
                </a:cubicBezTo>
                <a:cubicBezTo>
                  <a:pt x="42427" y="0"/>
                  <a:pt x="27739" y="6084"/>
                  <a:pt x="16912" y="16912"/>
                </a:cubicBezTo>
                <a:cubicBezTo>
                  <a:pt x="6084" y="27739"/>
                  <a:pt x="0" y="42427"/>
                  <a:pt x="0" y="57740"/>
                </a:cubicBezTo>
                <a:cubicBezTo>
                  <a:pt x="0" y="73053"/>
                  <a:pt x="6084" y="87741"/>
                  <a:pt x="16912" y="98568"/>
                </a:cubicBezTo>
                <a:cubicBezTo>
                  <a:pt x="27739" y="109396"/>
                  <a:pt x="42427" y="115480"/>
                  <a:pt x="57740" y="11548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238" cap="flat">
            <a:solidFill>
              <a:srgbClr val="FFFFFF"/>
            </a:solidFill>
            <a:round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773A32-6526-4A7E-8488-FD1AD739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203" y="1323711"/>
            <a:ext cx="115480" cy="115480"/>
          </a:xfrm>
          <a:custGeom xmlns:a="http://schemas.openxmlformats.org/drawingml/2006/main">
            <a:pathLst>
              <a:path w="115480" h="115480">
                <a:moveTo>
                  <a:pt x="57740" y="115480"/>
                </a:moveTo>
                <a:cubicBezTo>
                  <a:pt x="73053" y="115480"/>
                  <a:pt x="87741" y="109396"/>
                  <a:pt x="98568" y="98568"/>
                </a:cubicBezTo>
                <a:cubicBezTo>
                  <a:pt x="109396" y="87741"/>
                  <a:pt x="115480" y="73053"/>
                  <a:pt x="115480" y="57740"/>
                </a:cubicBezTo>
                <a:cubicBezTo>
                  <a:pt x="115480" y="42427"/>
                  <a:pt x="109396" y="27739"/>
                  <a:pt x="98568" y="16912"/>
                </a:cubicBezTo>
                <a:cubicBezTo>
                  <a:pt x="87741" y="6084"/>
                  <a:pt x="73053" y="0"/>
                  <a:pt x="57740" y="0"/>
                </a:cubicBezTo>
                <a:cubicBezTo>
                  <a:pt x="42427" y="0"/>
                  <a:pt x="27739" y="6084"/>
                  <a:pt x="16912" y="16912"/>
                </a:cubicBezTo>
                <a:cubicBezTo>
                  <a:pt x="6084" y="27739"/>
                  <a:pt x="0" y="42427"/>
                  <a:pt x="0" y="57740"/>
                </a:cubicBezTo>
                <a:cubicBezTo>
                  <a:pt x="0" y="73053"/>
                  <a:pt x="6084" y="87741"/>
                  <a:pt x="16912" y="98568"/>
                </a:cubicBezTo>
                <a:cubicBezTo>
                  <a:pt x="27739" y="109396"/>
                  <a:pt x="42427" y="115480"/>
                  <a:pt x="57740" y="115480"/>
                </a:cubicBezTo>
                <a:close/>
              </a:path>
            </a:pathLst>
          </a:custGeom>
          <a:solidFill xmlns:a="http://schemas.openxmlformats.org/drawingml/2006/main">
            <a:srgbClr val="4C72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76579A-B608-4879-94DB-9B149DF2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203" y="1323711"/>
            <a:ext cx="115480" cy="115480"/>
          </a:xfrm>
          <a:custGeom xmlns:a="http://schemas.openxmlformats.org/drawingml/2006/main">
            <a:pathLst>
              <a:path w="115480" h="115480" fill="none">
                <a:moveTo>
                  <a:pt x="57740" y="115480"/>
                </a:moveTo>
                <a:cubicBezTo>
                  <a:pt x="73053" y="115480"/>
                  <a:pt x="87741" y="109396"/>
                  <a:pt x="98568" y="98568"/>
                </a:cubicBezTo>
                <a:cubicBezTo>
                  <a:pt x="109396" y="87741"/>
                  <a:pt x="115480" y="73053"/>
                  <a:pt x="115480" y="57740"/>
                </a:cubicBezTo>
                <a:cubicBezTo>
                  <a:pt x="115480" y="42427"/>
                  <a:pt x="109396" y="27739"/>
                  <a:pt x="98568" y="16912"/>
                </a:cubicBezTo>
                <a:cubicBezTo>
                  <a:pt x="87741" y="6084"/>
                  <a:pt x="73053" y="0"/>
                  <a:pt x="57740" y="0"/>
                </a:cubicBezTo>
                <a:cubicBezTo>
                  <a:pt x="42427" y="0"/>
                  <a:pt x="27739" y="6084"/>
                  <a:pt x="16912" y="16912"/>
                </a:cubicBezTo>
                <a:cubicBezTo>
                  <a:pt x="6084" y="27739"/>
                  <a:pt x="0" y="42427"/>
                  <a:pt x="0" y="57740"/>
                </a:cubicBezTo>
                <a:cubicBezTo>
                  <a:pt x="0" y="73053"/>
                  <a:pt x="6084" y="87741"/>
                  <a:pt x="16912" y="98568"/>
                </a:cubicBezTo>
                <a:cubicBezTo>
                  <a:pt x="27739" y="109396"/>
                  <a:pt x="42427" y="115480"/>
                  <a:pt x="57740" y="11548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238" cap="flat">
            <a:solidFill>
              <a:srgbClr val="FFFFFF"/>
            </a:solidFill>
            <a:round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5CBDAA-6CAD-4971-BD6A-35BFB63F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865" y="2290384"/>
            <a:ext cx="115480" cy="115480"/>
          </a:xfrm>
          <a:custGeom xmlns:a="http://schemas.openxmlformats.org/drawingml/2006/main">
            <a:pathLst>
              <a:path w="115480" h="115480">
                <a:moveTo>
                  <a:pt x="57740" y="115480"/>
                </a:moveTo>
                <a:cubicBezTo>
                  <a:pt x="73053" y="115480"/>
                  <a:pt x="87741" y="109396"/>
                  <a:pt x="98568" y="98568"/>
                </a:cubicBezTo>
                <a:cubicBezTo>
                  <a:pt x="109396" y="87741"/>
                  <a:pt x="115480" y="73053"/>
                  <a:pt x="115480" y="57740"/>
                </a:cubicBezTo>
                <a:cubicBezTo>
                  <a:pt x="115480" y="42427"/>
                  <a:pt x="109396" y="27739"/>
                  <a:pt x="98568" y="16912"/>
                </a:cubicBezTo>
                <a:cubicBezTo>
                  <a:pt x="87741" y="6084"/>
                  <a:pt x="73053" y="0"/>
                  <a:pt x="57740" y="0"/>
                </a:cubicBezTo>
                <a:cubicBezTo>
                  <a:pt x="42427" y="0"/>
                  <a:pt x="27739" y="6084"/>
                  <a:pt x="16912" y="16912"/>
                </a:cubicBezTo>
                <a:cubicBezTo>
                  <a:pt x="6084" y="27739"/>
                  <a:pt x="0" y="42427"/>
                  <a:pt x="0" y="57740"/>
                </a:cubicBezTo>
                <a:cubicBezTo>
                  <a:pt x="0" y="73053"/>
                  <a:pt x="6084" y="87741"/>
                  <a:pt x="16912" y="98568"/>
                </a:cubicBezTo>
                <a:cubicBezTo>
                  <a:pt x="27739" y="109396"/>
                  <a:pt x="42427" y="115480"/>
                  <a:pt x="57740" y="115480"/>
                </a:cubicBezTo>
                <a:close/>
              </a:path>
            </a:pathLst>
          </a:custGeom>
          <a:solidFill xmlns:a="http://schemas.openxmlformats.org/drawingml/2006/main">
            <a:srgbClr val="4C72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7ED345-5011-481C-9FC5-B8DEB834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865" y="2290384"/>
            <a:ext cx="115480" cy="115480"/>
          </a:xfrm>
          <a:custGeom xmlns:a="http://schemas.openxmlformats.org/drawingml/2006/main">
            <a:pathLst>
              <a:path w="115480" h="115480" fill="none">
                <a:moveTo>
                  <a:pt x="57740" y="115480"/>
                </a:moveTo>
                <a:cubicBezTo>
                  <a:pt x="73053" y="115480"/>
                  <a:pt x="87741" y="109396"/>
                  <a:pt x="98568" y="98568"/>
                </a:cubicBezTo>
                <a:cubicBezTo>
                  <a:pt x="109396" y="87741"/>
                  <a:pt x="115480" y="73053"/>
                  <a:pt x="115480" y="57740"/>
                </a:cubicBezTo>
                <a:cubicBezTo>
                  <a:pt x="115480" y="42427"/>
                  <a:pt x="109396" y="27739"/>
                  <a:pt x="98568" y="16912"/>
                </a:cubicBezTo>
                <a:cubicBezTo>
                  <a:pt x="87741" y="6084"/>
                  <a:pt x="73053" y="0"/>
                  <a:pt x="57740" y="0"/>
                </a:cubicBezTo>
                <a:cubicBezTo>
                  <a:pt x="42427" y="0"/>
                  <a:pt x="27739" y="6084"/>
                  <a:pt x="16912" y="16912"/>
                </a:cubicBezTo>
                <a:cubicBezTo>
                  <a:pt x="6084" y="27739"/>
                  <a:pt x="0" y="42427"/>
                  <a:pt x="0" y="57740"/>
                </a:cubicBezTo>
                <a:cubicBezTo>
                  <a:pt x="0" y="73053"/>
                  <a:pt x="6084" y="87741"/>
                  <a:pt x="16912" y="98568"/>
                </a:cubicBezTo>
                <a:cubicBezTo>
                  <a:pt x="27739" y="109396"/>
                  <a:pt x="42427" y="115480"/>
                  <a:pt x="57740" y="11548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238" cap="flat">
            <a:solidFill>
              <a:srgbClr val="FFFFFF"/>
            </a:solidFill>
            <a:round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831F68-8651-4F60-8749-258208AA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893" y="2442735"/>
            <a:ext cx="115480" cy="115480"/>
          </a:xfrm>
          <a:custGeom xmlns:a="http://schemas.openxmlformats.org/drawingml/2006/main">
            <a:pathLst>
              <a:path w="115480" h="115480">
                <a:moveTo>
                  <a:pt x="57740" y="115480"/>
                </a:moveTo>
                <a:cubicBezTo>
                  <a:pt x="73053" y="115480"/>
                  <a:pt x="87741" y="109396"/>
                  <a:pt x="98568" y="98568"/>
                </a:cubicBezTo>
                <a:cubicBezTo>
                  <a:pt x="109396" y="87741"/>
                  <a:pt x="115480" y="73053"/>
                  <a:pt x="115480" y="57740"/>
                </a:cubicBezTo>
                <a:cubicBezTo>
                  <a:pt x="115480" y="42427"/>
                  <a:pt x="109396" y="27739"/>
                  <a:pt x="98568" y="16912"/>
                </a:cubicBezTo>
                <a:cubicBezTo>
                  <a:pt x="87741" y="6084"/>
                  <a:pt x="73053" y="0"/>
                  <a:pt x="57740" y="0"/>
                </a:cubicBezTo>
                <a:cubicBezTo>
                  <a:pt x="42427" y="0"/>
                  <a:pt x="27739" y="6084"/>
                  <a:pt x="16912" y="16912"/>
                </a:cubicBezTo>
                <a:cubicBezTo>
                  <a:pt x="6084" y="27739"/>
                  <a:pt x="0" y="42427"/>
                  <a:pt x="0" y="57740"/>
                </a:cubicBezTo>
                <a:cubicBezTo>
                  <a:pt x="0" y="73053"/>
                  <a:pt x="6084" y="87741"/>
                  <a:pt x="16912" y="98568"/>
                </a:cubicBezTo>
                <a:cubicBezTo>
                  <a:pt x="27739" y="109396"/>
                  <a:pt x="42427" y="115480"/>
                  <a:pt x="57740" y="115480"/>
                </a:cubicBezTo>
                <a:close/>
              </a:path>
            </a:pathLst>
          </a:custGeom>
          <a:solidFill xmlns:a="http://schemas.openxmlformats.org/drawingml/2006/main">
            <a:srgbClr val="4C72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9A09D2-D186-4343-8B0D-DCBF5840F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893" y="2442735"/>
            <a:ext cx="115480" cy="115480"/>
          </a:xfrm>
          <a:custGeom xmlns:a="http://schemas.openxmlformats.org/drawingml/2006/main">
            <a:pathLst>
              <a:path w="115480" h="115480" fill="none">
                <a:moveTo>
                  <a:pt x="57740" y="115480"/>
                </a:moveTo>
                <a:cubicBezTo>
                  <a:pt x="73053" y="115480"/>
                  <a:pt x="87741" y="109396"/>
                  <a:pt x="98568" y="98568"/>
                </a:cubicBezTo>
                <a:cubicBezTo>
                  <a:pt x="109396" y="87741"/>
                  <a:pt x="115480" y="73053"/>
                  <a:pt x="115480" y="57740"/>
                </a:cubicBezTo>
                <a:cubicBezTo>
                  <a:pt x="115480" y="42427"/>
                  <a:pt x="109396" y="27739"/>
                  <a:pt x="98568" y="16912"/>
                </a:cubicBezTo>
                <a:cubicBezTo>
                  <a:pt x="87741" y="6084"/>
                  <a:pt x="73053" y="0"/>
                  <a:pt x="57740" y="0"/>
                </a:cubicBezTo>
                <a:cubicBezTo>
                  <a:pt x="42427" y="0"/>
                  <a:pt x="27739" y="6084"/>
                  <a:pt x="16912" y="16912"/>
                </a:cubicBezTo>
                <a:cubicBezTo>
                  <a:pt x="6084" y="27739"/>
                  <a:pt x="0" y="42427"/>
                  <a:pt x="0" y="57740"/>
                </a:cubicBezTo>
                <a:cubicBezTo>
                  <a:pt x="0" y="73053"/>
                  <a:pt x="6084" y="87741"/>
                  <a:pt x="16912" y="98568"/>
                </a:cubicBezTo>
                <a:cubicBezTo>
                  <a:pt x="27739" y="109396"/>
                  <a:pt x="42427" y="115480"/>
                  <a:pt x="57740" y="11548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238" cap="flat">
            <a:solidFill>
              <a:srgbClr val="FFFFFF"/>
            </a:solidFill>
            <a:round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6D64A5-792D-4D6C-937B-08147775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22" y="2483718"/>
            <a:ext cx="115480" cy="115480"/>
          </a:xfrm>
          <a:custGeom xmlns:a="http://schemas.openxmlformats.org/drawingml/2006/main">
            <a:pathLst>
              <a:path w="115480" h="115480">
                <a:moveTo>
                  <a:pt x="57740" y="115480"/>
                </a:moveTo>
                <a:cubicBezTo>
                  <a:pt x="73053" y="115480"/>
                  <a:pt x="87741" y="109396"/>
                  <a:pt x="98568" y="98568"/>
                </a:cubicBezTo>
                <a:cubicBezTo>
                  <a:pt x="109396" y="87741"/>
                  <a:pt x="115480" y="73053"/>
                  <a:pt x="115480" y="57740"/>
                </a:cubicBezTo>
                <a:cubicBezTo>
                  <a:pt x="115480" y="42427"/>
                  <a:pt x="109396" y="27739"/>
                  <a:pt x="98568" y="16912"/>
                </a:cubicBezTo>
                <a:cubicBezTo>
                  <a:pt x="87741" y="6084"/>
                  <a:pt x="73053" y="0"/>
                  <a:pt x="57740" y="0"/>
                </a:cubicBezTo>
                <a:cubicBezTo>
                  <a:pt x="42427" y="0"/>
                  <a:pt x="27739" y="6084"/>
                  <a:pt x="16912" y="16912"/>
                </a:cubicBezTo>
                <a:cubicBezTo>
                  <a:pt x="6084" y="27739"/>
                  <a:pt x="0" y="42427"/>
                  <a:pt x="0" y="57740"/>
                </a:cubicBezTo>
                <a:cubicBezTo>
                  <a:pt x="0" y="73053"/>
                  <a:pt x="6084" y="87741"/>
                  <a:pt x="16912" y="98568"/>
                </a:cubicBezTo>
                <a:cubicBezTo>
                  <a:pt x="27739" y="109396"/>
                  <a:pt x="42427" y="115480"/>
                  <a:pt x="57740" y="115480"/>
                </a:cubicBezTo>
                <a:close/>
              </a:path>
            </a:pathLst>
          </a:custGeom>
          <a:solidFill xmlns:a="http://schemas.openxmlformats.org/drawingml/2006/main">
            <a:srgbClr val="4C72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8C2D38-F887-4470-B7B0-A2F1F74F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22" y="2483718"/>
            <a:ext cx="115480" cy="115480"/>
          </a:xfrm>
          <a:custGeom xmlns:a="http://schemas.openxmlformats.org/drawingml/2006/main">
            <a:pathLst>
              <a:path w="115480" h="115480" fill="none">
                <a:moveTo>
                  <a:pt x="57740" y="115480"/>
                </a:moveTo>
                <a:cubicBezTo>
                  <a:pt x="73053" y="115480"/>
                  <a:pt x="87741" y="109396"/>
                  <a:pt x="98568" y="98568"/>
                </a:cubicBezTo>
                <a:cubicBezTo>
                  <a:pt x="109396" y="87741"/>
                  <a:pt x="115480" y="73053"/>
                  <a:pt x="115480" y="57740"/>
                </a:cubicBezTo>
                <a:cubicBezTo>
                  <a:pt x="115480" y="42427"/>
                  <a:pt x="109396" y="27739"/>
                  <a:pt x="98568" y="16912"/>
                </a:cubicBezTo>
                <a:cubicBezTo>
                  <a:pt x="87741" y="6084"/>
                  <a:pt x="73053" y="0"/>
                  <a:pt x="57740" y="0"/>
                </a:cubicBezTo>
                <a:cubicBezTo>
                  <a:pt x="42427" y="0"/>
                  <a:pt x="27739" y="6084"/>
                  <a:pt x="16912" y="16912"/>
                </a:cubicBezTo>
                <a:cubicBezTo>
                  <a:pt x="6084" y="27739"/>
                  <a:pt x="0" y="42427"/>
                  <a:pt x="0" y="57740"/>
                </a:cubicBezTo>
                <a:cubicBezTo>
                  <a:pt x="0" y="73053"/>
                  <a:pt x="6084" y="87741"/>
                  <a:pt x="16912" y="98568"/>
                </a:cubicBezTo>
                <a:cubicBezTo>
                  <a:pt x="27739" y="109396"/>
                  <a:pt x="42427" y="115480"/>
                  <a:pt x="57740" y="11548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238" cap="flat">
            <a:solidFill>
              <a:srgbClr val="FFFFFF"/>
            </a:solidFill>
            <a:round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CCA025-E34C-44C3-A8CE-D998BF074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1700" y="1324602"/>
            <a:ext cx="115480" cy="115480"/>
          </a:xfrm>
          <a:custGeom xmlns:a="http://schemas.openxmlformats.org/drawingml/2006/main">
            <a:pathLst>
              <a:path w="115480" h="115480">
                <a:moveTo>
                  <a:pt x="57740" y="115480"/>
                </a:moveTo>
                <a:cubicBezTo>
                  <a:pt x="73053" y="115480"/>
                  <a:pt x="87741" y="109396"/>
                  <a:pt x="98568" y="98568"/>
                </a:cubicBezTo>
                <a:cubicBezTo>
                  <a:pt x="109396" y="87741"/>
                  <a:pt x="115480" y="73053"/>
                  <a:pt x="115480" y="57740"/>
                </a:cubicBezTo>
                <a:cubicBezTo>
                  <a:pt x="115480" y="42427"/>
                  <a:pt x="109396" y="27739"/>
                  <a:pt x="98568" y="16912"/>
                </a:cubicBezTo>
                <a:cubicBezTo>
                  <a:pt x="87741" y="6084"/>
                  <a:pt x="73053" y="0"/>
                  <a:pt x="57740" y="0"/>
                </a:cubicBezTo>
                <a:cubicBezTo>
                  <a:pt x="42427" y="0"/>
                  <a:pt x="27739" y="6084"/>
                  <a:pt x="16912" y="16912"/>
                </a:cubicBezTo>
                <a:cubicBezTo>
                  <a:pt x="6084" y="27739"/>
                  <a:pt x="0" y="42427"/>
                  <a:pt x="0" y="57740"/>
                </a:cubicBezTo>
                <a:cubicBezTo>
                  <a:pt x="0" y="73053"/>
                  <a:pt x="6084" y="87741"/>
                  <a:pt x="16912" y="98568"/>
                </a:cubicBezTo>
                <a:cubicBezTo>
                  <a:pt x="27739" y="109396"/>
                  <a:pt x="42427" y="115480"/>
                  <a:pt x="57740" y="115480"/>
                </a:cubicBezTo>
                <a:close/>
              </a:path>
            </a:pathLst>
          </a:custGeom>
          <a:solidFill xmlns:a="http://schemas.openxmlformats.org/drawingml/2006/main">
            <a:srgbClr val="4C72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9BEDB4-4210-408F-84E2-36B22C82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1700" y="1324602"/>
            <a:ext cx="115480" cy="115480"/>
          </a:xfrm>
          <a:custGeom xmlns:a="http://schemas.openxmlformats.org/drawingml/2006/main">
            <a:pathLst>
              <a:path w="115480" h="115480" fill="none">
                <a:moveTo>
                  <a:pt x="57740" y="115480"/>
                </a:moveTo>
                <a:cubicBezTo>
                  <a:pt x="73053" y="115480"/>
                  <a:pt x="87741" y="109396"/>
                  <a:pt x="98568" y="98568"/>
                </a:cubicBezTo>
                <a:cubicBezTo>
                  <a:pt x="109396" y="87741"/>
                  <a:pt x="115480" y="73053"/>
                  <a:pt x="115480" y="57740"/>
                </a:cubicBezTo>
                <a:cubicBezTo>
                  <a:pt x="115480" y="42427"/>
                  <a:pt x="109396" y="27739"/>
                  <a:pt x="98568" y="16912"/>
                </a:cubicBezTo>
                <a:cubicBezTo>
                  <a:pt x="87741" y="6084"/>
                  <a:pt x="73053" y="0"/>
                  <a:pt x="57740" y="0"/>
                </a:cubicBezTo>
                <a:cubicBezTo>
                  <a:pt x="42427" y="0"/>
                  <a:pt x="27739" y="6084"/>
                  <a:pt x="16912" y="16912"/>
                </a:cubicBezTo>
                <a:cubicBezTo>
                  <a:pt x="6084" y="27739"/>
                  <a:pt x="0" y="42427"/>
                  <a:pt x="0" y="57740"/>
                </a:cubicBezTo>
                <a:cubicBezTo>
                  <a:pt x="0" y="73053"/>
                  <a:pt x="6084" y="87741"/>
                  <a:pt x="16912" y="98568"/>
                </a:cubicBezTo>
                <a:cubicBezTo>
                  <a:pt x="27739" y="109396"/>
                  <a:pt x="42427" y="115480"/>
                  <a:pt x="57740" y="11548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238" cap="flat">
            <a:solidFill>
              <a:srgbClr val="FFFFFF"/>
            </a:solidFill>
            <a:round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4A7B1E-2F73-4B27-B3FD-35B1E2BC6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568" y="958425"/>
            <a:ext cx="115480" cy="115480"/>
          </a:xfrm>
          <a:custGeom xmlns:a="http://schemas.openxmlformats.org/drawingml/2006/main">
            <a:pathLst>
              <a:path w="115480" h="115480">
                <a:moveTo>
                  <a:pt x="57740" y="115480"/>
                </a:moveTo>
                <a:cubicBezTo>
                  <a:pt x="73053" y="115480"/>
                  <a:pt x="87741" y="109396"/>
                  <a:pt x="98568" y="98568"/>
                </a:cubicBezTo>
                <a:cubicBezTo>
                  <a:pt x="109396" y="87741"/>
                  <a:pt x="115480" y="73053"/>
                  <a:pt x="115480" y="57740"/>
                </a:cubicBezTo>
                <a:cubicBezTo>
                  <a:pt x="115480" y="42427"/>
                  <a:pt x="109396" y="27739"/>
                  <a:pt x="98568" y="16912"/>
                </a:cubicBezTo>
                <a:cubicBezTo>
                  <a:pt x="87741" y="6084"/>
                  <a:pt x="73053" y="0"/>
                  <a:pt x="57740" y="0"/>
                </a:cubicBezTo>
                <a:cubicBezTo>
                  <a:pt x="42427" y="0"/>
                  <a:pt x="27739" y="6084"/>
                  <a:pt x="16912" y="16912"/>
                </a:cubicBezTo>
                <a:cubicBezTo>
                  <a:pt x="6084" y="27739"/>
                  <a:pt x="0" y="42427"/>
                  <a:pt x="0" y="57740"/>
                </a:cubicBezTo>
                <a:cubicBezTo>
                  <a:pt x="0" y="73053"/>
                  <a:pt x="6084" y="87741"/>
                  <a:pt x="16912" y="98568"/>
                </a:cubicBezTo>
                <a:cubicBezTo>
                  <a:pt x="27739" y="109396"/>
                  <a:pt x="42427" y="115480"/>
                  <a:pt x="57740" y="115480"/>
                </a:cubicBezTo>
                <a:close/>
              </a:path>
            </a:pathLst>
          </a:custGeom>
          <a:solidFill xmlns:a="http://schemas.openxmlformats.org/drawingml/2006/main">
            <a:srgbClr val="4C72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E66806-3CE4-4941-B886-C46AD68E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568" y="958425"/>
            <a:ext cx="115480" cy="115480"/>
          </a:xfrm>
          <a:custGeom xmlns:a="http://schemas.openxmlformats.org/drawingml/2006/main">
            <a:pathLst>
              <a:path w="115480" h="115480" fill="none">
                <a:moveTo>
                  <a:pt x="57740" y="115480"/>
                </a:moveTo>
                <a:cubicBezTo>
                  <a:pt x="73053" y="115480"/>
                  <a:pt x="87741" y="109396"/>
                  <a:pt x="98568" y="98568"/>
                </a:cubicBezTo>
                <a:cubicBezTo>
                  <a:pt x="109396" y="87741"/>
                  <a:pt x="115480" y="73053"/>
                  <a:pt x="115480" y="57740"/>
                </a:cubicBezTo>
                <a:cubicBezTo>
                  <a:pt x="115480" y="42427"/>
                  <a:pt x="109396" y="27739"/>
                  <a:pt x="98568" y="16912"/>
                </a:cubicBezTo>
                <a:cubicBezTo>
                  <a:pt x="87741" y="6084"/>
                  <a:pt x="73053" y="0"/>
                  <a:pt x="57740" y="0"/>
                </a:cubicBezTo>
                <a:cubicBezTo>
                  <a:pt x="42427" y="0"/>
                  <a:pt x="27739" y="6084"/>
                  <a:pt x="16912" y="16912"/>
                </a:cubicBezTo>
                <a:cubicBezTo>
                  <a:pt x="6084" y="27739"/>
                  <a:pt x="0" y="42427"/>
                  <a:pt x="0" y="57740"/>
                </a:cubicBezTo>
                <a:cubicBezTo>
                  <a:pt x="0" y="73053"/>
                  <a:pt x="6084" y="87741"/>
                  <a:pt x="16912" y="98568"/>
                </a:cubicBezTo>
                <a:cubicBezTo>
                  <a:pt x="27739" y="109396"/>
                  <a:pt x="42427" y="115480"/>
                  <a:pt x="57740" y="11548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238" cap="flat">
            <a:solidFill>
              <a:srgbClr val="FFFFFF"/>
            </a:solidFill>
            <a:round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E1CEB5-8A1E-4978-B0CF-F4C22B95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567" y="1307674"/>
            <a:ext cx="115480" cy="115480"/>
          </a:xfrm>
          <a:custGeom xmlns:a="http://schemas.openxmlformats.org/drawingml/2006/main">
            <a:pathLst>
              <a:path w="115480" h="115480">
                <a:moveTo>
                  <a:pt x="57740" y="115480"/>
                </a:moveTo>
                <a:cubicBezTo>
                  <a:pt x="73053" y="115480"/>
                  <a:pt x="87741" y="109396"/>
                  <a:pt x="98568" y="98568"/>
                </a:cubicBezTo>
                <a:cubicBezTo>
                  <a:pt x="109396" y="87741"/>
                  <a:pt x="115480" y="73053"/>
                  <a:pt x="115480" y="57740"/>
                </a:cubicBezTo>
                <a:cubicBezTo>
                  <a:pt x="115480" y="42427"/>
                  <a:pt x="109396" y="27739"/>
                  <a:pt x="98568" y="16912"/>
                </a:cubicBezTo>
                <a:cubicBezTo>
                  <a:pt x="87741" y="6084"/>
                  <a:pt x="73053" y="0"/>
                  <a:pt x="57740" y="0"/>
                </a:cubicBezTo>
                <a:cubicBezTo>
                  <a:pt x="42427" y="0"/>
                  <a:pt x="27739" y="6084"/>
                  <a:pt x="16912" y="16912"/>
                </a:cubicBezTo>
                <a:cubicBezTo>
                  <a:pt x="6084" y="27739"/>
                  <a:pt x="0" y="42427"/>
                  <a:pt x="0" y="57740"/>
                </a:cubicBezTo>
                <a:cubicBezTo>
                  <a:pt x="0" y="73053"/>
                  <a:pt x="6084" y="87741"/>
                  <a:pt x="16912" y="98568"/>
                </a:cubicBezTo>
                <a:cubicBezTo>
                  <a:pt x="27739" y="109396"/>
                  <a:pt x="42427" y="115480"/>
                  <a:pt x="57740" y="115480"/>
                </a:cubicBezTo>
                <a:close/>
              </a:path>
            </a:pathLst>
          </a:custGeom>
          <a:solidFill xmlns:a="http://schemas.openxmlformats.org/drawingml/2006/main">
            <a:srgbClr val="4C72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A71C11-BADE-46B3-848E-3ABE1B84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567" y="1307674"/>
            <a:ext cx="115480" cy="115480"/>
          </a:xfrm>
          <a:custGeom xmlns:a="http://schemas.openxmlformats.org/drawingml/2006/main">
            <a:pathLst>
              <a:path w="115480" h="115480" fill="none">
                <a:moveTo>
                  <a:pt x="57740" y="115480"/>
                </a:moveTo>
                <a:cubicBezTo>
                  <a:pt x="73053" y="115480"/>
                  <a:pt x="87741" y="109396"/>
                  <a:pt x="98568" y="98568"/>
                </a:cubicBezTo>
                <a:cubicBezTo>
                  <a:pt x="109396" y="87741"/>
                  <a:pt x="115480" y="73053"/>
                  <a:pt x="115480" y="57740"/>
                </a:cubicBezTo>
                <a:cubicBezTo>
                  <a:pt x="115480" y="42427"/>
                  <a:pt x="109396" y="27739"/>
                  <a:pt x="98568" y="16912"/>
                </a:cubicBezTo>
                <a:cubicBezTo>
                  <a:pt x="87741" y="6084"/>
                  <a:pt x="73053" y="0"/>
                  <a:pt x="57740" y="0"/>
                </a:cubicBezTo>
                <a:cubicBezTo>
                  <a:pt x="42427" y="0"/>
                  <a:pt x="27739" y="6084"/>
                  <a:pt x="16912" y="16912"/>
                </a:cubicBezTo>
                <a:cubicBezTo>
                  <a:pt x="6084" y="27739"/>
                  <a:pt x="0" y="42427"/>
                  <a:pt x="0" y="57740"/>
                </a:cubicBezTo>
                <a:cubicBezTo>
                  <a:pt x="0" y="73053"/>
                  <a:pt x="6084" y="87741"/>
                  <a:pt x="16912" y="98568"/>
                </a:cubicBezTo>
                <a:cubicBezTo>
                  <a:pt x="27739" y="109396"/>
                  <a:pt x="42427" y="115480"/>
                  <a:pt x="57740" y="11548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238" cap="flat">
            <a:solidFill>
              <a:srgbClr val="FFFFFF"/>
            </a:solidFill>
            <a:round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6459DE-419E-47FD-B4DA-65D3DFF5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846" y="1172251"/>
            <a:ext cx="115480" cy="115480"/>
          </a:xfrm>
          <a:custGeom xmlns:a="http://schemas.openxmlformats.org/drawingml/2006/main">
            <a:pathLst>
              <a:path w="115480" h="115480">
                <a:moveTo>
                  <a:pt x="57740" y="115480"/>
                </a:moveTo>
                <a:cubicBezTo>
                  <a:pt x="73053" y="115480"/>
                  <a:pt x="87741" y="109396"/>
                  <a:pt x="98568" y="98568"/>
                </a:cubicBezTo>
                <a:cubicBezTo>
                  <a:pt x="109396" y="87741"/>
                  <a:pt x="115480" y="73053"/>
                  <a:pt x="115480" y="57740"/>
                </a:cubicBezTo>
                <a:cubicBezTo>
                  <a:pt x="115480" y="42427"/>
                  <a:pt x="109396" y="27739"/>
                  <a:pt x="98568" y="16912"/>
                </a:cubicBezTo>
                <a:cubicBezTo>
                  <a:pt x="87741" y="6084"/>
                  <a:pt x="73053" y="0"/>
                  <a:pt x="57740" y="0"/>
                </a:cubicBezTo>
                <a:cubicBezTo>
                  <a:pt x="42427" y="0"/>
                  <a:pt x="27739" y="6084"/>
                  <a:pt x="16912" y="16912"/>
                </a:cubicBezTo>
                <a:cubicBezTo>
                  <a:pt x="6084" y="27739"/>
                  <a:pt x="0" y="42427"/>
                  <a:pt x="0" y="57740"/>
                </a:cubicBezTo>
                <a:cubicBezTo>
                  <a:pt x="0" y="73053"/>
                  <a:pt x="6084" y="87741"/>
                  <a:pt x="16912" y="98568"/>
                </a:cubicBezTo>
                <a:cubicBezTo>
                  <a:pt x="27739" y="109396"/>
                  <a:pt x="42427" y="115480"/>
                  <a:pt x="57740" y="115480"/>
                </a:cubicBezTo>
                <a:close/>
              </a:path>
            </a:pathLst>
          </a:custGeom>
          <a:solidFill xmlns:a="http://schemas.openxmlformats.org/drawingml/2006/main">
            <a:srgbClr val="4C72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41DC20-2EC2-4B2B-A569-52293C8C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846" y="1172251"/>
            <a:ext cx="115480" cy="115480"/>
          </a:xfrm>
          <a:custGeom xmlns:a="http://schemas.openxmlformats.org/drawingml/2006/main">
            <a:pathLst>
              <a:path w="115480" h="115480" fill="none">
                <a:moveTo>
                  <a:pt x="57740" y="115480"/>
                </a:moveTo>
                <a:cubicBezTo>
                  <a:pt x="73053" y="115480"/>
                  <a:pt x="87741" y="109396"/>
                  <a:pt x="98568" y="98568"/>
                </a:cubicBezTo>
                <a:cubicBezTo>
                  <a:pt x="109396" y="87741"/>
                  <a:pt x="115480" y="73053"/>
                  <a:pt x="115480" y="57740"/>
                </a:cubicBezTo>
                <a:cubicBezTo>
                  <a:pt x="115480" y="42427"/>
                  <a:pt x="109396" y="27739"/>
                  <a:pt x="98568" y="16912"/>
                </a:cubicBezTo>
                <a:cubicBezTo>
                  <a:pt x="87741" y="6084"/>
                  <a:pt x="73053" y="0"/>
                  <a:pt x="57740" y="0"/>
                </a:cubicBezTo>
                <a:cubicBezTo>
                  <a:pt x="42427" y="0"/>
                  <a:pt x="27739" y="6084"/>
                  <a:pt x="16912" y="16912"/>
                </a:cubicBezTo>
                <a:cubicBezTo>
                  <a:pt x="6084" y="27739"/>
                  <a:pt x="0" y="42427"/>
                  <a:pt x="0" y="57740"/>
                </a:cubicBezTo>
                <a:cubicBezTo>
                  <a:pt x="0" y="73053"/>
                  <a:pt x="6084" y="87741"/>
                  <a:pt x="16912" y="98568"/>
                </a:cubicBezTo>
                <a:cubicBezTo>
                  <a:pt x="27739" y="109396"/>
                  <a:pt x="42427" y="115480"/>
                  <a:pt x="57740" y="11548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238" cap="flat">
            <a:solidFill>
              <a:srgbClr val="FFFFFF"/>
            </a:solidFill>
            <a:round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20BCA6-4C54-4D41-9BC5-2CAA838E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189" y="1528628"/>
            <a:ext cx="115480" cy="115480"/>
          </a:xfrm>
          <a:custGeom xmlns:a="http://schemas.openxmlformats.org/drawingml/2006/main">
            <a:pathLst>
              <a:path w="115480" h="115480">
                <a:moveTo>
                  <a:pt x="57740" y="115480"/>
                </a:moveTo>
                <a:cubicBezTo>
                  <a:pt x="73053" y="115480"/>
                  <a:pt x="87741" y="109396"/>
                  <a:pt x="98568" y="98568"/>
                </a:cubicBezTo>
                <a:cubicBezTo>
                  <a:pt x="109396" y="87741"/>
                  <a:pt x="115480" y="73053"/>
                  <a:pt x="115480" y="57740"/>
                </a:cubicBezTo>
                <a:cubicBezTo>
                  <a:pt x="115480" y="42427"/>
                  <a:pt x="109396" y="27739"/>
                  <a:pt x="98568" y="16912"/>
                </a:cubicBezTo>
                <a:cubicBezTo>
                  <a:pt x="87741" y="6084"/>
                  <a:pt x="73053" y="0"/>
                  <a:pt x="57740" y="0"/>
                </a:cubicBezTo>
                <a:cubicBezTo>
                  <a:pt x="42427" y="0"/>
                  <a:pt x="27739" y="6084"/>
                  <a:pt x="16912" y="16912"/>
                </a:cubicBezTo>
                <a:cubicBezTo>
                  <a:pt x="6084" y="27739"/>
                  <a:pt x="0" y="42427"/>
                  <a:pt x="0" y="57740"/>
                </a:cubicBezTo>
                <a:cubicBezTo>
                  <a:pt x="0" y="73053"/>
                  <a:pt x="6084" y="87741"/>
                  <a:pt x="16912" y="98568"/>
                </a:cubicBezTo>
                <a:cubicBezTo>
                  <a:pt x="27739" y="109396"/>
                  <a:pt x="42427" y="115480"/>
                  <a:pt x="57740" y="115480"/>
                </a:cubicBezTo>
                <a:close/>
              </a:path>
            </a:pathLst>
          </a:custGeom>
          <a:solidFill xmlns:a="http://schemas.openxmlformats.org/drawingml/2006/main">
            <a:srgbClr val="4C72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9CA03E-E451-43F6-A1C0-2AF485D0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189" y="1528628"/>
            <a:ext cx="115480" cy="115480"/>
          </a:xfrm>
          <a:custGeom xmlns:a="http://schemas.openxmlformats.org/drawingml/2006/main">
            <a:pathLst>
              <a:path w="115480" h="115480" fill="none">
                <a:moveTo>
                  <a:pt x="57740" y="115480"/>
                </a:moveTo>
                <a:cubicBezTo>
                  <a:pt x="73053" y="115480"/>
                  <a:pt x="87741" y="109396"/>
                  <a:pt x="98568" y="98568"/>
                </a:cubicBezTo>
                <a:cubicBezTo>
                  <a:pt x="109396" y="87741"/>
                  <a:pt x="115480" y="73053"/>
                  <a:pt x="115480" y="57740"/>
                </a:cubicBezTo>
                <a:cubicBezTo>
                  <a:pt x="115480" y="42427"/>
                  <a:pt x="109396" y="27739"/>
                  <a:pt x="98568" y="16912"/>
                </a:cubicBezTo>
                <a:cubicBezTo>
                  <a:pt x="87741" y="6084"/>
                  <a:pt x="73053" y="0"/>
                  <a:pt x="57740" y="0"/>
                </a:cubicBezTo>
                <a:cubicBezTo>
                  <a:pt x="42427" y="0"/>
                  <a:pt x="27739" y="6084"/>
                  <a:pt x="16912" y="16912"/>
                </a:cubicBezTo>
                <a:cubicBezTo>
                  <a:pt x="6084" y="27739"/>
                  <a:pt x="0" y="42427"/>
                  <a:pt x="0" y="57740"/>
                </a:cubicBezTo>
                <a:cubicBezTo>
                  <a:pt x="0" y="73053"/>
                  <a:pt x="6084" y="87741"/>
                  <a:pt x="16912" y="98568"/>
                </a:cubicBezTo>
                <a:cubicBezTo>
                  <a:pt x="27739" y="109396"/>
                  <a:pt x="42427" y="115480"/>
                  <a:pt x="57740" y="11548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238" cap="flat">
            <a:solidFill>
              <a:srgbClr val="FFFFFF"/>
            </a:solidFill>
            <a:round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650A2E-9628-43E6-AC7C-15D52ECD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7613" y="960206"/>
            <a:ext cx="115480" cy="115480"/>
          </a:xfrm>
          <a:custGeom xmlns:a="http://schemas.openxmlformats.org/drawingml/2006/main">
            <a:pathLst>
              <a:path w="115480" h="115480">
                <a:moveTo>
                  <a:pt x="57740" y="115480"/>
                </a:moveTo>
                <a:cubicBezTo>
                  <a:pt x="73053" y="115480"/>
                  <a:pt x="87741" y="109396"/>
                  <a:pt x="98568" y="98568"/>
                </a:cubicBezTo>
                <a:cubicBezTo>
                  <a:pt x="109396" y="87741"/>
                  <a:pt x="115480" y="73053"/>
                  <a:pt x="115480" y="57740"/>
                </a:cubicBezTo>
                <a:cubicBezTo>
                  <a:pt x="115480" y="42427"/>
                  <a:pt x="109396" y="27739"/>
                  <a:pt x="98568" y="16912"/>
                </a:cubicBezTo>
                <a:cubicBezTo>
                  <a:pt x="87741" y="6084"/>
                  <a:pt x="73053" y="0"/>
                  <a:pt x="57740" y="0"/>
                </a:cubicBezTo>
                <a:cubicBezTo>
                  <a:pt x="42427" y="0"/>
                  <a:pt x="27739" y="6084"/>
                  <a:pt x="16912" y="16912"/>
                </a:cubicBezTo>
                <a:cubicBezTo>
                  <a:pt x="6084" y="27739"/>
                  <a:pt x="0" y="42427"/>
                  <a:pt x="0" y="57740"/>
                </a:cubicBezTo>
                <a:cubicBezTo>
                  <a:pt x="0" y="73053"/>
                  <a:pt x="6084" y="87741"/>
                  <a:pt x="16912" y="98568"/>
                </a:cubicBezTo>
                <a:cubicBezTo>
                  <a:pt x="27739" y="109396"/>
                  <a:pt x="42427" y="115480"/>
                  <a:pt x="57740" y="115480"/>
                </a:cubicBezTo>
                <a:close/>
              </a:path>
            </a:pathLst>
          </a:custGeom>
          <a:solidFill xmlns:a="http://schemas.openxmlformats.org/drawingml/2006/main">
            <a:srgbClr val="4C72B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F1603A-CD5B-4909-AD7F-1ECFDE72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7613" y="960206"/>
            <a:ext cx="115480" cy="115480"/>
          </a:xfrm>
          <a:custGeom xmlns:a="http://schemas.openxmlformats.org/drawingml/2006/main">
            <a:pathLst>
              <a:path w="115480" h="115480" fill="none">
                <a:moveTo>
                  <a:pt x="57740" y="115480"/>
                </a:moveTo>
                <a:cubicBezTo>
                  <a:pt x="73053" y="115480"/>
                  <a:pt x="87741" y="109396"/>
                  <a:pt x="98568" y="98568"/>
                </a:cubicBezTo>
                <a:cubicBezTo>
                  <a:pt x="109396" y="87741"/>
                  <a:pt x="115480" y="73053"/>
                  <a:pt x="115480" y="57740"/>
                </a:cubicBezTo>
                <a:cubicBezTo>
                  <a:pt x="115480" y="42427"/>
                  <a:pt x="109396" y="27739"/>
                  <a:pt x="98568" y="16912"/>
                </a:cubicBezTo>
                <a:cubicBezTo>
                  <a:pt x="87741" y="6084"/>
                  <a:pt x="73053" y="0"/>
                  <a:pt x="57740" y="0"/>
                </a:cubicBezTo>
                <a:cubicBezTo>
                  <a:pt x="42427" y="0"/>
                  <a:pt x="27739" y="6084"/>
                  <a:pt x="16912" y="16912"/>
                </a:cubicBezTo>
                <a:cubicBezTo>
                  <a:pt x="6084" y="27739"/>
                  <a:pt x="0" y="42427"/>
                  <a:pt x="0" y="57740"/>
                </a:cubicBezTo>
                <a:cubicBezTo>
                  <a:pt x="0" y="73053"/>
                  <a:pt x="6084" y="87741"/>
                  <a:pt x="16912" y="98568"/>
                </a:cubicBezTo>
                <a:cubicBezTo>
                  <a:pt x="27739" y="109396"/>
                  <a:pt x="42427" y="115480"/>
                  <a:pt x="57740" y="11548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238" cap="flat">
            <a:solidFill>
              <a:srgbClr val="FFFFFF"/>
            </a:solidFill>
            <a:round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6C867F-41B6-4C07-8D0B-8C29DC5AA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843" y="946802"/>
            <a:ext cx="37461" cy="17594"/>
          </a:xfrm>
          <a:custGeom xmlns:a="http://schemas.openxmlformats.org/drawingml/2006/main">
            <a:pathLst>
              <a:path w="37461" h="17594" fill="none">
                <a:moveTo>
                  <a:pt x="37461" y="0"/>
                </a:moveTo>
                <a:cubicBezTo>
                  <a:pt x="23026" y="6779"/>
                  <a:pt x="10539" y="12644"/>
                  <a:pt x="0" y="17594"/>
                </a:cubicBezTo>
              </a:path>
            </a:pathLst>
          </a:custGeom>
          <a:noFill xmlns:a="http://schemas.openxmlformats.org/drawingml/2006/main"/>
          <a:ln xmlns:a="http://schemas.openxmlformats.org/drawingml/2006/main" w="5774" cap="rnd">
            <a:solidFill>
              <a:srgbClr val="4C72B0"/>
            </a:solidFill>
            <a:round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6C48AD-220D-4C83-A768-BF1602F66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843" y="960342"/>
            <a:ext cx="5163" cy="4181"/>
          </a:xfrm>
          <a:custGeom xmlns:a="http://schemas.openxmlformats.org/drawingml/2006/main">
            <a:pathLst>
              <a:path w="5163" h="4181" fill="none">
                <a:moveTo>
                  <a:pt x="5163" y="4181"/>
                </a:moveTo>
                <a:lnTo>
                  <a:pt x="0" y="4054"/>
                </a:lnTo>
                <a:lnTo>
                  <a:pt x="31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74" cap="rnd">
            <a:solidFill>
              <a:srgbClr val="4C72B0"/>
            </a:solidFill>
            <a:round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DCBC71-DD0C-4BE3-A32E-1BA5810D1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624" y="722541"/>
            <a:ext cx="319384" cy="252164"/>
          </a:xfrm>
          <a:custGeom xmlns:a="http://schemas.openxmlformats.org/drawingml/2006/main">
            <a:pathLst>
              <a:path w="319384" h="252164" fill="none">
                <a:moveTo>
                  <a:pt x="319384" y="0"/>
                </a:moveTo>
                <a:cubicBezTo>
                  <a:pt x="211234" y="85388"/>
                  <a:pt x="104772" y="169443"/>
                  <a:pt x="0" y="252164"/>
                </a:cubicBezTo>
              </a:path>
            </a:pathLst>
          </a:custGeom>
          <a:noFill xmlns:a="http://schemas.openxmlformats.org/drawingml/2006/main"/>
          <a:ln xmlns:a="http://schemas.openxmlformats.org/drawingml/2006/main" w="5774" cap="rnd">
            <a:solidFill>
              <a:srgbClr val="4C72B0"/>
            </a:solidFill>
            <a:round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7D7D80-5EE7-449D-AF86-E5B0DC98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624" y="970029"/>
            <a:ext cx="5057" cy="4675"/>
          </a:xfrm>
          <a:custGeom xmlns:a="http://schemas.openxmlformats.org/drawingml/2006/main">
            <a:pathLst>
              <a:path w="5057" h="4675" fill="none">
                <a:moveTo>
                  <a:pt x="5057" y="3625"/>
                </a:moveTo>
                <a:lnTo>
                  <a:pt x="0" y="4675"/>
                </a:lnTo>
                <a:lnTo>
                  <a:pt x="21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74" cap="rnd">
            <a:solidFill>
              <a:srgbClr val="4C72B0"/>
            </a:solidFill>
            <a:round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6F29D8-5672-4DED-ABEE-26751684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7365" y="1651695"/>
            <a:ext cx="187536" cy="30489"/>
          </a:xfrm>
          <a:custGeom xmlns:a="http://schemas.openxmlformats.org/drawingml/2006/main">
            <a:pathLst>
              <a:path w="187536" h="30489" fill="none">
                <a:moveTo>
                  <a:pt x="187536" y="30489"/>
                </a:moveTo>
                <a:cubicBezTo>
                  <a:pt x="122900" y="19981"/>
                  <a:pt x="60388" y="9818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5774" cap="rnd">
            <a:solidFill>
              <a:srgbClr val="4C72B0"/>
            </a:solidFill>
            <a:round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9618A1-48B3-47E8-A40F-194B5AFBD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7365" y="1650157"/>
            <a:ext cx="4930" cy="4560"/>
          </a:xfrm>
          <a:custGeom xmlns:a="http://schemas.openxmlformats.org/drawingml/2006/main">
            <a:pathLst>
              <a:path w="4930" h="4560" fill="none">
                <a:moveTo>
                  <a:pt x="4189" y="4560"/>
                </a:moveTo>
                <a:lnTo>
                  <a:pt x="0" y="1539"/>
                </a:lnTo>
                <a:lnTo>
                  <a:pt x="493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74" cap="rnd">
            <a:solidFill>
              <a:srgbClr val="4C72B0"/>
            </a:solidFill>
            <a:round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7EC12D-1280-456B-B524-F2A77AF2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62" y="1391649"/>
            <a:ext cx="246709" cy="25791"/>
          </a:xfrm>
          <a:custGeom xmlns:a="http://schemas.openxmlformats.org/drawingml/2006/main">
            <a:pathLst>
              <a:path w="246709" h="25791" fill="none">
                <a:moveTo>
                  <a:pt x="246709" y="25791"/>
                </a:moveTo>
                <a:cubicBezTo>
                  <a:pt x="162333" y="16970"/>
                  <a:pt x="80096" y="8373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5774" cap="rnd">
            <a:solidFill>
              <a:srgbClr val="4C72B0"/>
            </a:solidFill>
            <a:round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9FD08F-05E6-489C-8F0A-E32C284F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62" y="1389832"/>
            <a:ext cx="4834" cy="4594"/>
          </a:xfrm>
          <a:custGeom xmlns:a="http://schemas.openxmlformats.org/drawingml/2006/main">
            <a:pathLst>
              <a:path w="4834" h="4594" fill="none">
                <a:moveTo>
                  <a:pt x="4354" y="4594"/>
                </a:moveTo>
                <a:lnTo>
                  <a:pt x="0" y="1817"/>
                </a:lnTo>
                <a:lnTo>
                  <a:pt x="4834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74" cap="rnd">
            <a:solidFill>
              <a:srgbClr val="4C72B0"/>
            </a:solidFill>
            <a:round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62E2CD-FAE8-414B-A08F-37CD5F30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398" y="2206607"/>
            <a:ext cx="368364" cy="131589"/>
          </a:xfrm>
          <a:custGeom xmlns:a="http://schemas.openxmlformats.org/drawingml/2006/main">
            <a:pathLst>
              <a:path w="368364" h="131589" fill="none">
                <a:moveTo>
                  <a:pt x="368364" y="0"/>
                </a:moveTo>
                <a:cubicBezTo>
                  <a:pt x="243549" y="44587"/>
                  <a:pt x="120762" y="88450"/>
                  <a:pt x="0" y="131589"/>
                </a:cubicBezTo>
              </a:path>
            </a:pathLst>
          </a:custGeom>
          <a:noFill xmlns:a="http://schemas.openxmlformats.org/drawingml/2006/main"/>
          <a:ln xmlns:a="http://schemas.openxmlformats.org/drawingml/2006/main" w="5774" cap="rnd">
            <a:solidFill>
              <a:srgbClr val="4C72B0"/>
            </a:solidFill>
            <a:round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3811A6-F624-4BDF-9D98-77B57766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398" y="2334467"/>
            <a:ext cx="5127" cy="4350"/>
          </a:xfrm>
          <a:custGeom xmlns:a="http://schemas.openxmlformats.org/drawingml/2006/main">
            <a:pathLst>
              <a:path w="5127" h="4350" fill="none">
                <a:moveTo>
                  <a:pt x="5127" y="4350"/>
                </a:moveTo>
                <a:lnTo>
                  <a:pt x="0" y="3729"/>
                </a:lnTo>
                <a:lnTo>
                  <a:pt x="3573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74" cap="rnd">
            <a:solidFill>
              <a:srgbClr val="4C72B0"/>
            </a:solidFill>
            <a:round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D0C395-EFFA-4905-82BD-4D48E41F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751" y="2470561"/>
            <a:ext cx="6569" cy="7592"/>
          </a:xfrm>
          <a:custGeom xmlns:a="http://schemas.openxmlformats.org/drawingml/2006/main">
            <a:pathLst>
              <a:path w="6569" h="7592" fill="none">
                <a:moveTo>
                  <a:pt x="0" y="0"/>
                </a:moveTo>
                <a:cubicBezTo>
                  <a:pt x="3598" y="4158"/>
                  <a:pt x="5787" y="6689"/>
                  <a:pt x="6569" y="7592"/>
                </a:cubicBezTo>
              </a:path>
            </a:pathLst>
          </a:custGeom>
          <a:noFill xmlns:a="http://schemas.openxmlformats.org/drawingml/2006/main"/>
          <a:ln xmlns:a="http://schemas.openxmlformats.org/drawingml/2006/main" w="5774" cap="rnd">
            <a:solidFill>
              <a:srgbClr val="4C72B0"/>
            </a:solidFill>
            <a:round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BC9907-DEB8-4C0A-A914-B82B158F3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551" y="2473149"/>
            <a:ext cx="4769" cy="5004"/>
          </a:xfrm>
          <a:custGeom xmlns:a="http://schemas.openxmlformats.org/drawingml/2006/main">
            <a:pathLst>
              <a:path w="4769" h="5004" fill="none">
                <a:moveTo>
                  <a:pt x="3493" y="0"/>
                </a:moveTo>
                <a:lnTo>
                  <a:pt x="4769" y="5004"/>
                </a:lnTo>
                <a:lnTo>
                  <a:pt x="0" y="3022"/>
                </a:lnTo>
              </a:path>
            </a:pathLst>
          </a:custGeom>
          <a:noFill xmlns:a="http://schemas.openxmlformats.org/drawingml/2006/main"/>
          <a:ln xmlns:a="http://schemas.openxmlformats.org/drawingml/2006/main" w="5774" cap="rnd">
            <a:solidFill>
              <a:srgbClr val="4C72B0"/>
            </a:solidFill>
            <a:round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EF23A0-338E-4232-95BC-494F50F9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294" y="2541806"/>
            <a:ext cx="363489" cy="4276"/>
          </a:xfrm>
          <a:custGeom xmlns:a="http://schemas.openxmlformats.org/drawingml/2006/main">
            <a:pathLst>
              <a:path w="363489" h="4276" fill="none">
                <a:moveTo>
                  <a:pt x="363489" y="4276"/>
                </a:moveTo>
                <a:cubicBezTo>
                  <a:pt x="240174" y="2826"/>
                  <a:pt x="119011" y="1400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5774" cap="rnd">
            <a:solidFill>
              <a:srgbClr val="4C72B0"/>
            </a:solidFill>
            <a:round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E04F26-F90B-45AF-98A7-ED6079D9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294" y="2539551"/>
            <a:ext cx="4646" cy="4619"/>
          </a:xfrm>
          <a:custGeom xmlns:a="http://schemas.openxmlformats.org/drawingml/2006/main">
            <a:pathLst>
              <a:path w="4646" h="4619" fill="none">
                <a:moveTo>
                  <a:pt x="4592" y="4619"/>
                </a:moveTo>
                <a:lnTo>
                  <a:pt x="0" y="2255"/>
                </a:lnTo>
                <a:lnTo>
                  <a:pt x="4646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74" cap="rnd">
            <a:solidFill>
              <a:srgbClr val="4C72B0"/>
            </a:solidFill>
            <a:round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39B4CE-63FB-4209-AB4D-DAF70BE82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177" y="702009"/>
            <a:ext cx="89902" cy="285947"/>
          </a:xfrm>
          <a:custGeom xmlns:a="http://schemas.openxmlformats.org/drawingml/2006/main">
            <a:pathLst>
              <a:path w="89902" h="285947" fill="none">
                <a:moveTo>
                  <a:pt x="89902" y="0"/>
                </a:moveTo>
                <a:cubicBezTo>
                  <a:pt x="59289" y="97368"/>
                  <a:pt x="29322" y="192684"/>
                  <a:pt x="0" y="285947"/>
                </a:cubicBezTo>
              </a:path>
            </a:pathLst>
          </a:custGeom>
          <a:noFill xmlns:a="http://schemas.openxmlformats.org/drawingml/2006/main"/>
          <a:ln xmlns:a="http://schemas.openxmlformats.org/drawingml/2006/main" w="5774" cap="rnd">
            <a:solidFill>
              <a:srgbClr val="4C72B0"/>
            </a:solidFill>
            <a:round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77952A-F71F-461F-B290-F3C036F2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2359" y="982856"/>
            <a:ext cx="4406" cy="5099"/>
          </a:xfrm>
          <a:custGeom xmlns:a="http://schemas.openxmlformats.org/drawingml/2006/main">
            <a:pathLst>
              <a:path w="4406" h="5099" fill="none">
                <a:moveTo>
                  <a:pt x="4406" y="1386"/>
                </a:moveTo>
                <a:lnTo>
                  <a:pt x="818" y="5099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74" cap="rnd">
            <a:solidFill>
              <a:srgbClr val="4C72B0"/>
            </a:solidFill>
            <a:round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C25494-CEF4-428F-9556-346BC3392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4965" y="1185383"/>
            <a:ext cx="428127" cy="41744"/>
          </a:xfrm>
          <a:custGeom xmlns:a="http://schemas.openxmlformats.org/drawingml/2006/main">
            <a:pathLst>
              <a:path w="428127" h="41744" fill="none">
                <a:moveTo>
                  <a:pt x="428127" y="0"/>
                </a:moveTo>
                <a:cubicBezTo>
                  <a:pt x="283276" y="14124"/>
                  <a:pt x="140567" y="28038"/>
                  <a:pt x="0" y="41744"/>
                </a:cubicBezTo>
              </a:path>
            </a:pathLst>
          </a:custGeom>
          <a:noFill xmlns:a="http://schemas.openxmlformats.org/drawingml/2006/main"/>
          <a:ln xmlns:a="http://schemas.openxmlformats.org/drawingml/2006/main" w="5774" cap="rnd">
            <a:solidFill>
              <a:srgbClr val="4C72B0"/>
            </a:solidFill>
            <a:round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5AEDAB-C4E1-4D88-B0F7-DF2B4EF8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4965" y="1224380"/>
            <a:ext cx="4821" cy="4597"/>
          </a:xfrm>
          <a:custGeom xmlns:a="http://schemas.openxmlformats.org/drawingml/2006/main">
            <a:pathLst>
              <a:path w="4821" h="4597" fill="none">
                <a:moveTo>
                  <a:pt x="4821" y="4597"/>
                </a:moveTo>
                <a:lnTo>
                  <a:pt x="0" y="2747"/>
                </a:lnTo>
                <a:lnTo>
                  <a:pt x="4373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74" cap="rnd">
            <a:solidFill>
              <a:srgbClr val="4C72B0"/>
            </a:solidFill>
            <a:round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002673-90AD-4C72-BA11-2B45B09B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205" y="1590288"/>
            <a:ext cx="250859" cy="33589"/>
          </a:xfrm>
          <a:custGeom xmlns:a="http://schemas.openxmlformats.org/drawingml/2006/main">
            <a:pathLst>
              <a:path w="250859" h="33589" fill="none">
                <a:moveTo>
                  <a:pt x="250859" y="33589"/>
                </a:moveTo>
                <a:cubicBezTo>
                  <a:pt x="165106" y="22107"/>
                  <a:pt x="81487" y="10911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5774" cap="rnd">
            <a:solidFill>
              <a:srgbClr val="4C72B0"/>
            </a:solidFill>
            <a:round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6890C7-9A75-4E8E-AB42-837BFD8E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205" y="1588612"/>
            <a:ext cx="4885" cy="4578"/>
          </a:xfrm>
          <a:custGeom xmlns:a="http://schemas.openxmlformats.org/drawingml/2006/main">
            <a:pathLst>
              <a:path w="4885" h="4578" fill="none">
                <a:moveTo>
                  <a:pt x="4272" y="4578"/>
                </a:moveTo>
                <a:lnTo>
                  <a:pt x="0" y="1676"/>
                </a:lnTo>
                <a:lnTo>
                  <a:pt x="48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74" cap="rnd">
            <a:solidFill>
              <a:srgbClr val="4C72B0"/>
            </a:solidFill>
            <a:round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488159-5E0A-4E14-8054-F72919D1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929" y="261325"/>
            <a:ext cx="5002393" cy="1924704"/>
          </a:xfrm>
          <a:custGeom xmlns:a="http://schemas.openxmlformats.org/drawingml/2006/main">
            <a:pathLst>
              <a:path w="5002393" h="1924704">
                <a:moveTo>
                  <a:pt x="0" y="1157939"/>
                </a:moveTo>
                <a:lnTo>
                  <a:pt x="0" y="1924704"/>
                </a:lnTo>
                <a:lnTo>
                  <a:pt x="50529" y="1906330"/>
                </a:lnTo>
                <a:lnTo>
                  <a:pt x="101058" y="1887956"/>
                </a:lnTo>
                <a:lnTo>
                  <a:pt x="151588" y="1870751"/>
                </a:lnTo>
                <a:lnTo>
                  <a:pt x="202117" y="1853500"/>
                </a:lnTo>
                <a:lnTo>
                  <a:pt x="252646" y="1835265"/>
                </a:lnTo>
                <a:lnTo>
                  <a:pt x="303175" y="1819899"/>
                </a:lnTo>
                <a:lnTo>
                  <a:pt x="353705" y="1802976"/>
                </a:lnTo>
                <a:lnTo>
                  <a:pt x="404234" y="1786140"/>
                </a:lnTo>
                <a:lnTo>
                  <a:pt x="454763" y="1769402"/>
                </a:lnTo>
                <a:lnTo>
                  <a:pt x="505292" y="1753030"/>
                </a:lnTo>
                <a:lnTo>
                  <a:pt x="555821" y="1736658"/>
                </a:lnTo>
                <a:lnTo>
                  <a:pt x="606351" y="1721475"/>
                </a:lnTo>
                <a:lnTo>
                  <a:pt x="656880" y="1706591"/>
                </a:lnTo>
                <a:lnTo>
                  <a:pt x="707409" y="1691705"/>
                </a:lnTo>
                <a:lnTo>
                  <a:pt x="757938" y="1675737"/>
                </a:lnTo>
                <a:lnTo>
                  <a:pt x="808467" y="1657262"/>
                </a:lnTo>
                <a:lnTo>
                  <a:pt x="858997" y="1641749"/>
                </a:lnTo>
                <a:lnTo>
                  <a:pt x="909526" y="1628316"/>
                </a:lnTo>
                <a:lnTo>
                  <a:pt x="960055" y="1613914"/>
                </a:lnTo>
                <a:lnTo>
                  <a:pt x="1010584" y="1598872"/>
                </a:lnTo>
                <a:lnTo>
                  <a:pt x="1061114" y="1582468"/>
                </a:lnTo>
                <a:lnTo>
                  <a:pt x="1111643" y="1566650"/>
                </a:lnTo>
                <a:lnTo>
                  <a:pt x="1162172" y="1550979"/>
                </a:lnTo>
                <a:lnTo>
                  <a:pt x="1212701" y="1536138"/>
                </a:lnTo>
                <a:lnTo>
                  <a:pt x="1263230" y="1521326"/>
                </a:lnTo>
                <a:lnTo>
                  <a:pt x="1313760" y="1506296"/>
                </a:lnTo>
                <a:lnTo>
                  <a:pt x="1364289" y="1491117"/>
                </a:lnTo>
                <a:lnTo>
                  <a:pt x="1414818" y="1476797"/>
                </a:lnTo>
                <a:lnTo>
                  <a:pt x="1465347" y="1461957"/>
                </a:lnTo>
                <a:lnTo>
                  <a:pt x="1515877" y="1447316"/>
                </a:lnTo>
                <a:lnTo>
                  <a:pt x="1566406" y="1432317"/>
                </a:lnTo>
                <a:lnTo>
                  <a:pt x="1616935" y="1416558"/>
                </a:lnTo>
                <a:lnTo>
                  <a:pt x="1667464" y="1403136"/>
                </a:lnTo>
                <a:lnTo>
                  <a:pt x="1717993" y="1392392"/>
                </a:lnTo>
                <a:lnTo>
                  <a:pt x="1768522" y="1379402"/>
                </a:lnTo>
                <a:lnTo>
                  <a:pt x="1819052" y="1364556"/>
                </a:lnTo>
                <a:lnTo>
                  <a:pt x="1869581" y="1349684"/>
                </a:lnTo>
                <a:lnTo>
                  <a:pt x="1920110" y="1334784"/>
                </a:lnTo>
                <a:lnTo>
                  <a:pt x="1970640" y="1319965"/>
                </a:lnTo>
                <a:lnTo>
                  <a:pt x="2021169" y="1305131"/>
                </a:lnTo>
                <a:lnTo>
                  <a:pt x="2071698" y="1292142"/>
                </a:lnTo>
                <a:lnTo>
                  <a:pt x="2122227" y="1278702"/>
                </a:lnTo>
                <a:lnTo>
                  <a:pt x="2172756" y="1263314"/>
                </a:lnTo>
                <a:lnTo>
                  <a:pt x="2223285" y="1248014"/>
                </a:lnTo>
                <a:lnTo>
                  <a:pt x="2273815" y="1234451"/>
                </a:lnTo>
                <a:lnTo>
                  <a:pt x="2324344" y="1224376"/>
                </a:lnTo>
                <a:lnTo>
                  <a:pt x="2374873" y="1210457"/>
                </a:lnTo>
                <a:lnTo>
                  <a:pt x="2425402" y="1196052"/>
                </a:lnTo>
                <a:lnTo>
                  <a:pt x="2475932" y="1181647"/>
                </a:lnTo>
                <a:lnTo>
                  <a:pt x="2526461" y="1168720"/>
                </a:lnTo>
                <a:lnTo>
                  <a:pt x="2576990" y="1158843"/>
                </a:lnTo>
                <a:lnTo>
                  <a:pt x="2627519" y="1147763"/>
                </a:lnTo>
                <a:lnTo>
                  <a:pt x="2678048" y="1135659"/>
                </a:lnTo>
                <a:lnTo>
                  <a:pt x="2728578" y="1122909"/>
                </a:lnTo>
                <a:lnTo>
                  <a:pt x="2779107" y="1113992"/>
                </a:lnTo>
                <a:lnTo>
                  <a:pt x="2829636" y="1102208"/>
                </a:lnTo>
                <a:lnTo>
                  <a:pt x="2880165" y="1090268"/>
                </a:lnTo>
                <a:lnTo>
                  <a:pt x="2930695" y="1086642"/>
                </a:lnTo>
                <a:lnTo>
                  <a:pt x="2981224" y="1076387"/>
                </a:lnTo>
                <a:lnTo>
                  <a:pt x="3031753" y="1065179"/>
                </a:lnTo>
                <a:lnTo>
                  <a:pt x="3082282" y="1052002"/>
                </a:lnTo>
                <a:lnTo>
                  <a:pt x="3132811" y="1042068"/>
                </a:lnTo>
                <a:lnTo>
                  <a:pt x="3183340" y="1035395"/>
                </a:lnTo>
                <a:lnTo>
                  <a:pt x="3233870" y="1024903"/>
                </a:lnTo>
                <a:lnTo>
                  <a:pt x="3284399" y="1015595"/>
                </a:lnTo>
                <a:lnTo>
                  <a:pt x="3334928" y="1006557"/>
                </a:lnTo>
                <a:lnTo>
                  <a:pt x="3385458" y="999745"/>
                </a:lnTo>
                <a:lnTo>
                  <a:pt x="3435987" y="993437"/>
                </a:lnTo>
                <a:lnTo>
                  <a:pt x="3486516" y="987194"/>
                </a:lnTo>
                <a:lnTo>
                  <a:pt x="3537045" y="977882"/>
                </a:lnTo>
                <a:lnTo>
                  <a:pt x="3587574" y="969025"/>
                </a:lnTo>
                <a:lnTo>
                  <a:pt x="3638104" y="962858"/>
                </a:lnTo>
                <a:lnTo>
                  <a:pt x="3688633" y="953957"/>
                </a:lnTo>
                <a:lnTo>
                  <a:pt x="3739162" y="945041"/>
                </a:lnTo>
                <a:lnTo>
                  <a:pt x="3789691" y="936173"/>
                </a:lnTo>
                <a:lnTo>
                  <a:pt x="3840220" y="927279"/>
                </a:lnTo>
                <a:lnTo>
                  <a:pt x="3890750" y="918384"/>
                </a:lnTo>
                <a:lnTo>
                  <a:pt x="3941279" y="909489"/>
                </a:lnTo>
                <a:lnTo>
                  <a:pt x="3991808" y="900489"/>
                </a:lnTo>
                <a:lnTo>
                  <a:pt x="4042337" y="893449"/>
                </a:lnTo>
                <a:lnTo>
                  <a:pt x="4092867" y="887560"/>
                </a:lnTo>
                <a:lnTo>
                  <a:pt x="4143396" y="879102"/>
                </a:lnTo>
                <a:lnTo>
                  <a:pt x="4193925" y="874935"/>
                </a:lnTo>
                <a:lnTo>
                  <a:pt x="4244454" y="869883"/>
                </a:lnTo>
                <a:lnTo>
                  <a:pt x="4294983" y="864007"/>
                </a:lnTo>
                <a:lnTo>
                  <a:pt x="4345513" y="859682"/>
                </a:lnTo>
                <a:lnTo>
                  <a:pt x="4396042" y="855089"/>
                </a:lnTo>
                <a:lnTo>
                  <a:pt x="4446571" y="849618"/>
                </a:lnTo>
                <a:lnTo>
                  <a:pt x="4497100" y="844096"/>
                </a:lnTo>
                <a:lnTo>
                  <a:pt x="4547630" y="838567"/>
                </a:lnTo>
                <a:lnTo>
                  <a:pt x="4598159" y="833158"/>
                </a:lnTo>
                <a:lnTo>
                  <a:pt x="4648688" y="829912"/>
                </a:lnTo>
                <a:lnTo>
                  <a:pt x="4699217" y="827843"/>
                </a:lnTo>
                <a:lnTo>
                  <a:pt x="4749746" y="825819"/>
                </a:lnTo>
                <a:lnTo>
                  <a:pt x="4800276" y="822393"/>
                </a:lnTo>
                <a:lnTo>
                  <a:pt x="4850805" y="817446"/>
                </a:lnTo>
                <a:lnTo>
                  <a:pt x="4901334" y="811093"/>
                </a:lnTo>
                <a:lnTo>
                  <a:pt x="4951863" y="804857"/>
                </a:lnTo>
                <a:lnTo>
                  <a:pt x="5002393" y="798947"/>
                </a:lnTo>
                <a:lnTo>
                  <a:pt x="5002393" y="0"/>
                </a:lnTo>
                <a:lnTo>
                  <a:pt x="4951863" y="17692"/>
                </a:lnTo>
                <a:lnTo>
                  <a:pt x="4901334" y="35384"/>
                </a:lnTo>
                <a:lnTo>
                  <a:pt x="4850805" y="53075"/>
                </a:lnTo>
                <a:lnTo>
                  <a:pt x="4800276" y="70733"/>
                </a:lnTo>
                <a:lnTo>
                  <a:pt x="4749746" y="88291"/>
                </a:lnTo>
                <a:lnTo>
                  <a:pt x="4699217" y="105849"/>
                </a:lnTo>
                <a:lnTo>
                  <a:pt x="4648688" y="123408"/>
                </a:lnTo>
                <a:lnTo>
                  <a:pt x="4598159" y="140966"/>
                </a:lnTo>
                <a:lnTo>
                  <a:pt x="4547630" y="158524"/>
                </a:lnTo>
                <a:lnTo>
                  <a:pt x="4497100" y="176087"/>
                </a:lnTo>
                <a:lnTo>
                  <a:pt x="4446571" y="193735"/>
                </a:lnTo>
                <a:lnTo>
                  <a:pt x="4396042" y="207952"/>
                </a:lnTo>
                <a:lnTo>
                  <a:pt x="4345513" y="221940"/>
                </a:lnTo>
                <a:lnTo>
                  <a:pt x="4294983" y="235929"/>
                </a:lnTo>
                <a:lnTo>
                  <a:pt x="4244454" y="249917"/>
                </a:lnTo>
                <a:lnTo>
                  <a:pt x="4193925" y="267525"/>
                </a:lnTo>
                <a:lnTo>
                  <a:pt x="4143396" y="285691"/>
                </a:lnTo>
                <a:lnTo>
                  <a:pt x="4092867" y="303856"/>
                </a:lnTo>
                <a:lnTo>
                  <a:pt x="4042337" y="322021"/>
                </a:lnTo>
                <a:lnTo>
                  <a:pt x="3991808" y="340219"/>
                </a:lnTo>
                <a:lnTo>
                  <a:pt x="3941279" y="358460"/>
                </a:lnTo>
                <a:lnTo>
                  <a:pt x="3890750" y="376701"/>
                </a:lnTo>
                <a:lnTo>
                  <a:pt x="3840220" y="394942"/>
                </a:lnTo>
                <a:lnTo>
                  <a:pt x="3789691" y="413183"/>
                </a:lnTo>
                <a:lnTo>
                  <a:pt x="3739162" y="431425"/>
                </a:lnTo>
                <a:lnTo>
                  <a:pt x="3688633" y="449550"/>
                </a:lnTo>
                <a:lnTo>
                  <a:pt x="3638104" y="465415"/>
                </a:lnTo>
                <a:lnTo>
                  <a:pt x="3587574" y="481279"/>
                </a:lnTo>
                <a:lnTo>
                  <a:pt x="3537045" y="497144"/>
                </a:lnTo>
                <a:lnTo>
                  <a:pt x="3486516" y="513008"/>
                </a:lnTo>
                <a:lnTo>
                  <a:pt x="3435987" y="528873"/>
                </a:lnTo>
                <a:lnTo>
                  <a:pt x="3385458" y="544737"/>
                </a:lnTo>
                <a:lnTo>
                  <a:pt x="3334928" y="560602"/>
                </a:lnTo>
                <a:lnTo>
                  <a:pt x="3284399" y="576467"/>
                </a:lnTo>
                <a:lnTo>
                  <a:pt x="3233870" y="592331"/>
                </a:lnTo>
                <a:lnTo>
                  <a:pt x="3183340" y="608196"/>
                </a:lnTo>
                <a:lnTo>
                  <a:pt x="3132811" y="624060"/>
                </a:lnTo>
                <a:lnTo>
                  <a:pt x="3082282" y="639928"/>
                </a:lnTo>
                <a:lnTo>
                  <a:pt x="3031753" y="655859"/>
                </a:lnTo>
                <a:lnTo>
                  <a:pt x="2981224" y="671791"/>
                </a:lnTo>
                <a:lnTo>
                  <a:pt x="2930695" y="687722"/>
                </a:lnTo>
                <a:lnTo>
                  <a:pt x="2880165" y="703653"/>
                </a:lnTo>
                <a:lnTo>
                  <a:pt x="2829636" y="721050"/>
                </a:lnTo>
                <a:lnTo>
                  <a:pt x="2779107" y="738897"/>
                </a:lnTo>
                <a:lnTo>
                  <a:pt x="2728578" y="749207"/>
                </a:lnTo>
                <a:lnTo>
                  <a:pt x="2678048" y="760088"/>
                </a:lnTo>
                <a:lnTo>
                  <a:pt x="2627519" y="776940"/>
                </a:lnTo>
                <a:lnTo>
                  <a:pt x="2576990" y="792675"/>
                </a:lnTo>
                <a:lnTo>
                  <a:pt x="2526461" y="808173"/>
                </a:lnTo>
                <a:lnTo>
                  <a:pt x="2475932" y="822220"/>
                </a:lnTo>
                <a:lnTo>
                  <a:pt x="2425402" y="836124"/>
                </a:lnTo>
                <a:lnTo>
                  <a:pt x="2374873" y="847297"/>
                </a:lnTo>
                <a:lnTo>
                  <a:pt x="2324344" y="857757"/>
                </a:lnTo>
                <a:lnTo>
                  <a:pt x="2273815" y="870935"/>
                </a:lnTo>
                <a:lnTo>
                  <a:pt x="2223285" y="881593"/>
                </a:lnTo>
                <a:lnTo>
                  <a:pt x="2172756" y="890215"/>
                </a:lnTo>
                <a:lnTo>
                  <a:pt x="2122227" y="900213"/>
                </a:lnTo>
                <a:lnTo>
                  <a:pt x="2071698" y="907071"/>
                </a:lnTo>
                <a:lnTo>
                  <a:pt x="2021169" y="920799"/>
                </a:lnTo>
                <a:lnTo>
                  <a:pt x="1970640" y="928033"/>
                </a:lnTo>
                <a:lnTo>
                  <a:pt x="1920110" y="938703"/>
                </a:lnTo>
                <a:lnTo>
                  <a:pt x="1869581" y="948146"/>
                </a:lnTo>
                <a:lnTo>
                  <a:pt x="1819052" y="953478"/>
                </a:lnTo>
                <a:lnTo>
                  <a:pt x="1768522" y="958863"/>
                </a:lnTo>
                <a:lnTo>
                  <a:pt x="1717993" y="966828"/>
                </a:lnTo>
                <a:lnTo>
                  <a:pt x="1667464" y="978719"/>
                </a:lnTo>
                <a:lnTo>
                  <a:pt x="1616935" y="984383"/>
                </a:lnTo>
                <a:lnTo>
                  <a:pt x="1566406" y="996653"/>
                </a:lnTo>
                <a:lnTo>
                  <a:pt x="1515877" y="1005176"/>
                </a:lnTo>
                <a:lnTo>
                  <a:pt x="1465347" y="1013205"/>
                </a:lnTo>
                <a:lnTo>
                  <a:pt x="1414818" y="1018568"/>
                </a:lnTo>
                <a:lnTo>
                  <a:pt x="1364289" y="1025117"/>
                </a:lnTo>
                <a:lnTo>
                  <a:pt x="1313760" y="1031692"/>
                </a:lnTo>
                <a:lnTo>
                  <a:pt x="1263230" y="1037249"/>
                </a:lnTo>
                <a:lnTo>
                  <a:pt x="1212701" y="1042746"/>
                </a:lnTo>
                <a:lnTo>
                  <a:pt x="1162172" y="1045727"/>
                </a:lnTo>
                <a:lnTo>
                  <a:pt x="1111643" y="1046937"/>
                </a:lnTo>
                <a:lnTo>
                  <a:pt x="1061114" y="1047633"/>
                </a:lnTo>
                <a:lnTo>
                  <a:pt x="1010584" y="1052344"/>
                </a:lnTo>
                <a:lnTo>
                  <a:pt x="960055" y="1059450"/>
                </a:lnTo>
                <a:lnTo>
                  <a:pt x="909526" y="1066557"/>
                </a:lnTo>
                <a:lnTo>
                  <a:pt x="858997" y="1073664"/>
                </a:lnTo>
                <a:lnTo>
                  <a:pt x="808467" y="1078526"/>
                </a:lnTo>
                <a:lnTo>
                  <a:pt x="757938" y="1085182"/>
                </a:lnTo>
                <a:lnTo>
                  <a:pt x="707409" y="1091970"/>
                </a:lnTo>
                <a:lnTo>
                  <a:pt x="656880" y="1098757"/>
                </a:lnTo>
                <a:lnTo>
                  <a:pt x="606351" y="1105553"/>
                </a:lnTo>
                <a:lnTo>
                  <a:pt x="555821" y="1108844"/>
                </a:lnTo>
                <a:lnTo>
                  <a:pt x="505292" y="1111200"/>
                </a:lnTo>
                <a:lnTo>
                  <a:pt x="454763" y="1115400"/>
                </a:lnTo>
                <a:lnTo>
                  <a:pt x="404234" y="1121825"/>
                </a:lnTo>
                <a:lnTo>
                  <a:pt x="353705" y="1128250"/>
                </a:lnTo>
                <a:lnTo>
                  <a:pt x="303175" y="1134150"/>
                </a:lnTo>
                <a:lnTo>
                  <a:pt x="252646" y="1138115"/>
                </a:lnTo>
                <a:lnTo>
                  <a:pt x="202117" y="1142080"/>
                </a:lnTo>
                <a:lnTo>
                  <a:pt x="151588" y="1146044"/>
                </a:lnTo>
                <a:lnTo>
                  <a:pt x="101058" y="1150009"/>
                </a:lnTo>
                <a:lnTo>
                  <a:pt x="50529" y="1153974"/>
                </a:lnTo>
                <a:lnTo>
                  <a:pt x="0" y="1157939"/>
                </a:lnTo>
                <a:close/>
              </a:path>
            </a:pathLst>
          </a:custGeom>
          <a:solidFill xmlns:a="http://schemas.openxmlformats.org/drawingml/2006/main">
            <a:srgbClr val="FF8C00">
              <a:alpha val="15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E6C2C1-DEB2-4E20-B225-9362FE7E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929" y="261325"/>
            <a:ext cx="5002393" cy="1924704"/>
          </a:xfrm>
          <a:custGeom xmlns:a="http://schemas.openxmlformats.org/drawingml/2006/main">
            <a:pathLst>
              <a:path w="5002393" h="1924704" fill="none">
                <a:moveTo>
                  <a:pt x="0" y="1157939"/>
                </a:moveTo>
                <a:lnTo>
                  <a:pt x="0" y="1924704"/>
                </a:lnTo>
                <a:lnTo>
                  <a:pt x="50529" y="1906330"/>
                </a:lnTo>
                <a:lnTo>
                  <a:pt x="101058" y="1887956"/>
                </a:lnTo>
                <a:lnTo>
                  <a:pt x="151588" y="1870751"/>
                </a:lnTo>
                <a:lnTo>
                  <a:pt x="202117" y="1853500"/>
                </a:lnTo>
                <a:lnTo>
                  <a:pt x="252646" y="1835265"/>
                </a:lnTo>
                <a:lnTo>
                  <a:pt x="303175" y="1819899"/>
                </a:lnTo>
                <a:lnTo>
                  <a:pt x="353705" y="1802976"/>
                </a:lnTo>
                <a:lnTo>
                  <a:pt x="404234" y="1786140"/>
                </a:lnTo>
                <a:lnTo>
                  <a:pt x="454763" y="1769402"/>
                </a:lnTo>
                <a:lnTo>
                  <a:pt x="505292" y="1753030"/>
                </a:lnTo>
                <a:lnTo>
                  <a:pt x="555821" y="1736658"/>
                </a:lnTo>
                <a:lnTo>
                  <a:pt x="606351" y="1721475"/>
                </a:lnTo>
                <a:lnTo>
                  <a:pt x="656880" y="1706591"/>
                </a:lnTo>
                <a:lnTo>
                  <a:pt x="707409" y="1691705"/>
                </a:lnTo>
                <a:lnTo>
                  <a:pt x="757938" y="1675737"/>
                </a:lnTo>
                <a:lnTo>
                  <a:pt x="808467" y="1657262"/>
                </a:lnTo>
                <a:lnTo>
                  <a:pt x="858997" y="1641749"/>
                </a:lnTo>
                <a:lnTo>
                  <a:pt x="909526" y="1628316"/>
                </a:lnTo>
                <a:lnTo>
                  <a:pt x="960055" y="1613914"/>
                </a:lnTo>
                <a:lnTo>
                  <a:pt x="1010584" y="1598872"/>
                </a:lnTo>
                <a:lnTo>
                  <a:pt x="1061114" y="1582468"/>
                </a:lnTo>
                <a:lnTo>
                  <a:pt x="1111643" y="1566650"/>
                </a:lnTo>
                <a:lnTo>
                  <a:pt x="1162172" y="1550979"/>
                </a:lnTo>
                <a:lnTo>
                  <a:pt x="1212701" y="1536138"/>
                </a:lnTo>
                <a:lnTo>
                  <a:pt x="1263230" y="1521326"/>
                </a:lnTo>
                <a:lnTo>
                  <a:pt x="1313760" y="1506296"/>
                </a:lnTo>
                <a:lnTo>
                  <a:pt x="1364289" y="1491117"/>
                </a:lnTo>
                <a:lnTo>
                  <a:pt x="1414818" y="1476797"/>
                </a:lnTo>
                <a:lnTo>
                  <a:pt x="1465347" y="1461957"/>
                </a:lnTo>
                <a:lnTo>
                  <a:pt x="1515877" y="1447316"/>
                </a:lnTo>
                <a:lnTo>
                  <a:pt x="1566406" y="1432317"/>
                </a:lnTo>
                <a:lnTo>
                  <a:pt x="1616935" y="1416558"/>
                </a:lnTo>
                <a:lnTo>
                  <a:pt x="1667464" y="1403136"/>
                </a:lnTo>
                <a:lnTo>
                  <a:pt x="1717993" y="1392392"/>
                </a:lnTo>
                <a:lnTo>
                  <a:pt x="1768522" y="1379402"/>
                </a:lnTo>
                <a:lnTo>
                  <a:pt x="1819052" y="1364556"/>
                </a:lnTo>
                <a:lnTo>
                  <a:pt x="1869581" y="1349684"/>
                </a:lnTo>
                <a:lnTo>
                  <a:pt x="1920110" y="1334784"/>
                </a:lnTo>
                <a:lnTo>
                  <a:pt x="1970640" y="1319965"/>
                </a:lnTo>
                <a:lnTo>
                  <a:pt x="2021169" y="1305131"/>
                </a:lnTo>
                <a:lnTo>
                  <a:pt x="2071698" y="1292142"/>
                </a:lnTo>
                <a:lnTo>
                  <a:pt x="2122227" y="1278702"/>
                </a:lnTo>
                <a:lnTo>
                  <a:pt x="2172756" y="1263314"/>
                </a:lnTo>
                <a:lnTo>
                  <a:pt x="2223285" y="1248014"/>
                </a:lnTo>
                <a:lnTo>
                  <a:pt x="2273815" y="1234451"/>
                </a:lnTo>
                <a:lnTo>
                  <a:pt x="2324344" y="1224376"/>
                </a:lnTo>
                <a:lnTo>
                  <a:pt x="2374873" y="1210457"/>
                </a:lnTo>
                <a:lnTo>
                  <a:pt x="2425402" y="1196052"/>
                </a:lnTo>
                <a:lnTo>
                  <a:pt x="2475932" y="1181647"/>
                </a:lnTo>
                <a:lnTo>
                  <a:pt x="2526461" y="1168720"/>
                </a:lnTo>
                <a:lnTo>
                  <a:pt x="2576990" y="1158843"/>
                </a:lnTo>
                <a:lnTo>
                  <a:pt x="2627519" y="1147763"/>
                </a:lnTo>
                <a:lnTo>
                  <a:pt x="2678048" y="1135659"/>
                </a:lnTo>
                <a:lnTo>
                  <a:pt x="2728578" y="1122909"/>
                </a:lnTo>
                <a:lnTo>
                  <a:pt x="2779107" y="1113992"/>
                </a:lnTo>
                <a:lnTo>
                  <a:pt x="2829636" y="1102208"/>
                </a:lnTo>
                <a:lnTo>
                  <a:pt x="2880165" y="1090268"/>
                </a:lnTo>
                <a:lnTo>
                  <a:pt x="2930695" y="1086642"/>
                </a:lnTo>
                <a:lnTo>
                  <a:pt x="2981224" y="1076387"/>
                </a:lnTo>
                <a:lnTo>
                  <a:pt x="3031753" y="1065179"/>
                </a:lnTo>
                <a:lnTo>
                  <a:pt x="3082282" y="1052002"/>
                </a:lnTo>
                <a:lnTo>
                  <a:pt x="3132811" y="1042068"/>
                </a:lnTo>
                <a:lnTo>
                  <a:pt x="3183340" y="1035395"/>
                </a:lnTo>
                <a:lnTo>
                  <a:pt x="3233870" y="1024903"/>
                </a:lnTo>
                <a:lnTo>
                  <a:pt x="3284399" y="1015595"/>
                </a:lnTo>
                <a:lnTo>
                  <a:pt x="3334928" y="1006557"/>
                </a:lnTo>
                <a:lnTo>
                  <a:pt x="3385458" y="999745"/>
                </a:lnTo>
                <a:lnTo>
                  <a:pt x="3435987" y="993437"/>
                </a:lnTo>
                <a:lnTo>
                  <a:pt x="3486516" y="987194"/>
                </a:lnTo>
                <a:lnTo>
                  <a:pt x="3537045" y="977882"/>
                </a:lnTo>
                <a:lnTo>
                  <a:pt x="3587574" y="969025"/>
                </a:lnTo>
                <a:lnTo>
                  <a:pt x="3638104" y="962858"/>
                </a:lnTo>
                <a:lnTo>
                  <a:pt x="3688633" y="953957"/>
                </a:lnTo>
                <a:lnTo>
                  <a:pt x="3739162" y="945041"/>
                </a:lnTo>
                <a:lnTo>
                  <a:pt x="3789691" y="936173"/>
                </a:lnTo>
                <a:lnTo>
                  <a:pt x="3840220" y="927279"/>
                </a:lnTo>
                <a:lnTo>
                  <a:pt x="3890750" y="918384"/>
                </a:lnTo>
                <a:lnTo>
                  <a:pt x="3941279" y="909489"/>
                </a:lnTo>
                <a:lnTo>
                  <a:pt x="3991808" y="900489"/>
                </a:lnTo>
                <a:lnTo>
                  <a:pt x="4042337" y="893449"/>
                </a:lnTo>
                <a:lnTo>
                  <a:pt x="4092867" y="887560"/>
                </a:lnTo>
                <a:lnTo>
                  <a:pt x="4143396" y="879102"/>
                </a:lnTo>
                <a:lnTo>
                  <a:pt x="4193925" y="874935"/>
                </a:lnTo>
                <a:lnTo>
                  <a:pt x="4244454" y="869883"/>
                </a:lnTo>
                <a:lnTo>
                  <a:pt x="4294983" y="864007"/>
                </a:lnTo>
                <a:lnTo>
                  <a:pt x="4345513" y="859682"/>
                </a:lnTo>
                <a:lnTo>
                  <a:pt x="4396042" y="855089"/>
                </a:lnTo>
                <a:lnTo>
                  <a:pt x="4446571" y="849618"/>
                </a:lnTo>
                <a:lnTo>
                  <a:pt x="4497100" y="844096"/>
                </a:lnTo>
                <a:lnTo>
                  <a:pt x="4547630" y="838567"/>
                </a:lnTo>
                <a:lnTo>
                  <a:pt x="4598159" y="833158"/>
                </a:lnTo>
                <a:lnTo>
                  <a:pt x="4648688" y="829912"/>
                </a:lnTo>
                <a:lnTo>
                  <a:pt x="4699217" y="827843"/>
                </a:lnTo>
                <a:lnTo>
                  <a:pt x="4749746" y="825819"/>
                </a:lnTo>
                <a:lnTo>
                  <a:pt x="4800276" y="822393"/>
                </a:lnTo>
                <a:lnTo>
                  <a:pt x="4850805" y="817446"/>
                </a:lnTo>
                <a:lnTo>
                  <a:pt x="4901334" y="811093"/>
                </a:lnTo>
                <a:lnTo>
                  <a:pt x="4951863" y="804857"/>
                </a:lnTo>
                <a:lnTo>
                  <a:pt x="5002393" y="798947"/>
                </a:lnTo>
                <a:lnTo>
                  <a:pt x="5002393" y="0"/>
                </a:lnTo>
                <a:lnTo>
                  <a:pt x="4951863" y="17692"/>
                </a:lnTo>
                <a:lnTo>
                  <a:pt x="4901334" y="35384"/>
                </a:lnTo>
                <a:lnTo>
                  <a:pt x="4850805" y="53075"/>
                </a:lnTo>
                <a:lnTo>
                  <a:pt x="4800276" y="70733"/>
                </a:lnTo>
                <a:lnTo>
                  <a:pt x="4749746" y="88291"/>
                </a:lnTo>
                <a:lnTo>
                  <a:pt x="4699217" y="105849"/>
                </a:lnTo>
                <a:lnTo>
                  <a:pt x="4648688" y="123408"/>
                </a:lnTo>
                <a:lnTo>
                  <a:pt x="4598159" y="140966"/>
                </a:lnTo>
                <a:lnTo>
                  <a:pt x="4547630" y="158524"/>
                </a:lnTo>
                <a:lnTo>
                  <a:pt x="4497100" y="176087"/>
                </a:lnTo>
                <a:lnTo>
                  <a:pt x="4446571" y="193735"/>
                </a:lnTo>
                <a:lnTo>
                  <a:pt x="4396042" y="207952"/>
                </a:lnTo>
                <a:lnTo>
                  <a:pt x="4345513" y="221940"/>
                </a:lnTo>
                <a:lnTo>
                  <a:pt x="4294983" y="235929"/>
                </a:lnTo>
                <a:lnTo>
                  <a:pt x="4244454" y="249917"/>
                </a:lnTo>
                <a:lnTo>
                  <a:pt x="4193925" y="267525"/>
                </a:lnTo>
                <a:lnTo>
                  <a:pt x="4143396" y="285691"/>
                </a:lnTo>
                <a:lnTo>
                  <a:pt x="4092867" y="303856"/>
                </a:lnTo>
                <a:lnTo>
                  <a:pt x="4042337" y="322021"/>
                </a:lnTo>
                <a:lnTo>
                  <a:pt x="3991808" y="340219"/>
                </a:lnTo>
                <a:lnTo>
                  <a:pt x="3941279" y="358460"/>
                </a:lnTo>
                <a:lnTo>
                  <a:pt x="3890750" y="376701"/>
                </a:lnTo>
                <a:lnTo>
                  <a:pt x="3840220" y="394942"/>
                </a:lnTo>
                <a:lnTo>
                  <a:pt x="3789691" y="413183"/>
                </a:lnTo>
                <a:lnTo>
                  <a:pt x="3739162" y="431425"/>
                </a:lnTo>
                <a:lnTo>
                  <a:pt x="3688633" y="449550"/>
                </a:lnTo>
                <a:lnTo>
                  <a:pt x="3638104" y="465415"/>
                </a:lnTo>
                <a:lnTo>
                  <a:pt x="3587574" y="481279"/>
                </a:lnTo>
                <a:lnTo>
                  <a:pt x="3537045" y="497144"/>
                </a:lnTo>
                <a:lnTo>
                  <a:pt x="3486516" y="513008"/>
                </a:lnTo>
                <a:lnTo>
                  <a:pt x="3435987" y="528873"/>
                </a:lnTo>
                <a:lnTo>
                  <a:pt x="3385458" y="544737"/>
                </a:lnTo>
                <a:lnTo>
                  <a:pt x="3334928" y="560602"/>
                </a:lnTo>
                <a:lnTo>
                  <a:pt x="3284399" y="576467"/>
                </a:lnTo>
                <a:lnTo>
                  <a:pt x="3233870" y="592331"/>
                </a:lnTo>
                <a:lnTo>
                  <a:pt x="3183340" y="608196"/>
                </a:lnTo>
                <a:lnTo>
                  <a:pt x="3132811" y="624060"/>
                </a:lnTo>
                <a:lnTo>
                  <a:pt x="3082282" y="639928"/>
                </a:lnTo>
                <a:lnTo>
                  <a:pt x="3031753" y="655859"/>
                </a:lnTo>
                <a:lnTo>
                  <a:pt x="2981224" y="671791"/>
                </a:lnTo>
                <a:lnTo>
                  <a:pt x="2930695" y="687722"/>
                </a:lnTo>
                <a:lnTo>
                  <a:pt x="2880165" y="703653"/>
                </a:lnTo>
                <a:lnTo>
                  <a:pt x="2829636" y="721050"/>
                </a:lnTo>
                <a:lnTo>
                  <a:pt x="2779107" y="738897"/>
                </a:lnTo>
                <a:lnTo>
                  <a:pt x="2728578" y="749207"/>
                </a:lnTo>
                <a:lnTo>
                  <a:pt x="2678048" y="760088"/>
                </a:lnTo>
                <a:lnTo>
                  <a:pt x="2627519" y="776940"/>
                </a:lnTo>
                <a:lnTo>
                  <a:pt x="2576990" y="792675"/>
                </a:lnTo>
                <a:lnTo>
                  <a:pt x="2526461" y="808173"/>
                </a:lnTo>
                <a:lnTo>
                  <a:pt x="2475932" y="822220"/>
                </a:lnTo>
                <a:lnTo>
                  <a:pt x="2425402" y="836124"/>
                </a:lnTo>
                <a:lnTo>
                  <a:pt x="2374873" y="847297"/>
                </a:lnTo>
                <a:lnTo>
                  <a:pt x="2324344" y="857757"/>
                </a:lnTo>
                <a:lnTo>
                  <a:pt x="2273815" y="870935"/>
                </a:lnTo>
                <a:lnTo>
                  <a:pt x="2223285" y="881593"/>
                </a:lnTo>
                <a:lnTo>
                  <a:pt x="2172756" y="890215"/>
                </a:lnTo>
                <a:lnTo>
                  <a:pt x="2122227" y="900213"/>
                </a:lnTo>
                <a:lnTo>
                  <a:pt x="2071698" y="907071"/>
                </a:lnTo>
                <a:lnTo>
                  <a:pt x="2021169" y="920799"/>
                </a:lnTo>
                <a:lnTo>
                  <a:pt x="1970640" y="928033"/>
                </a:lnTo>
                <a:lnTo>
                  <a:pt x="1920110" y="938703"/>
                </a:lnTo>
                <a:lnTo>
                  <a:pt x="1869581" y="948146"/>
                </a:lnTo>
                <a:lnTo>
                  <a:pt x="1819052" y="953478"/>
                </a:lnTo>
                <a:lnTo>
                  <a:pt x="1768522" y="958863"/>
                </a:lnTo>
                <a:lnTo>
                  <a:pt x="1717993" y="966828"/>
                </a:lnTo>
                <a:lnTo>
                  <a:pt x="1667464" y="978719"/>
                </a:lnTo>
                <a:lnTo>
                  <a:pt x="1616935" y="984383"/>
                </a:lnTo>
                <a:lnTo>
                  <a:pt x="1566406" y="996653"/>
                </a:lnTo>
                <a:lnTo>
                  <a:pt x="1515877" y="1005176"/>
                </a:lnTo>
                <a:lnTo>
                  <a:pt x="1465347" y="1013205"/>
                </a:lnTo>
                <a:lnTo>
                  <a:pt x="1414818" y="1018568"/>
                </a:lnTo>
                <a:lnTo>
                  <a:pt x="1364289" y="1025117"/>
                </a:lnTo>
                <a:lnTo>
                  <a:pt x="1313760" y="1031692"/>
                </a:lnTo>
                <a:lnTo>
                  <a:pt x="1263230" y="1037249"/>
                </a:lnTo>
                <a:lnTo>
                  <a:pt x="1212701" y="1042746"/>
                </a:lnTo>
                <a:lnTo>
                  <a:pt x="1162172" y="1045727"/>
                </a:lnTo>
                <a:lnTo>
                  <a:pt x="1111643" y="1046937"/>
                </a:lnTo>
                <a:lnTo>
                  <a:pt x="1061114" y="1047633"/>
                </a:lnTo>
                <a:lnTo>
                  <a:pt x="1010584" y="1052344"/>
                </a:lnTo>
                <a:lnTo>
                  <a:pt x="960055" y="1059450"/>
                </a:lnTo>
                <a:lnTo>
                  <a:pt x="909526" y="1066557"/>
                </a:lnTo>
                <a:lnTo>
                  <a:pt x="858997" y="1073664"/>
                </a:lnTo>
                <a:lnTo>
                  <a:pt x="808467" y="1078526"/>
                </a:lnTo>
                <a:lnTo>
                  <a:pt x="757938" y="1085182"/>
                </a:lnTo>
                <a:lnTo>
                  <a:pt x="707409" y="1091970"/>
                </a:lnTo>
                <a:lnTo>
                  <a:pt x="656880" y="1098757"/>
                </a:lnTo>
                <a:lnTo>
                  <a:pt x="606351" y="1105553"/>
                </a:lnTo>
                <a:lnTo>
                  <a:pt x="555821" y="1108844"/>
                </a:lnTo>
                <a:lnTo>
                  <a:pt x="505292" y="1111200"/>
                </a:lnTo>
                <a:lnTo>
                  <a:pt x="454763" y="1115400"/>
                </a:lnTo>
                <a:lnTo>
                  <a:pt x="404234" y="1121825"/>
                </a:lnTo>
                <a:lnTo>
                  <a:pt x="353705" y="1128250"/>
                </a:lnTo>
                <a:lnTo>
                  <a:pt x="303175" y="1134150"/>
                </a:lnTo>
                <a:lnTo>
                  <a:pt x="252646" y="1138115"/>
                </a:lnTo>
                <a:lnTo>
                  <a:pt x="202117" y="1142080"/>
                </a:lnTo>
                <a:lnTo>
                  <a:pt x="151588" y="1146044"/>
                </a:lnTo>
                <a:lnTo>
                  <a:pt x="101058" y="1150009"/>
                </a:lnTo>
                <a:lnTo>
                  <a:pt x="50529" y="1153974"/>
                </a:lnTo>
                <a:lnTo>
                  <a:pt x="0" y="115793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548" cap="flat">
            <a:solidFill>
              <a:srgbClr val="FFFFFF">
                <a:alpha val="15000"/>
              </a:srgbClr>
            </a:solidFill>
            <a:round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9CCA2E-6DF6-4D97-A136-DEC854170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929" y="688789"/>
            <a:ext cx="5002393" cy="1168588"/>
          </a:xfrm>
          <a:custGeom xmlns:a="http://schemas.openxmlformats.org/drawingml/2006/main">
            <a:pathLst>
              <a:path w="5002393" h="1168588" fill="none">
                <a:moveTo>
                  <a:pt x="0" y="1168588"/>
                </a:moveTo>
                <a:lnTo>
                  <a:pt x="50529" y="1156784"/>
                </a:lnTo>
                <a:lnTo>
                  <a:pt x="101058" y="1144980"/>
                </a:lnTo>
                <a:lnTo>
                  <a:pt x="151588" y="1133176"/>
                </a:lnTo>
                <a:lnTo>
                  <a:pt x="202117" y="1121372"/>
                </a:lnTo>
                <a:lnTo>
                  <a:pt x="252646" y="1109568"/>
                </a:lnTo>
                <a:lnTo>
                  <a:pt x="303175" y="1097764"/>
                </a:lnTo>
                <a:lnTo>
                  <a:pt x="353705" y="1085960"/>
                </a:lnTo>
                <a:lnTo>
                  <a:pt x="404234" y="1074156"/>
                </a:lnTo>
                <a:lnTo>
                  <a:pt x="454763" y="1062352"/>
                </a:lnTo>
                <a:lnTo>
                  <a:pt x="505292" y="1050549"/>
                </a:lnTo>
                <a:lnTo>
                  <a:pt x="555821" y="1038745"/>
                </a:lnTo>
                <a:lnTo>
                  <a:pt x="606351" y="1026941"/>
                </a:lnTo>
                <a:lnTo>
                  <a:pt x="656880" y="1015137"/>
                </a:lnTo>
                <a:lnTo>
                  <a:pt x="707409" y="1003333"/>
                </a:lnTo>
                <a:lnTo>
                  <a:pt x="757938" y="991529"/>
                </a:lnTo>
                <a:lnTo>
                  <a:pt x="808467" y="979725"/>
                </a:lnTo>
                <a:lnTo>
                  <a:pt x="858997" y="967921"/>
                </a:lnTo>
                <a:lnTo>
                  <a:pt x="909526" y="956117"/>
                </a:lnTo>
                <a:lnTo>
                  <a:pt x="960055" y="944313"/>
                </a:lnTo>
                <a:lnTo>
                  <a:pt x="1010584" y="932509"/>
                </a:lnTo>
                <a:lnTo>
                  <a:pt x="1061114" y="920706"/>
                </a:lnTo>
                <a:lnTo>
                  <a:pt x="1111643" y="908902"/>
                </a:lnTo>
                <a:lnTo>
                  <a:pt x="1162172" y="897098"/>
                </a:lnTo>
                <a:lnTo>
                  <a:pt x="1212701" y="885294"/>
                </a:lnTo>
                <a:lnTo>
                  <a:pt x="1263230" y="873490"/>
                </a:lnTo>
                <a:lnTo>
                  <a:pt x="1313760" y="861686"/>
                </a:lnTo>
                <a:lnTo>
                  <a:pt x="1364289" y="849882"/>
                </a:lnTo>
                <a:lnTo>
                  <a:pt x="1414818" y="838078"/>
                </a:lnTo>
                <a:lnTo>
                  <a:pt x="1465347" y="826274"/>
                </a:lnTo>
                <a:lnTo>
                  <a:pt x="1515877" y="814470"/>
                </a:lnTo>
                <a:lnTo>
                  <a:pt x="1566406" y="802666"/>
                </a:lnTo>
                <a:lnTo>
                  <a:pt x="1616935" y="790862"/>
                </a:lnTo>
                <a:lnTo>
                  <a:pt x="1667464" y="779059"/>
                </a:lnTo>
                <a:lnTo>
                  <a:pt x="1717993" y="767254"/>
                </a:lnTo>
                <a:lnTo>
                  <a:pt x="1768522" y="755451"/>
                </a:lnTo>
                <a:lnTo>
                  <a:pt x="1819052" y="743647"/>
                </a:lnTo>
                <a:lnTo>
                  <a:pt x="1869581" y="731843"/>
                </a:lnTo>
                <a:lnTo>
                  <a:pt x="1920110" y="720039"/>
                </a:lnTo>
                <a:lnTo>
                  <a:pt x="1970640" y="708235"/>
                </a:lnTo>
                <a:lnTo>
                  <a:pt x="2021169" y="696431"/>
                </a:lnTo>
                <a:lnTo>
                  <a:pt x="2071698" y="684627"/>
                </a:lnTo>
                <a:lnTo>
                  <a:pt x="2122227" y="672823"/>
                </a:lnTo>
                <a:lnTo>
                  <a:pt x="2172756" y="661019"/>
                </a:lnTo>
                <a:lnTo>
                  <a:pt x="2223285" y="649215"/>
                </a:lnTo>
                <a:lnTo>
                  <a:pt x="2273815" y="637411"/>
                </a:lnTo>
                <a:lnTo>
                  <a:pt x="2324344" y="625608"/>
                </a:lnTo>
                <a:lnTo>
                  <a:pt x="2374873" y="613804"/>
                </a:lnTo>
                <a:lnTo>
                  <a:pt x="2425402" y="602000"/>
                </a:lnTo>
                <a:lnTo>
                  <a:pt x="2475932" y="590196"/>
                </a:lnTo>
                <a:lnTo>
                  <a:pt x="2526461" y="578392"/>
                </a:lnTo>
                <a:lnTo>
                  <a:pt x="2576990" y="566588"/>
                </a:lnTo>
                <a:lnTo>
                  <a:pt x="2627519" y="554784"/>
                </a:lnTo>
                <a:lnTo>
                  <a:pt x="2678048" y="542980"/>
                </a:lnTo>
                <a:lnTo>
                  <a:pt x="2728578" y="531176"/>
                </a:lnTo>
                <a:lnTo>
                  <a:pt x="2779107" y="519372"/>
                </a:lnTo>
                <a:lnTo>
                  <a:pt x="2829636" y="507568"/>
                </a:lnTo>
                <a:lnTo>
                  <a:pt x="2880165" y="495764"/>
                </a:lnTo>
                <a:lnTo>
                  <a:pt x="2930695" y="483961"/>
                </a:lnTo>
                <a:lnTo>
                  <a:pt x="2981224" y="472157"/>
                </a:lnTo>
                <a:lnTo>
                  <a:pt x="3031753" y="460353"/>
                </a:lnTo>
                <a:lnTo>
                  <a:pt x="3082282" y="448549"/>
                </a:lnTo>
                <a:lnTo>
                  <a:pt x="3132811" y="436745"/>
                </a:lnTo>
                <a:lnTo>
                  <a:pt x="3183340" y="424941"/>
                </a:lnTo>
                <a:lnTo>
                  <a:pt x="3233870" y="413137"/>
                </a:lnTo>
                <a:lnTo>
                  <a:pt x="3284399" y="401333"/>
                </a:lnTo>
                <a:lnTo>
                  <a:pt x="3334928" y="389529"/>
                </a:lnTo>
                <a:lnTo>
                  <a:pt x="3385458" y="377725"/>
                </a:lnTo>
                <a:lnTo>
                  <a:pt x="3435987" y="365921"/>
                </a:lnTo>
                <a:lnTo>
                  <a:pt x="3486516" y="354117"/>
                </a:lnTo>
                <a:lnTo>
                  <a:pt x="3537045" y="342313"/>
                </a:lnTo>
                <a:lnTo>
                  <a:pt x="3587574" y="330509"/>
                </a:lnTo>
                <a:lnTo>
                  <a:pt x="3638104" y="318706"/>
                </a:lnTo>
                <a:lnTo>
                  <a:pt x="3688633" y="306902"/>
                </a:lnTo>
                <a:lnTo>
                  <a:pt x="3739162" y="295098"/>
                </a:lnTo>
                <a:lnTo>
                  <a:pt x="3789691" y="283294"/>
                </a:lnTo>
                <a:lnTo>
                  <a:pt x="3840220" y="271490"/>
                </a:lnTo>
                <a:lnTo>
                  <a:pt x="3890750" y="259686"/>
                </a:lnTo>
                <a:lnTo>
                  <a:pt x="3941279" y="247882"/>
                </a:lnTo>
                <a:lnTo>
                  <a:pt x="3991808" y="236078"/>
                </a:lnTo>
                <a:lnTo>
                  <a:pt x="4042337" y="224274"/>
                </a:lnTo>
                <a:lnTo>
                  <a:pt x="4092867" y="212470"/>
                </a:lnTo>
                <a:lnTo>
                  <a:pt x="4143396" y="200667"/>
                </a:lnTo>
                <a:lnTo>
                  <a:pt x="4193925" y="188863"/>
                </a:lnTo>
                <a:lnTo>
                  <a:pt x="4244454" y="177059"/>
                </a:lnTo>
                <a:lnTo>
                  <a:pt x="4294983" y="165255"/>
                </a:lnTo>
                <a:lnTo>
                  <a:pt x="4345513" y="153451"/>
                </a:lnTo>
                <a:lnTo>
                  <a:pt x="4396042" y="141647"/>
                </a:lnTo>
                <a:lnTo>
                  <a:pt x="4446571" y="129843"/>
                </a:lnTo>
                <a:lnTo>
                  <a:pt x="4497100" y="118039"/>
                </a:lnTo>
                <a:lnTo>
                  <a:pt x="4547630" y="106235"/>
                </a:lnTo>
                <a:lnTo>
                  <a:pt x="4598159" y="94431"/>
                </a:lnTo>
                <a:lnTo>
                  <a:pt x="4648688" y="82627"/>
                </a:lnTo>
                <a:lnTo>
                  <a:pt x="4699217" y="70823"/>
                </a:lnTo>
                <a:lnTo>
                  <a:pt x="4749746" y="59019"/>
                </a:lnTo>
                <a:lnTo>
                  <a:pt x="4800276" y="47216"/>
                </a:lnTo>
                <a:lnTo>
                  <a:pt x="4850805" y="35412"/>
                </a:lnTo>
                <a:lnTo>
                  <a:pt x="4901334" y="23608"/>
                </a:lnTo>
                <a:lnTo>
                  <a:pt x="4951863" y="11804"/>
                </a:lnTo>
                <a:lnTo>
                  <a:pt x="50023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983" cap="rnd">
            <a:solidFill>
              <a:srgbClr val="FF8C00"/>
            </a:solidFill>
            <a:round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E35619-436C-4AA0-9475-D02C20812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809" y="147102"/>
            <a:ext cx="10" cy="2512894"/>
          </a:xfrm>
          <a:custGeom xmlns:a="http://schemas.openxmlformats.org/drawingml/2006/main">
            <a:pathLst>
              <a:path w="1" h="2512894" fill="none">
                <a:moveTo>
                  <a:pt x="0" y="251289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435" cap="sq">
            <a:solidFill>
              <a:srgbClr val="A9A9A9"/>
            </a:solidFill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E92915-9655-464A-83EA-FEF5C53F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442" y="147102"/>
            <a:ext cx="10" cy="2512894"/>
          </a:xfrm>
          <a:custGeom xmlns:a="http://schemas.openxmlformats.org/drawingml/2006/main">
            <a:pathLst>
              <a:path w="1" h="2512894" fill="none">
                <a:moveTo>
                  <a:pt x="0" y="251289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435" cap="sq">
            <a:solidFill>
              <a:srgbClr val="A9A9A9"/>
            </a:solidFill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6210E2-CD02-412A-81CC-CF67DDBC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809" y="2659996"/>
            <a:ext cx="5502632" cy="10"/>
          </a:xfrm>
          <a:custGeom xmlns:a="http://schemas.openxmlformats.org/drawingml/2006/main">
            <a:pathLst>
              <a:path w="5502632" h="1" fill="none">
                <a:moveTo>
                  <a:pt x="0" y="0"/>
                </a:moveTo>
                <a:lnTo>
                  <a:pt x="5502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435" cap="sq">
            <a:solidFill>
              <a:srgbClr val="A9A9A9"/>
            </a:solidFill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E9887D-CB1F-45F6-9C64-FF77D3A10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809" y="147102"/>
            <a:ext cx="5502632" cy="10"/>
          </a:xfrm>
          <a:custGeom xmlns:a="http://schemas.openxmlformats.org/drawingml/2006/main">
            <a:pathLst>
              <a:path w="5502632" h="1" fill="none">
                <a:moveTo>
                  <a:pt x="0" y="0"/>
                </a:moveTo>
                <a:lnTo>
                  <a:pt x="55026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435" cap="sq">
            <a:solidFill>
              <a:srgbClr val="A9A9A9"/>
            </a:solidFill>
            <a:miter/>
          </a:ln>
        </p:spPr>
      </p:sp>
      <p:sp>
        <p:nvSpPr>
          <p:cNvPr id="112" name="Text CodeLlama_13B">
            <a:extLst xmlns:a="http://schemas.openxmlformats.org/drawingml/2006/main">
              <a:ext uri="{FF2B5EF4-FFF2-40B4-BE49-F238E27FC236}">
                <a16:creationId xmlns:a16="http://schemas.microsoft.com/office/drawing/2014/main" id="{E0DA86BE-D104-49E8-AD7B-6A1AABB7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7565" y="1049722"/>
            <a:ext cx="1017838" cy="128562"/>
          </a:xfrm>
          <a:custGeom xmlns:a="http://schemas.openxmlformats.org/drawingml/2006/main">
            <a:pathLst>
              <a:path w="1017838" h="128562">
                <a:moveTo>
                  <a:pt x="74566" y="66040"/>
                </a:moveTo>
                <a:lnTo>
                  <a:pt x="87693" y="69356"/>
                </a:lnTo>
                <a:cubicBezTo>
                  <a:pt x="84941" y="80159"/>
                  <a:pt x="79990" y="88398"/>
                  <a:pt x="72840" y="94070"/>
                </a:cubicBezTo>
                <a:cubicBezTo>
                  <a:pt x="65691" y="99743"/>
                  <a:pt x="56951" y="102579"/>
                  <a:pt x="46621" y="102579"/>
                </a:cubicBezTo>
                <a:cubicBezTo>
                  <a:pt x="35930" y="102579"/>
                  <a:pt x="27235" y="100402"/>
                  <a:pt x="20536" y="96049"/>
                </a:cubicBezTo>
                <a:cubicBezTo>
                  <a:pt x="13837" y="91696"/>
                  <a:pt x="8740" y="85392"/>
                  <a:pt x="5244" y="77137"/>
                </a:cubicBezTo>
                <a:cubicBezTo>
                  <a:pt x="1748" y="68882"/>
                  <a:pt x="0" y="60018"/>
                  <a:pt x="0" y="50545"/>
                </a:cubicBezTo>
                <a:cubicBezTo>
                  <a:pt x="0" y="40215"/>
                  <a:pt x="1974" y="31204"/>
                  <a:pt x="5921" y="23513"/>
                </a:cubicBezTo>
                <a:cubicBezTo>
                  <a:pt x="9868" y="15822"/>
                  <a:pt x="15484" y="9980"/>
                  <a:pt x="22769" y="5988"/>
                </a:cubicBezTo>
                <a:cubicBezTo>
                  <a:pt x="30054" y="1996"/>
                  <a:pt x="38072" y="0"/>
                  <a:pt x="46824" y="0"/>
                </a:cubicBezTo>
                <a:cubicBezTo>
                  <a:pt x="56748" y="0"/>
                  <a:pt x="65093" y="2526"/>
                  <a:pt x="71859" y="7578"/>
                </a:cubicBezTo>
                <a:cubicBezTo>
                  <a:pt x="78626" y="12631"/>
                  <a:pt x="83340" y="19735"/>
                  <a:pt x="86001" y="28893"/>
                </a:cubicBezTo>
                <a:lnTo>
                  <a:pt x="73077" y="31937"/>
                </a:lnTo>
                <a:cubicBezTo>
                  <a:pt x="70777" y="24696"/>
                  <a:pt x="67439" y="19424"/>
                  <a:pt x="63063" y="16121"/>
                </a:cubicBezTo>
                <a:cubicBezTo>
                  <a:pt x="58687" y="12817"/>
                  <a:pt x="53184" y="11165"/>
                  <a:pt x="46553" y="11165"/>
                </a:cubicBezTo>
                <a:cubicBezTo>
                  <a:pt x="38929" y="11165"/>
                  <a:pt x="32558" y="12995"/>
                  <a:pt x="27438" y="16656"/>
                </a:cubicBezTo>
                <a:cubicBezTo>
                  <a:pt x="22318" y="20315"/>
                  <a:pt x="18720" y="25230"/>
                  <a:pt x="16645" y="31398"/>
                </a:cubicBezTo>
                <a:cubicBezTo>
                  <a:pt x="14570" y="37566"/>
                  <a:pt x="13533" y="43925"/>
                  <a:pt x="13533" y="50475"/>
                </a:cubicBezTo>
                <a:cubicBezTo>
                  <a:pt x="13533" y="58925"/>
                  <a:pt x="14762" y="66302"/>
                  <a:pt x="17221" y="72606"/>
                </a:cubicBezTo>
                <a:cubicBezTo>
                  <a:pt x="19679" y="78910"/>
                  <a:pt x="23502" y="83621"/>
                  <a:pt x="28690" y="86739"/>
                </a:cubicBezTo>
                <a:cubicBezTo>
                  <a:pt x="33877" y="89856"/>
                  <a:pt x="39493" y="91414"/>
                  <a:pt x="45538" y="91414"/>
                </a:cubicBezTo>
                <a:cubicBezTo>
                  <a:pt x="52891" y="91414"/>
                  <a:pt x="59116" y="89283"/>
                  <a:pt x="64213" y="85020"/>
                </a:cubicBezTo>
                <a:cubicBezTo>
                  <a:pt x="69311" y="80757"/>
                  <a:pt x="72762" y="74431"/>
                  <a:pt x="74566" y="66040"/>
                </a:cubicBezTo>
                <a:close/>
                <a:moveTo>
                  <a:pt x="97751" y="65025"/>
                </a:moveTo>
                <a:cubicBezTo>
                  <a:pt x="97751" y="51718"/>
                  <a:pt x="101450" y="41862"/>
                  <a:pt x="108848" y="35456"/>
                </a:cubicBezTo>
                <a:cubicBezTo>
                  <a:pt x="115028" y="30133"/>
                  <a:pt x="122562" y="27472"/>
                  <a:pt x="131448" y="27472"/>
                </a:cubicBezTo>
                <a:cubicBezTo>
                  <a:pt x="141327" y="27472"/>
                  <a:pt x="149402" y="30708"/>
                  <a:pt x="155672" y="37181"/>
                </a:cubicBezTo>
                <a:cubicBezTo>
                  <a:pt x="161942" y="43655"/>
                  <a:pt x="165077" y="52598"/>
                  <a:pt x="165077" y="64010"/>
                </a:cubicBezTo>
                <a:cubicBezTo>
                  <a:pt x="165077" y="73258"/>
                  <a:pt x="163690" y="80532"/>
                  <a:pt x="160916" y="85832"/>
                </a:cubicBezTo>
                <a:cubicBezTo>
                  <a:pt x="158142" y="91132"/>
                  <a:pt x="154104" y="95249"/>
                  <a:pt x="148804" y="98181"/>
                </a:cubicBezTo>
                <a:cubicBezTo>
                  <a:pt x="143504" y="101113"/>
                  <a:pt x="137718" y="102579"/>
                  <a:pt x="131448" y="102579"/>
                </a:cubicBezTo>
                <a:cubicBezTo>
                  <a:pt x="121389" y="102579"/>
                  <a:pt x="113258" y="99354"/>
                  <a:pt x="107055" y="92903"/>
                </a:cubicBezTo>
                <a:cubicBezTo>
                  <a:pt x="100853" y="86452"/>
                  <a:pt x="97751" y="77160"/>
                  <a:pt x="97751" y="65025"/>
                </a:cubicBezTo>
                <a:moveTo>
                  <a:pt x="110269" y="64991"/>
                </a:moveTo>
                <a:cubicBezTo>
                  <a:pt x="110269" y="74160"/>
                  <a:pt x="112277" y="81025"/>
                  <a:pt x="116291" y="85587"/>
                </a:cubicBezTo>
                <a:cubicBezTo>
                  <a:pt x="120306" y="90148"/>
                  <a:pt x="125358" y="92429"/>
                  <a:pt x="131448" y="92429"/>
                </a:cubicBezTo>
                <a:cubicBezTo>
                  <a:pt x="137493" y="92429"/>
                  <a:pt x="142522" y="90137"/>
                  <a:pt x="146537" y="85553"/>
                </a:cubicBezTo>
                <a:cubicBezTo>
                  <a:pt x="150552" y="80969"/>
                  <a:pt x="152559" y="73980"/>
                  <a:pt x="152559" y="64588"/>
                </a:cubicBezTo>
                <a:cubicBezTo>
                  <a:pt x="152559" y="55733"/>
                  <a:pt x="150541" y="49025"/>
                  <a:pt x="146503" y="44464"/>
                </a:cubicBezTo>
                <a:cubicBezTo>
                  <a:pt x="142466" y="39902"/>
                  <a:pt x="137448" y="37621"/>
                  <a:pt x="131448" y="37621"/>
                </a:cubicBezTo>
                <a:cubicBezTo>
                  <a:pt x="125358" y="37621"/>
                  <a:pt x="120306" y="39891"/>
                  <a:pt x="116291" y="44430"/>
                </a:cubicBezTo>
                <a:cubicBezTo>
                  <a:pt x="112277" y="48969"/>
                  <a:pt x="110269" y="55823"/>
                  <a:pt x="110269" y="64991"/>
                </a:cubicBezTo>
                <a:close/>
                <a:moveTo>
                  <a:pt x="225954" y="100955"/>
                </a:moveTo>
                <a:lnTo>
                  <a:pt x="225954" y="91888"/>
                </a:lnTo>
                <a:cubicBezTo>
                  <a:pt x="221398" y="99015"/>
                  <a:pt x="214699" y="102579"/>
                  <a:pt x="205858" y="102579"/>
                </a:cubicBezTo>
                <a:cubicBezTo>
                  <a:pt x="200129" y="102579"/>
                  <a:pt x="194862" y="101000"/>
                  <a:pt x="190058" y="97842"/>
                </a:cubicBezTo>
                <a:cubicBezTo>
                  <a:pt x="185254" y="94685"/>
                  <a:pt x="181532" y="90275"/>
                  <a:pt x="178894" y="84614"/>
                </a:cubicBezTo>
                <a:cubicBezTo>
                  <a:pt x="176255" y="78953"/>
                  <a:pt x="174935" y="72446"/>
                  <a:pt x="174935" y="65093"/>
                </a:cubicBezTo>
                <a:cubicBezTo>
                  <a:pt x="174935" y="57921"/>
                  <a:pt x="176131" y="51413"/>
                  <a:pt x="178521" y="45572"/>
                </a:cubicBezTo>
                <a:cubicBezTo>
                  <a:pt x="180912" y="39730"/>
                  <a:pt x="184498" y="35253"/>
                  <a:pt x="189280" y="32140"/>
                </a:cubicBezTo>
                <a:cubicBezTo>
                  <a:pt x="194062" y="29028"/>
                  <a:pt x="199407" y="27472"/>
                  <a:pt x="205316" y="27472"/>
                </a:cubicBezTo>
                <a:cubicBezTo>
                  <a:pt x="209647" y="27472"/>
                  <a:pt x="213504" y="28385"/>
                  <a:pt x="216887" y="30212"/>
                </a:cubicBezTo>
                <a:cubicBezTo>
                  <a:pt x="220270" y="32039"/>
                  <a:pt x="223022" y="34418"/>
                  <a:pt x="225142" y="37351"/>
                </a:cubicBezTo>
                <a:lnTo>
                  <a:pt x="225142" y="1759"/>
                </a:lnTo>
                <a:lnTo>
                  <a:pt x="237254" y="1759"/>
                </a:lnTo>
                <a:lnTo>
                  <a:pt x="237254" y="100955"/>
                </a:lnTo>
                <a:lnTo>
                  <a:pt x="225954" y="100955"/>
                </a:lnTo>
                <a:moveTo>
                  <a:pt x="187453" y="65059"/>
                </a:moveTo>
                <a:cubicBezTo>
                  <a:pt x="187453" y="74228"/>
                  <a:pt x="189393" y="81081"/>
                  <a:pt x="193272" y="85621"/>
                </a:cubicBezTo>
                <a:cubicBezTo>
                  <a:pt x="197152" y="90160"/>
                  <a:pt x="201730" y="92429"/>
                  <a:pt x="207008" y="92429"/>
                </a:cubicBezTo>
                <a:cubicBezTo>
                  <a:pt x="212331" y="92429"/>
                  <a:pt x="216853" y="90261"/>
                  <a:pt x="220575" y="85925"/>
                </a:cubicBezTo>
                <a:cubicBezTo>
                  <a:pt x="224296" y="81587"/>
                  <a:pt x="226157" y="74969"/>
                  <a:pt x="226157" y="66070"/>
                </a:cubicBezTo>
                <a:cubicBezTo>
                  <a:pt x="226157" y="56273"/>
                  <a:pt x="224262" y="49082"/>
                  <a:pt x="220473" y="44498"/>
                </a:cubicBezTo>
                <a:cubicBezTo>
                  <a:pt x="216684" y="39913"/>
                  <a:pt x="212015" y="37621"/>
                  <a:pt x="206467" y="37621"/>
                </a:cubicBezTo>
                <a:cubicBezTo>
                  <a:pt x="201054" y="37621"/>
                  <a:pt x="196531" y="39824"/>
                  <a:pt x="192900" y="44229"/>
                </a:cubicBezTo>
                <a:cubicBezTo>
                  <a:pt x="189269" y="48633"/>
                  <a:pt x="187453" y="55576"/>
                  <a:pt x="187453" y="65059"/>
                </a:cubicBezTo>
                <a:close/>
                <a:moveTo>
                  <a:pt x="305574" y="77814"/>
                </a:moveTo>
                <a:lnTo>
                  <a:pt x="318159" y="79370"/>
                </a:lnTo>
                <a:cubicBezTo>
                  <a:pt x="316174" y="86723"/>
                  <a:pt x="312498" y="92429"/>
                  <a:pt x="307130" y="96489"/>
                </a:cubicBezTo>
                <a:cubicBezTo>
                  <a:pt x="301762" y="100549"/>
                  <a:pt x="294905" y="102579"/>
                  <a:pt x="286560" y="102579"/>
                </a:cubicBezTo>
                <a:cubicBezTo>
                  <a:pt x="276050" y="102579"/>
                  <a:pt x="267716" y="99342"/>
                  <a:pt x="261558" y="92869"/>
                </a:cubicBezTo>
                <a:cubicBezTo>
                  <a:pt x="255401" y="86396"/>
                  <a:pt x="252322" y="77318"/>
                  <a:pt x="252322" y="65634"/>
                </a:cubicBezTo>
                <a:cubicBezTo>
                  <a:pt x="252322" y="53545"/>
                  <a:pt x="255435" y="44162"/>
                  <a:pt x="261660" y="37486"/>
                </a:cubicBezTo>
                <a:cubicBezTo>
                  <a:pt x="267885" y="30810"/>
                  <a:pt x="275959" y="27472"/>
                  <a:pt x="285883" y="27472"/>
                </a:cubicBezTo>
                <a:cubicBezTo>
                  <a:pt x="295492" y="27472"/>
                  <a:pt x="303341" y="30737"/>
                  <a:pt x="309431" y="37268"/>
                </a:cubicBezTo>
                <a:cubicBezTo>
                  <a:pt x="315520" y="43798"/>
                  <a:pt x="318565" y="52985"/>
                  <a:pt x="318565" y="64829"/>
                </a:cubicBezTo>
                <a:cubicBezTo>
                  <a:pt x="318565" y="65549"/>
                  <a:pt x="318543" y="66629"/>
                  <a:pt x="318498" y="68070"/>
                </a:cubicBezTo>
                <a:lnTo>
                  <a:pt x="264908" y="68070"/>
                </a:lnTo>
                <a:cubicBezTo>
                  <a:pt x="265359" y="75942"/>
                  <a:pt x="267592" y="81969"/>
                  <a:pt x="271606" y="86153"/>
                </a:cubicBezTo>
                <a:cubicBezTo>
                  <a:pt x="275621" y="90337"/>
                  <a:pt x="280628" y="92429"/>
                  <a:pt x="286628" y="92429"/>
                </a:cubicBezTo>
                <a:cubicBezTo>
                  <a:pt x="291094" y="92429"/>
                  <a:pt x="294905" y="91268"/>
                  <a:pt x="298063" y="88945"/>
                </a:cubicBezTo>
                <a:cubicBezTo>
                  <a:pt x="301221" y="86620"/>
                  <a:pt x="303724" y="82910"/>
                  <a:pt x="305574" y="77814"/>
                </a:cubicBezTo>
                <a:moveTo>
                  <a:pt x="265584" y="57921"/>
                </a:moveTo>
                <a:lnTo>
                  <a:pt x="305709" y="57921"/>
                </a:lnTo>
                <a:cubicBezTo>
                  <a:pt x="305168" y="51975"/>
                  <a:pt x="303634" y="47515"/>
                  <a:pt x="301108" y="44542"/>
                </a:cubicBezTo>
                <a:cubicBezTo>
                  <a:pt x="297228" y="39928"/>
                  <a:pt x="292199" y="37621"/>
                  <a:pt x="286019" y="37621"/>
                </a:cubicBezTo>
                <a:cubicBezTo>
                  <a:pt x="280425" y="37621"/>
                  <a:pt x="275722" y="39463"/>
                  <a:pt x="271911" y="43146"/>
                </a:cubicBezTo>
                <a:cubicBezTo>
                  <a:pt x="268099" y="46829"/>
                  <a:pt x="265990" y="51753"/>
                  <a:pt x="265584" y="57921"/>
                </a:cubicBezTo>
                <a:close/>
                <a:moveTo>
                  <a:pt x="334445" y="100955"/>
                </a:moveTo>
                <a:lnTo>
                  <a:pt x="334445" y="1759"/>
                </a:lnTo>
                <a:lnTo>
                  <a:pt x="347572" y="1759"/>
                </a:lnTo>
                <a:lnTo>
                  <a:pt x="347572" y="89249"/>
                </a:lnTo>
                <a:lnTo>
                  <a:pt x="396426" y="89249"/>
                </a:lnTo>
                <a:lnTo>
                  <a:pt x="396426" y="100955"/>
                </a:lnTo>
                <a:lnTo>
                  <a:pt x="334445" y="100955"/>
                </a:lnTo>
                <a:close/>
                <a:moveTo>
                  <a:pt x="410208" y="100955"/>
                </a:moveTo>
                <a:lnTo>
                  <a:pt x="410208" y="1759"/>
                </a:lnTo>
                <a:lnTo>
                  <a:pt x="422387" y="1759"/>
                </a:lnTo>
                <a:lnTo>
                  <a:pt x="422387" y="100955"/>
                </a:lnTo>
                <a:lnTo>
                  <a:pt x="410208" y="100955"/>
                </a:lnTo>
                <a:close/>
                <a:moveTo>
                  <a:pt x="488134" y="92082"/>
                </a:moveTo>
                <a:cubicBezTo>
                  <a:pt x="483623" y="95920"/>
                  <a:pt x="479281" y="98628"/>
                  <a:pt x="475108" y="100208"/>
                </a:cubicBezTo>
                <a:cubicBezTo>
                  <a:pt x="470936" y="101789"/>
                  <a:pt x="466459" y="102579"/>
                  <a:pt x="461677" y="102579"/>
                </a:cubicBezTo>
                <a:cubicBezTo>
                  <a:pt x="453783" y="102579"/>
                  <a:pt x="447716" y="100649"/>
                  <a:pt x="443475" y="96789"/>
                </a:cubicBezTo>
                <a:cubicBezTo>
                  <a:pt x="439235" y="92930"/>
                  <a:pt x="437115" y="87998"/>
                  <a:pt x="437115" y="81994"/>
                </a:cubicBezTo>
                <a:cubicBezTo>
                  <a:pt x="437115" y="78474"/>
                  <a:pt x="437916" y="75259"/>
                  <a:pt x="439517" y="72348"/>
                </a:cubicBezTo>
                <a:cubicBezTo>
                  <a:pt x="441118" y="69435"/>
                  <a:pt x="443216" y="67099"/>
                  <a:pt x="445810" y="65338"/>
                </a:cubicBezTo>
                <a:cubicBezTo>
                  <a:pt x="448403" y="63578"/>
                  <a:pt x="451324" y="62246"/>
                  <a:pt x="454572" y="61344"/>
                </a:cubicBezTo>
                <a:cubicBezTo>
                  <a:pt x="456963" y="60711"/>
                  <a:pt x="460572" y="60101"/>
                  <a:pt x="465398" y="59515"/>
                </a:cubicBezTo>
                <a:cubicBezTo>
                  <a:pt x="475232" y="58350"/>
                  <a:pt x="482472" y="56962"/>
                  <a:pt x="487119" y="55349"/>
                </a:cubicBezTo>
                <a:cubicBezTo>
                  <a:pt x="487164" y="53687"/>
                  <a:pt x="487186" y="52631"/>
                  <a:pt x="487186" y="52182"/>
                </a:cubicBezTo>
                <a:cubicBezTo>
                  <a:pt x="487186" y="47238"/>
                  <a:pt x="486036" y="43755"/>
                  <a:pt x="483735" y="41734"/>
                </a:cubicBezTo>
                <a:cubicBezTo>
                  <a:pt x="480623" y="38992"/>
                  <a:pt x="475999" y="37621"/>
                  <a:pt x="469864" y="37621"/>
                </a:cubicBezTo>
                <a:cubicBezTo>
                  <a:pt x="464135" y="37621"/>
                  <a:pt x="459906" y="38625"/>
                  <a:pt x="457177" y="40632"/>
                </a:cubicBezTo>
                <a:cubicBezTo>
                  <a:pt x="454448" y="42640"/>
                  <a:pt x="452429" y="46192"/>
                  <a:pt x="451121" y="51289"/>
                </a:cubicBezTo>
                <a:lnTo>
                  <a:pt x="439212" y="49665"/>
                </a:lnTo>
                <a:cubicBezTo>
                  <a:pt x="440295" y="44553"/>
                  <a:pt x="442077" y="40424"/>
                  <a:pt x="444558" y="37279"/>
                </a:cubicBezTo>
                <a:cubicBezTo>
                  <a:pt x="447039" y="34134"/>
                  <a:pt x="450625" y="31713"/>
                  <a:pt x="455317" y="30018"/>
                </a:cubicBezTo>
                <a:cubicBezTo>
                  <a:pt x="460008" y="28320"/>
                  <a:pt x="465444" y="27472"/>
                  <a:pt x="471624" y="27472"/>
                </a:cubicBezTo>
                <a:cubicBezTo>
                  <a:pt x="477758" y="27472"/>
                  <a:pt x="482743" y="28193"/>
                  <a:pt x="486577" y="29637"/>
                </a:cubicBezTo>
                <a:cubicBezTo>
                  <a:pt x="490412" y="31080"/>
                  <a:pt x="493231" y="32896"/>
                  <a:pt x="495035" y="35084"/>
                </a:cubicBezTo>
                <a:cubicBezTo>
                  <a:pt x="496840" y="37272"/>
                  <a:pt x="498103" y="40035"/>
                  <a:pt x="498825" y="43373"/>
                </a:cubicBezTo>
                <a:cubicBezTo>
                  <a:pt x="499231" y="45448"/>
                  <a:pt x="499434" y="49192"/>
                  <a:pt x="499434" y="54605"/>
                </a:cubicBezTo>
                <a:lnTo>
                  <a:pt x="499434" y="70844"/>
                </a:lnTo>
                <a:cubicBezTo>
                  <a:pt x="499434" y="82167"/>
                  <a:pt x="499693" y="89328"/>
                  <a:pt x="500212" y="92328"/>
                </a:cubicBezTo>
                <a:cubicBezTo>
                  <a:pt x="500730" y="95328"/>
                  <a:pt x="501757" y="98203"/>
                  <a:pt x="503290" y="100955"/>
                </a:cubicBezTo>
                <a:lnTo>
                  <a:pt x="490570" y="100955"/>
                </a:lnTo>
                <a:cubicBezTo>
                  <a:pt x="489306" y="98426"/>
                  <a:pt x="488494" y="95468"/>
                  <a:pt x="488134" y="92082"/>
                </a:cubicBezTo>
                <a:moveTo>
                  <a:pt x="487119" y="64822"/>
                </a:moveTo>
                <a:cubicBezTo>
                  <a:pt x="482698" y="66642"/>
                  <a:pt x="476067" y="68189"/>
                  <a:pt x="467225" y="69461"/>
                </a:cubicBezTo>
                <a:cubicBezTo>
                  <a:pt x="462218" y="70186"/>
                  <a:pt x="458677" y="71002"/>
                  <a:pt x="456602" y="71908"/>
                </a:cubicBezTo>
                <a:cubicBezTo>
                  <a:pt x="454527" y="72813"/>
                  <a:pt x="452926" y="74138"/>
                  <a:pt x="451798" y="75883"/>
                </a:cubicBezTo>
                <a:cubicBezTo>
                  <a:pt x="450670" y="77627"/>
                  <a:pt x="450106" y="79563"/>
                  <a:pt x="450106" y="81692"/>
                </a:cubicBezTo>
                <a:cubicBezTo>
                  <a:pt x="450106" y="84952"/>
                  <a:pt x="451336" y="87670"/>
                  <a:pt x="453794" y="89845"/>
                </a:cubicBezTo>
                <a:cubicBezTo>
                  <a:pt x="456253" y="92019"/>
                  <a:pt x="459850" y="93106"/>
                  <a:pt x="464586" y="93106"/>
                </a:cubicBezTo>
                <a:cubicBezTo>
                  <a:pt x="469278" y="93106"/>
                  <a:pt x="473450" y="92075"/>
                  <a:pt x="477104" y="90012"/>
                </a:cubicBezTo>
                <a:cubicBezTo>
                  <a:pt x="480758" y="87950"/>
                  <a:pt x="483442" y="85129"/>
                  <a:pt x="485156" y="81548"/>
                </a:cubicBezTo>
                <a:cubicBezTo>
                  <a:pt x="486465" y="78782"/>
                  <a:pt x="487119" y="74703"/>
                  <a:pt x="487119" y="69309"/>
                </a:cubicBezTo>
                <a:lnTo>
                  <a:pt x="487119" y="64822"/>
                </a:lnTo>
                <a:close/>
                <a:moveTo>
                  <a:pt x="518291" y="100955"/>
                </a:moveTo>
                <a:lnTo>
                  <a:pt x="518291" y="29096"/>
                </a:lnTo>
                <a:lnTo>
                  <a:pt x="529185" y="29096"/>
                </a:lnTo>
                <a:lnTo>
                  <a:pt x="529185" y="39110"/>
                </a:lnTo>
                <a:cubicBezTo>
                  <a:pt x="531440" y="35611"/>
                  <a:pt x="534440" y="32797"/>
                  <a:pt x="538184" y="30667"/>
                </a:cubicBezTo>
                <a:cubicBezTo>
                  <a:pt x="541928" y="28537"/>
                  <a:pt x="546191" y="27472"/>
                  <a:pt x="550973" y="27472"/>
                </a:cubicBezTo>
                <a:cubicBezTo>
                  <a:pt x="556296" y="27472"/>
                  <a:pt x="560660" y="28571"/>
                  <a:pt x="564066" y="30770"/>
                </a:cubicBezTo>
                <a:cubicBezTo>
                  <a:pt x="567471" y="32968"/>
                  <a:pt x="569873" y="36041"/>
                  <a:pt x="571272" y="39990"/>
                </a:cubicBezTo>
                <a:cubicBezTo>
                  <a:pt x="576956" y="31644"/>
                  <a:pt x="584354" y="27472"/>
                  <a:pt x="593466" y="27472"/>
                </a:cubicBezTo>
                <a:cubicBezTo>
                  <a:pt x="600593" y="27472"/>
                  <a:pt x="606074" y="29445"/>
                  <a:pt x="609908" y="33392"/>
                </a:cubicBezTo>
                <a:cubicBezTo>
                  <a:pt x="613742" y="37339"/>
                  <a:pt x="615660" y="43418"/>
                  <a:pt x="615660" y="51628"/>
                </a:cubicBezTo>
                <a:lnTo>
                  <a:pt x="615660" y="100955"/>
                </a:lnTo>
                <a:lnTo>
                  <a:pt x="603548" y="100955"/>
                </a:lnTo>
                <a:lnTo>
                  <a:pt x="603548" y="55639"/>
                </a:lnTo>
                <a:cubicBezTo>
                  <a:pt x="603548" y="50762"/>
                  <a:pt x="603153" y="47251"/>
                  <a:pt x="602364" y="45107"/>
                </a:cubicBezTo>
                <a:cubicBezTo>
                  <a:pt x="601574" y="42961"/>
                  <a:pt x="600142" y="41234"/>
                  <a:pt x="598067" y="39924"/>
                </a:cubicBezTo>
                <a:cubicBezTo>
                  <a:pt x="595992" y="38614"/>
                  <a:pt x="593556" y="37960"/>
                  <a:pt x="590759" y="37960"/>
                </a:cubicBezTo>
                <a:cubicBezTo>
                  <a:pt x="585707" y="37960"/>
                  <a:pt x="581512" y="39642"/>
                  <a:pt x="578174" y="43007"/>
                </a:cubicBezTo>
                <a:cubicBezTo>
                  <a:pt x="574836" y="46370"/>
                  <a:pt x="573166" y="51755"/>
                  <a:pt x="573166" y="59162"/>
                </a:cubicBezTo>
                <a:lnTo>
                  <a:pt x="573166" y="100955"/>
                </a:lnTo>
                <a:lnTo>
                  <a:pt x="560987" y="100955"/>
                </a:lnTo>
                <a:lnTo>
                  <a:pt x="560987" y="54216"/>
                </a:lnTo>
                <a:cubicBezTo>
                  <a:pt x="560987" y="48797"/>
                  <a:pt x="559995" y="44733"/>
                  <a:pt x="558010" y="42024"/>
                </a:cubicBezTo>
                <a:cubicBezTo>
                  <a:pt x="556025" y="39314"/>
                  <a:pt x="552777" y="37960"/>
                  <a:pt x="548266" y="37960"/>
                </a:cubicBezTo>
                <a:cubicBezTo>
                  <a:pt x="544838" y="37960"/>
                  <a:pt x="541669" y="38863"/>
                  <a:pt x="538759" y="40670"/>
                </a:cubicBezTo>
                <a:cubicBezTo>
                  <a:pt x="535850" y="42476"/>
                  <a:pt x="533741" y="45118"/>
                  <a:pt x="532433" y="48596"/>
                </a:cubicBezTo>
                <a:cubicBezTo>
                  <a:pt x="531124" y="52072"/>
                  <a:pt x="530470" y="57084"/>
                  <a:pt x="530470" y="63632"/>
                </a:cubicBezTo>
                <a:lnTo>
                  <a:pt x="530470" y="100955"/>
                </a:lnTo>
                <a:lnTo>
                  <a:pt x="518291" y="100955"/>
                </a:lnTo>
                <a:close/>
                <a:moveTo>
                  <a:pt x="680616" y="92082"/>
                </a:moveTo>
                <a:cubicBezTo>
                  <a:pt x="676105" y="95920"/>
                  <a:pt x="671763" y="98628"/>
                  <a:pt x="667591" y="100208"/>
                </a:cubicBezTo>
                <a:cubicBezTo>
                  <a:pt x="663418" y="101789"/>
                  <a:pt x="658941" y="102579"/>
                  <a:pt x="654159" y="102579"/>
                </a:cubicBezTo>
                <a:cubicBezTo>
                  <a:pt x="646265" y="102579"/>
                  <a:pt x="640198" y="100649"/>
                  <a:pt x="635958" y="96789"/>
                </a:cubicBezTo>
                <a:cubicBezTo>
                  <a:pt x="631717" y="92930"/>
                  <a:pt x="629597" y="87998"/>
                  <a:pt x="629597" y="81994"/>
                </a:cubicBezTo>
                <a:cubicBezTo>
                  <a:pt x="629597" y="78474"/>
                  <a:pt x="630398" y="75259"/>
                  <a:pt x="631999" y="72348"/>
                </a:cubicBezTo>
                <a:cubicBezTo>
                  <a:pt x="633601" y="69435"/>
                  <a:pt x="635698" y="67099"/>
                  <a:pt x="638292" y="65338"/>
                </a:cubicBezTo>
                <a:cubicBezTo>
                  <a:pt x="640886" y="63578"/>
                  <a:pt x="643807" y="62246"/>
                  <a:pt x="647055" y="61344"/>
                </a:cubicBezTo>
                <a:cubicBezTo>
                  <a:pt x="649445" y="60711"/>
                  <a:pt x="653054" y="60101"/>
                  <a:pt x="657881" y="59515"/>
                </a:cubicBezTo>
                <a:cubicBezTo>
                  <a:pt x="667715" y="58350"/>
                  <a:pt x="674955" y="56962"/>
                  <a:pt x="679601" y="55349"/>
                </a:cubicBezTo>
                <a:cubicBezTo>
                  <a:pt x="679646" y="53687"/>
                  <a:pt x="679669" y="52631"/>
                  <a:pt x="679669" y="52182"/>
                </a:cubicBezTo>
                <a:cubicBezTo>
                  <a:pt x="679669" y="47238"/>
                  <a:pt x="678518" y="43755"/>
                  <a:pt x="676218" y="41734"/>
                </a:cubicBezTo>
                <a:cubicBezTo>
                  <a:pt x="673105" y="38992"/>
                  <a:pt x="668482" y="37621"/>
                  <a:pt x="662347" y="37621"/>
                </a:cubicBezTo>
                <a:cubicBezTo>
                  <a:pt x="656618" y="37621"/>
                  <a:pt x="652389" y="38625"/>
                  <a:pt x="649660" y="40632"/>
                </a:cubicBezTo>
                <a:cubicBezTo>
                  <a:pt x="646930" y="42640"/>
                  <a:pt x="644912" y="46192"/>
                  <a:pt x="643604" y="51289"/>
                </a:cubicBezTo>
                <a:lnTo>
                  <a:pt x="631695" y="49665"/>
                </a:lnTo>
                <a:cubicBezTo>
                  <a:pt x="632777" y="44553"/>
                  <a:pt x="634559" y="40424"/>
                  <a:pt x="637040" y="37279"/>
                </a:cubicBezTo>
                <a:cubicBezTo>
                  <a:pt x="639521" y="34134"/>
                  <a:pt x="643107" y="31713"/>
                  <a:pt x="647799" y="30018"/>
                </a:cubicBezTo>
                <a:cubicBezTo>
                  <a:pt x="652490" y="28320"/>
                  <a:pt x="657926" y="27472"/>
                  <a:pt x="664106" y="27472"/>
                </a:cubicBezTo>
                <a:cubicBezTo>
                  <a:pt x="670241" y="27472"/>
                  <a:pt x="675225" y="28193"/>
                  <a:pt x="679060" y="29637"/>
                </a:cubicBezTo>
                <a:cubicBezTo>
                  <a:pt x="682894" y="31080"/>
                  <a:pt x="685713" y="32896"/>
                  <a:pt x="687518" y="35084"/>
                </a:cubicBezTo>
                <a:cubicBezTo>
                  <a:pt x="689322" y="37272"/>
                  <a:pt x="690585" y="40035"/>
                  <a:pt x="691307" y="43373"/>
                </a:cubicBezTo>
                <a:cubicBezTo>
                  <a:pt x="691713" y="45448"/>
                  <a:pt x="691916" y="49192"/>
                  <a:pt x="691916" y="54605"/>
                </a:cubicBezTo>
                <a:lnTo>
                  <a:pt x="691916" y="70844"/>
                </a:lnTo>
                <a:cubicBezTo>
                  <a:pt x="691916" y="82167"/>
                  <a:pt x="692175" y="89328"/>
                  <a:pt x="692694" y="92328"/>
                </a:cubicBezTo>
                <a:cubicBezTo>
                  <a:pt x="693213" y="95328"/>
                  <a:pt x="694239" y="98203"/>
                  <a:pt x="695773" y="100955"/>
                </a:cubicBezTo>
                <a:lnTo>
                  <a:pt x="683052" y="100955"/>
                </a:lnTo>
                <a:cubicBezTo>
                  <a:pt x="681789" y="98426"/>
                  <a:pt x="680977" y="95468"/>
                  <a:pt x="680616" y="92082"/>
                </a:cubicBezTo>
                <a:moveTo>
                  <a:pt x="679601" y="64822"/>
                </a:moveTo>
                <a:cubicBezTo>
                  <a:pt x="675180" y="66642"/>
                  <a:pt x="668549" y="68189"/>
                  <a:pt x="659708" y="69461"/>
                </a:cubicBezTo>
                <a:cubicBezTo>
                  <a:pt x="654701" y="70186"/>
                  <a:pt x="651159" y="71002"/>
                  <a:pt x="649084" y="71908"/>
                </a:cubicBezTo>
                <a:cubicBezTo>
                  <a:pt x="647009" y="72813"/>
                  <a:pt x="645408" y="74138"/>
                  <a:pt x="644280" y="75883"/>
                </a:cubicBezTo>
                <a:cubicBezTo>
                  <a:pt x="643153" y="77627"/>
                  <a:pt x="642589" y="79563"/>
                  <a:pt x="642589" y="81692"/>
                </a:cubicBezTo>
                <a:cubicBezTo>
                  <a:pt x="642589" y="84952"/>
                  <a:pt x="643818" y="87670"/>
                  <a:pt x="646276" y="89845"/>
                </a:cubicBezTo>
                <a:cubicBezTo>
                  <a:pt x="648735" y="92019"/>
                  <a:pt x="652332" y="93106"/>
                  <a:pt x="657069" y="93106"/>
                </a:cubicBezTo>
                <a:cubicBezTo>
                  <a:pt x="661760" y="93106"/>
                  <a:pt x="665933" y="92075"/>
                  <a:pt x="669587" y="90012"/>
                </a:cubicBezTo>
                <a:cubicBezTo>
                  <a:pt x="673241" y="87950"/>
                  <a:pt x="675925" y="85129"/>
                  <a:pt x="677639" y="81548"/>
                </a:cubicBezTo>
                <a:cubicBezTo>
                  <a:pt x="678947" y="78782"/>
                  <a:pt x="679601" y="74703"/>
                  <a:pt x="679601" y="69309"/>
                </a:cubicBezTo>
                <a:lnTo>
                  <a:pt x="679601" y="64822"/>
                </a:lnTo>
                <a:close/>
                <a:moveTo>
                  <a:pt x="699541" y="128562"/>
                </a:moveTo>
                <a:lnTo>
                  <a:pt x="699541" y="119766"/>
                </a:lnTo>
                <a:lnTo>
                  <a:pt x="780264" y="119766"/>
                </a:lnTo>
                <a:lnTo>
                  <a:pt x="780264" y="128562"/>
                </a:lnTo>
                <a:lnTo>
                  <a:pt x="699541" y="128562"/>
                </a:lnTo>
                <a:close/>
                <a:moveTo>
                  <a:pt x="830314" y="100955"/>
                </a:moveTo>
                <a:lnTo>
                  <a:pt x="818135" y="100955"/>
                </a:lnTo>
                <a:lnTo>
                  <a:pt x="818135" y="23344"/>
                </a:lnTo>
                <a:cubicBezTo>
                  <a:pt x="815203" y="26141"/>
                  <a:pt x="811357" y="28938"/>
                  <a:pt x="806598" y="31734"/>
                </a:cubicBezTo>
                <a:cubicBezTo>
                  <a:pt x="801839" y="34531"/>
                  <a:pt x="797565" y="36629"/>
                  <a:pt x="793776" y="38027"/>
                </a:cubicBezTo>
                <a:lnTo>
                  <a:pt x="793776" y="26254"/>
                </a:lnTo>
                <a:cubicBezTo>
                  <a:pt x="800587" y="23051"/>
                  <a:pt x="806542" y="19172"/>
                  <a:pt x="811639" y="14615"/>
                </a:cubicBezTo>
                <a:cubicBezTo>
                  <a:pt x="816737" y="10059"/>
                  <a:pt x="820345" y="5639"/>
                  <a:pt x="822465" y="1353"/>
                </a:cubicBezTo>
                <a:lnTo>
                  <a:pt x="830314" y="1353"/>
                </a:lnTo>
                <a:lnTo>
                  <a:pt x="830314" y="100955"/>
                </a:lnTo>
                <a:close/>
                <a:moveTo>
                  <a:pt x="861554" y="74566"/>
                </a:moveTo>
                <a:lnTo>
                  <a:pt x="873734" y="72942"/>
                </a:lnTo>
                <a:cubicBezTo>
                  <a:pt x="875132" y="79844"/>
                  <a:pt x="877512" y="84817"/>
                  <a:pt x="880872" y="87862"/>
                </a:cubicBezTo>
                <a:cubicBezTo>
                  <a:pt x="884233" y="90907"/>
                  <a:pt x="888327" y="92429"/>
                  <a:pt x="893153" y="92429"/>
                </a:cubicBezTo>
                <a:cubicBezTo>
                  <a:pt x="898882" y="92429"/>
                  <a:pt x="903720" y="90448"/>
                  <a:pt x="907667" y="86485"/>
                </a:cubicBezTo>
                <a:cubicBezTo>
                  <a:pt x="911615" y="82523"/>
                  <a:pt x="913588" y="77614"/>
                  <a:pt x="913588" y="71760"/>
                </a:cubicBezTo>
                <a:cubicBezTo>
                  <a:pt x="913588" y="66175"/>
                  <a:pt x="911761" y="61570"/>
                  <a:pt x="908107" y="57946"/>
                </a:cubicBezTo>
                <a:cubicBezTo>
                  <a:pt x="904453" y="54320"/>
                  <a:pt x="899807" y="52507"/>
                  <a:pt x="894168" y="52507"/>
                </a:cubicBezTo>
                <a:cubicBezTo>
                  <a:pt x="891868" y="52507"/>
                  <a:pt x="889003" y="52958"/>
                  <a:pt x="885575" y="53861"/>
                </a:cubicBezTo>
                <a:lnTo>
                  <a:pt x="886928" y="43170"/>
                </a:lnTo>
                <a:cubicBezTo>
                  <a:pt x="887740" y="43260"/>
                  <a:pt x="888394" y="43305"/>
                  <a:pt x="888891" y="43305"/>
                </a:cubicBezTo>
                <a:cubicBezTo>
                  <a:pt x="894078" y="43305"/>
                  <a:pt x="898747" y="41963"/>
                  <a:pt x="902897" y="39279"/>
                </a:cubicBezTo>
                <a:cubicBezTo>
                  <a:pt x="907047" y="36595"/>
                  <a:pt x="909122" y="32458"/>
                  <a:pt x="909122" y="26867"/>
                </a:cubicBezTo>
                <a:cubicBezTo>
                  <a:pt x="909122" y="22439"/>
                  <a:pt x="907611" y="18772"/>
                  <a:pt x="904589" y="15865"/>
                </a:cubicBezTo>
                <a:cubicBezTo>
                  <a:pt x="901566" y="12957"/>
                  <a:pt x="897664" y="11503"/>
                  <a:pt x="892883" y="11503"/>
                </a:cubicBezTo>
                <a:cubicBezTo>
                  <a:pt x="888146" y="11503"/>
                  <a:pt x="884199" y="12992"/>
                  <a:pt x="881042" y="15969"/>
                </a:cubicBezTo>
                <a:cubicBezTo>
                  <a:pt x="877884" y="18946"/>
                  <a:pt x="875854" y="23412"/>
                  <a:pt x="874952" y="29366"/>
                </a:cubicBezTo>
                <a:lnTo>
                  <a:pt x="862772" y="27201"/>
                </a:lnTo>
                <a:cubicBezTo>
                  <a:pt x="864261" y="18994"/>
                  <a:pt x="867644" y="12634"/>
                  <a:pt x="872922" y="8122"/>
                </a:cubicBezTo>
                <a:cubicBezTo>
                  <a:pt x="878200" y="3609"/>
                  <a:pt x="884763" y="1353"/>
                  <a:pt x="892612" y="1353"/>
                </a:cubicBezTo>
                <a:cubicBezTo>
                  <a:pt x="898025" y="1353"/>
                  <a:pt x="903010" y="2511"/>
                  <a:pt x="907566" y="4827"/>
                </a:cubicBezTo>
                <a:cubicBezTo>
                  <a:pt x="912122" y="7143"/>
                  <a:pt x="915607" y="10303"/>
                  <a:pt x="918020" y="14307"/>
                </a:cubicBezTo>
                <a:cubicBezTo>
                  <a:pt x="920433" y="18309"/>
                  <a:pt x="921640" y="22559"/>
                  <a:pt x="921640" y="27057"/>
                </a:cubicBezTo>
                <a:cubicBezTo>
                  <a:pt x="921640" y="31330"/>
                  <a:pt x="920490" y="35221"/>
                  <a:pt x="918189" y="38729"/>
                </a:cubicBezTo>
                <a:cubicBezTo>
                  <a:pt x="915889" y="42237"/>
                  <a:pt x="912483" y="45025"/>
                  <a:pt x="907972" y="47094"/>
                </a:cubicBezTo>
                <a:cubicBezTo>
                  <a:pt x="913836" y="48448"/>
                  <a:pt x="918392" y="51256"/>
                  <a:pt x="921640" y="55518"/>
                </a:cubicBezTo>
                <a:cubicBezTo>
                  <a:pt x="924888" y="59781"/>
                  <a:pt x="926512" y="65115"/>
                  <a:pt x="926512" y="71521"/>
                </a:cubicBezTo>
                <a:cubicBezTo>
                  <a:pt x="926512" y="80182"/>
                  <a:pt x="923354" y="87524"/>
                  <a:pt x="917039" y="93546"/>
                </a:cubicBezTo>
                <a:cubicBezTo>
                  <a:pt x="910724" y="99568"/>
                  <a:pt x="902739" y="102579"/>
                  <a:pt x="893086" y="102579"/>
                </a:cubicBezTo>
                <a:cubicBezTo>
                  <a:pt x="884380" y="102579"/>
                  <a:pt x="877151" y="99979"/>
                  <a:pt x="871399" y="94778"/>
                </a:cubicBezTo>
                <a:cubicBezTo>
                  <a:pt x="865648" y="89578"/>
                  <a:pt x="862366" y="82841"/>
                  <a:pt x="861554" y="74566"/>
                </a:cubicBezTo>
                <a:close/>
                <a:moveTo>
                  <a:pt x="942933" y="100955"/>
                </a:moveTo>
                <a:lnTo>
                  <a:pt x="942933" y="1759"/>
                </a:lnTo>
                <a:lnTo>
                  <a:pt x="980149" y="1759"/>
                </a:lnTo>
                <a:cubicBezTo>
                  <a:pt x="987727" y="1759"/>
                  <a:pt x="993805" y="2763"/>
                  <a:pt x="998384" y="4770"/>
                </a:cubicBezTo>
                <a:cubicBezTo>
                  <a:pt x="1002963" y="6778"/>
                  <a:pt x="1006549" y="9868"/>
                  <a:pt x="1009143" y="14040"/>
                </a:cubicBezTo>
                <a:cubicBezTo>
                  <a:pt x="1011736" y="18213"/>
                  <a:pt x="1013033" y="22577"/>
                  <a:pt x="1013033" y="27133"/>
                </a:cubicBezTo>
                <a:cubicBezTo>
                  <a:pt x="1013033" y="31374"/>
                  <a:pt x="1011883" y="35366"/>
                  <a:pt x="1009582" y="39110"/>
                </a:cubicBezTo>
                <a:cubicBezTo>
                  <a:pt x="1007282" y="42854"/>
                  <a:pt x="1003808" y="45876"/>
                  <a:pt x="999162" y="48177"/>
                </a:cubicBezTo>
                <a:cubicBezTo>
                  <a:pt x="1005162" y="49936"/>
                  <a:pt x="1009774" y="52936"/>
                  <a:pt x="1013000" y="57176"/>
                </a:cubicBezTo>
                <a:cubicBezTo>
                  <a:pt x="1016225" y="61416"/>
                  <a:pt x="1017838" y="66424"/>
                  <a:pt x="1017838" y="72198"/>
                </a:cubicBezTo>
                <a:cubicBezTo>
                  <a:pt x="1017838" y="76844"/>
                  <a:pt x="1016856" y="81163"/>
                  <a:pt x="1014894" y="85155"/>
                </a:cubicBezTo>
                <a:cubicBezTo>
                  <a:pt x="1012932" y="89148"/>
                  <a:pt x="1010507" y="92226"/>
                  <a:pt x="1007620" y="94391"/>
                </a:cubicBezTo>
                <a:cubicBezTo>
                  <a:pt x="1004733" y="96557"/>
                  <a:pt x="1001113" y="98192"/>
                  <a:pt x="996760" y="99297"/>
                </a:cubicBezTo>
                <a:cubicBezTo>
                  <a:pt x="992407" y="100402"/>
                  <a:pt x="987073" y="100955"/>
                  <a:pt x="980758" y="100955"/>
                </a:cubicBezTo>
                <a:lnTo>
                  <a:pt x="942933" y="100955"/>
                </a:lnTo>
                <a:moveTo>
                  <a:pt x="956060" y="43440"/>
                </a:moveTo>
                <a:lnTo>
                  <a:pt x="977510" y="43440"/>
                </a:lnTo>
                <a:cubicBezTo>
                  <a:pt x="983329" y="43440"/>
                  <a:pt x="987501" y="43057"/>
                  <a:pt x="990028" y="42290"/>
                </a:cubicBezTo>
                <a:cubicBezTo>
                  <a:pt x="993366" y="41298"/>
                  <a:pt x="995880" y="39651"/>
                  <a:pt x="997572" y="37351"/>
                </a:cubicBezTo>
                <a:cubicBezTo>
                  <a:pt x="999264" y="35050"/>
                  <a:pt x="1000110" y="32163"/>
                  <a:pt x="1000110" y="28690"/>
                </a:cubicBezTo>
                <a:cubicBezTo>
                  <a:pt x="1000110" y="25397"/>
                  <a:pt x="999320" y="22498"/>
                  <a:pt x="997741" y="19995"/>
                </a:cubicBezTo>
                <a:cubicBezTo>
                  <a:pt x="996162" y="17491"/>
                  <a:pt x="993907" y="15777"/>
                  <a:pt x="990975" y="14852"/>
                </a:cubicBezTo>
                <a:cubicBezTo>
                  <a:pt x="988043" y="13928"/>
                  <a:pt x="983013" y="13465"/>
                  <a:pt x="975886" y="13465"/>
                </a:cubicBezTo>
                <a:lnTo>
                  <a:pt x="956060" y="13465"/>
                </a:lnTo>
                <a:lnTo>
                  <a:pt x="956060" y="43440"/>
                </a:lnTo>
                <a:moveTo>
                  <a:pt x="956060" y="89249"/>
                </a:moveTo>
                <a:lnTo>
                  <a:pt x="980758" y="89249"/>
                </a:lnTo>
                <a:cubicBezTo>
                  <a:pt x="984998" y="89249"/>
                  <a:pt x="987975" y="89091"/>
                  <a:pt x="989689" y="88775"/>
                </a:cubicBezTo>
                <a:cubicBezTo>
                  <a:pt x="992712" y="88234"/>
                  <a:pt x="995238" y="87332"/>
                  <a:pt x="997268" y="86069"/>
                </a:cubicBezTo>
                <a:cubicBezTo>
                  <a:pt x="999298" y="84806"/>
                  <a:pt x="1000967" y="82968"/>
                  <a:pt x="1002275" y="80554"/>
                </a:cubicBezTo>
                <a:cubicBezTo>
                  <a:pt x="1003583" y="78141"/>
                  <a:pt x="1004237" y="75355"/>
                  <a:pt x="1004237" y="72198"/>
                </a:cubicBezTo>
                <a:cubicBezTo>
                  <a:pt x="1004237" y="68499"/>
                  <a:pt x="1003290" y="65285"/>
                  <a:pt x="1001395" y="62556"/>
                </a:cubicBezTo>
                <a:cubicBezTo>
                  <a:pt x="999501" y="59826"/>
                  <a:pt x="996873" y="57909"/>
                  <a:pt x="993512" y="56804"/>
                </a:cubicBezTo>
                <a:cubicBezTo>
                  <a:pt x="990152" y="55699"/>
                  <a:pt x="985314" y="55146"/>
                  <a:pt x="978998" y="55146"/>
                </a:cubicBezTo>
                <a:lnTo>
                  <a:pt x="956060" y="55146"/>
                </a:lnTo>
                <a:lnTo>
                  <a:pt x="956060" y="89249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Text CodeLlama_34B">
            <a:extLst xmlns:a="http://schemas.openxmlformats.org/drawingml/2006/main">
              <a:ext uri="{FF2B5EF4-FFF2-40B4-BE49-F238E27FC236}">
                <a16:creationId xmlns:a16="http://schemas.microsoft.com/office/drawing/2014/main" id="{037E5924-2B8A-4B3C-B7A9-BAD599D74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719" y="808428"/>
            <a:ext cx="1017837" cy="128562"/>
          </a:xfrm>
          <a:custGeom xmlns:a="http://schemas.openxmlformats.org/drawingml/2006/main">
            <a:pathLst>
              <a:path w="1017837" h="128562">
                <a:moveTo>
                  <a:pt x="74566" y="66040"/>
                </a:moveTo>
                <a:lnTo>
                  <a:pt x="87693" y="69356"/>
                </a:lnTo>
                <a:cubicBezTo>
                  <a:pt x="84941" y="80159"/>
                  <a:pt x="79990" y="88398"/>
                  <a:pt x="72840" y="94070"/>
                </a:cubicBezTo>
                <a:cubicBezTo>
                  <a:pt x="65691" y="99743"/>
                  <a:pt x="56951" y="102579"/>
                  <a:pt x="46621" y="102579"/>
                </a:cubicBezTo>
                <a:cubicBezTo>
                  <a:pt x="35930" y="102579"/>
                  <a:pt x="27235" y="100402"/>
                  <a:pt x="20536" y="96049"/>
                </a:cubicBezTo>
                <a:cubicBezTo>
                  <a:pt x="13837" y="91696"/>
                  <a:pt x="8740" y="85392"/>
                  <a:pt x="5244" y="77137"/>
                </a:cubicBezTo>
                <a:cubicBezTo>
                  <a:pt x="1748" y="68882"/>
                  <a:pt x="0" y="60018"/>
                  <a:pt x="0" y="50545"/>
                </a:cubicBezTo>
                <a:cubicBezTo>
                  <a:pt x="0" y="40215"/>
                  <a:pt x="1974" y="31204"/>
                  <a:pt x="5921" y="23513"/>
                </a:cubicBezTo>
                <a:cubicBezTo>
                  <a:pt x="9868" y="15822"/>
                  <a:pt x="15484" y="9980"/>
                  <a:pt x="22769" y="5988"/>
                </a:cubicBezTo>
                <a:cubicBezTo>
                  <a:pt x="30054" y="1996"/>
                  <a:pt x="38072" y="0"/>
                  <a:pt x="46824" y="0"/>
                </a:cubicBezTo>
                <a:cubicBezTo>
                  <a:pt x="56748" y="0"/>
                  <a:pt x="65093" y="2526"/>
                  <a:pt x="71859" y="7578"/>
                </a:cubicBezTo>
                <a:cubicBezTo>
                  <a:pt x="78626" y="12631"/>
                  <a:pt x="83340" y="19735"/>
                  <a:pt x="86001" y="28893"/>
                </a:cubicBezTo>
                <a:lnTo>
                  <a:pt x="73077" y="31937"/>
                </a:lnTo>
                <a:cubicBezTo>
                  <a:pt x="70777" y="24696"/>
                  <a:pt x="67439" y="19424"/>
                  <a:pt x="63063" y="16121"/>
                </a:cubicBezTo>
                <a:cubicBezTo>
                  <a:pt x="58687" y="12817"/>
                  <a:pt x="53184" y="11165"/>
                  <a:pt x="46553" y="11165"/>
                </a:cubicBezTo>
                <a:cubicBezTo>
                  <a:pt x="38929" y="11165"/>
                  <a:pt x="32558" y="12995"/>
                  <a:pt x="27438" y="16656"/>
                </a:cubicBezTo>
                <a:cubicBezTo>
                  <a:pt x="22318" y="20315"/>
                  <a:pt x="18720" y="25230"/>
                  <a:pt x="16645" y="31398"/>
                </a:cubicBezTo>
                <a:cubicBezTo>
                  <a:pt x="14570" y="37566"/>
                  <a:pt x="13533" y="43925"/>
                  <a:pt x="13533" y="50475"/>
                </a:cubicBezTo>
                <a:cubicBezTo>
                  <a:pt x="13533" y="58925"/>
                  <a:pt x="14762" y="66302"/>
                  <a:pt x="17221" y="72606"/>
                </a:cubicBezTo>
                <a:cubicBezTo>
                  <a:pt x="19679" y="78910"/>
                  <a:pt x="23502" y="83621"/>
                  <a:pt x="28690" y="86739"/>
                </a:cubicBezTo>
                <a:cubicBezTo>
                  <a:pt x="33877" y="89856"/>
                  <a:pt x="39493" y="91414"/>
                  <a:pt x="45538" y="91414"/>
                </a:cubicBezTo>
                <a:cubicBezTo>
                  <a:pt x="52891" y="91414"/>
                  <a:pt x="59116" y="89283"/>
                  <a:pt x="64213" y="85020"/>
                </a:cubicBezTo>
                <a:cubicBezTo>
                  <a:pt x="69311" y="80757"/>
                  <a:pt x="72762" y="74431"/>
                  <a:pt x="74566" y="66040"/>
                </a:cubicBezTo>
                <a:close/>
                <a:moveTo>
                  <a:pt x="97752" y="65025"/>
                </a:moveTo>
                <a:cubicBezTo>
                  <a:pt x="97752" y="51718"/>
                  <a:pt x="101451" y="41862"/>
                  <a:pt x="108849" y="35456"/>
                </a:cubicBezTo>
                <a:cubicBezTo>
                  <a:pt x="115029" y="30133"/>
                  <a:pt x="122562" y="27472"/>
                  <a:pt x="131448" y="27472"/>
                </a:cubicBezTo>
                <a:cubicBezTo>
                  <a:pt x="141327" y="27472"/>
                  <a:pt x="149402" y="30708"/>
                  <a:pt x="155672" y="37181"/>
                </a:cubicBezTo>
                <a:cubicBezTo>
                  <a:pt x="161942" y="43655"/>
                  <a:pt x="165077" y="52598"/>
                  <a:pt x="165077" y="64010"/>
                </a:cubicBezTo>
                <a:cubicBezTo>
                  <a:pt x="165077" y="73258"/>
                  <a:pt x="163690" y="80532"/>
                  <a:pt x="160916" y="85832"/>
                </a:cubicBezTo>
                <a:cubicBezTo>
                  <a:pt x="158142" y="91132"/>
                  <a:pt x="154105" y="95249"/>
                  <a:pt x="148804" y="98181"/>
                </a:cubicBezTo>
                <a:cubicBezTo>
                  <a:pt x="143504" y="101113"/>
                  <a:pt x="137719" y="102579"/>
                  <a:pt x="131448" y="102579"/>
                </a:cubicBezTo>
                <a:cubicBezTo>
                  <a:pt x="121389" y="102579"/>
                  <a:pt x="113258" y="99354"/>
                  <a:pt x="107055" y="92903"/>
                </a:cubicBezTo>
                <a:cubicBezTo>
                  <a:pt x="100853" y="86452"/>
                  <a:pt x="97752" y="77160"/>
                  <a:pt x="97752" y="65025"/>
                </a:cubicBezTo>
                <a:moveTo>
                  <a:pt x="110270" y="64991"/>
                </a:moveTo>
                <a:cubicBezTo>
                  <a:pt x="110270" y="74160"/>
                  <a:pt x="112277" y="81025"/>
                  <a:pt x="116292" y="85587"/>
                </a:cubicBezTo>
                <a:cubicBezTo>
                  <a:pt x="120306" y="90148"/>
                  <a:pt x="125359" y="92429"/>
                  <a:pt x="131448" y="92429"/>
                </a:cubicBezTo>
                <a:cubicBezTo>
                  <a:pt x="137493" y="92429"/>
                  <a:pt x="142523" y="90137"/>
                  <a:pt x="146537" y="85553"/>
                </a:cubicBezTo>
                <a:cubicBezTo>
                  <a:pt x="150552" y="80969"/>
                  <a:pt x="152560" y="73980"/>
                  <a:pt x="152560" y="64588"/>
                </a:cubicBezTo>
                <a:cubicBezTo>
                  <a:pt x="152560" y="55733"/>
                  <a:pt x="150541" y="49025"/>
                  <a:pt x="146504" y="44464"/>
                </a:cubicBezTo>
                <a:cubicBezTo>
                  <a:pt x="142466" y="39902"/>
                  <a:pt x="137448" y="37621"/>
                  <a:pt x="131448" y="37621"/>
                </a:cubicBezTo>
                <a:cubicBezTo>
                  <a:pt x="125359" y="37621"/>
                  <a:pt x="120306" y="39891"/>
                  <a:pt x="116292" y="44430"/>
                </a:cubicBezTo>
                <a:cubicBezTo>
                  <a:pt x="112277" y="48969"/>
                  <a:pt x="110270" y="55823"/>
                  <a:pt x="110270" y="64991"/>
                </a:cubicBezTo>
                <a:close/>
                <a:moveTo>
                  <a:pt x="225954" y="100955"/>
                </a:moveTo>
                <a:lnTo>
                  <a:pt x="225954" y="91888"/>
                </a:lnTo>
                <a:cubicBezTo>
                  <a:pt x="221398" y="99015"/>
                  <a:pt x="214699" y="102579"/>
                  <a:pt x="205858" y="102579"/>
                </a:cubicBezTo>
                <a:cubicBezTo>
                  <a:pt x="200129" y="102579"/>
                  <a:pt x="194862" y="101000"/>
                  <a:pt x="190058" y="97842"/>
                </a:cubicBezTo>
                <a:cubicBezTo>
                  <a:pt x="185254" y="94685"/>
                  <a:pt x="181532" y="90275"/>
                  <a:pt x="178894" y="84614"/>
                </a:cubicBezTo>
                <a:cubicBezTo>
                  <a:pt x="176255" y="78953"/>
                  <a:pt x="174935" y="72446"/>
                  <a:pt x="174935" y="65093"/>
                </a:cubicBezTo>
                <a:cubicBezTo>
                  <a:pt x="174935" y="57921"/>
                  <a:pt x="176131" y="51413"/>
                  <a:pt x="178521" y="45572"/>
                </a:cubicBezTo>
                <a:cubicBezTo>
                  <a:pt x="180912" y="39730"/>
                  <a:pt x="184498" y="35253"/>
                  <a:pt x="189280" y="32140"/>
                </a:cubicBezTo>
                <a:cubicBezTo>
                  <a:pt x="194062" y="29028"/>
                  <a:pt x="199407" y="27472"/>
                  <a:pt x="205316" y="27472"/>
                </a:cubicBezTo>
                <a:cubicBezTo>
                  <a:pt x="209647" y="27472"/>
                  <a:pt x="213504" y="28385"/>
                  <a:pt x="216887" y="30212"/>
                </a:cubicBezTo>
                <a:cubicBezTo>
                  <a:pt x="220270" y="32039"/>
                  <a:pt x="223022" y="34418"/>
                  <a:pt x="225142" y="37351"/>
                </a:cubicBezTo>
                <a:lnTo>
                  <a:pt x="225142" y="1759"/>
                </a:lnTo>
                <a:lnTo>
                  <a:pt x="237254" y="1759"/>
                </a:lnTo>
                <a:lnTo>
                  <a:pt x="237254" y="100955"/>
                </a:lnTo>
                <a:lnTo>
                  <a:pt x="225954" y="100955"/>
                </a:lnTo>
                <a:moveTo>
                  <a:pt x="187453" y="65059"/>
                </a:moveTo>
                <a:cubicBezTo>
                  <a:pt x="187453" y="74228"/>
                  <a:pt x="189393" y="81081"/>
                  <a:pt x="193272" y="85621"/>
                </a:cubicBezTo>
                <a:cubicBezTo>
                  <a:pt x="197152" y="90160"/>
                  <a:pt x="201730" y="92429"/>
                  <a:pt x="207008" y="92429"/>
                </a:cubicBezTo>
                <a:cubicBezTo>
                  <a:pt x="212331" y="92429"/>
                  <a:pt x="216853" y="90261"/>
                  <a:pt x="220575" y="85925"/>
                </a:cubicBezTo>
                <a:cubicBezTo>
                  <a:pt x="224296" y="81587"/>
                  <a:pt x="226157" y="74969"/>
                  <a:pt x="226157" y="66070"/>
                </a:cubicBezTo>
                <a:cubicBezTo>
                  <a:pt x="226157" y="56273"/>
                  <a:pt x="224262" y="49082"/>
                  <a:pt x="220473" y="44498"/>
                </a:cubicBezTo>
                <a:cubicBezTo>
                  <a:pt x="216684" y="39913"/>
                  <a:pt x="212015" y="37621"/>
                  <a:pt x="206467" y="37621"/>
                </a:cubicBezTo>
                <a:cubicBezTo>
                  <a:pt x="201054" y="37621"/>
                  <a:pt x="196531" y="39824"/>
                  <a:pt x="192900" y="44229"/>
                </a:cubicBezTo>
                <a:cubicBezTo>
                  <a:pt x="189269" y="48633"/>
                  <a:pt x="187453" y="55576"/>
                  <a:pt x="187453" y="65059"/>
                </a:cubicBezTo>
                <a:close/>
                <a:moveTo>
                  <a:pt x="305573" y="77814"/>
                </a:moveTo>
                <a:lnTo>
                  <a:pt x="318159" y="79370"/>
                </a:lnTo>
                <a:cubicBezTo>
                  <a:pt x="316174" y="86723"/>
                  <a:pt x="312498" y="92429"/>
                  <a:pt x="307130" y="96489"/>
                </a:cubicBezTo>
                <a:cubicBezTo>
                  <a:pt x="301762" y="100549"/>
                  <a:pt x="294905" y="102579"/>
                  <a:pt x="286560" y="102579"/>
                </a:cubicBezTo>
                <a:cubicBezTo>
                  <a:pt x="276049" y="102579"/>
                  <a:pt x="267715" y="99342"/>
                  <a:pt x="261558" y="92869"/>
                </a:cubicBezTo>
                <a:cubicBezTo>
                  <a:pt x="255400" y="86396"/>
                  <a:pt x="252322" y="77318"/>
                  <a:pt x="252322" y="65634"/>
                </a:cubicBezTo>
                <a:cubicBezTo>
                  <a:pt x="252322" y="53545"/>
                  <a:pt x="255434" y="44162"/>
                  <a:pt x="261659" y="37486"/>
                </a:cubicBezTo>
                <a:cubicBezTo>
                  <a:pt x="267884" y="30810"/>
                  <a:pt x="275959" y="27472"/>
                  <a:pt x="285883" y="27472"/>
                </a:cubicBezTo>
                <a:cubicBezTo>
                  <a:pt x="295491" y="27472"/>
                  <a:pt x="303340" y="30737"/>
                  <a:pt x="309430" y="37268"/>
                </a:cubicBezTo>
                <a:cubicBezTo>
                  <a:pt x="315520" y="43798"/>
                  <a:pt x="318565" y="52985"/>
                  <a:pt x="318565" y="64829"/>
                </a:cubicBezTo>
                <a:cubicBezTo>
                  <a:pt x="318565" y="65549"/>
                  <a:pt x="318542" y="66629"/>
                  <a:pt x="318497" y="68070"/>
                </a:cubicBezTo>
                <a:lnTo>
                  <a:pt x="264907" y="68070"/>
                </a:lnTo>
                <a:cubicBezTo>
                  <a:pt x="265358" y="75942"/>
                  <a:pt x="267591" y="81969"/>
                  <a:pt x="271606" y="86153"/>
                </a:cubicBezTo>
                <a:cubicBezTo>
                  <a:pt x="275621" y="90337"/>
                  <a:pt x="280628" y="92429"/>
                  <a:pt x="286627" y="92429"/>
                </a:cubicBezTo>
                <a:cubicBezTo>
                  <a:pt x="291093" y="92429"/>
                  <a:pt x="294905" y="91268"/>
                  <a:pt x="298063" y="88945"/>
                </a:cubicBezTo>
                <a:cubicBezTo>
                  <a:pt x="301220" y="86620"/>
                  <a:pt x="303724" y="82910"/>
                  <a:pt x="305573" y="77814"/>
                </a:cubicBezTo>
                <a:moveTo>
                  <a:pt x="265584" y="57921"/>
                </a:moveTo>
                <a:lnTo>
                  <a:pt x="305709" y="57921"/>
                </a:lnTo>
                <a:cubicBezTo>
                  <a:pt x="305167" y="51975"/>
                  <a:pt x="303634" y="47515"/>
                  <a:pt x="301108" y="44542"/>
                </a:cubicBezTo>
                <a:cubicBezTo>
                  <a:pt x="297228" y="39928"/>
                  <a:pt x="292198" y="37621"/>
                  <a:pt x="286018" y="37621"/>
                </a:cubicBezTo>
                <a:cubicBezTo>
                  <a:pt x="280425" y="37621"/>
                  <a:pt x="275722" y="39463"/>
                  <a:pt x="271910" y="43146"/>
                </a:cubicBezTo>
                <a:cubicBezTo>
                  <a:pt x="268099" y="46829"/>
                  <a:pt x="265990" y="51753"/>
                  <a:pt x="265584" y="57921"/>
                </a:cubicBezTo>
                <a:close/>
                <a:moveTo>
                  <a:pt x="334445" y="100955"/>
                </a:moveTo>
                <a:lnTo>
                  <a:pt x="334445" y="1759"/>
                </a:lnTo>
                <a:lnTo>
                  <a:pt x="347572" y="1759"/>
                </a:lnTo>
                <a:lnTo>
                  <a:pt x="347572" y="89249"/>
                </a:lnTo>
                <a:lnTo>
                  <a:pt x="396425" y="89249"/>
                </a:lnTo>
                <a:lnTo>
                  <a:pt x="396425" y="100955"/>
                </a:lnTo>
                <a:lnTo>
                  <a:pt x="334445" y="100955"/>
                </a:lnTo>
                <a:close/>
                <a:moveTo>
                  <a:pt x="410208" y="100955"/>
                </a:moveTo>
                <a:lnTo>
                  <a:pt x="410208" y="1759"/>
                </a:lnTo>
                <a:lnTo>
                  <a:pt x="422387" y="1759"/>
                </a:lnTo>
                <a:lnTo>
                  <a:pt x="422387" y="100955"/>
                </a:lnTo>
                <a:lnTo>
                  <a:pt x="410208" y="100955"/>
                </a:lnTo>
                <a:close/>
                <a:moveTo>
                  <a:pt x="488133" y="92082"/>
                </a:moveTo>
                <a:cubicBezTo>
                  <a:pt x="483622" y="95920"/>
                  <a:pt x="479281" y="98628"/>
                  <a:pt x="475108" y="100208"/>
                </a:cubicBezTo>
                <a:cubicBezTo>
                  <a:pt x="470935" y="101789"/>
                  <a:pt x="466458" y="102579"/>
                  <a:pt x="461677" y="102579"/>
                </a:cubicBezTo>
                <a:cubicBezTo>
                  <a:pt x="453782" y="102579"/>
                  <a:pt x="447715" y="100649"/>
                  <a:pt x="443475" y="96789"/>
                </a:cubicBezTo>
                <a:cubicBezTo>
                  <a:pt x="439235" y="92930"/>
                  <a:pt x="437115" y="87998"/>
                  <a:pt x="437115" y="81994"/>
                </a:cubicBezTo>
                <a:cubicBezTo>
                  <a:pt x="437115" y="78474"/>
                  <a:pt x="437915" y="75259"/>
                  <a:pt x="439517" y="72348"/>
                </a:cubicBezTo>
                <a:cubicBezTo>
                  <a:pt x="441118" y="69435"/>
                  <a:pt x="443216" y="67099"/>
                  <a:pt x="445809" y="65338"/>
                </a:cubicBezTo>
                <a:cubicBezTo>
                  <a:pt x="448403" y="63578"/>
                  <a:pt x="451324" y="62246"/>
                  <a:pt x="454572" y="61344"/>
                </a:cubicBezTo>
                <a:cubicBezTo>
                  <a:pt x="456963" y="60711"/>
                  <a:pt x="460571" y="60101"/>
                  <a:pt x="465398" y="59515"/>
                </a:cubicBezTo>
                <a:cubicBezTo>
                  <a:pt x="475232" y="58350"/>
                  <a:pt x="482472" y="56962"/>
                  <a:pt x="487118" y="55349"/>
                </a:cubicBezTo>
                <a:cubicBezTo>
                  <a:pt x="487163" y="53687"/>
                  <a:pt x="487186" y="52631"/>
                  <a:pt x="487186" y="52182"/>
                </a:cubicBezTo>
                <a:cubicBezTo>
                  <a:pt x="487186" y="47238"/>
                  <a:pt x="486036" y="43755"/>
                  <a:pt x="483735" y="41734"/>
                </a:cubicBezTo>
                <a:cubicBezTo>
                  <a:pt x="480623" y="38992"/>
                  <a:pt x="475999" y="37621"/>
                  <a:pt x="469864" y="37621"/>
                </a:cubicBezTo>
                <a:cubicBezTo>
                  <a:pt x="464135" y="37621"/>
                  <a:pt x="459906" y="38625"/>
                  <a:pt x="457177" y="40632"/>
                </a:cubicBezTo>
                <a:cubicBezTo>
                  <a:pt x="454448" y="42640"/>
                  <a:pt x="452429" y="46192"/>
                  <a:pt x="451121" y="51289"/>
                </a:cubicBezTo>
                <a:lnTo>
                  <a:pt x="439212" y="49665"/>
                </a:lnTo>
                <a:cubicBezTo>
                  <a:pt x="440295" y="44553"/>
                  <a:pt x="442077" y="40424"/>
                  <a:pt x="444558" y="37279"/>
                </a:cubicBezTo>
                <a:cubicBezTo>
                  <a:pt x="447039" y="34134"/>
                  <a:pt x="450625" y="31713"/>
                  <a:pt x="455316" y="30018"/>
                </a:cubicBezTo>
                <a:cubicBezTo>
                  <a:pt x="460008" y="28320"/>
                  <a:pt x="465443" y="27472"/>
                  <a:pt x="471623" y="27472"/>
                </a:cubicBezTo>
                <a:cubicBezTo>
                  <a:pt x="477758" y="27472"/>
                  <a:pt x="482743" y="28193"/>
                  <a:pt x="486577" y="29637"/>
                </a:cubicBezTo>
                <a:cubicBezTo>
                  <a:pt x="490411" y="31080"/>
                  <a:pt x="493231" y="32896"/>
                  <a:pt x="495035" y="35084"/>
                </a:cubicBezTo>
                <a:cubicBezTo>
                  <a:pt x="496839" y="37272"/>
                  <a:pt x="498103" y="40035"/>
                  <a:pt x="498824" y="43373"/>
                </a:cubicBezTo>
                <a:cubicBezTo>
                  <a:pt x="499230" y="45448"/>
                  <a:pt x="499433" y="49192"/>
                  <a:pt x="499433" y="54605"/>
                </a:cubicBezTo>
                <a:lnTo>
                  <a:pt x="499433" y="70844"/>
                </a:lnTo>
                <a:cubicBezTo>
                  <a:pt x="499433" y="82167"/>
                  <a:pt x="499693" y="89328"/>
                  <a:pt x="500211" y="92328"/>
                </a:cubicBezTo>
                <a:cubicBezTo>
                  <a:pt x="500730" y="95328"/>
                  <a:pt x="501756" y="98203"/>
                  <a:pt x="503290" y="100955"/>
                </a:cubicBezTo>
                <a:lnTo>
                  <a:pt x="490569" y="100955"/>
                </a:lnTo>
                <a:cubicBezTo>
                  <a:pt x="489306" y="98426"/>
                  <a:pt x="488494" y="95468"/>
                  <a:pt x="488133" y="92082"/>
                </a:cubicBezTo>
                <a:moveTo>
                  <a:pt x="487118" y="64822"/>
                </a:moveTo>
                <a:cubicBezTo>
                  <a:pt x="482698" y="66642"/>
                  <a:pt x="476067" y="68189"/>
                  <a:pt x="467225" y="69461"/>
                </a:cubicBezTo>
                <a:cubicBezTo>
                  <a:pt x="462218" y="70186"/>
                  <a:pt x="458677" y="71002"/>
                  <a:pt x="456602" y="71908"/>
                </a:cubicBezTo>
                <a:cubicBezTo>
                  <a:pt x="454527" y="72813"/>
                  <a:pt x="452925" y="74138"/>
                  <a:pt x="451798" y="75883"/>
                </a:cubicBezTo>
                <a:cubicBezTo>
                  <a:pt x="450670" y="77627"/>
                  <a:pt x="450106" y="79563"/>
                  <a:pt x="450106" y="81692"/>
                </a:cubicBezTo>
                <a:cubicBezTo>
                  <a:pt x="450106" y="84952"/>
                  <a:pt x="451335" y="87670"/>
                  <a:pt x="453794" y="89845"/>
                </a:cubicBezTo>
                <a:cubicBezTo>
                  <a:pt x="456252" y="92019"/>
                  <a:pt x="459850" y="93106"/>
                  <a:pt x="464586" y="93106"/>
                </a:cubicBezTo>
                <a:cubicBezTo>
                  <a:pt x="469278" y="93106"/>
                  <a:pt x="473450" y="92075"/>
                  <a:pt x="477104" y="90012"/>
                </a:cubicBezTo>
                <a:cubicBezTo>
                  <a:pt x="480758" y="87950"/>
                  <a:pt x="483442" y="85129"/>
                  <a:pt x="485156" y="81548"/>
                </a:cubicBezTo>
                <a:cubicBezTo>
                  <a:pt x="486464" y="78782"/>
                  <a:pt x="487118" y="74703"/>
                  <a:pt x="487118" y="69309"/>
                </a:cubicBezTo>
                <a:lnTo>
                  <a:pt x="487118" y="64822"/>
                </a:lnTo>
                <a:close/>
                <a:moveTo>
                  <a:pt x="518291" y="100955"/>
                </a:moveTo>
                <a:lnTo>
                  <a:pt x="518291" y="29096"/>
                </a:lnTo>
                <a:lnTo>
                  <a:pt x="529184" y="29096"/>
                </a:lnTo>
                <a:lnTo>
                  <a:pt x="529184" y="39110"/>
                </a:lnTo>
                <a:cubicBezTo>
                  <a:pt x="531440" y="35611"/>
                  <a:pt x="534440" y="32797"/>
                  <a:pt x="538184" y="30667"/>
                </a:cubicBezTo>
                <a:cubicBezTo>
                  <a:pt x="541928" y="28537"/>
                  <a:pt x="546191" y="27472"/>
                  <a:pt x="550972" y="27472"/>
                </a:cubicBezTo>
                <a:cubicBezTo>
                  <a:pt x="556295" y="27472"/>
                  <a:pt x="560660" y="28571"/>
                  <a:pt x="564065" y="30770"/>
                </a:cubicBezTo>
                <a:cubicBezTo>
                  <a:pt x="567471" y="32968"/>
                  <a:pt x="569873" y="36041"/>
                  <a:pt x="571272" y="39990"/>
                </a:cubicBezTo>
                <a:cubicBezTo>
                  <a:pt x="576955" y="31644"/>
                  <a:pt x="584353" y="27472"/>
                  <a:pt x="593465" y="27472"/>
                </a:cubicBezTo>
                <a:cubicBezTo>
                  <a:pt x="600593" y="27472"/>
                  <a:pt x="606074" y="29445"/>
                  <a:pt x="609908" y="33392"/>
                </a:cubicBezTo>
                <a:cubicBezTo>
                  <a:pt x="613742" y="37339"/>
                  <a:pt x="615659" y="43418"/>
                  <a:pt x="615659" y="51628"/>
                </a:cubicBezTo>
                <a:lnTo>
                  <a:pt x="615659" y="100955"/>
                </a:lnTo>
                <a:lnTo>
                  <a:pt x="603547" y="100955"/>
                </a:lnTo>
                <a:lnTo>
                  <a:pt x="603547" y="55639"/>
                </a:lnTo>
                <a:cubicBezTo>
                  <a:pt x="603547" y="50762"/>
                  <a:pt x="603153" y="47251"/>
                  <a:pt x="602363" y="45107"/>
                </a:cubicBezTo>
                <a:cubicBezTo>
                  <a:pt x="601574" y="42961"/>
                  <a:pt x="600142" y="41234"/>
                  <a:pt x="598067" y="39924"/>
                </a:cubicBezTo>
                <a:cubicBezTo>
                  <a:pt x="595992" y="38614"/>
                  <a:pt x="593556" y="37960"/>
                  <a:pt x="590759" y="37960"/>
                </a:cubicBezTo>
                <a:cubicBezTo>
                  <a:pt x="585707" y="37960"/>
                  <a:pt x="581511" y="39642"/>
                  <a:pt x="578173" y="43007"/>
                </a:cubicBezTo>
                <a:cubicBezTo>
                  <a:pt x="574835" y="46370"/>
                  <a:pt x="573166" y="51755"/>
                  <a:pt x="573166" y="59162"/>
                </a:cubicBezTo>
                <a:lnTo>
                  <a:pt x="573166" y="100955"/>
                </a:lnTo>
                <a:lnTo>
                  <a:pt x="560987" y="100955"/>
                </a:lnTo>
                <a:lnTo>
                  <a:pt x="560987" y="54216"/>
                </a:lnTo>
                <a:cubicBezTo>
                  <a:pt x="560987" y="48797"/>
                  <a:pt x="559994" y="44733"/>
                  <a:pt x="558009" y="42024"/>
                </a:cubicBezTo>
                <a:cubicBezTo>
                  <a:pt x="556025" y="39314"/>
                  <a:pt x="552777" y="37960"/>
                  <a:pt x="548266" y="37960"/>
                </a:cubicBezTo>
                <a:cubicBezTo>
                  <a:pt x="544837" y="37960"/>
                  <a:pt x="541669" y="38863"/>
                  <a:pt x="538759" y="40670"/>
                </a:cubicBezTo>
                <a:cubicBezTo>
                  <a:pt x="535849" y="42476"/>
                  <a:pt x="533741" y="45118"/>
                  <a:pt x="532432" y="48596"/>
                </a:cubicBezTo>
                <a:cubicBezTo>
                  <a:pt x="531124" y="52072"/>
                  <a:pt x="530470" y="57084"/>
                  <a:pt x="530470" y="63632"/>
                </a:cubicBezTo>
                <a:lnTo>
                  <a:pt x="530470" y="100955"/>
                </a:lnTo>
                <a:lnTo>
                  <a:pt x="518291" y="100955"/>
                </a:lnTo>
                <a:close/>
                <a:moveTo>
                  <a:pt x="680616" y="92082"/>
                </a:moveTo>
                <a:cubicBezTo>
                  <a:pt x="676105" y="95920"/>
                  <a:pt x="671763" y="98628"/>
                  <a:pt x="667590" y="100208"/>
                </a:cubicBezTo>
                <a:cubicBezTo>
                  <a:pt x="663418" y="101789"/>
                  <a:pt x="658941" y="102579"/>
                  <a:pt x="654159" y="102579"/>
                </a:cubicBezTo>
                <a:cubicBezTo>
                  <a:pt x="646265" y="102579"/>
                  <a:pt x="640198" y="100649"/>
                  <a:pt x="635957" y="96789"/>
                </a:cubicBezTo>
                <a:cubicBezTo>
                  <a:pt x="631717" y="92930"/>
                  <a:pt x="629597" y="87998"/>
                  <a:pt x="629597" y="81994"/>
                </a:cubicBezTo>
                <a:cubicBezTo>
                  <a:pt x="629597" y="78474"/>
                  <a:pt x="630398" y="75259"/>
                  <a:pt x="631999" y="72348"/>
                </a:cubicBezTo>
                <a:cubicBezTo>
                  <a:pt x="633600" y="69435"/>
                  <a:pt x="635698" y="67099"/>
                  <a:pt x="638292" y="65338"/>
                </a:cubicBezTo>
                <a:cubicBezTo>
                  <a:pt x="640886" y="63578"/>
                  <a:pt x="643806" y="62246"/>
                  <a:pt x="647054" y="61344"/>
                </a:cubicBezTo>
                <a:cubicBezTo>
                  <a:pt x="649445" y="60711"/>
                  <a:pt x="653054" y="60101"/>
                  <a:pt x="657881" y="59515"/>
                </a:cubicBezTo>
                <a:cubicBezTo>
                  <a:pt x="667714" y="58350"/>
                  <a:pt x="674954" y="56962"/>
                  <a:pt x="679601" y="55349"/>
                </a:cubicBezTo>
                <a:cubicBezTo>
                  <a:pt x="679646" y="53687"/>
                  <a:pt x="679668" y="52631"/>
                  <a:pt x="679668" y="52182"/>
                </a:cubicBezTo>
                <a:cubicBezTo>
                  <a:pt x="679668" y="47238"/>
                  <a:pt x="678518" y="43755"/>
                  <a:pt x="676218" y="41734"/>
                </a:cubicBezTo>
                <a:cubicBezTo>
                  <a:pt x="673105" y="38992"/>
                  <a:pt x="668481" y="37621"/>
                  <a:pt x="662346" y="37621"/>
                </a:cubicBezTo>
                <a:cubicBezTo>
                  <a:pt x="656617" y="37621"/>
                  <a:pt x="652388" y="38625"/>
                  <a:pt x="649659" y="40632"/>
                </a:cubicBezTo>
                <a:cubicBezTo>
                  <a:pt x="646930" y="42640"/>
                  <a:pt x="644912" y="46192"/>
                  <a:pt x="643603" y="51289"/>
                </a:cubicBezTo>
                <a:lnTo>
                  <a:pt x="631694" y="49665"/>
                </a:lnTo>
                <a:cubicBezTo>
                  <a:pt x="632777" y="44553"/>
                  <a:pt x="634559" y="40424"/>
                  <a:pt x="637040" y="37279"/>
                </a:cubicBezTo>
                <a:cubicBezTo>
                  <a:pt x="639521" y="34134"/>
                  <a:pt x="643107" y="31713"/>
                  <a:pt x="647799" y="30018"/>
                </a:cubicBezTo>
                <a:cubicBezTo>
                  <a:pt x="652490" y="28320"/>
                  <a:pt x="657926" y="27472"/>
                  <a:pt x="664106" y="27472"/>
                </a:cubicBezTo>
                <a:cubicBezTo>
                  <a:pt x="670241" y="27472"/>
                  <a:pt x="675225" y="28193"/>
                  <a:pt x="679059" y="29637"/>
                </a:cubicBezTo>
                <a:cubicBezTo>
                  <a:pt x="682894" y="31080"/>
                  <a:pt x="685713" y="32896"/>
                  <a:pt x="687517" y="35084"/>
                </a:cubicBezTo>
                <a:cubicBezTo>
                  <a:pt x="689322" y="37272"/>
                  <a:pt x="690585" y="40035"/>
                  <a:pt x="691307" y="43373"/>
                </a:cubicBezTo>
                <a:cubicBezTo>
                  <a:pt x="691713" y="45448"/>
                  <a:pt x="691916" y="49192"/>
                  <a:pt x="691916" y="54605"/>
                </a:cubicBezTo>
                <a:lnTo>
                  <a:pt x="691916" y="70844"/>
                </a:lnTo>
                <a:cubicBezTo>
                  <a:pt x="691916" y="82167"/>
                  <a:pt x="692175" y="89328"/>
                  <a:pt x="692694" y="92328"/>
                </a:cubicBezTo>
                <a:cubicBezTo>
                  <a:pt x="693212" y="95328"/>
                  <a:pt x="694239" y="98203"/>
                  <a:pt x="695772" y="100955"/>
                </a:cubicBezTo>
                <a:lnTo>
                  <a:pt x="683052" y="100955"/>
                </a:lnTo>
                <a:cubicBezTo>
                  <a:pt x="681789" y="98426"/>
                  <a:pt x="680977" y="95468"/>
                  <a:pt x="680616" y="92082"/>
                </a:cubicBezTo>
                <a:moveTo>
                  <a:pt x="679601" y="64822"/>
                </a:moveTo>
                <a:cubicBezTo>
                  <a:pt x="675180" y="66642"/>
                  <a:pt x="668549" y="68189"/>
                  <a:pt x="659707" y="69461"/>
                </a:cubicBezTo>
                <a:cubicBezTo>
                  <a:pt x="654700" y="70186"/>
                  <a:pt x="651159" y="71002"/>
                  <a:pt x="649084" y="71908"/>
                </a:cubicBezTo>
                <a:cubicBezTo>
                  <a:pt x="647009" y="72813"/>
                  <a:pt x="645408" y="74138"/>
                  <a:pt x="644280" y="75883"/>
                </a:cubicBezTo>
                <a:cubicBezTo>
                  <a:pt x="643152" y="77627"/>
                  <a:pt x="642588" y="79563"/>
                  <a:pt x="642588" y="81692"/>
                </a:cubicBezTo>
                <a:cubicBezTo>
                  <a:pt x="642588" y="84952"/>
                  <a:pt x="643818" y="87670"/>
                  <a:pt x="646276" y="89845"/>
                </a:cubicBezTo>
                <a:cubicBezTo>
                  <a:pt x="648735" y="92019"/>
                  <a:pt x="652332" y="93106"/>
                  <a:pt x="657069" y="93106"/>
                </a:cubicBezTo>
                <a:cubicBezTo>
                  <a:pt x="661760" y="93106"/>
                  <a:pt x="665933" y="92075"/>
                  <a:pt x="669586" y="90012"/>
                </a:cubicBezTo>
                <a:cubicBezTo>
                  <a:pt x="673240" y="87950"/>
                  <a:pt x="675924" y="85129"/>
                  <a:pt x="677638" y="81548"/>
                </a:cubicBezTo>
                <a:cubicBezTo>
                  <a:pt x="678947" y="78782"/>
                  <a:pt x="679601" y="74703"/>
                  <a:pt x="679601" y="69309"/>
                </a:cubicBezTo>
                <a:lnTo>
                  <a:pt x="679601" y="64822"/>
                </a:lnTo>
                <a:close/>
                <a:moveTo>
                  <a:pt x="699541" y="128562"/>
                </a:moveTo>
                <a:lnTo>
                  <a:pt x="699541" y="119766"/>
                </a:lnTo>
                <a:lnTo>
                  <a:pt x="780264" y="119766"/>
                </a:lnTo>
                <a:lnTo>
                  <a:pt x="780264" y="128562"/>
                </a:lnTo>
                <a:lnTo>
                  <a:pt x="699541" y="128562"/>
                </a:lnTo>
                <a:close/>
                <a:moveTo>
                  <a:pt x="784506" y="74566"/>
                </a:moveTo>
                <a:lnTo>
                  <a:pt x="796685" y="72942"/>
                </a:lnTo>
                <a:cubicBezTo>
                  <a:pt x="798084" y="79844"/>
                  <a:pt x="800463" y="84817"/>
                  <a:pt x="803824" y="87862"/>
                </a:cubicBezTo>
                <a:cubicBezTo>
                  <a:pt x="807185" y="90907"/>
                  <a:pt x="811278" y="92429"/>
                  <a:pt x="816105" y="92429"/>
                </a:cubicBezTo>
                <a:cubicBezTo>
                  <a:pt x="821834" y="92429"/>
                  <a:pt x="826672" y="90448"/>
                  <a:pt x="830619" y="86485"/>
                </a:cubicBezTo>
                <a:cubicBezTo>
                  <a:pt x="834566" y="82523"/>
                  <a:pt x="836540" y="77614"/>
                  <a:pt x="836540" y="71760"/>
                </a:cubicBezTo>
                <a:cubicBezTo>
                  <a:pt x="836540" y="66175"/>
                  <a:pt x="834713" y="61570"/>
                  <a:pt x="831059" y="57946"/>
                </a:cubicBezTo>
                <a:cubicBezTo>
                  <a:pt x="827405" y="54320"/>
                  <a:pt x="822759" y="52507"/>
                  <a:pt x="817120" y="52507"/>
                </a:cubicBezTo>
                <a:cubicBezTo>
                  <a:pt x="814819" y="52507"/>
                  <a:pt x="811955" y="52958"/>
                  <a:pt x="808527" y="53861"/>
                </a:cubicBezTo>
                <a:lnTo>
                  <a:pt x="809880" y="43170"/>
                </a:lnTo>
                <a:cubicBezTo>
                  <a:pt x="810692" y="43260"/>
                  <a:pt x="811346" y="43305"/>
                  <a:pt x="811842" y="43305"/>
                </a:cubicBezTo>
                <a:cubicBezTo>
                  <a:pt x="817030" y="43305"/>
                  <a:pt x="821699" y="41963"/>
                  <a:pt x="825849" y="39279"/>
                </a:cubicBezTo>
                <a:cubicBezTo>
                  <a:pt x="829999" y="36595"/>
                  <a:pt x="832074" y="32458"/>
                  <a:pt x="832074" y="26867"/>
                </a:cubicBezTo>
                <a:cubicBezTo>
                  <a:pt x="832074" y="22439"/>
                  <a:pt x="830563" y="18772"/>
                  <a:pt x="827540" y="15865"/>
                </a:cubicBezTo>
                <a:cubicBezTo>
                  <a:pt x="824518" y="12957"/>
                  <a:pt x="820616" y="11503"/>
                  <a:pt x="815834" y="11503"/>
                </a:cubicBezTo>
                <a:cubicBezTo>
                  <a:pt x="811098" y="11503"/>
                  <a:pt x="807151" y="12992"/>
                  <a:pt x="803993" y="15969"/>
                </a:cubicBezTo>
                <a:cubicBezTo>
                  <a:pt x="800835" y="18946"/>
                  <a:pt x="798806" y="23412"/>
                  <a:pt x="797903" y="29366"/>
                </a:cubicBezTo>
                <a:lnTo>
                  <a:pt x="785724" y="27201"/>
                </a:lnTo>
                <a:cubicBezTo>
                  <a:pt x="787212" y="18994"/>
                  <a:pt x="790596" y="12634"/>
                  <a:pt x="795873" y="8122"/>
                </a:cubicBezTo>
                <a:cubicBezTo>
                  <a:pt x="801151" y="3609"/>
                  <a:pt x="807715" y="1353"/>
                  <a:pt x="815564" y="1353"/>
                </a:cubicBezTo>
                <a:cubicBezTo>
                  <a:pt x="820977" y="1353"/>
                  <a:pt x="825961" y="2511"/>
                  <a:pt x="830517" y="4827"/>
                </a:cubicBezTo>
                <a:cubicBezTo>
                  <a:pt x="835074" y="7143"/>
                  <a:pt x="838558" y="10303"/>
                  <a:pt x="840972" y="14307"/>
                </a:cubicBezTo>
                <a:cubicBezTo>
                  <a:pt x="843385" y="18309"/>
                  <a:pt x="844592" y="22559"/>
                  <a:pt x="844592" y="27057"/>
                </a:cubicBezTo>
                <a:cubicBezTo>
                  <a:pt x="844592" y="31330"/>
                  <a:pt x="843441" y="35221"/>
                  <a:pt x="841141" y="38729"/>
                </a:cubicBezTo>
                <a:cubicBezTo>
                  <a:pt x="838840" y="42237"/>
                  <a:pt x="835434" y="45025"/>
                  <a:pt x="830923" y="47094"/>
                </a:cubicBezTo>
                <a:cubicBezTo>
                  <a:pt x="836788" y="48448"/>
                  <a:pt x="841344" y="51256"/>
                  <a:pt x="844592" y="55518"/>
                </a:cubicBezTo>
                <a:cubicBezTo>
                  <a:pt x="847839" y="59781"/>
                  <a:pt x="849463" y="65115"/>
                  <a:pt x="849463" y="71521"/>
                </a:cubicBezTo>
                <a:cubicBezTo>
                  <a:pt x="849463" y="80182"/>
                  <a:pt x="846306" y="87524"/>
                  <a:pt x="839990" y="93546"/>
                </a:cubicBezTo>
                <a:cubicBezTo>
                  <a:pt x="833675" y="99568"/>
                  <a:pt x="825691" y="102579"/>
                  <a:pt x="816037" y="102579"/>
                </a:cubicBezTo>
                <a:cubicBezTo>
                  <a:pt x="807331" y="102579"/>
                  <a:pt x="800102" y="99979"/>
                  <a:pt x="794351" y="94778"/>
                </a:cubicBezTo>
                <a:cubicBezTo>
                  <a:pt x="788600" y="89578"/>
                  <a:pt x="785318" y="82841"/>
                  <a:pt x="784506" y="74566"/>
                </a:cubicBezTo>
                <a:close/>
                <a:moveTo>
                  <a:pt x="900529" y="100955"/>
                </a:moveTo>
                <a:lnTo>
                  <a:pt x="900529" y="77205"/>
                </a:lnTo>
                <a:lnTo>
                  <a:pt x="857494" y="77205"/>
                </a:lnTo>
                <a:lnTo>
                  <a:pt x="857494" y="66040"/>
                </a:lnTo>
                <a:lnTo>
                  <a:pt x="902762" y="1759"/>
                </a:lnTo>
                <a:lnTo>
                  <a:pt x="912708" y="1759"/>
                </a:lnTo>
                <a:lnTo>
                  <a:pt x="912708" y="66040"/>
                </a:lnTo>
                <a:lnTo>
                  <a:pt x="926106" y="66040"/>
                </a:lnTo>
                <a:lnTo>
                  <a:pt x="926106" y="77205"/>
                </a:lnTo>
                <a:lnTo>
                  <a:pt x="912708" y="77205"/>
                </a:lnTo>
                <a:lnTo>
                  <a:pt x="912708" y="100955"/>
                </a:lnTo>
                <a:lnTo>
                  <a:pt x="900529" y="100955"/>
                </a:lnTo>
                <a:moveTo>
                  <a:pt x="900529" y="66040"/>
                </a:moveTo>
                <a:lnTo>
                  <a:pt x="900529" y="21314"/>
                </a:lnTo>
                <a:lnTo>
                  <a:pt x="869471" y="66040"/>
                </a:lnTo>
                <a:lnTo>
                  <a:pt x="900529" y="66040"/>
                </a:lnTo>
                <a:close/>
                <a:moveTo>
                  <a:pt x="942933" y="100955"/>
                </a:moveTo>
                <a:lnTo>
                  <a:pt x="942933" y="1759"/>
                </a:lnTo>
                <a:lnTo>
                  <a:pt x="980148" y="1759"/>
                </a:lnTo>
                <a:cubicBezTo>
                  <a:pt x="987727" y="1759"/>
                  <a:pt x="993805" y="2763"/>
                  <a:pt x="998384" y="4770"/>
                </a:cubicBezTo>
                <a:cubicBezTo>
                  <a:pt x="1002962" y="6778"/>
                  <a:pt x="1006549" y="9868"/>
                  <a:pt x="1009142" y="14040"/>
                </a:cubicBezTo>
                <a:cubicBezTo>
                  <a:pt x="1011736" y="18213"/>
                  <a:pt x="1013033" y="22577"/>
                  <a:pt x="1013033" y="27133"/>
                </a:cubicBezTo>
                <a:cubicBezTo>
                  <a:pt x="1013033" y="31374"/>
                  <a:pt x="1011883" y="35366"/>
                  <a:pt x="1009582" y="39110"/>
                </a:cubicBezTo>
                <a:cubicBezTo>
                  <a:pt x="1007282" y="42854"/>
                  <a:pt x="1003808" y="45876"/>
                  <a:pt x="999162" y="48177"/>
                </a:cubicBezTo>
                <a:cubicBezTo>
                  <a:pt x="1005162" y="49936"/>
                  <a:pt x="1009774" y="52936"/>
                  <a:pt x="1012999" y="57176"/>
                </a:cubicBezTo>
                <a:cubicBezTo>
                  <a:pt x="1016225" y="61416"/>
                  <a:pt x="1017837" y="66424"/>
                  <a:pt x="1017837" y="72198"/>
                </a:cubicBezTo>
                <a:cubicBezTo>
                  <a:pt x="1017837" y="76844"/>
                  <a:pt x="1016856" y="81163"/>
                  <a:pt x="1014894" y="85155"/>
                </a:cubicBezTo>
                <a:cubicBezTo>
                  <a:pt x="1012932" y="89148"/>
                  <a:pt x="1010507" y="92226"/>
                  <a:pt x="1007620" y="94391"/>
                </a:cubicBezTo>
                <a:cubicBezTo>
                  <a:pt x="1004733" y="96557"/>
                  <a:pt x="1001113" y="98192"/>
                  <a:pt x="996760" y="99297"/>
                </a:cubicBezTo>
                <a:cubicBezTo>
                  <a:pt x="992407" y="100402"/>
                  <a:pt x="987073" y="100955"/>
                  <a:pt x="980757" y="100955"/>
                </a:cubicBezTo>
                <a:lnTo>
                  <a:pt x="942933" y="100955"/>
                </a:lnTo>
                <a:moveTo>
                  <a:pt x="956060" y="43440"/>
                </a:moveTo>
                <a:lnTo>
                  <a:pt x="977509" y="43440"/>
                </a:lnTo>
                <a:cubicBezTo>
                  <a:pt x="983329" y="43440"/>
                  <a:pt x="987501" y="43057"/>
                  <a:pt x="990027" y="42290"/>
                </a:cubicBezTo>
                <a:cubicBezTo>
                  <a:pt x="993365" y="41298"/>
                  <a:pt x="995880" y="39651"/>
                  <a:pt x="997572" y="37351"/>
                </a:cubicBezTo>
                <a:cubicBezTo>
                  <a:pt x="999263" y="35050"/>
                  <a:pt x="1000109" y="32163"/>
                  <a:pt x="1000109" y="28690"/>
                </a:cubicBezTo>
                <a:cubicBezTo>
                  <a:pt x="1000109" y="25397"/>
                  <a:pt x="999320" y="22498"/>
                  <a:pt x="997741" y="19995"/>
                </a:cubicBezTo>
                <a:cubicBezTo>
                  <a:pt x="996162" y="17491"/>
                  <a:pt x="993907" y="15777"/>
                  <a:pt x="990975" y="14852"/>
                </a:cubicBezTo>
                <a:cubicBezTo>
                  <a:pt x="988042" y="13928"/>
                  <a:pt x="983013" y="13465"/>
                  <a:pt x="975885" y="13465"/>
                </a:cubicBezTo>
                <a:lnTo>
                  <a:pt x="956060" y="13465"/>
                </a:lnTo>
                <a:lnTo>
                  <a:pt x="956060" y="43440"/>
                </a:lnTo>
                <a:moveTo>
                  <a:pt x="956060" y="89249"/>
                </a:moveTo>
                <a:lnTo>
                  <a:pt x="980757" y="89249"/>
                </a:lnTo>
                <a:cubicBezTo>
                  <a:pt x="984998" y="89249"/>
                  <a:pt x="987975" y="89091"/>
                  <a:pt x="989689" y="88775"/>
                </a:cubicBezTo>
                <a:cubicBezTo>
                  <a:pt x="992711" y="88234"/>
                  <a:pt x="995237" y="87332"/>
                  <a:pt x="997267" y="86069"/>
                </a:cubicBezTo>
                <a:cubicBezTo>
                  <a:pt x="999297" y="84806"/>
                  <a:pt x="1000966" y="82968"/>
                  <a:pt x="1002275" y="80554"/>
                </a:cubicBezTo>
                <a:cubicBezTo>
                  <a:pt x="1003583" y="78141"/>
                  <a:pt x="1004237" y="75355"/>
                  <a:pt x="1004237" y="72198"/>
                </a:cubicBezTo>
                <a:cubicBezTo>
                  <a:pt x="1004237" y="68499"/>
                  <a:pt x="1003289" y="65285"/>
                  <a:pt x="1001395" y="62556"/>
                </a:cubicBezTo>
                <a:cubicBezTo>
                  <a:pt x="999500" y="59826"/>
                  <a:pt x="996873" y="57909"/>
                  <a:pt x="993512" y="56804"/>
                </a:cubicBezTo>
                <a:cubicBezTo>
                  <a:pt x="990151" y="55699"/>
                  <a:pt x="985313" y="55146"/>
                  <a:pt x="978998" y="55146"/>
                </a:cubicBezTo>
                <a:lnTo>
                  <a:pt x="956060" y="55146"/>
                </a:lnTo>
                <a:lnTo>
                  <a:pt x="956060" y="89249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Text CodeLlama_34B_Python">
            <a:extLst xmlns:a="http://schemas.openxmlformats.org/drawingml/2006/main">
              <a:ext uri="{FF2B5EF4-FFF2-40B4-BE49-F238E27FC236}">
                <a16:creationId xmlns:a16="http://schemas.microsoft.com/office/drawing/2014/main" id="{5F296290-4604-44E7-B110-9390E0CF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4110" y="578063"/>
            <a:ext cx="1524130" cy="130186"/>
          </a:xfrm>
          <a:custGeom xmlns:a="http://schemas.openxmlformats.org/drawingml/2006/main">
            <a:pathLst>
              <a:path w="1524130" h="130186">
                <a:moveTo>
                  <a:pt x="74566" y="66040"/>
                </a:moveTo>
                <a:lnTo>
                  <a:pt x="87693" y="69356"/>
                </a:lnTo>
                <a:cubicBezTo>
                  <a:pt x="84941" y="80159"/>
                  <a:pt x="79990" y="88398"/>
                  <a:pt x="72840" y="94070"/>
                </a:cubicBezTo>
                <a:cubicBezTo>
                  <a:pt x="65691" y="99743"/>
                  <a:pt x="56951" y="102579"/>
                  <a:pt x="46621" y="102579"/>
                </a:cubicBezTo>
                <a:cubicBezTo>
                  <a:pt x="35930" y="102579"/>
                  <a:pt x="27235" y="100402"/>
                  <a:pt x="20536" y="96049"/>
                </a:cubicBezTo>
                <a:cubicBezTo>
                  <a:pt x="13837" y="91696"/>
                  <a:pt x="8740" y="85392"/>
                  <a:pt x="5244" y="77137"/>
                </a:cubicBezTo>
                <a:cubicBezTo>
                  <a:pt x="1748" y="68882"/>
                  <a:pt x="0" y="60018"/>
                  <a:pt x="0" y="50545"/>
                </a:cubicBezTo>
                <a:cubicBezTo>
                  <a:pt x="0" y="40215"/>
                  <a:pt x="1974" y="31204"/>
                  <a:pt x="5921" y="23513"/>
                </a:cubicBezTo>
                <a:cubicBezTo>
                  <a:pt x="9868" y="15822"/>
                  <a:pt x="15484" y="9980"/>
                  <a:pt x="22769" y="5988"/>
                </a:cubicBezTo>
                <a:cubicBezTo>
                  <a:pt x="30054" y="1996"/>
                  <a:pt x="38072" y="0"/>
                  <a:pt x="46824" y="0"/>
                </a:cubicBezTo>
                <a:cubicBezTo>
                  <a:pt x="56748" y="0"/>
                  <a:pt x="65093" y="2526"/>
                  <a:pt x="71859" y="7578"/>
                </a:cubicBezTo>
                <a:cubicBezTo>
                  <a:pt x="78626" y="12631"/>
                  <a:pt x="83340" y="19735"/>
                  <a:pt x="86001" y="28893"/>
                </a:cubicBezTo>
                <a:lnTo>
                  <a:pt x="73077" y="31937"/>
                </a:lnTo>
                <a:cubicBezTo>
                  <a:pt x="70777" y="24696"/>
                  <a:pt x="67439" y="19424"/>
                  <a:pt x="63063" y="16121"/>
                </a:cubicBezTo>
                <a:cubicBezTo>
                  <a:pt x="58687" y="12817"/>
                  <a:pt x="53184" y="11165"/>
                  <a:pt x="46553" y="11165"/>
                </a:cubicBezTo>
                <a:cubicBezTo>
                  <a:pt x="38929" y="11165"/>
                  <a:pt x="32558" y="12995"/>
                  <a:pt x="27438" y="16656"/>
                </a:cubicBezTo>
                <a:cubicBezTo>
                  <a:pt x="22318" y="20315"/>
                  <a:pt x="18720" y="25230"/>
                  <a:pt x="16645" y="31398"/>
                </a:cubicBezTo>
                <a:cubicBezTo>
                  <a:pt x="14570" y="37566"/>
                  <a:pt x="13533" y="43925"/>
                  <a:pt x="13533" y="50475"/>
                </a:cubicBezTo>
                <a:cubicBezTo>
                  <a:pt x="13533" y="58925"/>
                  <a:pt x="14762" y="66302"/>
                  <a:pt x="17221" y="72606"/>
                </a:cubicBezTo>
                <a:cubicBezTo>
                  <a:pt x="19679" y="78910"/>
                  <a:pt x="23502" y="83621"/>
                  <a:pt x="28690" y="86739"/>
                </a:cubicBezTo>
                <a:cubicBezTo>
                  <a:pt x="33877" y="89856"/>
                  <a:pt x="39493" y="91414"/>
                  <a:pt x="45538" y="91414"/>
                </a:cubicBezTo>
                <a:cubicBezTo>
                  <a:pt x="52891" y="91414"/>
                  <a:pt x="59116" y="89283"/>
                  <a:pt x="64213" y="85020"/>
                </a:cubicBezTo>
                <a:cubicBezTo>
                  <a:pt x="69311" y="80757"/>
                  <a:pt x="72762" y="74431"/>
                  <a:pt x="74566" y="66040"/>
                </a:cubicBezTo>
                <a:close/>
                <a:moveTo>
                  <a:pt x="97751" y="65025"/>
                </a:moveTo>
                <a:cubicBezTo>
                  <a:pt x="97751" y="51718"/>
                  <a:pt x="101450" y="41862"/>
                  <a:pt x="108848" y="35456"/>
                </a:cubicBezTo>
                <a:cubicBezTo>
                  <a:pt x="115028" y="30133"/>
                  <a:pt x="122562" y="27472"/>
                  <a:pt x="131448" y="27472"/>
                </a:cubicBezTo>
                <a:cubicBezTo>
                  <a:pt x="141327" y="27472"/>
                  <a:pt x="149402" y="30708"/>
                  <a:pt x="155672" y="37181"/>
                </a:cubicBezTo>
                <a:cubicBezTo>
                  <a:pt x="161942" y="43655"/>
                  <a:pt x="165077" y="52598"/>
                  <a:pt x="165077" y="64010"/>
                </a:cubicBezTo>
                <a:cubicBezTo>
                  <a:pt x="165077" y="73258"/>
                  <a:pt x="163690" y="80532"/>
                  <a:pt x="160916" y="85832"/>
                </a:cubicBezTo>
                <a:cubicBezTo>
                  <a:pt x="158142" y="91132"/>
                  <a:pt x="154104" y="95249"/>
                  <a:pt x="148804" y="98181"/>
                </a:cubicBezTo>
                <a:cubicBezTo>
                  <a:pt x="143504" y="101113"/>
                  <a:pt x="137718" y="102579"/>
                  <a:pt x="131448" y="102579"/>
                </a:cubicBezTo>
                <a:cubicBezTo>
                  <a:pt x="121389" y="102579"/>
                  <a:pt x="113258" y="99354"/>
                  <a:pt x="107055" y="92903"/>
                </a:cubicBezTo>
                <a:cubicBezTo>
                  <a:pt x="100853" y="86452"/>
                  <a:pt x="97751" y="77160"/>
                  <a:pt x="97751" y="65025"/>
                </a:cubicBezTo>
                <a:moveTo>
                  <a:pt x="110269" y="64991"/>
                </a:moveTo>
                <a:cubicBezTo>
                  <a:pt x="110269" y="74160"/>
                  <a:pt x="112277" y="81025"/>
                  <a:pt x="116291" y="85587"/>
                </a:cubicBezTo>
                <a:cubicBezTo>
                  <a:pt x="120306" y="90148"/>
                  <a:pt x="125358" y="92429"/>
                  <a:pt x="131448" y="92429"/>
                </a:cubicBezTo>
                <a:cubicBezTo>
                  <a:pt x="137493" y="92429"/>
                  <a:pt x="142522" y="90137"/>
                  <a:pt x="146537" y="85553"/>
                </a:cubicBezTo>
                <a:cubicBezTo>
                  <a:pt x="150552" y="80969"/>
                  <a:pt x="152559" y="73980"/>
                  <a:pt x="152559" y="64588"/>
                </a:cubicBezTo>
                <a:cubicBezTo>
                  <a:pt x="152559" y="55733"/>
                  <a:pt x="150541" y="49025"/>
                  <a:pt x="146503" y="44464"/>
                </a:cubicBezTo>
                <a:cubicBezTo>
                  <a:pt x="142466" y="39902"/>
                  <a:pt x="137448" y="37621"/>
                  <a:pt x="131448" y="37621"/>
                </a:cubicBezTo>
                <a:cubicBezTo>
                  <a:pt x="125358" y="37621"/>
                  <a:pt x="120306" y="39891"/>
                  <a:pt x="116291" y="44430"/>
                </a:cubicBezTo>
                <a:cubicBezTo>
                  <a:pt x="112277" y="48969"/>
                  <a:pt x="110269" y="55823"/>
                  <a:pt x="110269" y="64991"/>
                </a:cubicBezTo>
                <a:close/>
                <a:moveTo>
                  <a:pt x="225954" y="100955"/>
                </a:moveTo>
                <a:lnTo>
                  <a:pt x="225954" y="91888"/>
                </a:lnTo>
                <a:cubicBezTo>
                  <a:pt x="221398" y="99015"/>
                  <a:pt x="214699" y="102579"/>
                  <a:pt x="205857" y="102579"/>
                </a:cubicBezTo>
                <a:cubicBezTo>
                  <a:pt x="200129" y="102579"/>
                  <a:pt x="194862" y="101000"/>
                  <a:pt x="190058" y="97842"/>
                </a:cubicBezTo>
                <a:cubicBezTo>
                  <a:pt x="185254" y="94685"/>
                  <a:pt x="181532" y="90275"/>
                  <a:pt x="178893" y="84614"/>
                </a:cubicBezTo>
                <a:cubicBezTo>
                  <a:pt x="176254" y="78953"/>
                  <a:pt x="174935" y="72446"/>
                  <a:pt x="174935" y="65093"/>
                </a:cubicBezTo>
                <a:cubicBezTo>
                  <a:pt x="174935" y="57921"/>
                  <a:pt x="176130" y="51413"/>
                  <a:pt x="178521" y="45572"/>
                </a:cubicBezTo>
                <a:cubicBezTo>
                  <a:pt x="180912" y="39730"/>
                  <a:pt x="184498" y="35253"/>
                  <a:pt x="189280" y="32140"/>
                </a:cubicBezTo>
                <a:cubicBezTo>
                  <a:pt x="194061" y="29028"/>
                  <a:pt x="199407" y="27472"/>
                  <a:pt x="205316" y="27472"/>
                </a:cubicBezTo>
                <a:cubicBezTo>
                  <a:pt x="209647" y="27472"/>
                  <a:pt x="213504" y="28385"/>
                  <a:pt x="216887" y="30212"/>
                </a:cubicBezTo>
                <a:cubicBezTo>
                  <a:pt x="220270" y="32039"/>
                  <a:pt x="223022" y="34418"/>
                  <a:pt x="225142" y="37351"/>
                </a:cubicBezTo>
                <a:lnTo>
                  <a:pt x="225142" y="1759"/>
                </a:lnTo>
                <a:lnTo>
                  <a:pt x="237254" y="1759"/>
                </a:lnTo>
                <a:lnTo>
                  <a:pt x="237254" y="100955"/>
                </a:lnTo>
                <a:lnTo>
                  <a:pt x="225954" y="100955"/>
                </a:lnTo>
                <a:moveTo>
                  <a:pt x="187453" y="65059"/>
                </a:moveTo>
                <a:cubicBezTo>
                  <a:pt x="187453" y="74228"/>
                  <a:pt x="189393" y="81081"/>
                  <a:pt x="193272" y="85621"/>
                </a:cubicBezTo>
                <a:cubicBezTo>
                  <a:pt x="197151" y="90160"/>
                  <a:pt x="201730" y="92429"/>
                  <a:pt x="207008" y="92429"/>
                </a:cubicBezTo>
                <a:cubicBezTo>
                  <a:pt x="212331" y="92429"/>
                  <a:pt x="216853" y="90261"/>
                  <a:pt x="220574" y="85925"/>
                </a:cubicBezTo>
                <a:cubicBezTo>
                  <a:pt x="224296" y="81587"/>
                  <a:pt x="226157" y="74969"/>
                  <a:pt x="226157" y="66070"/>
                </a:cubicBezTo>
                <a:cubicBezTo>
                  <a:pt x="226157" y="56273"/>
                  <a:pt x="224262" y="49082"/>
                  <a:pt x="220473" y="44498"/>
                </a:cubicBezTo>
                <a:cubicBezTo>
                  <a:pt x="216684" y="39913"/>
                  <a:pt x="212015" y="37621"/>
                  <a:pt x="206466" y="37621"/>
                </a:cubicBezTo>
                <a:cubicBezTo>
                  <a:pt x="201053" y="37621"/>
                  <a:pt x="196531" y="39824"/>
                  <a:pt x="192900" y="44229"/>
                </a:cubicBezTo>
                <a:cubicBezTo>
                  <a:pt x="189268" y="48633"/>
                  <a:pt x="187453" y="55576"/>
                  <a:pt x="187453" y="65059"/>
                </a:cubicBezTo>
                <a:close/>
                <a:moveTo>
                  <a:pt x="305573" y="77814"/>
                </a:moveTo>
                <a:lnTo>
                  <a:pt x="318159" y="79370"/>
                </a:lnTo>
                <a:cubicBezTo>
                  <a:pt x="316174" y="86723"/>
                  <a:pt x="312498" y="92429"/>
                  <a:pt x="307130" y="96489"/>
                </a:cubicBezTo>
                <a:cubicBezTo>
                  <a:pt x="301762" y="100549"/>
                  <a:pt x="294905" y="102579"/>
                  <a:pt x="286560" y="102579"/>
                </a:cubicBezTo>
                <a:cubicBezTo>
                  <a:pt x="276049" y="102579"/>
                  <a:pt x="267715" y="99342"/>
                  <a:pt x="261558" y="92869"/>
                </a:cubicBezTo>
                <a:cubicBezTo>
                  <a:pt x="255400" y="86396"/>
                  <a:pt x="252322" y="77318"/>
                  <a:pt x="252322" y="65634"/>
                </a:cubicBezTo>
                <a:cubicBezTo>
                  <a:pt x="252322" y="53545"/>
                  <a:pt x="255434" y="44162"/>
                  <a:pt x="261659" y="37486"/>
                </a:cubicBezTo>
                <a:cubicBezTo>
                  <a:pt x="267885" y="30810"/>
                  <a:pt x="275959" y="27472"/>
                  <a:pt x="285883" y="27472"/>
                </a:cubicBezTo>
                <a:cubicBezTo>
                  <a:pt x="295491" y="27472"/>
                  <a:pt x="303341" y="30737"/>
                  <a:pt x="309430" y="37268"/>
                </a:cubicBezTo>
                <a:cubicBezTo>
                  <a:pt x="315520" y="43798"/>
                  <a:pt x="318565" y="52985"/>
                  <a:pt x="318565" y="64829"/>
                </a:cubicBezTo>
                <a:cubicBezTo>
                  <a:pt x="318565" y="65549"/>
                  <a:pt x="318542" y="66629"/>
                  <a:pt x="318497" y="68070"/>
                </a:cubicBezTo>
                <a:lnTo>
                  <a:pt x="264907" y="68070"/>
                </a:lnTo>
                <a:cubicBezTo>
                  <a:pt x="265358" y="75942"/>
                  <a:pt x="267591" y="81969"/>
                  <a:pt x="271606" y="86153"/>
                </a:cubicBezTo>
                <a:cubicBezTo>
                  <a:pt x="275621" y="90337"/>
                  <a:pt x="280628" y="92429"/>
                  <a:pt x="286627" y="92429"/>
                </a:cubicBezTo>
                <a:cubicBezTo>
                  <a:pt x="291093" y="92429"/>
                  <a:pt x="294905" y="91268"/>
                  <a:pt x="298063" y="88945"/>
                </a:cubicBezTo>
                <a:cubicBezTo>
                  <a:pt x="301220" y="86620"/>
                  <a:pt x="303724" y="82910"/>
                  <a:pt x="305573" y="77814"/>
                </a:cubicBezTo>
                <a:moveTo>
                  <a:pt x="265584" y="57921"/>
                </a:moveTo>
                <a:lnTo>
                  <a:pt x="305709" y="57921"/>
                </a:lnTo>
                <a:cubicBezTo>
                  <a:pt x="305167" y="51975"/>
                  <a:pt x="303634" y="47515"/>
                  <a:pt x="301108" y="44542"/>
                </a:cubicBezTo>
                <a:cubicBezTo>
                  <a:pt x="297228" y="39928"/>
                  <a:pt x="292198" y="37621"/>
                  <a:pt x="286018" y="37621"/>
                </a:cubicBezTo>
                <a:cubicBezTo>
                  <a:pt x="280425" y="37621"/>
                  <a:pt x="275722" y="39463"/>
                  <a:pt x="271911" y="43146"/>
                </a:cubicBezTo>
                <a:cubicBezTo>
                  <a:pt x="268099" y="46829"/>
                  <a:pt x="265990" y="51753"/>
                  <a:pt x="265584" y="57921"/>
                </a:cubicBezTo>
                <a:close/>
                <a:moveTo>
                  <a:pt x="334445" y="100955"/>
                </a:moveTo>
                <a:lnTo>
                  <a:pt x="334445" y="1759"/>
                </a:lnTo>
                <a:lnTo>
                  <a:pt x="347572" y="1759"/>
                </a:lnTo>
                <a:lnTo>
                  <a:pt x="347572" y="89249"/>
                </a:lnTo>
                <a:lnTo>
                  <a:pt x="396425" y="89249"/>
                </a:lnTo>
                <a:lnTo>
                  <a:pt x="396425" y="100955"/>
                </a:lnTo>
                <a:lnTo>
                  <a:pt x="334445" y="100955"/>
                </a:lnTo>
                <a:close/>
                <a:moveTo>
                  <a:pt x="410208" y="100955"/>
                </a:moveTo>
                <a:lnTo>
                  <a:pt x="410208" y="1759"/>
                </a:lnTo>
                <a:lnTo>
                  <a:pt x="422387" y="1759"/>
                </a:lnTo>
                <a:lnTo>
                  <a:pt x="422387" y="100955"/>
                </a:lnTo>
                <a:lnTo>
                  <a:pt x="410208" y="100955"/>
                </a:lnTo>
                <a:close/>
                <a:moveTo>
                  <a:pt x="488134" y="92082"/>
                </a:moveTo>
                <a:cubicBezTo>
                  <a:pt x="483623" y="95920"/>
                  <a:pt x="479281" y="98628"/>
                  <a:pt x="475108" y="100208"/>
                </a:cubicBezTo>
                <a:cubicBezTo>
                  <a:pt x="470936" y="101789"/>
                  <a:pt x="466459" y="102579"/>
                  <a:pt x="461677" y="102579"/>
                </a:cubicBezTo>
                <a:cubicBezTo>
                  <a:pt x="453783" y="102579"/>
                  <a:pt x="447716" y="100649"/>
                  <a:pt x="443475" y="96789"/>
                </a:cubicBezTo>
                <a:cubicBezTo>
                  <a:pt x="439235" y="92930"/>
                  <a:pt x="437115" y="87998"/>
                  <a:pt x="437115" y="81994"/>
                </a:cubicBezTo>
                <a:cubicBezTo>
                  <a:pt x="437115" y="78474"/>
                  <a:pt x="437916" y="75259"/>
                  <a:pt x="439517" y="72348"/>
                </a:cubicBezTo>
                <a:cubicBezTo>
                  <a:pt x="441118" y="69435"/>
                  <a:pt x="443216" y="67099"/>
                  <a:pt x="445810" y="65338"/>
                </a:cubicBezTo>
                <a:cubicBezTo>
                  <a:pt x="448404" y="63578"/>
                  <a:pt x="451324" y="62246"/>
                  <a:pt x="454572" y="61344"/>
                </a:cubicBezTo>
                <a:cubicBezTo>
                  <a:pt x="456963" y="60711"/>
                  <a:pt x="460572" y="60101"/>
                  <a:pt x="465398" y="59515"/>
                </a:cubicBezTo>
                <a:cubicBezTo>
                  <a:pt x="475232" y="58350"/>
                  <a:pt x="482472" y="56962"/>
                  <a:pt x="487119" y="55349"/>
                </a:cubicBezTo>
                <a:cubicBezTo>
                  <a:pt x="487164" y="53687"/>
                  <a:pt x="487186" y="52631"/>
                  <a:pt x="487186" y="52182"/>
                </a:cubicBezTo>
                <a:cubicBezTo>
                  <a:pt x="487186" y="47238"/>
                  <a:pt x="486036" y="43755"/>
                  <a:pt x="483735" y="41734"/>
                </a:cubicBezTo>
                <a:cubicBezTo>
                  <a:pt x="480623" y="38992"/>
                  <a:pt x="475999" y="37621"/>
                  <a:pt x="469864" y="37621"/>
                </a:cubicBezTo>
                <a:cubicBezTo>
                  <a:pt x="464135" y="37621"/>
                  <a:pt x="459906" y="38625"/>
                  <a:pt x="457177" y="40632"/>
                </a:cubicBezTo>
                <a:cubicBezTo>
                  <a:pt x="454448" y="42640"/>
                  <a:pt x="452430" y="46192"/>
                  <a:pt x="451121" y="51289"/>
                </a:cubicBezTo>
                <a:lnTo>
                  <a:pt x="439212" y="49665"/>
                </a:lnTo>
                <a:cubicBezTo>
                  <a:pt x="440295" y="44553"/>
                  <a:pt x="442077" y="40424"/>
                  <a:pt x="444558" y="37279"/>
                </a:cubicBezTo>
                <a:cubicBezTo>
                  <a:pt x="447039" y="34134"/>
                  <a:pt x="450625" y="31713"/>
                  <a:pt x="455317" y="30018"/>
                </a:cubicBezTo>
                <a:cubicBezTo>
                  <a:pt x="460008" y="28320"/>
                  <a:pt x="465444" y="27472"/>
                  <a:pt x="471624" y="27472"/>
                </a:cubicBezTo>
                <a:cubicBezTo>
                  <a:pt x="477758" y="27472"/>
                  <a:pt x="482743" y="28193"/>
                  <a:pt x="486577" y="29637"/>
                </a:cubicBezTo>
                <a:cubicBezTo>
                  <a:pt x="490412" y="31080"/>
                  <a:pt x="493231" y="32896"/>
                  <a:pt x="495035" y="35084"/>
                </a:cubicBezTo>
                <a:cubicBezTo>
                  <a:pt x="496840" y="37272"/>
                  <a:pt x="498103" y="40035"/>
                  <a:pt x="498825" y="43373"/>
                </a:cubicBezTo>
                <a:cubicBezTo>
                  <a:pt x="499231" y="45448"/>
                  <a:pt x="499434" y="49192"/>
                  <a:pt x="499434" y="54605"/>
                </a:cubicBezTo>
                <a:lnTo>
                  <a:pt x="499434" y="70844"/>
                </a:lnTo>
                <a:cubicBezTo>
                  <a:pt x="499434" y="82167"/>
                  <a:pt x="499693" y="89328"/>
                  <a:pt x="500212" y="92328"/>
                </a:cubicBezTo>
                <a:cubicBezTo>
                  <a:pt x="500730" y="95328"/>
                  <a:pt x="501757" y="98203"/>
                  <a:pt x="503290" y="100955"/>
                </a:cubicBezTo>
                <a:lnTo>
                  <a:pt x="490570" y="100955"/>
                </a:lnTo>
                <a:cubicBezTo>
                  <a:pt x="489306" y="98426"/>
                  <a:pt x="488495" y="95468"/>
                  <a:pt x="488134" y="92082"/>
                </a:cubicBezTo>
                <a:moveTo>
                  <a:pt x="487119" y="64822"/>
                </a:moveTo>
                <a:cubicBezTo>
                  <a:pt x="482698" y="66642"/>
                  <a:pt x="476067" y="68189"/>
                  <a:pt x="467225" y="69461"/>
                </a:cubicBezTo>
                <a:cubicBezTo>
                  <a:pt x="462218" y="70186"/>
                  <a:pt x="458677" y="71002"/>
                  <a:pt x="456602" y="71908"/>
                </a:cubicBezTo>
                <a:cubicBezTo>
                  <a:pt x="454527" y="72813"/>
                  <a:pt x="452926" y="74138"/>
                  <a:pt x="451798" y="75883"/>
                </a:cubicBezTo>
                <a:cubicBezTo>
                  <a:pt x="450670" y="77627"/>
                  <a:pt x="450106" y="79563"/>
                  <a:pt x="450106" y="81692"/>
                </a:cubicBezTo>
                <a:cubicBezTo>
                  <a:pt x="450106" y="84952"/>
                  <a:pt x="451336" y="87670"/>
                  <a:pt x="453794" y="89845"/>
                </a:cubicBezTo>
                <a:cubicBezTo>
                  <a:pt x="456253" y="92019"/>
                  <a:pt x="459850" y="93106"/>
                  <a:pt x="464587" y="93106"/>
                </a:cubicBezTo>
                <a:cubicBezTo>
                  <a:pt x="469278" y="93106"/>
                  <a:pt x="473451" y="92075"/>
                  <a:pt x="477104" y="90012"/>
                </a:cubicBezTo>
                <a:cubicBezTo>
                  <a:pt x="480758" y="87950"/>
                  <a:pt x="483442" y="85129"/>
                  <a:pt x="485156" y="81548"/>
                </a:cubicBezTo>
                <a:cubicBezTo>
                  <a:pt x="486465" y="78782"/>
                  <a:pt x="487119" y="74703"/>
                  <a:pt x="487119" y="69309"/>
                </a:cubicBezTo>
                <a:lnTo>
                  <a:pt x="487119" y="64822"/>
                </a:lnTo>
                <a:close/>
                <a:moveTo>
                  <a:pt x="518291" y="100955"/>
                </a:moveTo>
                <a:lnTo>
                  <a:pt x="518291" y="29096"/>
                </a:lnTo>
                <a:lnTo>
                  <a:pt x="529185" y="29096"/>
                </a:lnTo>
                <a:lnTo>
                  <a:pt x="529185" y="39110"/>
                </a:lnTo>
                <a:cubicBezTo>
                  <a:pt x="531440" y="35611"/>
                  <a:pt x="534440" y="32797"/>
                  <a:pt x="538184" y="30667"/>
                </a:cubicBezTo>
                <a:cubicBezTo>
                  <a:pt x="541928" y="28537"/>
                  <a:pt x="546191" y="27472"/>
                  <a:pt x="550972" y="27472"/>
                </a:cubicBezTo>
                <a:cubicBezTo>
                  <a:pt x="556295" y="27472"/>
                  <a:pt x="560660" y="28571"/>
                  <a:pt x="564065" y="30770"/>
                </a:cubicBezTo>
                <a:cubicBezTo>
                  <a:pt x="567471" y="32968"/>
                  <a:pt x="569873" y="36041"/>
                  <a:pt x="571272" y="39990"/>
                </a:cubicBezTo>
                <a:cubicBezTo>
                  <a:pt x="576955" y="31644"/>
                  <a:pt x="584353" y="27472"/>
                  <a:pt x="593465" y="27472"/>
                </a:cubicBezTo>
                <a:cubicBezTo>
                  <a:pt x="600593" y="27472"/>
                  <a:pt x="606074" y="29445"/>
                  <a:pt x="609908" y="33392"/>
                </a:cubicBezTo>
                <a:cubicBezTo>
                  <a:pt x="613742" y="37339"/>
                  <a:pt x="615659" y="43418"/>
                  <a:pt x="615659" y="51628"/>
                </a:cubicBezTo>
                <a:lnTo>
                  <a:pt x="615659" y="100955"/>
                </a:lnTo>
                <a:lnTo>
                  <a:pt x="603547" y="100955"/>
                </a:lnTo>
                <a:lnTo>
                  <a:pt x="603547" y="55639"/>
                </a:lnTo>
                <a:cubicBezTo>
                  <a:pt x="603547" y="50762"/>
                  <a:pt x="603153" y="47251"/>
                  <a:pt x="602363" y="45107"/>
                </a:cubicBezTo>
                <a:cubicBezTo>
                  <a:pt x="601574" y="42961"/>
                  <a:pt x="600142" y="41234"/>
                  <a:pt x="598067" y="39924"/>
                </a:cubicBezTo>
                <a:cubicBezTo>
                  <a:pt x="595992" y="38614"/>
                  <a:pt x="593556" y="37960"/>
                  <a:pt x="590759" y="37960"/>
                </a:cubicBezTo>
                <a:cubicBezTo>
                  <a:pt x="585707" y="37960"/>
                  <a:pt x="581511" y="39642"/>
                  <a:pt x="578173" y="43007"/>
                </a:cubicBezTo>
                <a:cubicBezTo>
                  <a:pt x="574835" y="46370"/>
                  <a:pt x="573166" y="51755"/>
                  <a:pt x="573166" y="59162"/>
                </a:cubicBezTo>
                <a:lnTo>
                  <a:pt x="573166" y="100955"/>
                </a:lnTo>
                <a:lnTo>
                  <a:pt x="560987" y="100955"/>
                </a:lnTo>
                <a:lnTo>
                  <a:pt x="560987" y="54216"/>
                </a:lnTo>
                <a:cubicBezTo>
                  <a:pt x="560987" y="48797"/>
                  <a:pt x="559994" y="44733"/>
                  <a:pt x="558009" y="42024"/>
                </a:cubicBezTo>
                <a:cubicBezTo>
                  <a:pt x="556025" y="39314"/>
                  <a:pt x="552777" y="37960"/>
                  <a:pt x="548266" y="37960"/>
                </a:cubicBezTo>
                <a:cubicBezTo>
                  <a:pt x="544838" y="37960"/>
                  <a:pt x="541669" y="38863"/>
                  <a:pt x="538759" y="40670"/>
                </a:cubicBezTo>
                <a:cubicBezTo>
                  <a:pt x="535849" y="42476"/>
                  <a:pt x="533741" y="45118"/>
                  <a:pt x="532432" y="48596"/>
                </a:cubicBezTo>
                <a:cubicBezTo>
                  <a:pt x="531124" y="52072"/>
                  <a:pt x="530470" y="57084"/>
                  <a:pt x="530470" y="63632"/>
                </a:cubicBezTo>
                <a:lnTo>
                  <a:pt x="530470" y="100955"/>
                </a:lnTo>
                <a:lnTo>
                  <a:pt x="518291" y="100955"/>
                </a:lnTo>
                <a:close/>
                <a:moveTo>
                  <a:pt x="680616" y="92082"/>
                </a:moveTo>
                <a:cubicBezTo>
                  <a:pt x="676105" y="95920"/>
                  <a:pt x="671763" y="98628"/>
                  <a:pt x="667590" y="100208"/>
                </a:cubicBezTo>
                <a:cubicBezTo>
                  <a:pt x="663418" y="101789"/>
                  <a:pt x="658941" y="102579"/>
                  <a:pt x="654159" y="102579"/>
                </a:cubicBezTo>
                <a:cubicBezTo>
                  <a:pt x="646265" y="102579"/>
                  <a:pt x="640198" y="100649"/>
                  <a:pt x="635957" y="96789"/>
                </a:cubicBezTo>
                <a:cubicBezTo>
                  <a:pt x="631717" y="92930"/>
                  <a:pt x="629597" y="87998"/>
                  <a:pt x="629597" y="81994"/>
                </a:cubicBezTo>
                <a:cubicBezTo>
                  <a:pt x="629597" y="78474"/>
                  <a:pt x="630398" y="75259"/>
                  <a:pt x="631999" y="72348"/>
                </a:cubicBezTo>
                <a:cubicBezTo>
                  <a:pt x="633600" y="69435"/>
                  <a:pt x="635698" y="67099"/>
                  <a:pt x="638292" y="65338"/>
                </a:cubicBezTo>
                <a:cubicBezTo>
                  <a:pt x="640886" y="63578"/>
                  <a:pt x="643806" y="62246"/>
                  <a:pt x="647054" y="61344"/>
                </a:cubicBezTo>
                <a:cubicBezTo>
                  <a:pt x="649445" y="60711"/>
                  <a:pt x="653054" y="60101"/>
                  <a:pt x="657881" y="59515"/>
                </a:cubicBezTo>
                <a:cubicBezTo>
                  <a:pt x="667714" y="58350"/>
                  <a:pt x="674954" y="56962"/>
                  <a:pt x="679601" y="55349"/>
                </a:cubicBezTo>
                <a:cubicBezTo>
                  <a:pt x="679646" y="53687"/>
                  <a:pt x="679668" y="52631"/>
                  <a:pt x="679668" y="52182"/>
                </a:cubicBezTo>
                <a:cubicBezTo>
                  <a:pt x="679668" y="47238"/>
                  <a:pt x="678518" y="43755"/>
                  <a:pt x="676218" y="41734"/>
                </a:cubicBezTo>
                <a:cubicBezTo>
                  <a:pt x="673105" y="38992"/>
                  <a:pt x="668481" y="37621"/>
                  <a:pt x="662346" y="37621"/>
                </a:cubicBezTo>
                <a:cubicBezTo>
                  <a:pt x="656618" y="37621"/>
                  <a:pt x="652389" y="38625"/>
                  <a:pt x="649659" y="40632"/>
                </a:cubicBezTo>
                <a:cubicBezTo>
                  <a:pt x="646930" y="42640"/>
                  <a:pt x="644912" y="46192"/>
                  <a:pt x="643603" y="51289"/>
                </a:cubicBezTo>
                <a:lnTo>
                  <a:pt x="631695" y="49665"/>
                </a:lnTo>
                <a:cubicBezTo>
                  <a:pt x="632777" y="44553"/>
                  <a:pt x="634559" y="40424"/>
                  <a:pt x="637040" y="37279"/>
                </a:cubicBezTo>
                <a:cubicBezTo>
                  <a:pt x="639521" y="34134"/>
                  <a:pt x="643107" y="31713"/>
                  <a:pt x="647799" y="30018"/>
                </a:cubicBezTo>
                <a:cubicBezTo>
                  <a:pt x="652490" y="28320"/>
                  <a:pt x="657926" y="27472"/>
                  <a:pt x="664106" y="27472"/>
                </a:cubicBezTo>
                <a:cubicBezTo>
                  <a:pt x="670241" y="27472"/>
                  <a:pt x="675225" y="28193"/>
                  <a:pt x="679059" y="29637"/>
                </a:cubicBezTo>
                <a:cubicBezTo>
                  <a:pt x="682894" y="31080"/>
                  <a:pt x="685713" y="32896"/>
                  <a:pt x="687517" y="35084"/>
                </a:cubicBezTo>
                <a:cubicBezTo>
                  <a:pt x="689322" y="37272"/>
                  <a:pt x="690585" y="40035"/>
                  <a:pt x="691307" y="43373"/>
                </a:cubicBezTo>
                <a:cubicBezTo>
                  <a:pt x="691713" y="45448"/>
                  <a:pt x="691916" y="49192"/>
                  <a:pt x="691916" y="54605"/>
                </a:cubicBezTo>
                <a:lnTo>
                  <a:pt x="691916" y="70844"/>
                </a:lnTo>
                <a:cubicBezTo>
                  <a:pt x="691916" y="82167"/>
                  <a:pt x="692175" y="89328"/>
                  <a:pt x="692694" y="92328"/>
                </a:cubicBezTo>
                <a:cubicBezTo>
                  <a:pt x="693213" y="95328"/>
                  <a:pt x="694239" y="98203"/>
                  <a:pt x="695773" y="100955"/>
                </a:cubicBezTo>
                <a:lnTo>
                  <a:pt x="683052" y="100955"/>
                </a:lnTo>
                <a:cubicBezTo>
                  <a:pt x="681789" y="98426"/>
                  <a:pt x="680977" y="95468"/>
                  <a:pt x="680616" y="92082"/>
                </a:cubicBezTo>
                <a:moveTo>
                  <a:pt x="679601" y="64822"/>
                </a:moveTo>
                <a:cubicBezTo>
                  <a:pt x="675180" y="66642"/>
                  <a:pt x="668549" y="68189"/>
                  <a:pt x="659708" y="69461"/>
                </a:cubicBezTo>
                <a:cubicBezTo>
                  <a:pt x="654700" y="70186"/>
                  <a:pt x="651159" y="71002"/>
                  <a:pt x="649084" y="71908"/>
                </a:cubicBezTo>
                <a:cubicBezTo>
                  <a:pt x="647009" y="72813"/>
                  <a:pt x="645408" y="74138"/>
                  <a:pt x="644280" y="75883"/>
                </a:cubicBezTo>
                <a:cubicBezTo>
                  <a:pt x="643152" y="77627"/>
                  <a:pt x="642588" y="79563"/>
                  <a:pt x="642588" y="81692"/>
                </a:cubicBezTo>
                <a:cubicBezTo>
                  <a:pt x="642588" y="84952"/>
                  <a:pt x="643818" y="87670"/>
                  <a:pt x="646276" y="89845"/>
                </a:cubicBezTo>
                <a:cubicBezTo>
                  <a:pt x="648735" y="92019"/>
                  <a:pt x="652332" y="93106"/>
                  <a:pt x="657069" y="93106"/>
                </a:cubicBezTo>
                <a:cubicBezTo>
                  <a:pt x="661760" y="93106"/>
                  <a:pt x="665933" y="92075"/>
                  <a:pt x="669586" y="90012"/>
                </a:cubicBezTo>
                <a:cubicBezTo>
                  <a:pt x="673240" y="87950"/>
                  <a:pt x="675924" y="85129"/>
                  <a:pt x="677639" y="81548"/>
                </a:cubicBezTo>
                <a:cubicBezTo>
                  <a:pt x="678947" y="78782"/>
                  <a:pt x="679601" y="74703"/>
                  <a:pt x="679601" y="69309"/>
                </a:cubicBezTo>
                <a:lnTo>
                  <a:pt x="679601" y="64822"/>
                </a:lnTo>
                <a:close/>
                <a:moveTo>
                  <a:pt x="699541" y="128562"/>
                </a:moveTo>
                <a:lnTo>
                  <a:pt x="699541" y="119766"/>
                </a:lnTo>
                <a:lnTo>
                  <a:pt x="780264" y="119766"/>
                </a:lnTo>
                <a:lnTo>
                  <a:pt x="780264" y="128562"/>
                </a:lnTo>
                <a:lnTo>
                  <a:pt x="699541" y="128562"/>
                </a:lnTo>
                <a:close/>
                <a:moveTo>
                  <a:pt x="784506" y="74566"/>
                </a:moveTo>
                <a:lnTo>
                  <a:pt x="796685" y="72942"/>
                </a:lnTo>
                <a:cubicBezTo>
                  <a:pt x="798084" y="79844"/>
                  <a:pt x="800463" y="84817"/>
                  <a:pt x="803824" y="87862"/>
                </a:cubicBezTo>
                <a:cubicBezTo>
                  <a:pt x="807184" y="90907"/>
                  <a:pt x="811278" y="92429"/>
                  <a:pt x="816105" y="92429"/>
                </a:cubicBezTo>
                <a:cubicBezTo>
                  <a:pt x="821834" y="92429"/>
                  <a:pt x="826672" y="90448"/>
                  <a:pt x="830619" y="86485"/>
                </a:cubicBezTo>
                <a:cubicBezTo>
                  <a:pt x="834566" y="82523"/>
                  <a:pt x="836539" y="77614"/>
                  <a:pt x="836539" y="71760"/>
                </a:cubicBezTo>
                <a:cubicBezTo>
                  <a:pt x="836539" y="66175"/>
                  <a:pt x="834712" y="61570"/>
                  <a:pt x="831059" y="57946"/>
                </a:cubicBezTo>
                <a:cubicBezTo>
                  <a:pt x="827405" y="54320"/>
                  <a:pt x="822758" y="52507"/>
                  <a:pt x="817120" y="52507"/>
                </a:cubicBezTo>
                <a:cubicBezTo>
                  <a:pt x="814819" y="52507"/>
                  <a:pt x="811955" y="52958"/>
                  <a:pt x="808526" y="53861"/>
                </a:cubicBezTo>
                <a:lnTo>
                  <a:pt x="809880" y="43170"/>
                </a:lnTo>
                <a:cubicBezTo>
                  <a:pt x="810692" y="43260"/>
                  <a:pt x="811346" y="43305"/>
                  <a:pt x="811842" y="43305"/>
                </a:cubicBezTo>
                <a:cubicBezTo>
                  <a:pt x="817030" y="43305"/>
                  <a:pt x="821698" y="41963"/>
                  <a:pt x="825848" y="39279"/>
                </a:cubicBezTo>
                <a:cubicBezTo>
                  <a:pt x="829998" y="36595"/>
                  <a:pt x="832074" y="32458"/>
                  <a:pt x="832074" y="26867"/>
                </a:cubicBezTo>
                <a:cubicBezTo>
                  <a:pt x="832074" y="22439"/>
                  <a:pt x="830562" y="18772"/>
                  <a:pt x="827540" y="15865"/>
                </a:cubicBezTo>
                <a:cubicBezTo>
                  <a:pt x="824518" y="12957"/>
                  <a:pt x="820616" y="11503"/>
                  <a:pt x="815834" y="11503"/>
                </a:cubicBezTo>
                <a:cubicBezTo>
                  <a:pt x="811098" y="11503"/>
                  <a:pt x="807151" y="12992"/>
                  <a:pt x="803993" y="15969"/>
                </a:cubicBezTo>
                <a:cubicBezTo>
                  <a:pt x="800835" y="18946"/>
                  <a:pt x="798805" y="23412"/>
                  <a:pt x="797903" y="29366"/>
                </a:cubicBezTo>
                <a:lnTo>
                  <a:pt x="785724" y="27201"/>
                </a:lnTo>
                <a:cubicBezTo>
                  <a:pt x="787212" y="18994"/>
                  <a:pt x="790595" y="12634"/>
                  <a:pt x="795873" y="8122"/>
                </a:cubicBezTo>
                <a:cubicBezTo>
                  <a:pt x="801151" y="3609"/>
                  <a:pt x="807714" y="1353"/>
                  <a:pt x="815563" y="1353"/>
                </a:cubicBezTo>
                <a:cubicBezTo>
                  <a:pt x="820977" y="1353"/>
                  <a:pt x="825961" y="2511"/>
                  <a:pt x="830517" y="4827"/>
                </a:cubicBezTo>
                <a:cubicBezTo>
                  <a:pt x="835073" y="7143"/>
                  <a:pt x="838558" y="10303"/>
                  <a:pt x="840971" y="14307"/>
                </a:cubicBezTo>
                <a:cubicBezTo>
                  <a:pt x="843385" y="18309"/>
                  <a:pt x="844591" y="22559"/>
                  <a:pt x="844591" y="27057"/>
                </a:cubicBezTo>
                <a:cubicBezTo>
                  <a:pt x="844591" y="31330"/>
                  <a:pt x="843441" y="35221"/>
                  <a:pt x="841141" y="38729"/>
                </a:cubicBezTo>
                <a:cubicBezTo>
                  <a:pt x="838840" y="42237"/>
                  <a:pt x="835434" y="45025"/>
                  <a:pt x="830923" y="47094"/>
                </a:cubicBezTo>
                <a:cubicBezTo>
                  <a:pt x="836787" y="48448"/>
                  <a:pt x="841344" y="51256"/>
                  <a:pt x="844591" y="55518"/>
                </a:cubicBezTo>
                <a:cubicBezTo>
                  <a:pt x="847839" y="59781"/>
                  <a:pt x="849463" y="65115"/>
                  <a:pt x="849463" y="71521"/>
                </a:cubicBezTo>
                <a:cubicBezTo>
                  <a:pt x="849463" y="80182"/>
                  <a:pt x="846306" y="87524"/>
                  <a:pt x="839990" y="93546"/>
                </a:cubicBezTo>
                <a:cubicBezTo>
                  <a:pt x="833675" y="99568"/>
                  <a:pt x="825691" y="102579"/>
                  <a:pt x="816037" y="102579"/>
                </a:cubicBezTo>
                <a:cubicBezTo>
                  <a:pt x="807331" y="102579"/>
                  <a:pt x="800102" y="99979"/>
                  <a:pt x="794351" y="94778"/>
                </a:cubicBezTo>
                <a:cubicBezTo>
                  <a:pt x="788599" y="89578"/>
                  <a:pt x="785318" y="82841"/>
                  <a:pt x="784506" y="74566"/>
                </a:cubicBezTo>
                <a:close/>
                <a:moveTo>
                  <a:pt x="900529" y="100955"/>
                </a:moveTo>
                <a:lnTo>
                  <a:pt x="900529" y="77205"/>
                </a:lnTo>
                <a:lnTo>
                  <a:pt x="857495" y="77205"/>
                </a:lnTo>
                <a:lnTo>
                  <a:pt x="857495" y="66040"/>
                </a:lnTo>
                <a:lnTo>
                  <a:pt x="902762" y="1759"/>
                </a:lnTo>
                <a:lnTo>
                  <a:pt x="912708" y="1759"/>
                </a:lnTo>
                <a:lnTo>
                  <a:pt x="912708" y="66040"/>
                </a:lnTo>
                <a:lnTo>
                  <a:pt x="926106" y="66040"/>
                </a:lnTo>
                <a:lnTo>
                  <a:pt x="926106" y="77205"/>
                </a:lnTo>
                <a:lnTo>
                  <a:pt x="912708" y="77205"/>
                </a:lnTo>
                <a:lnTo>
                  <a:pt x="912708" y="100955"/>
                </a:lnTo>
                <a:lnTo>
                  <a:pt x="900529" y="100955"/>
                </a:lnTo>
                <a:moveTo>
                  <a:pt x="900529" y="66040"/>
                </a:moveTo>
                <a:lnTo>
                  <a:pt x="900529" y="21314"/>
                </a:lnTo>
                <a:lnTo>
                  <a:pt x="869471" y="66040"/>
                </a:lnTo>
                <a:lnTo>
                  <a:pt x="900529" y="66040"/>
                </a:lnTo>
                <a:close/>
                <a:moveTo>
                  <a:pt x="942933" y="100955"/>
                </a:moveTo>
                <a:lnTo>
                  <a:pt x="942933" y="1759"/>
                </a:lnTo>
                <a:lnTo>
                  <a:pt x="980148" y="1759"/>
                </a:lnTo>
                <a:cubicBezTo>
                  <a:pt x="987727" y="1759"/>
                  <a:pt x="993805" y="2763"/>
                  <a:pt x="998384" y="4770"/>
                </a:cubicBezTo>
                <a:cubicBezTo>
                  <a:pt x="1002962" y="6778"/>
                  <a:pt x="1006549" y="9868"/>
                  <a:pt x="1009142" y="14040"/>
                </a:cubicBezTo>
                <a:cubicBezTo>
                  <a:pt x="1011736" y="18213"/>
                  <a:pt x="1013033" y="22577"/>
                  <a:pt x="1013033" y="27133"/>
                </a:cubicBezTo>
                <a:cubicBezTo>
                  <a:pt x="1013033" y="31374"/>
                  <a:pt x="1011883" y="35366"/>
                  <a:pt x="1009582" y="39110"/>
                </a:cubicBezTo>
                <a:cubicBezTo>
                  <a:pt x="1007282" y="42854"/>
                  <a:pt x="1003808" y="45876"/>
                  <a:pt x="999162" y="48177"/>
                </a:cubicBezTo>
                <a:cubicBezTo>
                  <a:pt x="1005162" y="49936"/>
                  <a:pt x="1009774" y="52936"/>
                  <a:pt x="1012999" y="57176"/>
                </a:cubicBezTo>
                <a:cubicBezTo>
                  <a:pt x="1016225" y="61416"/>
                  <a:pt x="1017837" y="66424"/>
                  <a:pt x="1017837" y="72198"/>
                </a:cubicBezTo>
                <a:cubicBezTo>
                  <a:pt x="1017837" y="76844"/>
                  <a:pt x="1016856" y="81163"/>
                  <a:pt x="1014894" y="85155"/>
                </a:cubicBezTo>
                <a:cubicBezTo>
                  <a:pt x="1012932" y="89148"/>
                  <a:pt x="1010507" y="92226"/>
                  <a:pt x="1007620" y="94391"/>
                </a:cubicBezTo>
                <a:cubicBezTo>
                  <a:pt x="1004733" y="96557"/>
                  <a:pt x="1001113" y="98192"/>
                  <a:pt x="996760" y="99297"/>
                </a:cubicBezTo>
                <a:cubicBezTo>
                  <a:pt x="992407" y="100402"/>
                  <a:pt x="987073" y="100955"/>
                  <a:pt x="980757" y="100955"/>
                </a:cubicBezTo>
                <a:lnTo>
                  <a:pt x="942933" y="100955"/>
                </a:lnTo>
                <a:moveTo>
                  <a:pt x="956060" y="43440"/>
                </a:moveTo>
                <a:lnTo>
                  <a:pt x="977509" y="43440"/>
                </a:lnTo>
                <a:cubicBezTo>
                  <a:pt x="983329" y="43440"/>
                  <a:pt x="987501" y="43057"/>
                  <a:pt x="990027" y="42290"/>
                </a:cubicBezTo>
                <a:cubicBezTo>
                  <a:pt x="993365" y="41298"/>
                  <a:pt x="995880" y="39651"/>
                  <a:pt x="997572" y="37351"/>
                </a:cubicBezTo>
                <a:cubicBezTo>
                  <a:pt x="999264" y="35050"/>
                  <a:pt x="1000109" y="32163"/>
                  <a:pt x="1000109" y="28690"/>
                </a:cubicBezTo>
                <a:cubicBezTo>
                  <a:pt x="1000109" y="25397"/>
                  <a:pt x="999320" y="22498"/>
                  <a:pt x="997741" y="19995"/>
                </a:cubicBezTo>
                <a:cubicBezTo>
                  <a:pt x="996162" y="17491"/>
                  <a:pt x="993907" y="15777"/>
                  <a:pt x="990975" y="14852"/>
                </a:cubicBezTo>
                <a:cubicBezTo>
                  <a:pt x="988043" y="13928"/>
                  <a:pt x="983013" y="13465"/>
                  <a:pt x="975886" y="13465"/>
                </a:cubicBezTo>
                <a:lnTo>
                  <a:pt x="956060" y="13465"/>
                </a:lnTo>
                <a:lnTo>
                  <a:pt x="956060" y="43440"/>
                </a:lnTo>
                <a:moveTo>
                  <a:pt x="956060" y="89249"/>
                </a:moveTo>
                <a:lnTo>
                  <a:pt x="980757" y="89249"/>
                </a:lnTo>
                <a:cubicBezTo>
                  <a:pt x="984998" y="89249"/>
                  <a:pt x="987975" y="89091"/>
                  <a:pt x="989689" y="88775"/>
                </a:cubicBezTo>
                <a:cubicBezTo>
                  <a:pt x="992711" y="88234"/>
                  <a:pt x="995237" y="87332"/>
                  <a:pt x="997267" y="86069"/>
                </a:cubicBezTo>
                <a:cubicBezTo>
                  <a:pt x="999297" y="84806"/>
                  <a:pt x="1000966" y="82968"/>
                  <a:pt x="1002275" y="80554"/>
                </a:cubicBezTo>
                <a:cubicBezTo>
                  <a:pt x="1003583" y="78141"/>
                  <a:pt x="1004237" y="75355"/>
                  <a:pt x="1004237" y="72198"/>
                </a:cubicBezTo>
                <a:cubicBezTo>
                  <a:pt x="1004237" y="68499"/>
                  <a:pt x="1003290" y="65285"/>
                  <a:pt x="1001395" y="62556"/>
                </a:cubicBezTo>
                <a:cubicBezTo>
                  <a:pt x="999500" y="59826"/>
                  <a:pt x="996873" y="57909"/>
                  <a:pt x="993512" y="56804"/>
                </a:cubicBezTo>
                <a:cubicBezTo>
                  <a:pt x="990151" y="55699"/>
                  <a:pt x="985313" y="55146"/>
                  <a:pt x="978998" y="55146"/>
                </a:cubicBezTo>
                <a:lnTo>
                  <a:pt x="956060" y="55146"/>
                </a:lnTo>
                <a:lnTo>
                  <a:pt x="956060" y="89249"/>
                </a:lnTo>
                <a:close/>
                <a:moveTo>
                  <a:pt x="1023116" y="128562"/>
                </a:moveTo>
                <a:lnTo>
                  <a:pt x="1023116" y="119766"/>
                </a:lnTo>
                <a:lnTo>
                  <a:pt x="1103839" y="119766"/>
                </a:lnTo>
                <a:lnTo>
                  <a:pt x="1103839" y="128562"/>
                </a:lnTo>
                <a:lnTo>
                  <a:pt x="1023116" y="128562"/>
                </a:lnTo>
                <a:close/>
                <a:moveTo>
                  <a:pt x="1112953" y="100955"/>
                </a:moveTo>
                <a:lnTo>
                  <a:pt x="1112953" y="1759"/>
                </a:lnTo>
                <a:lnTo>
                  <a:pt x="1150371" y="1759"/>
                </a:lnTo>
                <a:cubicBezTo>
                  <a:pt x="1156957" y="1759"/>
                  <a:pt x="1161987" y="2074"/>
                  <a:pt x="1165460" y="2704"/>
                </a:cubicBezTo>
                <a:cubicBezTo>
                  <a:pt x="1170332" y="3516"/>
                  <a:pt x="1174415" y="5060"/>
                  <a:pt x="1177708" y="7335"/>
                </a:cubicBezTo>
                <a:cubicBezTo>
                  <a:pt x="1181001" y="9610"/>
                  <a:pt x="1183651" y="12798"/>
                  <a:pt x="1185658" y="16899"/>
                </a:cubicBezTo>
                <a:cubicBezTo>
                  <a:pt x="1187666" y="20998"/>
                  <a:pt x="1188669" y="25504"/>
                  <a:pt x="1188669" y="30415"/>
                </a:cubicBezTo>
                <a:cubicBezTo>
                  <a:pt x="1188669" y="38842"/>
                  <a:pt x="1185985" y="45973"/>
                  <a:pt x="1180617" y="51807"/>
                </a:cubicBezTo>
                <a:cubicBezTo>
                  <a:pt x="1175249" y="57642"/>
                  <a:pt x="1165551" y="60559"/>
                  <a:pt x="1151522" y="60559"/>
                </a:cubicBezTo>
                <a:lnTo>
                  <a:pt x="1126080" y="60559"/>
                </a:lnTo>
                <a:lnTo>
                  <a:pt x="1126080" y="100955"/>
                </a:lnTo>
                <a:lnTo>
                  <a:pt x="1112953" y="100955"/>
                </a:lnTo>
                <a:moveTo>
                  <a:pt x="1126080" y="48854"/>
                </a:moveTo>
                <a:lnTo>
                  <a:pt x="1151725" y="48854"/>
                </a:lnTo>
                <a:cubicBezTo>
                  <a:pt x="1160205" y="48854"/>
                  <a:pt x="1166227" y="47278"/>
                  <a:pt x="1169791" y="44128"/>
                </a:cubicBezTo>
                <a:cubicBezTo>
                  <a:pt x="1173355" y="40976"/>
                  <a:pt x="1175136" y="36540"/>
                  <a:pt x="1175136" y="30821"/>
                </a:cubicBezTo>
                <a:cubicBezTo>
                  <a:pt x="1175136" y="26679"/>
                  <a:pt x="1174088" y="23134"/>
                  <a:pt x="1171990" y="20185"/>
                </a:cubicBezTo>
                <a:cubicBezTo>
                  <a:pt x="1169892" y="17236"/>
                  <a:pt x="1167129" y="15289"/>
                  <a:pt x="1163701" y="14343"/>
                </a:cubicBezTo>
                <a:cubicBezTo>
                  <a:pt x="1161491" y="13758"/>
                  <a:pt x="1157408" y="13465"/>
                  <a:pt x="1151454" y="13465"/>
                </a:cubicBezTo>
                <a:lnTo>
                  <a:pt x="1126080" y="13465"/>
                </a:lnTo>
                <a:lnTo>
                  <a:pt x="1126080" y="48854"/>
                </a:lnTo>
                <a:close/>
                <a:moveTo>
                  <a:pt x="1203286" y="128697"/>
                </a:moveTo>
                <a:lnTo>
                  <a:pt x="1201932" y="117262"/>
                </a:lnTo>
                <a:cubicBezTo>
                  <a:pt x="1204594" y="117984"/>
                  <a:pt x="1206917" y="118345"/>
                  <a:pt x="1208902" y="118345"/>
                </a:cubicBezTo>
                <a:cubicBezTo>
                  <a:pt x="1211608" y="118345"/>
                  <a:pt x="1213773" y="117888"/>
                  <a:pt x="1215397" y="116974"/>
                </a:cubicBezTo>
                <a:cubicBezTo>
                  <a:pt x="1217021" y="116062"/>
                  <a:pt x="1218352" y="114784"/>
                  <a:pt x="1219390" y="113141"/>
                </a:cubicBezTo>
                <a:cubicBezTo>
                  <a:pt x="1220156" y="111909"/>
                  <a:pt x="1221397" y="108851"/>
                  <a:pt x="1223111" y="103968"/>
                </a:cubicBezTo>
                <a:cubicBezTo>
                  <a:pt x="1223337" y="103283"/>
                  <a:pt x="1223698" y="102279"/>
                  <a:pt x="1224194" y="100955"/>
                </a:cubicBezTo>
                <a:lnTo>
                  <a:pt x="1196925" y="29096"/>
                </a:lnTo>
                <a:lnTo>
                  <a:pt x="1210052" y="29096"/>
                </a:lnTo>
                <a:lnTo>
                  <a:pt x="1225006" y="70612"/>
                </a:lnTo>
                <a:cubicBezTo>
                  <a:pt x="1226945" y="75878"/>
                  <a:pt x="1228682" y="81414"/>
                  <a:pt x="1230216" y="87219"/>
                </a:cubicBezTo>
                <a:cubicBezTo>
                  <a:pt x="1231614" y="81638"/>
                  <a:pt x="1233283" y="76193"/>
                  <a:pt x="1235223" y="70882"/>
                </a:cubicBezTo>
                <a:lnTo>
                  <a:pt x="1250583" y="29096"/>
                </a:lnTo>
                <a:lnTo>
                  <a:pt x="1262762" y="29096"/>
                </a:lnTo>
                <a:lnTo>
                  <a:pt x="1235426" y="102222"/>
                </a:lnTo>
                <a:cubicBezTo>
                  <a:pt x="1232494" y="110121"/>
                  <a:pt x="1230216" y="115561"/>
                  <a:pt x="1228592" y="118539"/>
                </a:cubicBezTo>
                <a:cubicBezTo>
                  <a:pt x="1226427" y="122557"/>
                  <a:pt x="1223946" y="125502"/>
                  <a:pt x="1221149" y="127376"/>
                </a:cubicBezTo>
                <a:cubicBezTo>
                  <a:pt x="1218352" y="129249"/>
                  <a:pt x="1215014" y="130186"/>
                  <a:pt x="1211135" y="130186"/>
                </a:cubicBezTo>
                <a:cubicBezTo>
                  <a:pt x="1208789" y="130186"/>
                  <a:pt x="1206173" y="129690"/>
                  <a:pt x="1203286" y="128697"/>
                </a:cubicBezTo>
                <a:close/>
                <a:moveTo>
                  <a:pt x="1299707" y="90196"/>
                </a:moveTo>
                <a:lnTo>
                  <a:pt x="1301466" y="100955"/>
                </a:lnTo>
                <a:cubicBezTo>
                  <a:pt x="1298038" y="101586"/>
                  <a:pt x="1294970" y="101902"/>
                  <a:pt x="1292264" y="101902"/>
                </a:cubicBezTo>
                <a:cubicBezTo>
                  <a:pt x="1287843" y="101902"/>
                  <a:pt x="1284415" y="101203"/>
                  <a:pt x="1281979" y="99805"/>
                </a:cubicBezTo>
                <a:cubicBezTo>
                  <a:pt x="1279543" y="98406"/>
                  <a:pt x="1277829" y="96568"/>
                  <a:pt x="1276836" y="94290"/>
                </a:cubicBezTo>
                <a:cubicBezTo>
                  <a:pt x="1275844" y="92012"/>
                  <a:pt x="1275348" y="87219"/>
                  <a:pt x="1275348" y="79911"/>
                </a:cubicBezTo>
                <a:lnTo>
                  <a:pt x="1275348" y="38569"/>
                </a:lnTo>
                <a:lnTo>
                  <a:pt x="1266416" y="38569"/>
                </a:lnTo>
                <a:lnTo>
                  <a:pt x="1266416" y="29096"/>
                </a:lnTo>
                <a:lnTo>
                  <a:pt x="1275348" y="29096"/>
                </a:lnTo>
                <a:lnTo>
                  <a:pt x="1275348" y="11251"/>
                </a:lnTo>
                <a:lnTo>
                  <a:pt x="1287460" y="3925"/>
                </a:lnTo>
                <a:lnTo>
                  <a:pt x="1287460" y="29096"/>
                </a:lnTo>
                <a:lnTo>
                  <a:pt x="1299707" y="29096"/>
                </a:lnTo>
                <a:lnTo>
                  <a:pt x="1299707" y="38569"/>
                </a:lnTo>
                <a:lnTo>
                  <a:pt x="1287460" y="38569"/>
                </a:lnTo>
                <a:lnTo>
                  <a:pt x="1287460" y="80588"/>
                </a:lnTo>
                <a:cubicBezTo>
                  <a:pt x="1287460" y="84061"/>
                  <a:pt x="1287674" y="86294"/>
                  <a:pt x="1288103" y="87287"/>
                </a:cubicBezTo>
                <a:cubicBezTo>
                  <a:pt x="1288531" y="88279"/>
                  <a:pt x="1289230" y="89069"/>
                  <a:pt x="1290200" y="89655"/>
                </a:cubicBezTo>
                <a:cubicBezTo>
                  <a:pt x="1291170" y="90241"/>
                  <a:pt x="1292557" y="90535"/>
                  <a:pt x="1294362" y="90535"/>
                </a:cubicBezTo>
                <a:cubicBezTo>
                  <a:pt x="1295715" y="90535"/>
                  <a:pt x="1297497" y="90422"/>
                  <a:pt x="1299707" y="90196"/>
                </a:cubicBezTo>
                <a:close/>
                <a:moveTo>
                  <a:pt x="1311639" y="100955"/>
                </a:moveTo>
                <a:lnTo>
                  <a:pt x="1311639" y="1759"/>
                </a:lnTo>
                <a:lnTo>
                  <a:pt x="1323818" y="1759"/>
                </a:lnTo>
                <a:lnTo>
                  <a:pt x="1323818" y="37351"/>
                </a:lnTo>
                <a:cubicBezTo>
                  <a:pt x="1329502" y="30765"/>
                  <a:pt x="1336675" y="27472"/>
                  <a:pt x="1345336" y="27472"/>
                </a:cubicBezTo>
                <a:cubicBezTo>
                  <a:pt x="1350659" y="27472"/>
                  <a:pt x="1355282" y="28520"/>
                  <a:pt x="1359207" y="30618"/>
                </a:cubicBezTo>
                <a:cubicBezTo>
                  <a:pt x="1363131" y="32716"/>
                  <a:pt x="1365939" y="35614"/>
                  <a:pt x="1367631" y="39313"/>
                </a:cubicBezTo>
                <a:cubicBezTo>
                  <a:pt x="1369323" y="43012"/>
                  <a:pt x="1370168" y="48380"/>
                  <a:pt x="1370168" y="55417"/>
                </a:cubicBezTo>
                <a:lnTo>
                  <a:pt x="1370168" y="100955"/>
                </a:lnTo>
                <a:lnTo>
                  <a:pt x="1357989" y="100955"/>
                </a:lnTo>
                <a:lnTo>
                  <a:pt x="1357989" y="55417"/>
                </a:lnTo>
                <a:cubicBezTo>
                  <a:pt x="1357989" y="49327"/>
                  <a:pt x="1356669" y="44895"/>
                  <a:pt x="1354031" y="42121"/>
                </a:cubicBezTo>
                <a:cubicBezTo>
                  <a:pt x="1351392" y="39347"/>
                  <a:pt x="1347659" y="37960"/>
                  <a:pt x="1342832" y="37960"/>
                </a:cubicBezTo>
                <a:cubicBezTo>
                  <a:pt x="1339223" y="37960"/>
                  <a:pt x="1335829" y="38896"/>
                  <a:pt x="1332649" y="40768"/>
                </a:cubicBezTo>
                <a:cubicBezTo>
                  <a:pt x="1329468" y="42640"/>
                  <a:pt x="1327202" y="45177"/>
                  <a:pt x="1325848" y="48380"/>
                </a:cubicBezTo>
                <a:cubicBezTo>
                  <a:pt x="1324495" y="51583"/>
                  <a:pt x="1323818" y="56003"/>
                  <a:pt x="1323818" y="61642"/>
                </a:cubicBezTo>
                <a:lnTo>
                  <a:pt x="1323818" y="100955"/>
                </a:lnTo>
                <a:lnTo>
                  <a:pt x="1311639" y="100955"/>
                </a:lnTo>
                <a:close/>
                <a:moveTo>
                  <a:pt x="1384154" y="65025"/>
                </a:moveTo>
                <a:cubicBezTo>
                  <a:pt x="1384154" y="51718"/>
                  <a:pt x="1387853" y="41862"/>
                  <a:pt x="1395251" y="35456"/>
                </a:cubicBezTo>
                <a:cubicBezTo>
                  <a:pt x="1401431" y="30133"/>
                  <a:pt x="1408964" y="27472"/>
                  <a:pt x="1417851" y="27472"/>
                </a:cubicBezTo>
                <a:cubicBezTo>
                  <a:pt x="1427730" y="27472"/>
                  <a:pt x="1435804" y="30708"/>
                  <a:pt x="1442075" y="37181"/>
                </a:cubicBezTo>
                <a:cubicBezTo>
                  <a:pt x="1448345" y="43655"/>
                  <a:pt x="1451480" y="52598"/>
                  <a:pt x="1451480" y="64010"/>
                </a:cubicBezTo>
                <a:cubicBezTo>
                  <a:pt x="1451480" y="73258"/>
                  <a:pt x="1450093" y="80532"/>
                  <a:pt x="1447319" y="85832"/>
                </a:cubicBezTo>
                <a:cubicBezTo>
                  <a:pt x="1444544" y="91132"/>
                  <a:pt x="1440507" y="95249"/>
                  <a:pt x="1435207" y="98181"/>
                </a:cubicBezTo>
                <a:cubicBezTo>
                  <a:pt x="1429906" y="101113"/>
                  <a:pt x="1424121" y="102579"/>
                  <a:pt x="1417851" y="102579"/>
                </a:cubicBezTo>
                <a:cubicBezTo>
                  <a:pt x="1407792" y="102579"/>
                  <a:pt x="1399661" y="99354"/>
                  <a:pt x="1393458" y="92903"/>
                </a:cubicBezTo>
                <a:cubicBezTo>
                  <a:pt x="1387255" y="86452"/>
                  <a:pt x="1384154" y="77160"/>
                  <a:pt x="1384154" y="65025"/>
                </a:cubicBezTo>
                <a:moveTo>
                  <a:pt x="1396672" y="64991"/>
                </a:moveTo>
                <a:cubicBezTo>
                  <a:pt x="1396672" y="74160"/>
                  <a:pt x="1398679" y="81025"/>
                  <a:pt x="1402694" y="85587"/>
                </a:cubicBezTo>
                <a:cubicBezTo>
                  <a:pt x="1406709" y="90148"/>
                  <a:pt x="1411761" y="92429"/>
                  <a:pt x="1417851" y="92429"/>
                </a:cubicBezTo>
                <a:cubicBezTo>
                  <a:pt x="1423896" y="92429"/>
                  <a:pt x="1428925" y="90137"/>
                  <a:pt x="1432940" y="85553"/>
                </a:cubicBezTo>
                <a:cubicBezTo>
                  <a:pt x="1436955" y="80969"/>
                  <a:pt x="1438962" y="73980"/>
                  <a:pt x="1438962" y="64588"/>
                </a:cubicBezTo>
                <a:cubicBezTo>
                  <a:pt x="1438962" y="55733"/>
                  <a:pt x="1436944" y="49025"/>
                  <a:pt x="1432906" y="44464"/>
                </a:cubicBezTo>
                <a:cubicBezTo>
                  <a:pt x="1428869" y="39902"/>
                  <a:pt x="1423850" y="37621"/>
                  <a:pt x="1417851" y="37621"/>
                </a:cubicBezTo>
                <a:cubicBezTo>
                  <a:pt x="1411761" y="37621"/>
                  <a:pt x="1406709" y="39891"/>
                  <a:pt x="1402694" y="44430"/>
                </a:cubicBezTo>
                <a:cubicBezTo>
                  <a:pt x="1398679" y="48969"/>
                  <a:pt x="1396672" y="55823"/>
                  <a:pt x="1396672" y="64991"/>
                </a:cubicBezTo>
                <a:close/>
                <a:moveTo>
                  <a:pt x="1465736" y="100955"/>
                </a:moveTo>
                <a:lnTo>
                  <a:pt x="1465736" y="29096"/>
                </a:lnTo>
                <a:lnTo>
                  <a:pt x="1476697" y="29096"/>
                </a:lnTo>
                <a:lnTo>
                  <a:pt x="1476697" y="39245"/>
                </a:lnTo>
                <a:cubicBezTo>
                  <a:pt x="1481975" y="31396"/>
                  <a:pt x="1489598" y="27472"/>
                  <a:pt x="1499568" y="27472"/>
                </a:cubicBezTo>
                <a:cubicBezTo>
                  <a:pt x="1503898" y="27472"/>
                  <a:pt x="1507879" y="28250"/>
                  <a:pt x="1511510" y="29806"/>
                </a:cubicBezTo>
                <a:cubicBezTo>
                  <a:pt x="1515142" y="31362"/>
                  <a:pt x="1517860" y="33404"/>
                  <a:pt x="1519664" y="35930"/>
                </a:cubicBezTo>
                <a:cubicBezTo>
                  <a:pt x="1521468" y="38456"/>
                  <a:pt x="1522731" y="41456"/>
                  <a:pt x="1523453" y="44929"/>
                </a:cubicBezTo>
                <a:cubicBezTo>
                  <a:pt x="1523904" y="47184"/>
                  <a:pt x="1524130" y="51132"/>
                  <a:pt x="1524130" y="56770"/>
                </a:cubicBezTo>
                <a:lnTo>
                  <a:pt x="1524130" y="100955"/>
                </a:lnTo>
                <a:lnTo>
                  <a:pt x="1511950" y="100955"/>
                </a:lnTo>
                <a:lnTo>
                  <a:pt x="1511950" y="57197"/>
                </a:lnTo>
                <a:cubicBezTo>
                  <a:pt x="1511950" y="52230"/>
                  <a:pt x="1511477" y="48515"/>
                  <a:pt x="1510529" y="46054"/>
                </a:cubicBezTo>
                <a:cubicBezTo>
                  <a:pt x="1509582" y="43593"/>
                  <a:pt x="1507902" y="41628"/>
                  <a:pt x="1505488" y="40161"/>
                </a:cubicBezTo>
                <a:cubicBezTo>
                  <a:pt x="1503075" y="38693"/>
                  <a:pt x="1500244" y="37960"/>
                  <a:pt x="1496996" y="37960"/>
                </a:cubicBezTo>
                <a:cubicBezTo>
                  <a:pt x="1491809" y="37960"/>
                  <a:pt x="1487332" y="39608"/>
                  <a:pt x="1483565" y="42905"/>
                </a:cubicBezTo>
                <a:cubicBezTo>
                  <a:pt x="1479798" y="46201"/>
                  <a:pt x="1477915" y="52455"/>
                  <a:pt x="1477915" y="61667"/>
                </a:cubicBezTo>
                <a:lnTo>
                  <a:pt x="1477915" y="100955"/>
                </a:lnTo>
                <a:lnTo>
                  <a:pt x="1465736" y="100955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Text CodeLlama_7B">
            <a:extLst xmlns:a="http://schemas.openxmlformats.org/drawingml/2006/main">
              <a:ext uri="{FF2B5EF4-FFF2-40B4-BE49-F238E27FC236}">
                <a16:creationId xmlns:a16="http://schemas.microsoft.com/office/drawing/2014/main" id="{3A270DFF-342A-44B7-8767-0A013FFF9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0534" y="423969"/>
            <a:ext cx="940789" cy="128562"/>
          </a:xfrm>
          <a:custGeom xmlns:a="http://schemas.openxmlformats.org/drawingml/2006/main">
            <a:pathLst>
              <a:path w="940789" h="128562">
                <a:moveTo>
                  <a:pt x="74566" y="66040"/>
                </a:moveTo>
                <a:lnTo>
                  <a:pt x="87693" y="69356"/>
                </a:lnTo>
                <a:cubicBezTo>
                  <a:pt x="84941" y="80159"/>
                  <a:pt x="79990" y="88398"/>
                  <a:pt x="72840" y="94070"/>
                </a:cubicBezTo>
                <a:cubicBezTo>
                  <a:pt x="65691" y="99743"/>
                  <a:pt x="56951" y="102579"/>
                  <a:pt x="46621" y="102579"/>
                </a:cubicBezTo>
                <a:cubicBezTo>
                  <a:pt x="35930" y="102579"/>
                  <a:pt x="27235" y="100402"/>
                  <a:pt x="20536" y="96049"/>
                </a:cubicBezTo>
                <a:cubicBezTo>
                  <a:pt x="13837" y="91696"/>
                  <a:pt x="8740" y="85392"/>
                  <a:pt x="5244" y="77137"/>
                </a:cubicBezTo>
                <a:cubicBezTo>
                  <a:pt x="1748" y="68882"/>
                  <a:pt x="0" y="60018"/>
                  <a:pt x="0" y="50545"/>
                </a:cubicBezTo>
                <a:cubicBezTo>
                  <a:pt x="0" y="40215"/>
                  <a:pt x="1974" y="31204"/>
                  <a:pt x="5921" y="23513"/>
                </a:cubicBezTo>
                <a:cubicBezTo>
                  <a:pt x="9868" y="15822"/>
                  <a:pt x="15484" y="9980"/>
                  <a:pt x="22769" y="5988"/>
                </a:cubicBezTo>
                <a:cubicBezTo>
                  <a:pt x="30054" y="1996"/>
                  <a:pt x="38072" y="0"/>
                  <a:pt x="46824" y="0"/>
                </a:cubicBezTo>
                <a:cubicBezTo>
                  <a:pt x="56748" y="0"/>
                  <a:pt x="65093" y="2526"/>
                  <a:pt x="71859" y="7578"/>
                </a:cubicBezTo>
                <a:cubicBezTo>
                  <a:pt x="78626" y="12631"/>
                  <a:pt x="83340" y="19735"/>
                  <a:pt x="86001" y="28893"/>
                </a:cubicBezTo>
                <a:lnTo>
                  <a:pt x="73077" y="31937"/>
                </a:lnTo>
                <a:cubicBezTo>
                  <a:pt x="70777" y="24696"/>
                  <a:pt x="67439" y="19424"/>
                  <a:pt x="63063" y="16121"/>
                </a:cubicBezTo>
                <a:cubicBezTo>
                  <a:pt x="58687" y="12817"/>
                  <a:pt x="53184" y="11165"/>
                  <a:pt x="46553" y="11165"/>
                </a:cubicBezTo>
                <a:cubicBezTo>
                  <a:pt x="38929" y="11165"/>
                  <a:pt x="32558" y="12995"/>
                  <a:pt x="27438" y="16656"/>
                </a:cubicBezTo>
                <a:cubicBezTo>
                  <a:pt x="22318" y="20315"/>
                  <a:pt x="18720" y="25230"/>
                  <a:pt x="16645" y="31398"/>
                </a:cubicBezTo>
                <a:cubicBezTo>
                  <a:pt x="14570" y="37566"/>
                  <a:pt x="13533" y="43925"/>
                  <a:pt x="13533" y="50475"/>
                </a:cubicBezTo>
                <a:cubicBezTo>
                  <a:pt x="13533" y="58925"/>
                  <a:pt x="14762" y="66302"/>
                  <a:pt x="17221" y="72606"/>
                </a:cubicBezTo>
                <a:cubicBezTo>
                  <a:pt x="19679" y="78910"/>
                  <a:pt x="23502" y="83621"/>
                  <a:pt x="28690" y="86739"/>
                </a:cubicBezTo>
                <a:cubicBezTo>
                  <a:pt x="33877" y="89856"/>
                  <a:pt x="39493" y="91414"/>
                  <a:pt x="45538" y="91414"/>
                </a:cubicBezTo>
                <a:cubicBezTo>
                  <a:pt x="52891" y="91414"/>
                  <a:pt x="59116" y="89283"/>
                  <a:pt x="64213" y="85020"/>
                </a:cubicBezTo>
                <a:cubicBezTo>
                  <a:pt x="69311" y="80757"/>
                  <a:pt x="72762" y="74431"/>
                  <a:pt x="74566" y="66040"/>
                </a:cubicBezTo>
                <a:close/>
                <a:moveTo>
                  <a:pt x="97752" y="65025"/>
                </a:moveTo>
                <a:cubicBezTo>
                  <a:pt x="97752" y="51718"/>
                  <a:pt x="101451" y="41862"/>
                  <a:pt x="108849" y="35456"/>
                </a:cubicBezTo>
                <a:cubicBezTo>
                  <a:pt x="115029" y="30133"/>
                  <a:pt x="122562" y="27472"/>
                  <a:pt x="131448" y="27472"/>
                </a:cubicBezTo>
                <a:cubicBezTo>
                  <a:pt x="141327" y="27472"/>
                  <a:pt x="149402" y="30708"/>
                  <a:pt x="155672" y="37181"/>
                </a:cubicBezTo>
                <a:cubicBezTo>
                  <a:pt x="161942" y="43655"/>
                  <a:pt x="165077" y="52598"/>
                  <a:pt x="165077" y="64010"/>
                </a:cubicBezTo>
                <a:cubicBezTo>
                  <a:pt x="165077" y="73258"/>
                  <a:pt x="163690" y="80532"/>
                  <a:pt x="160916" y="85832"/>
                </a:cubicBezTo>
                <a:cubicBezTo>
                  <a:pt x="158142" y="91132"/>
                  <a:pt x="154105" y="95249"/>
                  <a:pt x="148804" y="98181"/>
                </a:cubicBezTo>
                <a:cubicBezTo>
                  <a:pt x="143504" y="101113"/>
                  <a:pt x="137719" y="102579"/>
                  <a:pt x="131448" y="102579"/>
                </a:cubicBezTo>
                <a:cubicBezTo>
                  <a:pt x="121389" y="102579"/>
                  <a:pt x="113258" y="99354"/>
                  <a:pt x="107055" y="92903"/>
                </a:cubicBezTo>
                <a:cubicBezTo>
                  <a:pt x="100853" y="86452"/>
                  <a:pt x="97752" y="77160"/>
                  <a:pt x="97752" y="65025"/>
                </a:cubicBezTo>
                <a:moveTo>
                  <a:pt x="110270" y="64991"/>
                </a:moveTo>
                <a:cubicBezTo>
                  <a:pt x="110270" y="74160"/>
                  <a:pt x="112277" y="81025"/>
                  <a:pt x="116292" y="85587"/>
                </a:cubicBezTo>
                <a:cubicBezTo>
                  <a:pt x="120306" y="90148"/>
                  <a:pt x="125359" y="92429"/>
                  <a:pt x="131448" y="92429"/>
                </a:cubicBezTo>
                <a:cubicBezTo>
                  <a:pt x="137493" y="92429"/>
                  <a:pt x="142523" y="90137"/>
                  <a:pt x="146537" y="85553"/>
                </a:cubicBezTo>
                <a:cubicBezTo>
                  <a:pt x="150552" y="80969"/>
                  <a:pt x="152560" y="73980"/>
                  <a:pt x="152560" y="64588"/>
                </a:cubicBezTo>
                <a:cubicBezTo>
                  <a:pt x="152560" y="55733"/>
                  <a:pt x="150541" y="49025"/>
                  <a:pt x="146504" y="44464"/>
                </a:cubicBezTo>
                <a:cubicBezTo>
                  <a:pt x="142466" y="39902"/>
                  <a:pt x="137448" y="37621"/>
                  <a:pt x="131448" y="37621"/>
                </a:cubicBezTo>
                <a:cubicBezTo>
                  <a:pt x="125359" y="37621"/>
                  <a:pt x="120306" y="39891"/>
                  <a:pt x="116292" y="44430"/>
                </a:cubicBezTo>
                <a:cubicBezTo>
                  <a:pt x="112277" y="48969"/>
                  <a:pt x="110270" y="55823"/>
                  <a:pt x="110270" y="64991"/>
                </a:cubicBezTo>
                <a:close/>
                <a:moveTo>
                  <a:pt x="225954" y="100955"/>
                </a:moveTo>
                <a:lnTo>
                  <a:pt x="225954" y="91888"/>
                </a:lnTo>
                <a:cubicBezTo>
                  <a:pt x="221398" y="99015"/>
                  <a:pt x="214699" y="102579"/>
                  <a:pt x="205858" y="102579"/>
                </a:cubicBezTo>
                <a:cubicBezTo>
                  <a:pt x="200129" y="102579"/>
                  <a:pt x="194862" y="101000"/>
                  <a:pt x="190058" y="97842"/>
                </a:cubicBezTo>
                <a:cubicBezTo>
                  <a:pt x="185254" y="94685"/>
                  <a:pt x="181532" y="90275"/>
                  <a:pt x="178894" y="84614"/>
                </a:cubicBezTo>
                <a:cubicBezTo>
                  <a:pt x="176255" y="78953"/>
                  <a:pt x="174935" y="72446"/>
                  <a:pt x="174935" y="65093"/>
                </a:cubicBezTo>
                <a:cubicBezTo>
                  <a:pt x="174935" y="57921"/>
                  <a:pt x="176131" y="51413"/>
                  <a:pt x="178521" y="45572"/>
                </a:cubicBezTo>
                <a:cubicBezTo>
                  <a:pt x="180912" y="39730"/>
                  <a:pt x="184498" y="35253"/>
                  <a:pt x="189280" y="32140"/>
                </a:cubicBezTo>
                <a:cubicBezTo>
                  <a:pt x="194062" y="29028"/>
                  <a:pt x="199407" y="27472"/>
                  <a:pt x="205316" y="27472"/>
                </a:cubicBezTo>
                <a:cubicBezTo>
                  <a:pt x="209647" y="27472"/>
                  <a:pt x="213504" y="28385"/>
                  <a:pt x="216887" y="30212"/>
                </a:cubicBezTo>
                <a:cubicBezTo>
                  <a:pt x="220270" y="32039"/>
                  <a:pt x="223022" y="34418"/>
                  <a:pt x="225142" y="37351"/>
                </a:cubicBezTo>
                <a:lnTo>
                  <a:pt x="225142" y="1759"/>
                </a:lnTo>
                <a:lnTo>
                  <a:pt x="237254" y="1759"/>
                </a:lnTo>
                <a:lnTo>
                  <a:pt x="237254" y="100955"/>
                </a:lnTo>
                <a:lnTo>
                  <a:pt x="225954" y="100955"/>
                </a:lnTo>
                <a:moveTo>
                  <a:pt x="187453" y="65059"/>
                </a:moveTo>
                <a:cubicBezTo>
                  <a:pt x="187453" y="74228"/>
                  <a:pt x="189393" y="81081"/>
                  <a:pt x="193272" y="85621"/>
                </a:cubicBezTo>
                <a:cubicBezTo>
                  <a:pt x="197152" y="90160"/>
                  <a:pt x="201730" y="92429"/>
                  <a:pt x="207008" y="92429"/>
                </a:cubicBezTo>
                <a:cubicBezTo>
                  <a:pt x="212331" y="92429"/>
                  <a:pt x="216853" y="90261"/>
                  <a:pt x="220575" y="85925"/>
                </a:cubicBezTo>
                <a:cubicBezTo>
                  <a:pt x="224296" y="81587"/>
                  <a:pt x="226157" y="74969"/>
                  <a:pt x="226157" y="66070"/>
                </a:cubicBezTo>
                <a:cubicBezTo>
                  <a:pt x="226157" y="56273"/>
                  <a:pt x="224262" y="49082"/>
                  <a:pt x="220473" y="44498"/>
                </a:cubicBezTo>
                <a:cubicBezTo>
                  <a:pt x="216684" y="39913"/>
                  <a:pt x="212015" y="37621"/>
                  <a:pt x="206467" y="37621"/>
                </a:cubicBezTo>
                <a:cubicBezTo>
                  <a:pt x="201054" y="37621"/>
                  <a:pt x="196531" y="39824"/>
                  <a:pt x="192900" y="44229"/>
                </a:cubicBezTo>
                <a:cubicBezTo>
                  <a:pt x="189269" y="48633"/>
                  <a:pt x="187453" y="55576"/>
                  <a:pt x="187453" y="65059"/>
                </a:cubicBezTo>
                <a:close/>
                <a:moveTo>
                  <a:pt x="305573" y="77814"/>
                </a:moveTo>
                <a:lnTo>
                  <a:pt x="318159" y="79370"/>
                </a:lnTo>
                <a:cubicBezTo>
                  <a:pt x="316174" y="86723"/>
                  <a:pt x="312498" y="92429"/>
                  <a:pt x="307130" y="96489"/>
                </a:cubicBezTo>
                <a:cubicBezTo>
                  <a:pt x="301762" y="100549"/>
                  <a:pt x="294905" y="102579"/>
                  <a:pt x="286560" y="102579"/>
                </a:cubicBezTo>
                <a:cubicBezTo>
                  <a:pt x="276049" y="102579"/>
                  <a:pt x="267715" y="99342"/>
                  <a:pt x="261558" y="92869"/>
                </a:cubicBezTo>
                <a:cubicBezTo>
                  <a:pt x="255400" y="86396"/>
                  <a:pt x="252322" y="77318"/>
                  <a:pt x="252322" y="65634"/>
                </a:cubicBezTo>
                <a:cubicBezTo>
                  <a:pt x="252322" y="53545"/>
                  <a:pt x="255434" y="44162"/>
                  <a:pt x="261659" y="37486"/>
                </a:cubicBezTo>
                <a:cubicBezTo>
                  <a:pt x="267884" y="30810"/>
                  <a:pt x="275959" y="27472"/>
                  <a:pt x="285883" y="27472"/>
                </a:cubicBezTo>
                <a:cubicBezTo>
                  <a:pt x="295491" y="27472"/>
                  <a:pt x="303340" y="30737"/>
                  <a:pt x="309430" y="37268"/>
                </a:cubicBezTo>
                <a:cubicBezTo>
                  <a:pt x="315520" y="43798"/>
                  <a:pt x="318565" y="52985"/>
                  <a:pt x="318565" y="64829"/>
                </a:cubicBezTo>
                <a:cubicBezTo>
                  <a:pt x="318565" y="65549"/>
                  <a:pt x="318542" y="66629"/>
                  <a:pt x="318497" y="68070"/>
                </a:cubicBezTo>
                <a:lnTo>
                  <a:pt x="264907" y="68070"/>
                </a:lnTo>
                <a:cubicBezTo>
                  <a:pt x="265358" y="75942"/>
                  <a:pt x="267591" y="81969"/>
                  <a:pt x="271606" y="86153"/>
                </a:cubicBezTo>
                <a:cubicBezTo>
                  <a:pt x="275621" y="90337"/>
                  <a:pt x="280628" y="92429"/>
                  <a:pt x="286627" y="92429"/>
                </a:cubicBezTo>
                <a:cubicBezTo>
                  <a:pt x="291093" y="92429"/>
                  <a:pt x="294905" y="91268"/>
                  <a:pt x="298063" y="88945"/>
                </a:cubicBezTo>
                <a:cubicBezTo>
                  <a:pt x="301220" y="86620"/>
                  <a:pt x="303724" y="82910"/>
                  <a:pt x="305573" y="77814"/>
                </a:cubicBezTo>
                <a:moveTo>
                  <a:pt x="265584" y="57921"/>
                </a:moveTo>
                <a:lnTo>
                  <a:pt x="305709" y="57921"/>
                </a:lnTo>
                <a:cubicBezTo>
                  <a:pt x="305167" y="51975"/>
                  <a:pt x="303634" y="47515"/>
                  <a:pt x="301108" y="44542"/>
                </a:cubicBezTo>
                <a:cubicBezTo>
                  <a:pt x="297228" y="39928"/>
                  <a:pt x="292198" y="37621"/>
                  <a:pt x="286018" y="37621"/>
                </a:cubicBezTo>
                <a:cubicBezTo>
                  <a:pt x="280425" y="37621"/>
                  <a:pt x="275722" y="39463"/>
                  <a:pt x="271910" y="43146"/>
                </a:cubicBezTo>
                <a:cubicBezTo>
                  <a:pt x="268099" y="46829"/>
                  <a:pt x="265990" y="51753"/>
                  <a:pt x="265584" y="57921"/>
                </a:cubicBezTo>
                <a:close/>
                <a:moveTo>
                  <a:pt x="334445" y="100955"/>
                </a:moveTo>
                <a:lnTo>
                  <a:pt x="334445" y="1759"/>
                </a:lnTo>
                <a:lnTo>
                  <a:pt x="347572" y="1759"/>
                </a:lnTo>
                <a:lnTo>
                  <a:pt x="347572" y="89249"/>
                </a:lnTo>
                <a:lnTo>
                  <a:pt x="396425" y="89249"/>
                </a:lnTo>
                <a:lnTo>
                  <a:pt x="396425" y="100955"/>
                </a:lnTo>
                <a:lnTo>
                  <a:pt x="334445" y="100955"/>
                </a:lnTo>
                <a:close/>
                <a:moveTo>
                  <a:pt x="410208" y="100955"/>
                </a:moveTo>
                <a:lnTo>
                  <a:pt x="410208" y="1759"/>
                </a:lnTo>
                <a:lnTo>
                  <a:pt x="422387" y="1759"/>
                </a:lnTo>
                <a:lnTo>
                  <a:pt x="422387" y="100955"/>
                </a:lnTo>
                <a:lnTo>
                  <a:pt x="410208" y="100955"/>
                </a:lnTo>
                <a:close/>
                <a:moveTo>
                  <a:pt x="488134" y="92082"/>
                </a:moveTo>
                <a:cubicBezTo>
                  <a:pt x="483623" y="95920"/>
                  <a:pt x="479281" y="98628"/>
                  <a:pt x="475108" y="100208"/>
                </a:cubicBezTo>
                <a:cubicBezTo>
                  <a:pt x="470936" y="101789"/>
                  <a:pt x="466459" y="102579"/>
                  <a:pt x="461677" y="102579"/>
                </a:cubicBezTo>
                <a:cubicBezTo>
                  <a:pt x="453783" y="102579"/>
                  <a:pt x="447716" y="100649"/>
                  <a:pt x="443475" y="96789"/>
                </a:cubicBezTo>
                <a:cubicBezTo>
                  <a:pt x="439235" y="92930"/>
                  <a:pt x="437115" y="87998"/>
                  <a:pt x="437115" y="81994"/>
                </a:cubicBezTo>
                <a:cubicBezTo>
                  <a:pt x="437115" y="78474"/>
                  <a:pt x="437916" y="75259"/>
                  <a:pt x="439517" y="72348"/>
                </a:cubicBezTo>
                <a:cubicBezTo>
                  <a:pt x="441118" y="69435"/>
                  <a:pt x="443216" y="67099"/>
                  <a:pt x="445810" y="65338"/>
                </a:cubicBezTo>
                <a:cubicBezTo>
                  <a:pt x="448403" y="63578"/>
                  <a:pt x="451324" y="62246"/>
                  <a:pt x="454572" y="61344"/>
                </a:cubicBezTo>
                <a:cubicBezTo>
                  <a:pt x="456963" y="60711"/>
                  <a:pt x="460572" y="60101"/>
                  <a:pt x="465398" y="59515"/>
                </a:cubicBezTo>
                <a:cubicBezTo>
                  <a:pt x="475232" y="58350"/>
                  <a:pt x="482472" y="56962"/>
                  <a:pt x="487119" y="55349"/>
                </a:cubicBezTo>
                <a:cubicBezTo>
                  <a:pt x="487164" y="53687"/>
                  <a:pt x="487186" y="52631"/>
                  <a:pt x="487186" y="52182"/>
                </a:cubicBezTo>
                <a:cubicBezTo>
                  <a:pt x="487186" y="47238"/>
                  <a:pt x="486036" y="43755"/>
                  <a:pt x="483735" y="41734"/>
                </a:cubicBezTo>
                <a:cubicBezTo>
                  <a:pt x="480623" y="38992"/>
                  <a:pt x="475999" y="37621"/>
                  <a:pt x="469864" y="37621"/>
                </a:cubicBezTo>
                <a:cubicBezTo>
                  <a:pt x="464135" y="37621"/>
                  <a:pt x="459906" y="38625"/>
                  <a:pt x="457177" y="40632"/>
                </a:cubicBezTo>
                <a:cubicBezTo>
                  <a:pt x="454448" y="42640"/>
                  <a:pt x="452429" y="46192"/>
                  <a:pt x="451121" y="51289"/>
                </a:cubicBezTo>
                <a:lnTo>
                  <a:pt x="439212" y="49665"/>
                </a:lnTo>
                <a:cubicBezTo>
                  <a:pt x="440295" y="44553"/>
                  <a:pt x="442077" y="40424"/>
                  <a:pt x="444558" y="37279"/>
                </a:cubicBezTo>
                <a:cubicBezTo>
                  <a:pt x="447039" y="34134"/>
                  <a:pt x="450625" y="31713"/>
                  <a:pt x="455317" y="30018"/>
                </a:cubicBezTo>
                <a:cubicBezTo>
                  <a:pt x="460008" y="28320"/>
                  <a:pt x="465444" y="27472"/>
                  <a:pt x="471624" y="27472"/>
                </a:cubicBezTo>
                <a:cubicBezTo>
                  <a:pt x="477758" y="27472"/>
                  <a:pt x="482743" y="28193"/>
                  <a:pt x="486577" y="29637"/>
                </a:cubicBezTo>
                <a:cubicBezTo>
                  <a:pt x="490412" y="31080"/>
                  <a:pt x="493231" y="32896"/>
                  <a:pt x="495035" y="35084"/>
                </a:cubicBezTo>
                <a:cubicBezTo>
                  <a:pt x="496840" y="37272"/>
                  <a:pt x="498103" y="40035"/>
                  <a:pt x="498825" y="43373"/>
                </a:cubicBezTo>
                <a:cubicBezTo>
                  <a:pt x="499231" y="45448"/>
                  <a:pt x="499434" y="49192"/>
                  <a:pt x="499434" y="54605"/>
                </a:cubicBezTo>
                <a:lnTo>
                  <a:pt x="499434" y="70844"/>
                </a:lnTo>
                <a:cubicBezTo>
                  <a:pt x="499434" y="82167"/>
                  <a:pt x="499693" y="89328"/>
                  <a:pt x="500212" y="92328"/>
                </a:cubicBezTo>
                <a:cubicBezTo>
                  <a:pt x="500730" y="95328"/>
                  <a:pt x="501757" y="98203"/>
                  <a:pt x="503290" y="100955"/>
                </a:cubicBezTo>
                <a:lnTo>
                  <a:pt x="490570" y="100955"/>
                </a:lnTo>
                <a:cubicBezTo>
                  <a:pt x="489306" y="98426"/>
                  <a:pt x="488494" y="95468"/>
                  <a:pt x="488134" y="92082"/>
                </a:cubicBezTo>
                <a:moveTo>
                  <a:pt x="487119" y="64822"/>
                </a:moveTo>
                <a:cubicBezTo>
                  <a:pt x="482698" y="66642"/>
                  <a:pt x="476067" y="68189"/>
                  <a:pt x="467225" y="69461"/>
                </a:cubicBezTo>
                <a:cubicBezTo>
                  <a:pt x="462218" y="70186"/>
                  <a:pt x="458677" y="71002"/>
                  <a:pt x="456602" y="71908"/>
                </a:cubicBezTo>
                <a:cubicBezTo>
                  <a:pt x="454527" y="72813"/>
                  <a:pt x="452926" y="74138"/>
                  <a:pt x="451798" y="75883"/>
                </a:cubicBezTo>
                <a:cubicBezTo>
                  <a:pt x="450670" y="77627"/>
                  <a:pt x="450106" y="79563"/>
                  <a:pt x="450106" y="81692"/>
                </a:cubicBezTo>
                <a:cubicBezTo>
                  <a:pt x="450106" y="84952"/>
                  <a:pt x="451336" y="87670"/>
                  <a:pt x="453794" y="89845"/>
                </a:cubicBezTo>
                <a:cubicBezTo>
                  <a:pt x="456253" y="92019"/>
                  <a:pt x="459850" y="93106"/>
                  <a:pt x="464586" y="93106"/>
                </a:cubicBezTo>
                <a:cubicBezTo>
                  <a:pt x="469278" y="93106"/>
                  <a:pt x="473450" y="92075"/>
                  <a:pt x="477104" y="90012"/>
                </a:cubicBezTo>
                <a:cubicBezTo>
                  <a:pt x="480758" y="87950"/>
                  <a:pt x="483442" y="85129"/>
                  <a:pt x="485156" y="81548"/>
                </a:cubicBezTo>
                <a:cubicBezTo>
                  <a:pt x="486465" y="78782"/>
                  <a:pt x="487119" y="74703"/>
                  <a:pt x="487119" y="69309"/>
                </a:cubicBezTo>
                <a:lnTo>
                  <a:pt x="487119" y="64822"/>
                </a:lnTo>
                <a:close/>
                <a:moveTo>
                  <a:pt x="518291" y="100955"/>
                </a:moveTo>
                <a:lnTo>
                  <a:pt x="518291" y="29096"/>
                </a:lnTo>
                <a:lnTo>
                  <a:pt x="529185" y="29096"/>
                </a:lnTo>
                <a:lnTo>
                  <a:pt x="529185" y="39110"/>
                </a:lnTo>
                <a:cubicBezTo>
                  <a:pt x="531440" y="35611"/>
                  <a:pt x="534440" y="32797"/>
                  <a:pt x="538184" y="30667"/>
                </a:cubicBezTo>
                <a:cubicBezTo>
                  <a:pt x="541928" y="28537"/>
                  <a:pt x="546191" y="27472"/>
                  <a:pt x="550973" y="27472"/>
                </a:cubicBezTo>
                <a:cubicBezTo>
                  <a:pt x="556296" y="27472"/>
                  <a:pt x="560660" y="28571"/>
                  <a:pt x="564066" y="30770"/>
                </a:cubicBezTo>
                <a:cubicBezTo>
                  <a:pt x="567471" y="32968"/>
                  <a:pt x="569873" y="36041"/>
                  <a:pt x="571272" y="39990"/>
                </a:cubicBezTo>
                <a:cubicBezTo>
                  <a:pt x="576956" y="31644"/>
                  <a:pt x="584354" y="27472"/>
                  <a:pt x="593466" y="27472"/>
                </a:cubicBezTo>
                <a:cubicBezTo>
                  <a:pt x="600593" y="27472"/>
                  <a:pt x="606074" y="29445"/>
                  <a:pt x="609908" y="33392"/>
                </a:cubicBezTo>
                <a:cubicBezTo>
                  <a:pt x="613742" y="37339"/>
                  <a:pt x="615660" y="43418"/>
                  <a:pt x="615660" y="51628"/>
                </a:cubicBezTo>
                <a:lnTo>
                  <a:pt x="615660" y="100955"/>
                </a:lnTo>
                <a:lnTo>
                  <a:pt x="603548" y="100955"/>
                </a:lnTo>
                <a:lnTo>
                  <a:pt x="603548" y="55639"/>
                </a:lnTo>
                <a:cubicBezTo>
                  <a:pt x="603548" y="50762"/>
                  <a:pt x="603153" y="47251"/>
                  <a:pt x="602364" y="45107"/>
                </a:cubicBezTo>
                <a:cubicBezTo>
                  <a:pt x="601574" y="42961"/>
                  <a:pt x="600142" y="41234"/>
                  <a:pt x="598067" y="39924"/>
                </a:cubicBezTo>
                <a:cubicBezTo>
                  <a:pt x="595992" y="38614"/>
                  <a:pt x="593556" y="37960"/>
                  <a:pt x="590759" y="37960"/>
                </a:cubicBezTo>
                <a:cubicBezTo>
                  <a:pt x="585707" y="37960"/>
                  <a:pt x="581512" y="39642"/>
                  <a:pt x="578174" y="43007"/>
                </a:cubicBezTo>
                <a:cubicBezTo>
                  <a:pt x="574836" y="46370"/>
                  <a:pt x="573166" y="51755"/>
                  <a:pt x="573166" y="59162"/>
                </a:cubicBezTo>
                <a:lnTo>
                  <a:pt x="573166" y="100955"/>
                </a:lnTo>
                <a:lnTo>
                  <a:pt x="560987" y="100955"/>
                </a:lnTo>
                <a:lnTo>
                  <a:pt x="560987" y="54216"/>
                </a:lnTo>
                <a:cubicBezTo>
                  <a:pt x="560987" y="48797"/>
                  <a:pt x="559995" y="44733"/>
                  <a:pt x="558010" y="42024"/>
                </a:cubicBezTo>
                <a:cubicBezTo>
                  <a:pt x="556025" y="39314"/>
                  <a:pt x="552777" y="37960"/>
                  <a:pt x="548266" y="37960"/>
                </a:cubicBezTo>
                <a:cubicBezTo>
                  <a:pt x="544838" y="37960"/>
                  <a:pt x="541669" y="38863"/>
                  <a:pt x="538759" y="40670"/>
                </a:cubicBezTo>
                <a:cubicBezTo>
                  <a:pt x="535850" y="42476"/>
                  <a:pt x="533741" y="45118"/>
                  <a:pt x="532433" y="48596"/>
                </a:cubicBezTo>
                <a:cubicBezTo>
                  <a:pt x="531124" y="52072"/>
                  <a:pt x="530470" y="57084"/>
                  <a:pt x="530470" y="63632"/>
                </a:cubicBezTo>
                <a:lnTo>
                  <a:pt x="530470" y="100955"/>
                </a:lnTo>
                <a:lnTo>
                  <a:pt x="518291" y="100955"/>
                </a:lnTo>
                <a:close/>
                <a:moveTo>
                  <a:pt x="680616" y="92082"/>
                </a:moveTo>
                <a:cubicBezTo>
                  <a:pt x="676105" y="95920"/>
                  <a:pt x="671763" y="98628"/>
                  <a:pt x="667591" y="100208"/>
                </a:cubicBezTo>
                <a:cubicBezTo>
                  <a:pt x="663418" y="101789"/>
                  <a:pt x="658941" y="102579"/>
                  <a:pt x="654159" y="102579"/>
                </a:cubicBezTo>
                <a:cubicBezTo>
                  <a:pt x="646265" y="102579"/>
                  <a:pt x="640198" y="100649"/>
                  <a:pt x="635958" y="96789"/>
                </a:cubicBezTo>
                <a:cubicBezTo>
                  <a:pt x="631717" y="92930"/>
                  <a:pt x="629597" y="87998"/>
                  <a:pt x="629597" y="81994"/>
                </a:cubicBezTo>
                <a:cubicBezTo>
                  <a:pt x="629597" y="78474"/>
                  <a:pt x="630398" y="75259"/>
                  <a:pt x="631999" y="72348"/>
                </a:cubicBezTo>
                <a:cubicBezTo>
                  <a:pt x="633601" y="69435"/>
                  <a:pt x="635698" y="67099"/>
                  <a:pt x="638292" y="65338"/>
                </a:cubicBezTo>
                <a:cubicBezTo>
                  <a:pt x="640886" y="63578"/>
                  <a:pt x="643807" y="62246"/>
                  <a:pt x="647055" y="61344"/>
                </a:cubicBezTo>
                <a:cubicBezTo>
                  <a:pt x="649445" y="60711"/>
                  <a:pt x="653054" y="60101"/>
                  <a:pt x="657881" y="59515"/>
                </a:cubicBezTo>
                <a:cubicBezTo>
                  <a:pt x="667715" y="58350"/>
                  <a:pt x="674955" y="56962"/>
                  <a:pt x="679601" y="55349"/>
                </a:cubicBezTo>
                <a:cubicBezTo>
                  <a:pt x="679646" y="53687"/>
                  <a:pt x="679669" y="52631"/>
                  <a:pt x="679669" y="52182"/>
                </a:cubicBezTo>
                <a:cubicBezTo>
                  <a:pt x="679669" y="47238"/>
                  <a:pt x="678518" y="43755"/>
                  <a:pt x="676218" y="41734"/>
                </a:cubicBezTo>
                <a:cubicBezTo>
                  <a:pt x="673105" y="38992"/>
                  <a:pt x="668482" y="37621"/>
                  <a:pt x="662347" y="37621"/>
                </a:cubicBezTo>
                <a:cubicBezTo>
                  <a:pt x="656618" y="37621"/>
                  <a:pt x="652389" y="38625"/>
                  <a:pt x="649660" y="40632"/>
                </a:cubicBezTo>
                <a:cubicBezTo>
                  <a:pt x="646930" y="42640"/>
                  <a:pt x="644912" y="46192"/>
                  <a:pt x="643604" y="51289"/>
                </a:cubicBezTo>
                <a:lnTo>
                  <a:pt x="631695" y="49665"/>
                </a:lnTo>
                <a:cubicBezTo>
                  <a:pt x="632777" y="44553"/>
                  <a:pt x="634559" y="40424"/>
                  <a:pt x="637040" y="37279"/>
                </a:cubicBezTo>
                <a:cubicBezTo>
                  <a:pt x="639521" y="34134"/>
                  <a:pt x="643107" y="31713"/>
                  <a:pt x="647799" y="30018"/>
                </a:cubicBezTo>
                <a:cubicBezTo>
                  <a:pt x="652490" y="28320"/>
                  <a:pt x="657926" y="27472"/>
                  <a:pt x="664106" y="27472"/>
                </a:cubicBezTo>
                <a:cubicBezTo>
                  <a:pt x="670241" y="27472"/>
                  <a:pt x="675225" y="28193"/>
                  <a:pt x="679060" y="29637"/>
                </a:cubicBezTo>
                <a:cubicBezTo>
                  <a:pt x="682894" y="31080"/>
                  <a:pt x="685713" y="32896"/>
                  <a:pt x="687518" y="35084"/>
                </a:cubicBezTo>
                <a:cubicBezTo>
                  <a:pt x="689322" y="37272"/>
                  <a:pt x="690585" y="40035"/>
                  <a:pt x="691307" y="43373"/>
                </a:cubicBezTo>
                <a:cubicBezTo>
                  <a:pt x="691713" y="45448"/>
                  <a:pt x="691916" y="49192"/>
                  <a:pt x="691916" y="54605"/>
                </a:cubicBezTo>
                <a:lnTo>
                  <a:pt x="691916" y="70844"/>
                </a:lnTo>
                <a:cubicBezTo>
                  <a:pt x="691916" y="82167"/>
                  <a:pt x="692175" y="89328"/>
                  <a:pt x="692694" y="92328"/>
                </a:cubicBezTo>
                <a:cubicBezTo>
                  <a:pt x="693213" y="95328"/>
                  <a:pt x="694239" y="98203"/>
                  <a:pt x="695773" y="100955"/>
                </a:cubicBezTo>
                <a:lnTo>
                  <a:pt x="683052" y="100955"/>
                </a:lnTo>
                <a:cubicBezTo>
                  <a:pt x="681789" y="98426"/>
                  <a:pt x="680977" y="95468"/>
                  <a:pt x="680616" y="92082"/>
                </a:cubicBezTo>
                <a:moveTo>
                  <a:pt x="679601" y="64822"/>
                </a:moveTo>
                <a:cubicBezTo>
                  <a:pt x="675180" y="66642"/>
                  <a:pt x="668549" y="68189"/>
                  <a:pt x="659708" y="69461"/>
                </a:cubicBezTo>
                <a:cubicBezTo>
                  <a:pt x="654701" y="70186"/>
                  <a:pt x="651159" y="71002"/>
                  <a:pt x="649084" y="71908"/>
                </a:cubicBezTo>
                <a:cubicBezTo>
                  <a:pt x="647009" y="72813"/>
                  <a:pt x="645408" y="74138"/>
                  <a:pt x="644280" y="75883"/>
                </a:cubicBezTo>
                <a:cubicBezTo>
                  <a:pt x="643153" y="77627"/>
                  <a:pt x="642589" y="79563"/>
                  <a:pt x="642589" y="81692"/>
                </a:cubicBezTo>
                <a:cubicBezTo>
                  <a:pt x="642589" y="84952"/>
                  <a:pt x="643818" y="87670"/>
                  <a:pt x="646276" y="89845"/>
                </a:cubicBezTo>
                <a:cubicBezTo>
                  <a:pt x="648735" y="92019"/>
                  <a:pt x="652332" y="93106"/>
                  <a:pt x="657069" y="93106"/>
                </a:cubicBezTo>
                <a:cubicBezTo>
                  <a:pt x="661760" y="93106"/>
                  <a:pt x="665933" y="92075"/>
                  <a:pt x="669587" y="90012"/>
                </a:cubicBezTo>
                <a:cubicBezTo>
                  <a:pt x="673241" y="87950"/>
                  <a:pt x="675925" y="85129"/>
                  <a:pt x="677639" y="81548"/>
                </a:cubicBezTo>
                <a:cubicBezTo>
                  <a:pt x="678947" y="78782"/>
                  <a:pt x="679601" y="74703"/>
                  <a:pt x="679601" y="69309"/>
                </a:cubicBezTo>
                <a:lnTo>
                  <a:pt x="679601" y="64822"/>
                </a:lnTo>
                <a:close/>
                <a:moveTo>
                  <a:pt x="699541" y="128562"/>
                </a:moveTo>
                <a:lnTo>
                  <a:pt x="699541" y="119766"/>
                </a:lnTo>
                <a:lnTo>
                  <a:pt x="780264" y="119766"/>
                </a:lnTo>
                <a:lnTo>
                  <a:pt x="780264" y="128562"/>
                </a:lnTo>
                <a:lnTo>
                  <a:pt x="699541" y="128562"/>
                </a:lnTo>
                <a:close/>
                <a:moveTo>
                  <a:pt x="785250" y="14683"/>
                </a:moveTo>
                <a:lnTo>
                  <a:pt x="785250" y="2977"/>
                </a:lnTo>
                <a:lnTo>
                  <a:pt x="849463" y="2977"/>
                </a:lnTo>
                <a:lnTo>
                  <a:pt x="849463" y="12450"/>
                </a:lnTo>
                <a:cubicBezTo>
                  <a:pt x="843148" y="19177"/>
                  <a:pt x="836889" y="28116"/>
                  <a:pt x="830687" y="39266"/>
                </a:cubicBezTo>
                <a:cubicBezTo>
                  <a:pt x="824484" y="50417"/>
                  <a:pt x="819691" y="61883"/>
                  <a:pt x="816308" y="73665"/>
                </a:cubicBezTo>
                <a:cubicBezTo>
                  <a:pt x="813872" y="81972"/>
                  <a:pt x="812316" y="91069"/>
                  <a:pt x="811639" y="100955"/>
                </a:cubicBezTo>
                <a:lnTo>
                  <a:pt x="799121" y="100955"/>
                </a:lnTo>
                <a:cubicBezTo>
                  <a:pt x="799257" y="93145"/>
                  <a:pt x="800790" y="83710"/>
                  <a:pt x="803722" y="72650"/>
                </a:cubicBezTo>
                <a:cubicBezTo>
                  <a:pt x="806655" y="61588"/>
                  <a:pt x="810861" y="50923"/>
                  <a:pt x="816342" y="40653"/>
                </a:cubicBezTo>
                <a:cubicBezTo>
                  <a:pt x="821823" y="30383"/>
                  <a:pt x="827653" y="21726"/>
                  <a:pt x="833833" y="14683"/>
                </a:cubicBezTo>
                <a:lnTo>
                  <a:pt x="785250" y="14683"/>
                </a:lnTo>
                <a:close/>
                <a:moveTo>
                  <a:pt x="865885" y="100955"/>
                </a:moveTo>
                <a:lnTo>
                  <a:pt x="865885" y="1759"/>
                </a:lnTo>
                <a:lnTo>
                  <a:pt x="903100" y="1759"/>
                </a:lnTo>
                <a:cubicBezTo>
                  <a:pt x="910679" y="1759"/>
                  <a:pt x="916757" y="2763"/>
                  <a:pt x="921336" y="4770"/>
                </a:cubicBezTo>
                <a:cubicBezTo>
                  <a:pt x="925915" y="6778"/>
                  <a:pt x="929501" y="9868"/>
                  <a:pt x="932095" y="14040"/>
                </a:cubicBezTo>
                <a:cubicBezTo>
                  <a:pt x="934688" y="18213"/>
                  <a:pt x="935985" y="22577"/>
                  <a:pt x="935985" y="27133"/>
                </a:cubicBezTo>
                <a:cubicBezTo>
                  <a:pt x="935985" y="31374"/>
                  <a:pt x="934835" y="35366"/>
                  <a:pt x="932534" y="39110"/>
                </a:cubicBezTo>
                <a:cubicBezTo>
                  <a:pt x="930234" y="42854"/>
                  <a:pt x="926760" y="45876"/>
                  <a:pt x="922114" y="48177"/>
                </a:cubicBezTo>
                <a:cubicBezTo>
                  <a:pt x="928114" y="49936"/>
                  <a:pt x="932726" y="52936"/>
                  <a:pt x="935951" y="57176"/>
                </a:cubicBezTo>
                <a:cubicBezTo>
                  <a:pt x="939177" y="61416"/>
                  <a:pt x="940789" y="66424"/>
                  <a:pt x="940789" y="72198"/>
                </a:cubicBezTo>
                <a:cubicBezTo>
                  <a:pt x="940789" y="76844"/>
                  <a:pt x="939808" y="81163"/>
                  <a:pt x="937846" y="85155"/>
                </a:cubicBezTo>
                <a:cubicBezTo>
                  <a:pt x="935884" y="89148"/>
                  <a:pt x="933459" y="92226"/>
                  <a:pt x="930572" y="94391"/>
                </a:cubicBezTo>
                <a:cubicBezTo>
                  <a:pt x="927685" y="96557"/>
                  <a:pt x="924065" y="98192"/>
                  <a:pt x="919712" y="99297"/>
                </a:cubicBezTo>
                <a:cubicBezTo>
                  <a:pt x="915359" y="100402"/>
                  <a:pt x="910025" y="100955"/>
                  <a:pt x="903709" y="100955"/>
                </a:cubicBezTo>
                <a:lnTo>
                  <a:pt x="865885" y="100955"/>
                </a:lnTo>
                <a:moveTo>
                  <a:pt x="879012" y="43440"/>
                </a:moveTo>
                <a:lnTo>
                  <a:pt x="900462" y="43440"/>
                </a:lnTo>
                <a:cubicBezTo>
                  <a:pt x="906281" y="43440"/>
                  <a:pt x="910453" y="43057"/>
                  <a:pt x="912979" y="42290"/>
                </a:cubicBezTo>
                <a:cubicBezTo>
                  <a:pt x="916317" y="41298"/>
                  <a:pt x="918832" y="39651"/>
                  <a:pt x="920524" y="37351"/>
                </a:cubicBezTo>
                <a:cubicBezTo>
                  <a:pt x="922216" y="35050"/>
                  <a:pt x="923061" y="32163"/>
                  <a:pt x="923061" y="28690"/>
                </a:cubicBezTo>
                <a:cubicBezTo>
                  <a:pt x="923061" y="25397"/>
                  <a:pt x="922272" y="22498"/>
                  <a:pt x="920693" y="19995"/>
                </a:cubicBezTo>
                <a:cubicBezTo>
                  <a:pt x="919114" y="17491"/>
                  <a:pt x="916859" y="15777"/>
                  <a:pt x="913927" y="14852"/>
                </a:cubicBezTo>
                <a:cubicBezTo>
                  <a:pt x="910995" y="13928"/>
                  <a:pt x="905965" y="13465"/>
                  <a:pt x="898838" y="13465"/>
                </a:cubicBezTo>
                <a:lnTo>
                  <a:pt x="879012" y="13465"/>
                </a:lnTo>
                <a:lnTo>
                  <a:pt x="879012" y="43440"/>
                </a:lnTo>
                <a:moveTo>
                  <a:pt x="879012" y="89249"/>
                </a:moveTo>
                <a:lnTo>
                  <a:pt x="903709" y="89249"/>
                </a:lnTo>
                <a:cubicBezTo>
                  <a:pt x="907950" y="89249"/>
                  <a:pt x="910927" y="89091"/>
                  <a:pt x="912641" y="88775"/>
                </a:cubicBezTo>
                <a:cubicBezTo>
                  <a:pt x="915663" y="88234"/>
                  <a:pt x="918190" y="87332"/>
                  <a:pt x="920219" y="86069"/>
                </a:cubicBezTo>
                <a:cubicBezTo>
                  <a:pt x="922249" y="84806"/>
                  <a:pt x="923918" y="82968"/>
                  <a:pt x="925227" y="80554"/>
                </a:cubicBezTo>
                <a:cubicBezTo>
                  <a:pt x="926535" y="78141"/>
                  <a:pt x="927189" y="75355"/>
                  <a:pt x="927189" y="72198"/>
                </a:cubicBezTo>
                <a:cubicBezTo>
                  <a:pt x="927189" y="68499"/>
                  <a:pt x="926242" y="65285"/>
                  <a:pt x="924347" y="62556"/>
                </a:cubicBezTo>
                <a:cubicBezTo>
                  <a:pt x="922452" y="59826"/>
                  <a:pt x="919825" y="57909"/>
                  <a:pt x="916464" y="56804"/>
                </a:cubicBezTo>
                <a:cubicBezTo>
                  <a:pt x="913103" y="55699"/>
                  <a:pt x="908265" y="55146"/>
                  <a:pt x="901950" y="55146"/>
                </a:cubicBezTo>
                <a:lnTo>
                  <a:pt x="879012" y="55146"/>
                </a:lnTo>
                <a:lnTo>
                  <a:pt x="879012" y="89249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Text DeepSeek_1B">
            <a:extLst xmlns:a="http://schemas.openxmlformats.org/drawingml/2006/main">
              <a:ext uri="{FF2B5EF4-FFF2-40B4-BE49-F238E27FC236}">
                <a16:creationId xmlns:a16="http://schemas.microsoft.com/office/drawing/2014/main" id="{3A21D5F4-71B4-43EB-9CBE-3CF1DBE49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6713" y="1685796"/>
            <a:ext cx="875472" cy="128562"/>
          </a:xfrm>
          <a:custGeom xmlns:a="http://schemas.openxmlformats.org/drawingml/2006/main">
            <a:pathLst>
              <a:path w="875472" h="128562">
                <a:moveTo>
                  <a:pt x="0" y="100955"/>
                </a:moveTo>
                <a:lnTo>
                  <a:pt x="0" y="1759"/>
                </a:lnTo>
                <a:lnTo>
                  <a:pt x="34170" y="1759"/>
                </a:lnTo>
                <a:cubicBezTo>
                  <a:pt x="41884" y="1759"/>
                  <a:pt x="47771" y="2233"/>
                  <a:pt x="51831" y="3180"/>
                </a:cubicBezTo>
                <a:cubicBezTo>
                  <a:pt x="57515" y="4488"/>
                  <a:pt x="62364" y="6857"/>
                  <a:pt x="66379" y="10285"/>
                </a:cubicBezTo>
                <a:cubicBezTo>
                  <a:pt x="71611" y="14706"/>
                  <a:pt x="75524" y="20356"/>
                  <a:pt x="78118" y="27235"/>
                </a:cubicBezTo>
                <a:cubicBezTo>
                  <a:pt x="80712" y="34114"/>
                  <a:pt x="82009" y="41974"/>
                  <a:pt x="82009" y="50816"/>
                </a:cubicBezTo>
                <a:cubicBezTo>
                  <a:pt x="82009" y="58349"/>
                  <a:pt x="81129" y="65025"/>
                  <a:pt x="79370" y="70844"/>
                </a:cubicBezTo>
                <a:cubicBezTo>
                  <a:pt x="77611" y="76663"/>
                  <a:pt x="75355" y="81479"/>
                  <a:pt x="72604" y="85291"/>
                </a:cubicBezTo>
                <a:cubicBezTo>
                  <a:pt x="69852" y="89102"/>
                  <a:pt x="66841" y="92102"/>
                  <a:pt x="63570" y="94290"/>
                </a:cubicBezTo>
                <a:cubicBezTo>
                  <a:pt x="60300" y="96478"/>
                  <a:pt x="56353" y="98136"/>
                  <a:pt x="51729" y="99263"/>
                </a:cubicBezTo>
                <a:cubicBezTo>
                  <a:pt x="47106" y="100391"/>
                  <a:pt x="41794" y="100955"/>
                  <a:pt x="35794" y="100955"/>
                </a:cubicBezTo>
                <a:lnTo>
                  <a:pt x="0" y="100955"/>
                </a:lnTo>
                <a:moveTo>
                  <a:pt x="13127" y="89249"/>
                </a:moveTo>
                <a:lnTo>
                  <a:pt x="34306" y="89249"/>
                </a:lnTo>
                <a:cubicBezTo>
                  <a:pt x="40847" y="89249"/>
                  <a:pt x="45978" y="88640"/>
                  <a:pt x="49699" y="87422"/>
                </a:cubicBezTo>
                <a:cubicBezTo>
                  <a:pt x="53421" y="86204"/>
                  <a:pt x="56387" y="84490"/>
                  <a:pt x="58597" y="82280"/>
                </a:cubicBezTo>
                <a:cubicBezTo>
                  <a:pt x="61710" y="79167"/>
                  <a:pt x="64134" y="74983"/>
                  <a:pt x="65871" y="69728"/>
                </a:cubicBezTo>
                <a:cubicBezTo>
                  <a:pt x="67608" y="64473"/>
                  <a:pt x="68476" y="58101"/>
                  <a:pt x="68476" y="50613"/>
                </a:cubicBezTo>
                <a:cubicBezTo>
                  <a:pt x="68476" y="40238"/>
                  <a:pt x="66773" y="32265"/>
                  <a:pt x="63367" y="26694"/>
                </a:cubicBezTo>
                <a:cubicBezTo>
                  <a:pt x="59962" y="21122"/>
                  <a:pt x="55823" y="17390"/>
                  <a:pt x="50951" y="15495"/>
                </a:cubicBezTo>
                <a:cubicBezTo>
                  <a:pt x="47433" y="14142"/>
                  <a:pt x="41771" y="13465"/>
                  <a:pt x="33967" y="13465"/>
                </a:cubicBezTo>
                <a:lnTo>
                  <a:pt x="13127" y="13465"/>
                </a:lnTo>
                <a:lnTo>
                  <a:pt x="13127" y="89249"/>
                </a:lnTo>
                <a:close/>
                <a:moveTo>
                  <a:pt x="147687" y="77814"/>
                </a:moveTo>
                <a:lnTo>
                  <a:pt x="160273" y="79370"/>
                </a:lnTo>
                <a:cubicBezTo>
                  <a:pt x="158288" y="86723"/>
                  <a:pt x="154612" y="92429"/>
                  <a:pt x="149244" y="96489"/>
                </a:cubicBezTo>
                <a:cubicBezTo>
                  <a:pt x="143876" y="100549"/>
                  <a:pt x="137019" y="102579"/>
                  <a:pt x="128674" y="102579"/>
                </a:cubicBezTo>
                <a:cubicBezTo>
                  <a:pt x="118163" y="102579"/>
                  <a:pt x="109829" y="99342"/>
                  <a:pt x="103672" y="92869"/>
                </a:cubicBezTo>
                <a:cubicBezTo>
                  <a:pt x="97515" y="86396"/>
                  <a:pt x="94436" y="77318"/>
                  <a:pt x="94436" y="65634"/>
                </a:cubicBezTo>
                <a:cubicBezTo>
                  <a:pt x="94436" y="53545"/>
                  <a:pt x="97548" y="44162"/>
                  <a:pt x="103773" y="37486"/>
                </a:cubicBezTo>
                <a:cubicBezTo>
                  <a:pt x="109999" y="30810"/>
                  <a:pt x="118073" y="27472"/>
                  <a:pt x="127997" y="27472"/>
                </a:cubicBezTo>
                <a:cubicBezTo>
                  <a:pt x="137606" y="27472"/>
                  <a:pt x="145455" y="30737"/>
                  <a:pt x="151544" y="37268"/>
                </a:cubicBezTo>
                <a:cubicBezTo>
                  <a:pt x="157634" y="43798"/>
                  <a:pt x="160679" y="52985"/>
                  <a:pt x="160679" y="64829"/>
                </a:cubicBezTo>
                <a:cubicBezTo>
                  <a:pt x="160679" y="65549"/>
                  <a:pt x="160656" y="66629"/>
                  <a:pt x="160611" y="68070"/>
                </a:cubicBezTo>
                <a:lnTo>
                  <a:pt x="107021" y="68070"/>
                </a:lnTo>
                <a:cubicBezTo>
                  <a:pt x="107472" y="75942"/>
                  <a:pt x="109705" y="81969"/>
                  <a:pt x="113720" y="86153"/>
                </a:cubicBezTo>
                <a:cubicBezTo>
                  <a:pt x="117735" y="90337"/>
                  <a:pt x="122742" y="92429"/>
                  <a:pt x="128742" y="92429"/>
                </a:cubicBezTo>
                <a:cubicBezTo>
                  <a:pt x="133207" y="92429"/>
                  <a:pt x="137019" y="91268"/>
                  <a:pt x="140177" y="88945"/>
                </a:cubicBezTo>
                <a:cubicBezTo>
                  <a:pt x="143334" y="86620"/>
                  <a:pt x="145838" y="82910"/>
                  <a:pt x="147687" y="77814"/>
                </a:cubicBezTo>
                <a:moveTo>
                  <a:pt x="107698" y="57921"/>
                </a:moveTo>
                <a:lnTo>
                  <a:pt x="147823" y="57921"/>
                </a:lnTo>
                <a:cubicBezTo>
                  <a:pt x="147282" y="51975"/>
                  <a:pt x="145748" y="47515"/>
                  <a:pt x="143222" y="44542"/>
                </a:cubicBezTo>
                <a:cubicBezTo>
                  <a:pt x="139342" y="39928"/>
                  <a:pt x="134313" y="37621"/>
                  <a:pt x="128133" y="37621"/>
                </a:cubicBezTo>
                <a:cubicBezTo>
                  <a:pt x="122539" y="37621"/>
                  <a:pt x="117836" y="39463"/>
                  <a:pt x="114025" y="43146"/>
                </a:cubicBezTo>
                <a:cubicBezTo>
                  <a:pt x="110213" y="46829"/>
                  <a:pt x="108104" y="51753"/>
                  <a:pt x="107698" y="57921"/>
                </a:cubicBezTo>
                <a:close/>
                <a:moveTo>
                  <a:pt x="224736" y="77814"/>
                </a:moveTo>
                <a:lnTo>
                  <a:pt x="237322" y="79370"/>
                </a:lnTo>
                <a:cubicBezTo>
                  <a:pt x="235337" y="86723"/>
                  <a:pt x="231660" y="92429"/>
                  <a:pt x="226292" y="96489"/>
                </a:cubicBezTo>
                <a:cubicBezTo>
                  <a:pt x="220924" y="100549"/>
                  <a:pt x="214068" y="102579"/>
                  <a:pt x="205722" y="102579"/>
                </a:cubicBezTo>
                <a:cubicBezTo>
                  <a:pt x="195212" y="102579"/>
                  <a:pt x="186878" y="99342"/>
                  <a:pt x="180720" y="92869"/>
                </a:cubicBezTo>
                <a:cubicBezTo>
                  <a:pt x="174563" y="86396"/>
                  <a:pt x="171484" y="77318"/>
                  <a:pt x="171484" y="65634"/>
                </a:cubicBezTo>
                <a:cubicBezTo>
                  <a:pt x="171484" y="53545"/>
                  <a:pt x="174597" y="44162"/>
                  <a:pt x="180822" y="37486"/>
                </a:cubicBezTo>
                <a:cubicBezTo>
                  <a:pt x="187047" y="30810"/>
                  <a:pt x="195122" y="27472"/>
                  <a:pt x="205046" y="27472"/>
                </a:cubicBezTo>
                <a:cubicBezTo>
                  <a:pt x="214654" y="27472"/>
                  <a:pt x="222503" y="30737"/>
                  <a:pt x="228593" y="37268"/>
                </a:cubicBezTo>
                <a:cubicBezTo>
                  <a:pt x="234683" y="43798"/>
                  <a:pt x="237728" y="52985"/>
                  <a:pt x="237728" y="64829"/>
                </a:cubicBezTo>
                <a:cubicBezTo>
                  <a:pt x="237728" y="65549"/>
                  <a:pt x="237705" y="66629"/>
                  <a:pt x="237660" y="68070"/>
                </a:cubicBezTo>
                <a:lnTo>
                  <a:pt x="184070" y="68070"/>
                </a:lnTo>
                <a:cubicBezTo>
                  <a:pt x="184521" y="75942"/>
                  <a:pt x="186754" y="81969"/>
                  <a:pt x="190769" y="86153"/>
                </a:cubicBezTo>
                <a:cubicBezTo>
                  <a:pt x="194783" y="90337"/>
                  <a:pt x="199790" y="92429"/>
                  <a:pt x="205790" y="92429"/>
                </a:cubicBezTo>
                <a:cubicBezTo>
                  <a:pt x="210256" y="92429"/>
                  <a:pt x="214068" y="91268"/>
                  <a:pt x="217225" y="88945"/>
                </a:cubicBezTo>
                <a:cubicBezTo>
                  <a:pt x="220383" y="86620"/>
                  <a:pt x="222887" y="82910"/>
                  <a:pt x="224736" y="77814"/>
                </a:cubicBezTo>
                <a:moveTo>
                  <a:pt x="184746" y="57921"/>
                </a:moveTo>
                <a:lnTo>
                  <a:pt x="224871" y="57921"/>
                </a:lnTo>
                <a:cubicBezTo>
                  <a:pt x="224330" y="51975"/>
                  <a:pt x="222796" y="47515"/>
                  <a:pt x="220270" y="44542"/>
                </a:cubicBezTo>
                <a:cubicBezTo>
                  <a:pt x="216391" y="39928"/>
                  <a:pt x="211361" y="37621"/>
                  <a:pt x="205181" y="37621"/>
                </a:cubicBezTo>
                <a:cubicBezTo>
                  <a:pt x="199587" y="37621"/>
                  <a:pt x="194885" y="39463"/>
                  <a:pt x="191073" y="43146"/>
                </a:cubicBezTo>
                <a:cubicBezTo>
                  <a:pt x="187261" y="46829"/>
                  <a:pt x="185152" y="51753"/>
                  <a:pt x="184746" y="57921"/>
                </a:cubicBezTo>
                <a:close/>
                <a:moveTo>
                  <a:pt x="252593" y="128562"/>
                </a:moveTo>
                <a:lnTo>
                  <a:pt x="252593" y="29096"/>
                </a:lnTo>
                <a:lnTo>
                  <a:pt x="263690" y="29096"/>
                </a:lnTo>
                <a:lnTo>
                  <a:pt x="263690" y="38366"/>
                </a:lnTo>
                <a:cubicBezTo>
                  <a:pt x="266306" y="34734"/>
                  <a:pt x="269261" y="32011"/>
                  <a:pt x="272554" y="30195"/>
                </a:cubicBezTo>
                <a:cubicBezTo>
                  <a:pt x="275847" y="28379"/>
                  <a:pt x="279839" y="27472"/>
                  <a:pt x="284530" y="27472"/>
                </a:cubicBezTo>
                <a:cubicBezTo>
                  <a:pt x="290665" y="27472"/>
                  <a:pt x="296078" y="29050"/>
                  <a:pt x="300770" y="32208"/>
                </a:cubicBezTo>
                <a:cubicBezTo>
                  <a:pt x="305461" y="35366"/>
                  <a:pt x="309002" y="39820"/>
                  <a:pt x="311393" y="45572"/>
                </a:cubicBezTo>
                <a:cubicBezTo>
                  <a:pt x="313784" y="51323"/>
                  <a:pt x="314979" y="57627"/>
                  <a:pt x="314979" y="64484"/>
                </a:cubicBezTo>
                <a:cubicBezTo>
                  <a:pt x="314979" y="71837"/>
                  <a:pt x="313660" y="78457"/>
                  <a:pt x="311021" y="84343"/>
                </a:cubicBezTo>
                <a:cubicBezTo>
                  <a:pt x="308382" y="90230"/>
                  <a:pt x="304547" y="94741"/>
                  <a:pt x="299518" y="97876"/>
                </a:cubicBezTo>
                <a:cubicBezTo>
                  <a:pt x="294488" y="101011"/>
                  <a:pt x="289199" y="102579"/>
                  <a:pt x="283650" y="102579"/>
                </a:cubicBezTo>
                <a:cubicBezTo>
                  <a:pt x="279591" y="102579"/>
                  <a:pt x="275948" y="101710"/>
                  <a:pt x="272723" y="99974"/>
                </a:cubicBezTo>
                <a:cubicBezTo>
                  <a:pt x="269497" y="98236"/>
                  <a:pt x="266847" y="96041"/>
                  <a:pt x="264772" y="93389"/>
                </a:cubicBezTo>
                <a:lnTo>
                  <a:pt x="264772" y="128562"/>
                </a:lnTo>
                <a:lnTo>
                  <a:pt x="252593" y="128562"/>
                </a:lnTo>
                <a:moveTo>
                  <a:pt x="263622" y="65330"/>
                </a:moveTo>
                <a:cubicBezTo>
                  <a:pt x="263622" y="74566"/>
                  <a:pt x="265494" y="81392"/>
                  <a:pt x="269238" y="85807"/>
                </a:cubicBezTo>
                <a:cubicBezTo>
                  <a:pt x="272982" y="90222"/>
                  <a:pt x="277516" y="92429"/>
                  <a:pt x="282839" y="92429"/>
                </a:cubicBezTo>
                <a:cubicBezTo>
                  <a:pt x="288252" y="92429"/>
                  <a:pt x="292887" y="90143"/>
                  <a:pt x="296743" y="85570"/>
                </a:cubicBezTo>
                <a:cubicBezTo>
                  <a:pt x="300600" y="80997"/>
                  <a:pt x="302529" y="73912"/>
                  <a:pt x="302529" y="64315"/>
                </a:cubicBezTo>
                <a:cubicBezTo>
                  <a:pt x="302529" y="55169"/>
                  <a:pt x="300645" y="48321"/>
                  <a:pt x="296879" y="43770"/>
                </a:cubicBezTo>
                <a:cubicBezTo>
                  <a:pt x="293112" y="39220"/>
                  <a:pt x="288613" y="36945"/>
                  <a:pt x="283380" y="36945"/>
                </a:cubicBezTo>
                <a:cubicBezTo>
                  <a:pt x="278192" y="36945"/>
                  <a:pt x="273602" y="39366"/>
                  <a:pt x="269610" y="44210"/>
                </a:cubicBezTo>
                <a:cubicBezTo>
                  <a:pt x="265618" y="49054"/>
                  <a:pt x="263622" y="56094"/>
                  <a:pt x="263622" y="65330"/>
                </a:cubicBezTo>
                <a:close/>
                <a:moveTo>
                  <a:pt x="326732" y="69017"/>
                </a:moveTo>
                <a:lnTo>
                  <a:pt x="339114" y="67935"/>
                </a:lnTo>
                <a:cubicBezTo>
                  <a:pt x="339700" y="72897"/>
                  <a:pt x="341065" y="76968"/>
                  <a:pt x="343208" y="80148"/>
                </a:cubicBezTo>
                <a:cubicBezTo>
                  <a:pt x="345350" y="83328"/>
                  <a:pt x="348677" y="85900"/>
                  <a:pt x="353188" y="87862"/>
                </a:cubicBezTo>
                <a:cubicBezTo>
                  <a:pt x="357699" y="89824"/>
                  <a:pt x="362774" y="90805"/>
                  <a:pt x="368413" y="90805"/>
                </a:cubicBezTo>
                <a:cubicBezTo>
                  <a:pt x="373420" y="90805"/>
                  <a:pt x="377841" y="90061"/>
                  <a:pt x="381675" y="88572"/>
                </a:cubicBezTo>
                <a:cubicBezTo>
                  <a:pt x="385509" y="87084"/>
                  <a:pt x="388362" y="85043"/>
                  <a:pt x="390234" y="82449"/>
                </a:cubicBezTo>
                <a:cubicBezTo>
                  <a:pt x="392106" y="79855"/>
                  <a:pt x="393042" y="77024"/>
                  <a:pt x="393042" y="73957"/>
                </a:cubicBezTo>
                <a:cubicBezTo>
                  <a:pt x="393042" y="70844"/>
                  <a:pt x="392140" y="68127"/>
                  <a:pt x="390336" y="65803"/>
                </a:cubicBezTo>
                <a:cubicBezTo>
                  <a:pt x="388531" y="63480"/>
                  <a:pt x="385554" y="61529"/>
                  <a:pt x="381404" y="59950"/>
                </a:cubicBezTo>
                <a:cubicBezTo>
                  <a:pt x="378743" y="58913"/>
                  <a:pt x="372856" y="57300"/>
                  <a:pt x="363744" y="55112"/>
                </a:cubicBezTo>
                <a:cubicBezTo>
                  <a:pt x="354632" y="52925"/>
                  <a:pt x="348249" y="50861"/>
                  <a:pt x="344595" y="48921"/>
                </a:cubicBezTo>
                <a:cubicBezTo>
                  <a:pt x="339858" y="46440"/>
                  <a:pt x="336329" y="43361"/>
                  <a:pt x="334005" y="39685"/>
                </a:cubicBezTo>
                <a:cubicBezTo>
                  <a:pt x="331682" y="36009"/>
                  <a:pt x="330521" y="31892"/>
                  <a:pt x="330521" y="27336"/>
                </a:cubicBezTo>
                <a:cubicBezTo>
                  <a:pt x="330521" y="22329"/>
                  <a:pt x="331942" y="17649"/>
                  <a:pt x="334784" y="13296"/>
                </a:cubicBezTo>
                <a:cubicBezTo>
                  <a:pt x="337625" y="8943"/>
                  <a:pt x="341776" y="5639"/>
                  <a:pt x="347234" y="3383"/>
                </a:cubicBezTo>
                <a:cubicBezTo>
                  <a:pt x="352692" y="1128"/>
                  <a:pt x="358759" y="0"/>
                  <a:pt x="365435" y="0"/>
                </a:cubicBezTo>
                <a:cubicBezTo>
                  <a:pt x="372788" y="0"/>
                  <a:pt x="379273" y="1184"/>
                  <a:pt x="384889" y="3552"/>
                </a:cubicBezTo>
                <a:cubicBezTo>
                  <a:pt x="390505" y="5921"/>
                  <a:pt x="394824" y="9405"/>
                  <a:pt x="397847" y="14006"/>
                </a:cubicBezTo>
                <a:cubicBezTo>
                  <a:pt x="400869" y="18608"/>
                  <a:pt x="402493" y="23818"/>
                  <a:pt x="402718" y="29637"/>
                </a:cubicBezTo>
                <a:lnTo>
                  <a:pt x="390133" y="30584"/>
                </a:lnTo>
                <a:cubicBezTo>
                  <a:pt x="389456" y="24291"/>
                  <a:pt x="387167" y="19538"/>
                  <a:pt x="383265" y="16324"/>
                </a:cubicBezTo>
                <a:cubicBezTo>
                  <a:pt x="379363" y="13110"/>
                  <a:pt x="373600" y="11503"/>
                  <a:pt x="365977" y="11503"/>
                </a:cubicBezTo>
                <a:cubicBezTo>
                  <a:pt x="358037" y="11503"/>
                  <a:pt x="352252" y="12959"/>
                  <a:pt x="348621" y="15871"/>
                </a:cubicBezTo>
                <a:cubicBezTo>
                  <a:pt x="344990" y="18782"/>
                  <a:pt x="343174" y="22292"/>
                  <a:pt x="343174" y="26400"/>
                </a:cubicBezTo>
                <a:cubicBezTo>
                  <a:pt x="343174" y="29966"/>
                  <a:pt x="344460" y="32900"/>
                  <a:pt x="347031" y="35202"/>
                </a:cubicBezTo>
                <a:cubicBezTo>
                  <a:pt x="349557" y="37506"/>
                  <a:pt x="356154" y="39865"/>
                  <a:pt x="366823" y="42280"/>
                </a:cubicBezTo>
                <a:cubicBezTo>
                  <a:pt x="377491" y="44694"/>
                  <a:pt x="384810" y="46805"/>
                  <a:pt x="388780" y="48610"/>
                </a:cubicBezTo>
                <a:cubicBezTo>
                  <a:pt x="394554" y="51273"/>
                  <a:pt x="398816" y="54648"/>
                  <a:pt x="401568" y="58735"/>
                </a:cubicBezTo>
                <a:cubicBezTo>
                  <a:pt x="404320" y="62820"/>
                  <a:pt x="405696" y="67526"/>
                  <a:pt x="405696" y="72853"/>
                </a:cubicBezTo>
                <a:cubicBezTo>
                  <a:pt x="405696" y="78134"/>
                  <a:pt x="404184" y="83111"/>
                  <a:pt x="401162" y="87784"/>
                </a:cubicBezTo>
                <a:cubicBezTo>
                  <a:pt x="398140" y="92455"/>
                  <a:pt x="393798" y="96089"/>
                  <a:pt x="388137" y="98686"/>
                </a:cubicBezTo>
                <a:cubicBezTo>
                  <a:pt x="382476" y="101281"/>
                  <a:pt x="376104" y="102579"/>
                  <a:pt x="369022" y="102579"/>
                </a:cubicBezTo>
                <a:cubicBezTo>
                  <a:pt x="360045" y="102579"/>
                  <a:pt x="352523" y="101271"/>
                  <a:pt x="346456" y="98654"/>
                </a:cubicBezTo>
                <a:cubicBezTo>
                  <a:pt x="340388" y="96038"/>
                  <a:pt x="335629" y="92102"/>
                  <a:pt x="332178" y="86847"/>
                </a:cubicBezTo>
                <a:cubicBezTo>
                  <a:pt x="328728" y="81592"/>
                  <a:pt x="326912" y="75649"/>
                  <a:pt x="326732" y="69017"/>
                </a:cubicBezTo>
                <a:close/>
                <a:moveTo>
                  <a:pt x="471263" y="77814"/>
                </a:moveTo>
                <a:lnTo>
                  <a:pt x="483849" y="79370"/>
                </a:lnTo>
                <a:cubicBezTo>
                  <a:pt x="481864" y="86723"/>
                  <a:pt x="478187" y="92429"/>
                  <a:pt x="472819" y="96489"/>
                </a:cubicBezTo>
                <a:cubicBezTo>
                  <a:pt x="467451" y="100549"/>
                  <a:pt x="460595" y="102579"/>
                  <a:pt x="452249" y="102579"/>
                </a:cubicBezTo>
                <a:cubicBezTo>
                  <a:pt x="441739" y="102579"/>
                  <a:pt x="433405" y="99342"/>
                  <a:pt x="427248" y="92869"/>
                </a:cubicBezTo>
                <a:cubicBezTo>
                  <a:pt x="421090" y="86396"/>
                  <a:pt x="418011" y="77318"/>
                  <a:pt x="418011" y="65634"/>
                </a:cubicBezTo>
                <a:cubicBezTo>
                  <a:pt x="418011" y="53545"/>
                  <a:pt x="421124" y="44162"/>
                  <a:pt x="427349" y="37486"/>
                </a:cubicBezTo>
                <a:cubicBezTo>
                  <a:pt x="433574" y="30810"/>
                  <a:pt x="441649" y="27472"/>
                  <a:pt x="451573" y="27472"/>
                </a:cubicBezTo>
                <a:cubicBezTo>
                  <a:pt x="461181" y="27472"/>
                  <a:pt x="469030" y="30737"/>
                  <a:pt x="475120" y="37268"/>
                </a:cubicBezTo>
                <a:cubicBezTo>
                  <a:pt x="481210" y="43798"/>
                  <a:pt x="484255" y="52985"/>
                  <a:pt x="484255" y="64829"/>
                </a:cubicBezTo>
                <a:cubicBezTo>
                  <a:pt x="484255" y="65549"/>
                  <a:pt x="484232" y="66629"/>
                  <a:pt x="484187" y="68070"/>
                </a:cubicBezTo>
                <a:lnTo>
                  <a:pt x="430597" y="68070"/>
                </a:lnTo>
                <a:cubicBezTo>
                  <a:pt x="431048" y="75942"/>
                  <a:pt x="433281" y="81969"/>
                  <a:pt x="437296" y="86153"/>
                </a:cubicBezTo>
                <a:cubicBezTo>
                  <a:pt x="441310" y="90337"/>
                  <a:pt x="446318" y="92429"/>
                  <a:pt x="452317" y="92429"/>
                </a:cubicBezTo>
                <a:cubicBezTo>
                  <a:pt x="456783" y="92429"/>
                  <a:pt x="460595" y="91268"/>
                  <a:pt x="463752" y="88945"/>
                </a:cubicBezTo>
                <a:cubicBezTo>
                  <a:pt x="466910" y="86620"/>
                  <a:pt x="469414" y="82910"/>
                  <a:pt x="471263" y="77814"/>
                </a:cubicBezTo>
                <a:moveTo>
                  <a:pt x="431274" y="57921"/>
                </a:moveTo>
                <a:lnTo>
                  <a:pt x="471398" y="57921"/>
                </a:lnTo>
                <a:cubicBezTo>
                  <a:pt x="470857" y="51975"/>
                  <a:pt x="469323" y="47515"/>
                  <a:pt x="466797" y="44542"/>
                </a:cubicBezTo>
                <a:cubicBezTo>
                  <a:pt x="462918" y="39928"/>
                  <a:pt x="457888" y="37621"/>
                  <a:pt x="451708" y="37621"/>
                </a:cubicBezTo>
                <a:cubicBezTo>
                  <a:pt x="446115" y="37621"/>
                  <a:pt x="441412" y="39463"/>
                  <a:pt x="437600" y="43146"/>
                </a:cubicBezTo>
                <a:cubicBezTo>
                  <a:pt x="433788" y="46829"/>
                  <a:pt x="431680" y="51753"/>
                  <a:pt x="431274" y="57921"/>
                </a:cubicBezTo>
                <a:close/>
                <a:moveTo>
                  <a:pt x="548312" y="77814"/>
                </a:moveTo>
                <a:lnTo>
                  <a:pt x="560897" y="79370"/>
                </a:lnTo>
                <a:cubicBezTo>
                  <a:pt x="558912" y="86723"/>
                  <a:pt x="555236" y="92429"/>
                  <a:pt x="549868" y="96489"/>
                </a:cubicBezTo>
                <a:cubicBezTo>
                  <a:pt x="544500" y="100549"/>
                  <a:pt x="537643" y="102579"/>
                  <a:pt x="529298" y="102579"/>
                </a:cubicBezTo>
                <a:cubicBezTo>
                  <a:pt x="518787" y="102579"/>
                  <a:pt x="510453" y="99342"/>
                  <a:pt x="504296" y="92869"/>
                </a:cubicBezTo>
                <a:cubicBezTo>
                  <a:pt x="498139" y="86396"/>
                  <a:pt x="495060" y="77318"/>
                  <a:pt x="495060" y="65634"/>
                </a:cubicBezTo>
                <a:cubicBezTo>
                  <a:pt x="495060" y="53545"/>
                  <a:pt x="498172" y="44162"/>
                  <a:pt x="504398" y="37486"/>
                </a:cubicBezTo>
                <a:cubicBezTo>
                  <a:pt x="510623" y="30810"/>
                  <a:pt x="518697" y="27472"/>
                  <a:pt x="528621" y="27472"/>
                </a:cubicBezTo>
                <a:cubicBezTo>
                  <a:pt x="538230" y="27472"/>
                  <a:pt x="546079" y="30737"/>
                  <a:pt x="552168" y="37268"/>
                </a:cubicBezTo>
                <a:cubicBezTo>
                  <a:pt x="558258" y="43798"/>
                  <a:pt x="561303" y="52985"/>
                  <a:pt x="561303" y="64829"/>
                </a:cubicBezTo>
                <a:cubicBezTo>
                  <a:pt x="561303" y="65549"/>
                  <a:pt x="561281" y="66629"/>
                  <a:pt x="561235" y="68070"/>
                </a:cubicBezTo>
                <a:lnTo>
                  <a:pt x="507645" y="68070"/>
                </a:lnTo>
                <a:cubicBezTo>
                  <a:pt x="508097" y="75942"/>
                  <a:pt x="510329" y="81969"/>
                  <a:pt x="514344" y="86153"/>
                </a:cubicBezTo>
                <a:cubicBezTo>
                  <a:pt x="518359" y="90337"/>
                  <a:pt x="523366" y="92429"/>
                  <a:pt x="529366" y="92429"/>
                </a:cubicBezTo>
                <a:cubicBezTo>
                  <a:pt x="533831" y="92429"/>
                  <a:pt x="537643" y="91268"/>
                  <a:pt x="540801" y="88945"/>
                </a:cubicBezTo>
                <a:cubicBezTo>
                  <a:pt x="543959" y="86620"/>
                  <a:pt x="546462" y="82910"/>
                  <a:pt x="548312" y="77814"/>
                </a:cubicBezTo>
                <a:moveTo>
                  <a:pt x="508322" y="57921"/>
                </a:moveTo>
                <a:lnTo>
                  <a:pt x="548447" y="57921"/>
                </a:lnTo>
                <a:cubicBezTo>
                  <a:pt x="547906" y="51975"/>
                  <a:pt x="546372" y="47515"/>
                  <a:pt x="543846" y="44542"/>
                </a:cubicBezTo>
                <a:cubicBezTo>
                  <a:pt x="539966" y="39928"/>
                  <a:pt x="534937" y="37621"/>
                  <a:pt x="528757" y="37621"/>
                </a:cubicBezTo>
                <a:cubicBezTo>
                  <a:pt x="523163" y="37621"/>
                  <a:pt x="518460" y="39463"/>
                  <a:pt x="514649" y="43146"/>
                </a:cubicBezTo>
                <a:cubicBezTo>
                  <a:pt x="510837" y="46829"/>
                  <a:pt x="508728" y="51753"/>
                  <a:pt x="508322" y="57921"/>
                </a:cubicBezTo>
                <a:close/>
                <a:moveTo>
                  <a:pt x="576236" y="100955"/>
                </a:moveTo>
                <a:lnTo>
                  <a:pt x="576236" y="1759"/>
                </a:lnTo>
                <a:lnTo>
                  <a:pt x="588415" y="1759"/>
                </a:lnTo>
                <a:lnTo>
                  <a:pt x="588415" y="58326"/>
                </a:lnTo>
                <a:lnTo>
                  <a:pt x="617240" y="29096"/>
                </a:lnTo>
                <a:lnTo>
                  <a:pt x="633006" y="29096"/>
                </a:lnTo>
                <a:lnTo>
                  <a:pt x="605534" y="55755"/>
                </a:lnTo>
                <a:lnTo>
                  <a:pt x="635780" y="100955"/>
                </a:lnTo>
                <a:lnTo>
                  <a:pt x="620759" y="100955"/>
                </a:lnTo>
                <a:lnTo>
                  <a:pt x="597008" y="64213"/>
                </a:lnTo>
                <a:lnTo>
                  <a:pt x="588415" y="72468"/>
                </a:lnTo>
                <a:lnTo>
                  <a:pt x="588415" y="100955"/>
                </a:lnTo>
                <a:lnTo>
                  <a:pt x="576236" y="100955"/>
                </a:lnTo>
                <a:close/>
                <a:moveTo>
                  <a:pt x="634224" y="128562"/>
                </a:moveTo>
                <a:lnTo>
                  <a:pt x="634224" y="119766"/>
                </a:lnTo>
                <a:lnTo>
                  <a:pt x="714947" y="119766"/>
                </a:lnTo>
                <a:lnTo>
                  <a:pt x="714947" y="128562"/>
                </a:lnTo>
                <a:lnTo>
                  <a:pt x="634224" y="128562"/>
                </a:lnTo>
                <a:close/>
                <a:moveTo>
                  <a:pt x="764998" y="100955"/>
                </a:moveTo>
                <a:lnTo>
                  <a:pt x="752818" y="100955"/>
                </a:lnTo>
                <a:lnTo>
                  <a:pt x="752818" y="23344"/>
                </a:lnTo>
                <a:cubicBezTo>
                  <a:pt x="749886" y="26141"/>
                  <a:pt x="746040" y="28938"/>
                  <a:pt x="741281" y="31734"/>
                </a:cubicBezTo>
                <a:cubicBezTo>
                  <a:pt x="736522" y="34531"/>
                  <a:pt x="732248" y="36629"/>
                  <a:pt x="728459" y="38027"/>
                </a:cubicBezTo>
                <a:lnTo>
                  <a:pt x="728459" y="26254"/>
                </a:lnTo>
                <a:cubicBezTo>
                  <a:pt x="735270" y="23051"/>
                  <a:pt x="741225" y="19172"/>
                  <a:pt x="746322" y="14615"/>
                </a:cubicBezTo>
                <a:cubicBezTo>
                  <a:pt x="751420" y="10059"/>
                  <a:pt x="755028" y="5639"/>
                  <a:pt x="757149" y="1353"/>
                </a:cubicBezTo>
                <a:lnTo>
                  <a:pt x="764998" y="1353"/>
                </a:lnTo>
                <a:lnTo>
                  <a:pt x="764998" y="100955"/>
                </a:lnTo>
                <a:close/>
                <a:moveTo>
                  <a:pt x="800568" y="100955"/>
                </a:moveTo>
                <a:lnTo>
                  <a:pt x="800568" y="1759"/>
                </a:lnTo>
                <a:lnTo>
                  <a:pt x="837783" y="1759"/>
                </a:lnTo>
                <a:cubicBezTo>
                  <a:pt x="845361" y="1759"/>
                  <a:pt x="851440" y="2763"/>
                  <a:pt x="856018" y="4770"/>
                </a:cubicBezTo>
                <a:cubicBezTo>
                  <a:pt x="860597" y="6778"/>
                  <a:pt x="864183" y="9868"/>
                  <a:pt x="866777" y="14040"/>
                </a:cubicBezTo>
                <a:cubicBezTo>
                  <a:pt x="869371" y="18213"/>
                  <a:pt x="870668" y="22577"/>
                  <a:pt x="870668" y="27133"/>
                </a:cubicBezTo>
                <a:cubicBezTo>
                  <a:pt x="870668" y="31374"/>
                  <a:pt x="869517" y="35366"/>
                  <a:pt x="867217" y="39110"/>
                </a:cubicBezTo>
                <a:cubicBezTo>
                  <a:pt x="864916" y="42854"/>
                  <a:pt x="861443" y="45876"/>
                  <a:pt x="856797" y="48177"/>
                </a:cubicBezTo>
                <a:cubicBezTo>
                  <a:pt x="862796" y="49936"/>
                  <a:pt x="867409" y="52936"/>
                  <a:pt x="870634" y="57176"/>
                </a:cubicBezTo>
                <a:cubicBezTo>
                  <a:pt x="873859" y="61416"/>
                  <a:pt x="875472" y="66424"/>
                  <a:pt x="875472" y="72198"/>
                </a:cubicBezTo>
                <a:cubicBezTo>
                  <a:pt x="875472" y="76844"/>
                  <a:pt x="874491" y="81163"/>
                  <a:pt x="872528" y="85155"/>
                </a:cubicBezTo>
                <a:cubicBezTo>
                  <a:pt x="870566" y="89148"/>
                  <a:pt x="868142" y="92226"/>
                  <a:pt x="865255" y="94391"/>
                </a:cubicBezTo>
                <a:cubicBezTo>
                  <a:pt x="862368" y="96557"/>
                  <a:pt x="858748" y="98192"/>
                  <a:pt x="854395" y="99297"/>
                </a:cubicBezTo>
                <a:cubicBezTo>
                  <a:pt x="850041" y="100402"/>
                  <a:pt x="844707" y="100955"/>
                  <a:pt x="838392" y="100955"/>
                </a:cubicBezTo>
                <a:lnTo>
                  <a:pt x="800568" y="100955"/>
                </a:lnTo>
                <a:moveTo>
                  <a:pt x="813695" y="43440"/>
                </a:moveTo>
                <a:lnTo>
                  <a:pt x="835144" y="43440"/>
                </a:lnTo>
                <a:cubicBezTo>
                  <a:pt x="840963" y="43440"/>
                  <a:pt x="845136" y="43057"/>
                  <a:pt x="847662" y="42290"/>
                </a:cubicBezTo>
                <a:cubicBezTo>
                  <a:pt x="851000" y="41298"/>
                  <a:pt x="853515" y="39651"/>
                  <a:pt x="855206" y="37351"/>
                </a:cubicBezTo>
                <a:cubicBezTo>
                  <a:pt x="856898" y="35050"/>
                  <a:pt x="857744" y="32163"/>
                  <a:pt x="857744" y="28690"/>
                </a:cubicBezTo>
                <a:cubicBezTo>
                  <a:pt x="857744" y="25397"/>
                  <a:pt x="856954" y="22498"/>
                  <a:pt x="855376" y="19995"/>
                </a:cubicBezTo>
                <a:cubicBezTo>
                  <a:pt x="853797" y="17491"/>
                  <a:pt x="851541" y="15777"/>
                  <a:pt x="848609" y="14852"/>
                </a:cubicBezTo>
                <a:cubicBezTo>
                  <a:pt x="845677" y="13928"/>
                  <a:pt x="840647" y="13465"/>
                  <a:pt x="833520" y="13465"/>
                </a:cubicBezTo>
                <a:lnTo>
                  <a:pt x="813695" y="13465"/>
                </a:lnTo>
                <a:lnTo>
                  <a:pt x="813695" y="43440"/>
                </a:lnTo>
                <a:moveTo>
                  <a:pt x="813695" y="89249"/>
                </a:moveTo>
                <a:lnTo>
                  <a:pt x="838392" y="89249"/>
                </a:lnTo>
                <a:cubicBezTo>
                  <a:pt x="842632" y="89249"/>
                  <a:pt x="845609" y="89091"/>
                  <a:pt x="847324" y="88775"/>
                </a:cubicBezTo>
                <a:cubicBezTo>
                  <a:pt x="850346" y="88234"/>
                  <a:pt x="852872" y="87332"/>
                  <a:pt x="854902" y="86069"/>
                </a:cubicBezTo>
                <a:cubicBezTo>
                  <a:pt x="856932" y="84806"/>
                  <a:pt x="858601" y="82968"/>
                  <a:pt x="859909" y="80554"/>
                </a:cubicBezTo>
                <a:cubicBezTo>
                  <a:pt x="861217" y="78141"/>
                  <a:pt x="861871" y="75355"/>
                  <a:pt x="861871" y="72198"/>
                </a:cubicBezTo>
                <a:cubicBezTo>
                  <a:pt x="861871" y="68499"/>
                  <a:pt x="860924" y="65285"/>
                  <a:pt x="859030" y="62556"/>
                </a:cubicBezTo>
                <a:cubicBezTo>
                  <a:pt x="857135" y="59826"/>
                  <a:pt x="854507" y="57909"/>
                  <a:pt x="851147" y="56804"/>
                </a:cubicBezTo>
                <a:cubicBezTo>
                  <a:pt x="847786" y="55699"/>
                  <a:pt x="842948" y="55146"/>
                  <a:pt x="836633" y="55146"/>
                </a:cubicBezTo>
                <a:lnTo>
                  <a:pt x="813695" y="55146"/>
                </a:lnTo>
                <a:lnTo>
                  <a:pt x="813695" y="89249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Text DeepSeek_33B">
            <a:extLst xmlns:a="http://schemas.openxmlformats.org/drawingml/2006/main">
              <a:ext uri="{FF2B5EF4-FFF2-40B4-BE49-F238E27FC236}">
                <a16:creationId xmlns:a16="http://schemas.microsoft.com/office/drawing/2014/main" id="{3B2D3281-3871-4398-93F7-2DD876CF8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7990" y="1406242"/>
            <a:ext cx="952520" cy="128562"/>
          </a:xfrm>
          <a:custGeom xmlns:a="http://schemas.openxmlformats.org/drawingml/2006/main">
            <a:pathLst>
              <a:path w="952520" h="128562">
                <a:moveTo>
                  <a:pt x="0" y="100955"/>
                </a:moveTo>
                <a:lnTo>
                  <a:pt x="0" y="1759"/>
                </a:lnTo>
                <a:lnTo>
                  <a:pt x="34170" y="1759"/>
                </a:lnTo>
                <a:cubicBezTo>
                  <a:pt x="41884" y="1759"/>
                  <a:pt x="47771" y="2233"/>
                  <a:pt x="51831" y="3180"/>
                </a:cubicBezTo>
                <a:cubicBezTo>
                  <a:pt x="57515" y="4488"/>
                  <a:pt x="62364" y="6857"/>
                  <a:pt x="66379" y="10285"/>
                </a:cubicBezTo>
                <a:cubicBezTo>
                  <a:pt x="71611" y="14706"/>
                  <a:pt x="75524" y="20356"/>
                  <a:pt x="78118" y="27235"/>
                </a:cubicBezTo>
                <a:cubicBezTo>
                  <a:pt x="80712" y="34114"/>
                  <a:pt x="82009" y="41974"/>
                  <a:pt x="82009" y="50816"/>
                </a:cubicBezTo>
                <a:cubicBezTo>
                  <a:pt x="82009" y="58349"/>
                  <a:pt x="81129" y="65025"/>
                  <a:pt x="79370" y="70844"/>
                </a:cubicBezTo>
                <a:cubicBezTo>
                  <a:pt x="77611" y="76663"/>
                  <a:pt x="75355" y="81479"/>
                  <a:pt x="72604" y="85291"/>
                </a:cubicBezTo>
                <a:cubicBezTo>
                  <a:pt x="69852" y="89102"/>
                  <a:pt x="66841" y="92102"/>
                  <a:pt x="63570" y="94290"/>
                </a:cubicBezTo>
                <a:cubicBezTo>
                  <a:pt x="60300" y="96478"/>
                  <a:pt x="56353" y="98136"/>
                  <a:pt x="51729" y="99263"/>
                </a:cubicBezTo>
                <a:cubicBezTo>
                  <a:pt x="47106" y="100391"/>
                  <a:pt x="41794" y="100955"/>
                  <a:pt x="35794" y="100955"/>
                </a:cubicBezTo>
                <a:lnTo>
                  <a:pt x="0" y="100955"/>
                </a:lnTo>
                <a:moveTo>
                  <a:pt x="13127" y="89249"/>
                </a:moveTo>
                <a:lnTo>
                  <a:pt x="34306" y="89249"/>
                </a:lnTo>
                <a:cubicBezTo>
                  <a:pt x="40847" y="89249"/>
                  <a:pt x="45978" y="88640"/>
                  <a:pt x="49699" y="87422"/>
                </a:cubicBezTo>
                <a:cubicBezTo>
                  <a:pt x="53421" y="86204"/>
                  <a:pt x="56387" y="84490"/>
                  <a:pt x="58597" y="82280"/>
                </a:cubicBezTo>
                <a:cubicBezTo>
                  <a:pt x="61710" y="79167"/>
                  <a:pt x="64134" y="74983"/>
                  <a:pt x="65871" y="69728"/>
                </a:cubicBezTo>
                <a:cubicBezTo>
                  <a:pt x="67608" y="64473"/>
                  <a:pt x="68476" y="58101"/>
                  <a:pt x="68476" y="50613"/>
                </a:cubicBezTo>
                <a:cubicBezTo>
                  <a:pt x="68476" y="40238"/>
                  <a:pt x="66773" y="32265"/>
                  <a:pt x="63367" y="26694"/>
                </a:cubicBezTo>
                <a:cubicBezTo>
                  <a:pt x="59962" y="21122"/>
                  <a:pt x="55823" y="17390"/>
                  <a:pt x="50951" y="15495"/>
                </a:cubicBezTo>
                <a:cubicBezTo>
                  <a:pt x="47433" y="14142"/>
                  <a:pt x="41771" y="13465"/>
                  <a:pt x="33967" y="13465"/>
                </a:cubicBezTo>
                <a:lnTo>
                  <a:pt x="13127" y="13465"/>
                </a:lnTo>
                <a:lnTo>
                  <a:pt x="13127" y="89249"/>
                </a:lnTo>
                <a:close/>
                <a:moveTo>
                  <a:pt x="147687" y="77814"/>
                </a:moveTo>
                <a:lnTo>
                  <a:pt x="160273" y="79370"/>
                </a:lnTo>
                <a:cubicBezTo>
                  <a:pt x="158288" y="86723"/>
                  <a:pt x="154612" y="92429"/>
                  <a:pt x="149244" y="96489"/>
                </a:cubicBezTo>
                <a:cubicBezTo>
                  <a:pt x="143876" y="100549"/>
                  <a:pt x="137019" y="102579"/>
                  <a:pt x="128674" y="102579"/>
                </a:cubicBezTo>
                <a:cubicBezTo>
                  <a:pt x="118163" y="102579"/>
                  <a:pt x="109829" y="99342"/>
                  <a:pt x="103672" y="92869"/>
                </a:cubicBezTo>
                <a:cubicBezTo>
                  <a:pt x="97515" y="86396"/>
                  <a:pt x="94436" y="77318"/>
                  <a:pt x="94436" y="65634"/>
                </a:cubicBezTo>
                <a:cubicBezTo>
                  <a:pt x="94436" y="53545"/>
                  <a:pt x="97548" y="44162"/>
                  <a:pt x="103773" y="37486"/>
                </a:cubicBezTo>
                <a:cubicBezTo>
                  <a:pt x="109999" y="30810"/>
                  <a:pt x="118073" y="27472"/>
                  <a:pt x="127997" y="27472"/>
                </a:cubicBezTo>
                <a:cubicBezTo>
                  <a:pt x="137606" y="27472"/>
                  <a:pt x="145455" y="30737"/>
                  <a:pt x="151544" y="37268"/>
                </a:cubicBezTo>
                <a:cubicBezTo>
                  <a:pt x="157634" y="43798"/>
                  <a:pt x="160679" y="52985"/>
                  <a:pt x="160679" y="64829"/>
                </a:cubicBezTo>
                <a:cubicBezTo>
                  <a:pt x="160679" y="65549"/>
                  <a:pt x="160656" y="66629"/>
                  <a:pt x="160611" y="68070"/>
                </a:cubicBezTo>
                <a:lnTo>
                  <a:pt x="107021" y="68070"/>
                </a:lnTo>
                <a:cubicBezTo>
                  <a:pt x="107472" y="75942"/>
                  <a:pt x="109705" y="81969"/>
                  <a:pt x="113720" y="86153"/>
                </a:cubicBezTo>
                <a:cubicBezTo>
                  <a:pt x="117735" y="90337"/>
                  <a:pt x="122742" y="92429"/>
                  <a:pt x="128742" y="92429"/>
                </a:cubicBezTo>
                <a:cubicBezTo>
                  <a:pt x="133207" y="92429"/>
                  <a:pt x="137019" y="91268"/>
                  <a:pt x="140177" y="88945"/>
                </a:cubicBezTo>
                <a:cubicBezTo>
                  <a:pt x="143334" y="86620"/>
                  <a:pt x="145838" y="82910"/>
                  <a:pt x="147687" y="77814"/>
                </a:cubicBezTo>
                <a:moveTo>
                  <a:pt x="107698" y="57921"/>
                </a:moveTo>
                <a:lnTo>
                  <a:pt x="147823" y="57921"/>
                </a:lnTo>
                <a:cubicBezTo>
                  <a:pt x="147282" y="51975"/>
                  <a:pt x="145748" y="47515"/>
                  <a:pt x="143222" y="44542"/>
                </a:cubicBezTo>
                <a:cubicBezTo>
                  <a:pt x="139342" y="39928"/>
                  <a:pt x="134313" y="37621"/>
                  <a:pt x="128133" y="37621"/>
                </a:cubicBezTo>
                <a:cubicBezTo>
                  <a:pt x="122539" y="37621"/>
                  <a:pt x="117836" y="39463"/>
                  <a:pt x="114025" y="43146"/>
                </a:cubicBezTo>
                <a:cubicBezTo>
                  <a:pt x="110213" y="46829"/>
                  <a:pt x="108104" y="51753"/>
                  <a:pt x="107698" y="57921"/>
                </a:cubicBezTo>
                <a:close/>
                <a:moveTo>
                  <a:pt x="224736" y="77814"/>
                </a:moveTo>
                <a:lnTo>
                  <a:pt x="237321" y="79370"/>
                </a:lnTo>
                <a:cubicBezTo>
                  <a:pt x="235337" y="86723"/>
                  <a:pt x="231660" y="92429"/>
                  <a:pt x="226292" y="96489"/>
                </a:cubicBezTo>
                <a:cubicBezTo>
                  <a:pt x="220924" y="100549"/>
                  <a:pt x="214068" y="102579"/>
                  <a:pt x="205722" y="102579"/>
                </a:cubicBezTo>
                <a:cubicBezTo>
                  <a:pt x="195212" y="102579"/>
                  <a:pt x="186878" y="99342"/>
                  <a:pt x="180720" y="92869"/>
                </a:cubicBezTo>
                <a:cubicBezTo>
                  <a:pt x="174563" y="86396"/>
                  <a:pt x="171484" y="77318"/>
                  <a:pt x="171484" y="65634"/>
                </a:cubicBezTo>
                <a:cubicBezTo>
                  <a:pt x="171484" y="53545"/>
                  <a:pt x="174597" y="44162"/>
                  <a:pt x="180822" y="37486"/>
                </a:cubicBezTo>
                <a:cubicBezTo>
                  <a:pt x="187047" y="30810"/>
                  <a:pt x="195122" y="27472"/>
                  <a:pt x="205046" y="27472"/>
                </a:cubicBezTo>
                <a:cubicBezTo>
                  <a:pt x="214654" y="27472"/>
                  <a:pt x="222503" y="30737"/>
                  <a:pt x="228593" y="37268"/>
                </a:cubicBezTo>
                <a:cubicBezTo>
                  <a:pt x="234683" y="43798"/>
                  <a:pt x="237727" y="52985"/>
                  <a:pt x="237727" y="64829"/>
                </a:cubicBezTo>
                <a:cubicBezTo>
                  <a:pt x="237727" y="65549"/>
                  <a:pt x="237705" y="66629"/>
                  <a:pt x="237660" y="68070"/>
                </a:cubicBezTo>
                <a:lnTo>
                  <a:pt x="184070" y="68070"/>
                </a:lnTo>
                <a:cubicBezTo>
                  <a:pt x="184521" y="75942"/>
                  <a:pt x="186754" y="81969"/>
                  <a:pt x="190769" y="86153"/>
                </a:cubicBezTo>
                <a:cubicBezTo>
                  <a:pt x="194783" y="90337"/>
                  <a:pt x="199790" y="92429"/>
                  <a:pt x="205790" y="92429"/>
                </a:cubicBezTo>
                <a:cubicBezTo>
                  <a:pt x="210256" y="92429"/>
                  <a:pt x="214068" y="91268"/>
                  <a:pt x="217225" y="88945"/>
                </a:cubicBezTo>
                <a:cubicBezTo>
                  <a:pt x="220383" y="86620"/>
                  <a:pt x="222886" y="82910"/>
                  <a:pt x="224736" y="77814"/>
                </a:cubicBezTo>
                <a:moveTo>
                  <a:pt x="184746" y="57921"/>
                </a:moveTo>
                <a:lnTo>
                  <a:pt x="224871" y="57921"/>
                </a:lnTo>
                <a:cubicBezTo>
                  <a:pt x="224330" y="51975"/>
                  <a:pt x="222796" y="47515"/>
                  <a:pt x="220270" y="44542"/>
                </a:cubicBezTo>
                <a:cubicBezTo>
                  <a:pt x="216391" y="39928"/>
                  <a:pt x="211361" y="37621"/>
                  <a:pt x="205181" y="37621"/>
                </a:cubicBezTo>
                <a:cubicBezTo>
                  <a:pt x="199587" y="37621"/>
                  <a:pt x="194885" y="39463"/>
                  <a:pt x="191073" y="43146"/>
                </a:cubicBezTo>
                <a:cubicBezTo>
                  <a:pt x="187261" y="46829"/>
                  <a:pt x="185152" y="51753"/>
                  <a:pt x="184746" y="57921"/>
                </a:cubicBezTo>
                <a:close/>
                <a:moveTo>
                  <a:pt x="252592" y="128562"/>
                </a:moveTo>
                <a:lnTo>
                  <a:pt x="252592" y="29096"/>
                </a:lnTo>
                <a:lnTo>
                  <a:pt x="263689" y="29096"/>
                </a:lnTo>
                <a:lnTo>
                  <a:pt x="263689" y="38366"/>
                </a:lnTo>
                <a:cubicBezTo>
                  <a:pt x="266306" y="34734"/>
                  <a:pt x="269260" y="32011"/>
                  <a:pt x="272553" y="30195"/>
                </a:cubicBezTo>
                <a:cubicBezTo>
                  <a:pt x="275846" y="28379"/>
                  <a:pt x="279838" y="27472"/>
                  <a:pt x="284530" y="27472"/>
                </a:cubicBezTo>
                <a:cubicBezTo>
                  <a:pt x="290665" y="27472"/>
                  <a:pt x="296078" y="29050"/>
                  <a:pt x="300769" y="32208"/>
                </a:cubicBezTo>
                <a:cubicBezTo>
                  <a:pt x="305461" y="35366"/>
                  <a:pt x="309002" y="39820"/>
                  <a:pt x="311392" y="45572"/>
                </a:cubicBezTo>
                <a:cubicBezTo>
                  <a:pt x="313783" y="51323"/>
                  <a:pt x="314979" y="57627"/>
                  <a:pt x="314979" y="64484"/>
                </a:cubicBezTo>
                <a:cubicBezTo>
                  <a:pt x="314979" y="71837"/>
                  <a:pt x="313659" y="78457"/>
                  <a:pt x="311020" y="84343"/>
                </a:cubicBezTo>
                <a:cubicBezTo>
                  <a:pt x="308381" y="90230"/>
                  <a:pt x="304547" y="94741"/>
                  <a:pt x="299517" y="97876"/>
                </a:cubicBezTo>
                <a:cubicBezTo>
                  <a:pt x="294488" y="101011"/>
                  <a:pt x="289199" y="102579"/>
                  <a:pt x="283650" y="102579"/>
                </a:cubicBezTo>
                <a:cubicBezTo>
                  <a:pt x="279590" y="102579"/>
                  <a:pt x="275948" y="101710"/>
                  <a:pt x="272722" y="99974"/>
                </a:cubicBezTo>
                <a:cubicBezTo>
                  <a:pt x="269497" y="98236"/>
                  <a:pt x="266847" y="96041"/>
                  <a:pt x="264772" y="93389"/>
                </a:cubicBezTo>
                <a:lnTo>
                  <a:pt x="264772" y="128562"/>
                </a:lnTo>
                <a:lnTo>
                  <a:pt x="252592" y="128562"/>
                </a:lnTo>
                <a:moveTo>
                  <a:pt x="263622" y="65330"/>
                </a:moveTo>
                <a:cubicBezTo>
                  <a:pt x="263622" y="74566"/>
                  <a:pt x="265494" y="81392"/>
                  <a:pt x="269238" y="85807"/>
                </a:cubicBezTo>
                <a:cubicBezTo>
                  <a:pt x="272982" y="90222"/>
                  <a:pt x="277515" y="92429"/>
                  <a:pt x="282838" y="92429"/>
                </a:cubicBezTo>
                <a:cubicBezTo>
                  <a:pt x="288251" y="92429"/>
                  <a:pt x="292886" y="90143"/>
                  <a:pt x="296743" y="85570"/>
                </a:cubicBezTo>
                <a:cubicBezTo>
                  <a:pt x="300600" y="80997"/>
                  <a:pt x="302528" y="73912"/>
                  <a:pt x="302528" y="64315"/>
                </a:cubicBezTo>
                <a:cubicBezTo>
                  <a:pt x="302528" y="55169"/>
                  <a:pt x="300645" y="48321"/>
                  <a:pt x="296879" y="43770"/>
                </a:cubicBezTo>
                <a:cubicBezTo>
                  <a:pt x="293112" y="39220"/>
                  <a:pt x="288612" y="36945"/>
                  <a:pt x="283380" y="36945"/>
                </a:cubicBezTo>
                <a:cubicBezTo>
                  <a:pt x="278192" y="36945"/>
                  <a:pt x="273602" y="39366"/>
                  <a:pt x="269610" y="44210"/>
                </a:cubicBezTo>
                <a:cubicBezTo>
                  <a:pt x="265618" y="49054"/>
                  <a:pt x="263622" y="56094"/>
                  <a:pt x="263622" y="65330"/>
                </a:cubicBezTo>
                <a:close/>
                <a:moveTo>
                  <a:pt x="326731" y="69017"/>
                </a:moveTo>
                <a:lnTo>
                  <a:pt x="339114" y="67935"/>
                </a:lnTo>
                <a:cubicBezTo>
                  <a:pt x="339700" y="72897"/>
                  <a:pt x="341065" y="76968"/>
                  <a:pt x="343207" y="80148"/>
                </a:cubicBezTo>
                <a:cubicBezTo>
                  <a:pt x="345350" y="83328"/>
                  <a:pt x="348677" y="85900"/>
                  <a:pt x="353188" y="87862"/>
                </a:cubicBezTo>
                <a:cubicBezTo>
                  <a:pt x="357699" y="89824"/>
                  <a:pt x="362773" y="90805"/>
                  <a:pt x="368412" y="90805"/>
                </a:cubicBezTo>
                <a:cubicBezTo>
                  <a:pt x="373419" y="90805"/>
                  <a:pt x="377840" y="90061"/>
                  <a:pt x="381674" y="88572"/>
                </a:cubicBezTo>
                <a:cubicBezTo>
                  <a:pt x="385509" y="87084"/>
                  <a:pt x="388362" y="85043"/>
                  <a:pt x="390234" y="82449"/>
                </a:cubicBezTo>
                <a:cubicBezTo>
                  <a:pt x="392106" y="79855"/>
                  <a:pt x="393042" y="77024"/>
                  <a:pt x="393042" y="73957"/>
                </a:cubicBezTo>
                <a:cubicBezTo>
                  <a:pt x="393042" y="70844"/>
                  <a:pt x="392140" y="68127"/>
                  <a:pt x="390335" y="65803"/>
                </a:cubicBezTo>
                <a:cubicBezTo>
                  <a:pt x="388531" y="63480"/>
                  <a:pt x="385554" y="61529"/>
                  <a:pt x="381404" y="59950"/>
                </a:cubicBezTo>
                <a:cubicBezTo>
                  <a:pt x="378742" y="58913"/>
                  <a:pt x="372855" y="57300"/>
                  <a:pt x="363743" y="55112"/>
                </a:cubicBezTo>
                <a:cubicBezTo>
                  <a:pt x="354631" y="52925"/>
                  <a:pt x="348248" y="50861"/>
                  <a:pt x="344594" y="48921"/>
                </a:cubicBezTo>
                <a:cubicBezTo>
                  <a:pt x="339858" y="46440"/>
                  <a:pt x="336328" y="43361"/>
                  <a:pt x="334005" y="39685"/>
                </a:cubicBezTo>
                <a:cubicBezTo>
                  <a:pt x="331682" y="36009"/>
                  <a:pt x="330520" y="31892"/>
                  <a:pt x="330520" y="27336"/>
                </a:cubicBezTo>
                <a:cubicBezTo>
                  <a:pt x="330520" y="22329"/>
                  <a:pt x="331941" y="17649"/>
                  <a:pt x="334783" y="13296"/>
                </a:cubicBezTo>
                <a:cubicBezTo>
                  <a:pt x="337625" y="8943"/>
                  <a:pt x="341775" y="5639"/>
                  <a:pt x="347233" y="3383"/>
                </a:cubicBezTo>
                <a:cubicBezTo>
                  <a:pt x="352691" y="1128"/>
                  <a:pt x="358759" y="0"/>
                  <a:pt x="365435" y="0"/>
                </a:cubicBezTo>
                <a:cubicBezTo>
                  <a:pt x="372788" y="0"/>
                  <a:pt x="379272" y="1184"/>
                  <a:pt x="384888" y="3552"/>
                </a:cubicBezTo>
                <a:cubicBezTo>
                  <a:pt x="390504" y="5921"/>
                  <a:pt x="394824" y="9405"/>
                  <a:pt x="397846" y="14006"/>
                </a:cubicBezTo>
                <a:cubicBezTo>
                  <a:pt x="400868" y="18608"/>
                  <a:pt x="402492" y="23818"/>
                  <a:pt x="402718" y="29637"/>
                </a:cubicBezTo>
                <a:lnTo>
                  <a:pt x="390132" y="30584"/>
                </a:lnTo>
                <a:cubicBezTo>
                  <a:pt x="389456" y="24291"/>
                  <a:pt x="387166" y="19538"/>
                  <a:pt x="383264" y="16324"/>
                </a:cubicBezTo>
                <a:cubicBezTo>
                  <a:pt x="379362" y="13110"/>
                  <a:pt x="373600" y="11503"/>
                  <a:pt x="365976" y="11503"/>
                </a:cubicBezTo>
                <a:cubicBezTo>
                  <a:pt x="358037" y="11503"/>
                  <a:pt x="352252" y="12959"/>
                  <a:pt x="348620" y="15871"/>
                </a:cubicBezTo>
                <a:cubicBezTo>
                  <a:pt x="344989" y="18782"/>
                  <a:pt x="343173" y="22292"/>
                  <a:pt x="343173" y="26400"/>
                </a:cubicBezTo>
                <a:cubicBezTo>
                  <a:pt x="343173" y="29966"/>
                  <a:pt x="344459" y="32900"/>
                  <a:pt x="347030" y="35202"/>
                </a:cubicBezTo>
                <a:cubicBezTo>
                  <a:pt x="349556" y="37506"/>
                  <a:pt x="356154" y="39865"/>
                  <a:pt x="366822" y="42280"/>
                </a:cubicBezTo>
                <a:cubicBezTo>
                  <a:pt x="377490" y="44694"/>
                  <a:pt x="384809" y="46805"/>
                  <a:pt x="388779" y="48610"/>
                </a:cubicBezTo>
                <a:cubicBezTo>
                  <a:pt x="394553" y="51273"/>
                  <a:pt x="398816" y="54648"/>
                  <a:pt x="401568" y="58735"/>
                </a:cubicBezTo>
                <a:cubicBezTo>
                  <a:pt x="404319" y="62820"/>
                  <a:pt x="405695" y="67526"/>
                  <a:pt x="405695" y="72853"/>
                </a:cubicBezTo>
                <a:cubicBezTo>
                  <a:pt x="405695" y="78134"/>
                  <a:pt x="404184" y="83111"/>
                  <a:pt x="401162" y="87784"/>
                </a:cubicBezTo>
                <a:cubicBezTo>
                  <a:pt x="398139" y="92455"/>
                  <a:pt x="393797" y="96089"/>
                  <a:pt x="388136" y="98686"/>
                </a:cubicBezTo>
                <a:cubicBezTo>
                  <a:pt x="382475" y="101281"/>
                  <a:pt x="376103" y="102579"/>
                  <a:pt x="369021" y="102579"/>
                </a:cubicBezTo>
                <a:cubicBezTo>
                  <a:pt x="360044" y="102579"/>
                  <a:pt x="352522" y="101271"/>
                  <a:pt x="346455" y="98654"/>
                </a:cubicBezTo>
                <a:cubicBezTo>
                  <a:pt x="340388" y="96038"/>
                  <a:pt x="335629" y="92102"/>
                  <a:pt x="332178" y="86847"/>
                </a:cubicBezTo>
                <a:cubicBezTo>
                  <a:pt x="328727" y="81592"/>
                  <a:pt x="326911" y="75649"/>
                  <a:pt x="326731" y="69017"/>
                </a:cubicBezTo>
                <a:close/>
                <a:moveTo>
                  <a:pt x="471263" y="77814"/>
                </a:moveTo>
                <a:lnTo>
                  <a:pt x="483849" y="79370"/>
                </a:lnTo>
                <a:cubicBezTo>
                  <a:pt x="481864" y="86723"/>
                  <a:pt x="478187" y="92429"/>
                  <a:pt x="472819" y="96489"/>
                </a:cubicBezTo>
                <a:cubicBezTo>
                  <a:pt x="467451" y="100549"/>
                  <a:pt x="460595" y="102579"/>
                  <a:pt x="452249" y="102579"/>
                </a:cubicBezTo>
                <a:cubicBezTo>
                  <a:pt x="441739" y="102579"/>
                  <a:pt x="433405" y="99342"/>
                  <a:pt x="427248" y="92869"/>
                </a:cubicBezTo>
                <a:cubicBezTo>
                  <a:pt x="421090" y="86396"/>
                  <a:pt x="418011" y="77318"/>
                  <a:pt x="418011" y="65634"/>
                </a:cubicBezTo>
                <a:cubicBezTo>
                  <a:pt x="418011" y="53545"/>
                  <a:pt x="421124" y="44162"/>
                  <a:pt x="427349" y="37486"/>
                </a:cubicBezTo>
                <a:cubicBezTo>
                  <a:pt x="433574" y="30810"/>
                  <a:pt x="441649" y="27472"/>
                  <a:pt x="451573" y="27472"/>
                </a:cubicBezTo>
                <a:cubicBezTo>
                  <a:pt x="461181" y="27472"/>
                  <a:pt x="469030" y="30737"/>
                  <a:pt x="475120" y="37268"/>
                </a:cubicBezTo>
                <a:cubicBezTo>
                  <a:pt x="481210" y="43798"/>
                  <a:pt x="484255" y="52985"/>
                  <a:pt x="484255" y="64829"/>
                </a:cubicBezTo>
                <a:cubicBezTo>
                  <a:pt x="484255" y="65549"/>
                  <a:pt x="484232" y="66629"/>
                  <a:pt x="484187" y="68070"/>
                </a:cubicBezTo>
                <a:lnTo>
                  <a:pt x="430597" y="68070"/>
                </a:lnTo>
                <a:cubicBezTo>
                  <a:pt x="431048" y="75942"/>
                  <a:pt x="433281" y="81969"/>
                  <a:pt x="437296" y="86153"/>
                </a:cubicBezTo>
                <a:cubicBezTo>
                  <a:pt x="441310" y="90337"/>
                  <a:pt x="446318" y="92429"/>
                  <a:pt x="452317" y="92429"/>
                </a:cubicBezTo>
                <a:cubicBezTo>
                  <a:pt x="456783" y="92429"/>
                  <a:pt x="460595" y="91268"/>
                  <a:pt x="463752" y="88945"/>
                </a:cubicBezTo>
                <a:cubicBezTo>
                  <a:pt x="466910" y="86620"/>
                  <a:pt x="469414" y="82910"/>
                  <a:pt x="471263" y="77814"/>
                </a:cubicBezTo>
                <a:moveTo>
                  <a:pt x="431274" y="57921"/>
                </a:moveTo>
                <a:lnTo>
                  <a:pt x="471398" y="57921"/>
                </a:lnTo>
                <a:cubicBezTo>
                  <a:pt x="470857" y="51975"/>
                  <a:pt x="469323" y="47515"/>
                  <a:pt x="466797" y="44542"/>
                </a:cubicBezTo>
                <a:cubicBezTo>
                  <a:pt x="462918" y="39928"/>
                  <a:pt x="457888" y="37621"/>
                  <a:pt x="451708" y="37621"/>
                </a:cubicBezTo>
                <a:cubicBezTo>
                  <a:pt x="446115" y="37621"/>
                  <a:pt x="441412" y="39463"/>
                  <a:pt x="437600" y="43146"/>
                </a:cubicBezTo>
                <a:cubicBezTo>
                  <a:pt x="433788" y="46829"/>
                  <a:pt x="431680" y="51753"/>
                  <a:pt x="431274" y="57921"/>
                </a:cubicBezTo>
                <a:close/>
                <a:moveTo>
                  <a:pt x="548311" y="77814"/>
                </a:moveTo>
                <a:lnTo>
                  <a:pt x="560897" y="79370"/>
                </a:lnTo>
                <a:cubicBezTo>
                  <a:pt x="558912" y="86723"/>
                  <a:pt x="555236" y="92429"/>
                  <a:pt x="549868" y="96489"/>
                </a:cubicBezTo>
                <a:cubicBezTo>
                  <a:pt x="544500" y="100549"/>
                  <a:pt x="537643" y="102579"/>
                  <a:pt x="529298" y="102579"/>
                </a:cubicBezTo>
                <a:cubicBezTo>
                  <a:pt x="518787" y="102579"/>
                  <a:pt x="510453" y="99342"/>
                  <a:pt x="504296" y="92869"/>
                </a:cubicBezTo>
                <a:cubicBezTo>
                  <a:pt x="498138" y="86396"/>
                  <a:pt x="495060" y="77318"/>
                  <a:pt x="495060" y="65634"/>
                </a:cubicBezTo>
                <a:cubicBezTo>
                  <a:pt x="495060" y="53545"/>
                  <a:pt x="498172" y="44162"/>
                  <a:pt x="504397" y="37486"/>
                </a:cubicBezTo>
                <a:cubicBezTo>
                  <a:pt x="510622" y="30810"/>
                  <a:pt x="518697" y="27472"/>
                  <a:pt x="528621" y="27472"/>
                </a:cubicBezTo>
                <a:cubicBezTo>
                  <a:pt x="538229" y="27472"/>
                  <a:pt x="546078" y="30737"/>
                  <a:pt x="552168" y="37268"/>
                </a:cubicBezTo>
                <a:cubicBezTo>
                  <a:pt x="558258" y="43798"/>
                  <a:pt x="561303" y="52985"/>
                  <a:pt x="561303" y="64829"/>
                </a:cubicBezTo>
                <a:cubicBezTo>
                  <a:pt x="561303" y="65549"/>
                  <a:pt x="561280" y="66629"/>
                  <a:pt x="561235" y="68070"/>
                </a:cubicBezTo>
                <a:lnTo>
                  <a:pt x="507645" y="68070"/>
                </a:lnTo>
                <a:cubicBezTo>
                  <a:pt x="508096" y="75942"/>
                  <a:pt x="510329" y="81969"/>
                  <a:pt x="514344" y="86153"/>
                </a:cubicBezTo>
                <a:cubicBezTo>
                  <a:pt x="518359" y="90337"/>
                  <a:pt x="523366" y="92429"/>
                  <a:pt x="529365" y="92429"/>
                </a:cubicBezTo>
                <a:cubicBezTo>
                  <a:pt x="533831" y="92429"/>
                  <a:pt x="537643" y="91268"/>
                  <a:pt x="540801" y="88945"/>
                </a:cubicBezTo>
                <a:cubicBezTo>
                  <a:pt x="543958" y="86620"/>
                  <a:pt x="546462" y="82910"/>
                  <a:pt x="548311" y="77814"/>
                </a:cubicBezTo>
                <a:moveTo>
                  <a:pt x="508322" y="57921"/>
                </a:moveTo>
                <a:lnTo>
                  <a:pt x="548447" y="57921"/>
                </a:lnTo>
                <a:cubicBezTo>
                  <a:pt x="547905" y="51975"/>
                  <a:pt x="546372" y="47515"/>
                  <a:pt x="543845" y="44542"/>
                </a:cubicBezTo>
                <a:cubicBezTo>
                  <a:pt x="539966" y="39928"/>
                  <a:pt x="534936" y="37621"/>
                  <a:pt x="528756" y="37621"/>
                </a:cubicBezTo>
                <a:cubicBezTo>
                  <a:pt x="523163" y="37621"/>
                  <a:pt x="518460" y="39463"/>
                  <a:pt x="514648" y="43146"/>
                </a:cubicBezTo>
                <a:cubicBezTo>
                  <a:pt x="510837" y="46829"/>
                  <a:pt x="508728" y="51753"/>
                  <a:pt x="508322" y="57921"/>
                </a:cubicBezTo>
                <a:close/>
                <a:moveTo>
                  <a:pt x="576236" y="100955"/>
                </a:moveTo>
                <a:lnTo>
                  <a:pt x="576236" y="1759"/>
                </a:lnTo>
                <a:lnTo>
                  <a:pt x="588415" y="1759"/>
                </a:lnTo>
                <a:lnTo>
                  <a:pt x="588415" y="58326"/>
                </a:lnTo>
                <a:lnTo>
                  <a:pt x="617240" y="29096"/>
                </a:lnTo>
                <a:lnTo>
                  <a:pt x="633006" y="29096"/>
                </a:lnTo>
                <a:lnTo>
                  <a:pt x="605534" y="55755"/>
                </a:lnTo>
                <a:lnTo>
                  <a:pt x="635780" y="100955"/>
                </a:lnTo>
                <a:lnTo>
                  <a:pt x="620759" y="100955"/>
                </a:lnTo>
                <a:lnTo>
                  <a:pt x="597008" y="64213"/>
                </a:lnTo>
                <a:lnTo>
                  <a:pt x="588415" y="72468"/>
                </a:lnTo>
                <a:lnTo>
                  <a:pt x="588415" y="100955"/>
                </a:lnTo>
                <a:lnTo>
                  <a:pt x="576236" y="100955"/>
                </a:lnTo>
                <a:close/>
                <a:moveTo>
                  <a:pt x="634224" y="128562"/>
                </a:moveTo>
                <a:lnTo>
                  <a:pt x="634224" y="119766"/>
                </a:lnTo>
                <a:lnTo>
                  <a:pt x="714947" y="119766"/>
                </a:lnTo>
                <a:lnTo>
                  <a:pt x="714947" y="128562"/>
                </a:lnTo>
                <a:lnTo>
                  <a:pt x="634224" y="128562"/>
                </a:lnTo>
                <a:close/>
                <a:moveTo>
                  <a:pt x="719189" y="74566"/>
                </a:moveTo>
                <a:lnTo>
                  <a:pt x="731368" y="72942"/>
                </a:lnTo>
                <a:cubicBezTo>
                  <a:pt x="732767" y="79844"/>
                  <a:pt x="735146" y="84817"/>
                  <a:pt x="738507" y="87862"/>
                </a:cubicBezTo>
                <a:cubicBezTo>
                  <a:pt x="741867" y="90907"/>
                  <a:pt x="745961" y="92429"/>
                  <a:pt x="750788" y="92429"/>
                </a:cubicBezTo>
                <a:cubicBezTo>
                  <a:pt x="756517" y="92429"/>
                  <a:pt x="761355" y="90448"/>
                  <a:pt x="765302" y="86485"/>
                </a:cubicBezTo>
                <a:cubicBezTo>
                  <a:pt x="769249" y="82523"/>
                  <a:pt x="771222" y="77614"/>
                  <a:pt x="771222" y="71760"/>
                </a:cubicBezTo>
                <a:cubicBezTo>
                  <a:pt x="771222" y="66175"/>
                  <a:pt x="769395" y="61570"/>
                  <a:pt x="765742" y="57946"/>
                </a:cubicBezTo>
                <a:cubicBezTo>
                  <a:pt x="762088" y="54320"/>
                  <a:pt x="757441" y="52507"/>
                  <a:pt x="751803" y="52507"/>
                </a:cubicBezTo>
                <a:cubicBezTo>
                  <a:pt x="749502" y="52507"/>
                  <a:pt x="746638" y="52958"/>
                  <a:pt x="743209" y="53861"/>
                </a:cubicBezTo>
                <a:lnTo>
                  <a:pt x="744563" y="43170"/>
                </a:lnTo>
                <a:cubicBezTo>
                  <a:pt x="745375" y="43260"/>
                  <a:pt x="746029" y="43305"/>
                  <a:pt x="746525" y="43305"/>
                </a:cubicBezTo>
                <a:cubicBezTo>
                  <a:pt x="751713" y="43305"/>
                  <a:pt x="756381" y="41963"/>
                  <a:pt x="760531" y="39279"/>
                </a:cubicBezTo>
                <a:cubicBezTo>
                  <a:pt x="764682" y="36595"/>
                  <a:pt x="766757" y="32458"/>
                  <a:pt x="766757" y="26867"/>
                </a:cubicBezTo>
                <a:cubicBezTo>
                  <a:pt x="766757" y="22439"/>
                  <a:pt x="765245" y="18772"/>
                  <a:pt x="762223" y="15865"/>
                </a:cubicBezTo>
                <a:cubicBezTo>
                  <a:pt x="759201" y="12957"/>
                  <a:pt x="755299" y="11503"/>
                  <a:pt x="750517" y="11503"/>
                </a:cubicBezTo>
                <a:cubicBezTo>
                  <a:pt x="745781" y="11503"/>
                  <a:pt x="741834" y="12992"/>
                  <a:pt x="738676" y="15969"/>
                </a:cubicBezTo>
                <a:cubicBezTo>
                  <a:pt x="735518" y="18946"/>
                  <a:pt x="733488" y="23412"/>
                  <a:pt x="732586" y="29366"/>
                </a:cubicBezTo>
                <a:lnTo>
                  <a:pt x="720407" y="27201"/>
                </a:lnTo>
                <a:cubicBezTo>
                  <a:pt x="721895" y="18994"/>
                  <a:pt x="725278" y="12634"/>
                  <a:pt x="730556" y="8122"/>
                </a:cubicBezTo>
                <a:cubicBezTo>
                  <a:pt x="735834" y="3609"/>
                  <a:pt x="742397" y="1353"/>
                  <a:pt x="750247" y="1353"/>
                </a:cubicBezTo>
                <a:cubicBezTo>
                  <a:pt x="755660" y="1353"/>
                  <a:pt x="760644" y="2511"/>
                  <a:pt x="765200" y="4827"/>
                </a:cubicBezTo>
                <a:cubicBezTo>
                  <a:pt x="769756" y="7143"/>
                  <a:pt x="773241" y="10303"/>
                  <a:pt x="775654" y="14307"/>
                </a:cubicBezTo>
                <a:cubicBezTo>
                  <a:pt x="778068" y="18309"/>
                  <a:pt x="779274" y="22559"/>
                  <a:pt x="779274" y="27057"/>
                </a:cubicBezTo>
                <a:cubicBezTo>
                  <a:pt x="779274" y="31330"/>
                  <a:pt x="778124" y="35221"/>
                  <a:pt x="775824" y="38729"/>
                </a:cubicBezTo>
                <a:cubicBezTo>
                  <a:pt x="773523" y="42237"/>
                  <a:pt x="770117" y="45025"/>
                  <a:pt x="765606" y="47094"/>
                </a:cubicBezTo>
                <a:cubicBezTo>
                  <a:pt x="771471" y="48448"/>
                  <a:pt x="776027" y="51256"/>
                  <a:pt x="779274" y="55518"/>
                </a:cubicBezTo>
                <a:cubicBezTo>
                  <a:pt x="782522" y="59781"/>
                  <a:pt x="784146" y="65115"/>
                  <a:pt x="784146" y="71521"/>
                </a:cubicBezTo>
                <a:cubicBezTo>
                  <a:pt x="784146" y="80182"/>
                  <a:pt x="780989" y="87524"/>
                  <a:pt x="774673" y="93546"/>
                </a:cubicBezTo>
                <a:cubicBezTo>
                  <a:pt x="768358" y="99568"/>
                  <a:pt x="760374" y="102579"/>
                  <a:pt x="750720" y="102579"/>
                </a:cubicBezTo>
                <a:cubicBezTo>
                  <a:pt x="742014" y="102579"/>
                  <a:pt x="734785" y="99979"/>
                  <a:pt x="729034" y="94778"/>
                </a:cubicBezTo>
                <a:cubicBezTo>
                  <a:pt x="723282" y="89578"/>
                  <a:pt x="720001" y="82841"/>
                  <a:pt x="719189" y="74566"/>
                </a:cubicBezTo>
                <a:close/>
                <a:moveTo>
                  <a:pt x="796237" y="74566"/>
                </a:moveTo>
                <a:lnTo>
                  <a:pt x="808417" y="72942"/>
                </a:lnTo>
                <a:cubicBezTo>
                  <a:pt x="809815" y="79844"/>
                  <a:pt x="812195" y="84817"/>
                  <a:pt x="815555" y="87862"/>
                </a:cubicBezTo>
                <a:cubicBezTo>
                  <a:pt x="818916" y="90907"/>
                  <a:pt x="823010" y="92429"/>
                  <a:pt x="827836" y="92429"/>
                </a:cubicBezTo>
                <a:cubicBezTo>
                  <a:pt x="833565" y="92429"/>
                  <a:pt x="838403" y="90448"/>
                  <a:pt x="842350" y="86485"/>
                </a:cubicBezTo>
                <a:cubicBezTo>
                  <a:pt x="846297" y="82523"/>
                  <a:pt x="848271" y="77614"/>
                  <a:pt x="848271" y="71760"/>
                </a:cubicBezTo>
                <a:cubicBezTo>
                  <a:pt x="848271" y="66175"/>
                  <a:pt x="846444" y="61570"/>
                  <a:pt x="842790" y="57946"/>
                </a:cubicBezTo>
                <a:cubicBezTo>
                  <a:pt x="839136" y="54320"/>
                  <a:pt x="834490" y="52507"/>
                  <a:pt x="828851" y="52507"/>
                </a:cubicBezTo>
                <a:cubicBezTo>
                  <a:pt x="826551" y="52507"/>
                  <a:pt x="823686" y="52958"/>
                  <a:pt x="820258" y="53861"/>
                </a:cubicBezTo>
                <a:lnTo>
                  <a:pt x="821611" y="43170"/>
                </a:lnTo>
                <a:cubicBezTo>
                  <a:pt x="822423" y="43260"/>
                  <a:pt x="823077" y="43305"/>
                  <a:pt x="823573" y="43305"/>
                </a:cubicBezTo>
                <a:cubicBezTo>
                  <a:pt x="828761" y="43305"/>
                  <a:pt x="833430" y="41963"/>
                  <a:pt x="837580" y="39279"/>
                </a:cubicBezTo>
                <a:cubicBezTo>
                  <a:pt x="841730" y="36595"/>
                  <a:pt x="843805" y="32458"/>
                  <a:pt x="843805" y="26867"/>
                </a:cubicBezTo>
                <a:cubicBezTo>
                  <a:pt x="843805" y="22439"/>
                  <a:pt x="842294" y="18772"/>
                  <a:pt x="839272" y="15865"/>
                </a:cubicBezTo>
                <a:cubicBezTo>
                  <a:pt x="836249" y="12957"/>
                  <a:pt x="832347" y="11503"/>
                  <a:pt x="827566" y="11503"/>
                </a:cubicBezTo>
                <a:cubicBezTo>
                  <a:pt x="822829" y="11503"/>
                  <a:pt x="818882" y="12992"/>
                  <a:pt x="815724" y="15969"/>
                </a:cubicBezTo>
                <a:cubicBezTo>
                  <a:pt x="812567" y="18946"/>
                  <a:pt x="810537" y="23412"/>
                  <a:pt x="809635" y="29366"/>
                </a:cubicBezTo>
                <a:lnTo>
                  <a:pt x="797455" y="27201"/>
                </a:lnTo>
                <a:cubicBezTo>
                  <a:pt x="798944" y="18994"/>
                  <a:pt x="802327" y="12634"/>
                  <a:pt x="807605" y="8122"/>
                </a:cubicBezTo>
                <a:cubicBezTo>
                  <a:pt x="812883" y="3609"/>
                  <a:pt x="819446" y="1353"/>
                  <a:pt x="827295" y="1353"/>
                </a:cubicBezTo>
                <a:cubicBezTo>
                  <a:pt x="832708" y="1353"/>
                  <a:pt x="837693" y="2511"/>
                  <a:pt x="842249" y="4827"/>
                </a:cubicBezTo>
                <a:cubicBezTo>
                  <a:pt x="846805" y="7143"/>
                  <a:pt x="850290" y="10303"/>
                  <a:pt x="852703" y="14307"/>
                </a:cubicBezTo>
                <a:cubicBezTo>
                  <a:pt x="855116" y="18309"/>
                  <a:pt x="856323" y="22559"/>
                  <a:pt x="856323" y="27057"/>
                </a:cubicBezTo>
                <a:cubicBezTo>
                  <a:pt x="856323" y="31330"/>
                  <a:pt x="855173" y="35221"/>
                  <a:pt x="852872" y="38729"/>
                </a:cubicBezTo>
                <a:cubicBezTo>
                  <a:pt x="850571" y="42237"/>
                  <a:pt x="847166" y="45025"/>
                  <a:pt x="842655" y="47094"/>
                </a:cubicBezTo>
                <a:cubicBezTo>
                  <a:pt x="848519" y="48448"/>
                  <a:pt x="853075" y="51256"/>
                  <a:pt x="856323" y="55518"/>
                </a:cubicBezTo>
                <a:cubicBezTo>
                  <a:pt x="859571" y="59781"/>
                  <a:pt x="861195" y="65115"/>
                  <a:pt x="861195" y="71521"/>
                </a:cubicBezTo>
                <a:cubicBezTo>
                  <a:pt x="861195" y="80182"/>
                  <a:pt x="858037" y="87524"/>
                  <a:pt x="851722" y="93546"/>
                </a:cubicBezTo>
                <a:cubicBezTo>
                  <a:pt x="845406" y="99568"/>
                  <a:pt x="837422" y="102579"/>
                  <a:pt x="827769" y="102579"/>
                </a:cubicBezTo>
                <a:cubicBezTo>
                  <a:pt x="819063" y="102579"/>
                  <a:pt x="811834" y="99979"/>
                  <a:pt x="806082" y="94778"/>
                </a:cubicBezTo>
                <a:cubicBezTo>
                  <a:pt x="800331" y="89578"/>
                  <a:pt x="797049" y="82841"/>
                  <a:pt x="796237" y="74566"/>
                </a:cubicBezTo>
                <a:close/>
                <a:moveTo>
                  <a:pt x="877616" y="100955"/>
                </a:moveTo>
                <a:lnTo>
                  <a:pt x="877616" y="1759"/>
                </a:lnTo>
                <a:lnTo>
                  <a:pt x="914831" y="1759"/>
                </a:lnTo>
                <a:cubicBezTo>
                  <a:pt x="922410" y="1759"/>
                  <a:pt x="928488" y="2763"/>
                  <a:pt x="933067" y="4770"/>
                </a:cubicBezTo>
                <a:cubicBezTo>
                  <a:pt x="937645" y="6778"/>
                  <a:pt x="941231" y="9868"/>
                  <a:pt x="943825" y="14040"/>
                </a:cubicBezTo>
                <a:cubicBezTo>
                  <a:pt x="946419" y="18213"/>
                  <a:pt x="947716" y="22577"/>
                  <a:pt x="947716" y="27133"/>
                </a:cubicBezTo>
                <a:cubicBezTo>
                  <a:pt x="947716" y="31374"/>
                  <a:pt x="946566" y="35366"/>
                  <a:pt x="944265" y="39110"/>
                </a:cubicBezTo>
                <a:cubicBezTo>
                  <a:pt x="941964" y="42854"/>
                  <a:pt x="938491" y="45876"/>
                  <a:pt x="933845" y="48177"/>
                </a:cubicBezTo>
                <a:cubicBezTo>
                  <a:pt x="939844" y="49936"/>
                  <a:pt x="944457" y="52936"/>
                  <a:pt x="947682" y="57176"/>
                </a:cubicBezTo>
                <a:cubicBezTo>
                  <a:pt x="950907" y="61416"/>
                  <a:pt x="952520" y="66424"/>
                  <a:pt x="952520" y="72198"/>
                </a:cubicBezTo>
                <a:cubicBezTo>
                  <a:pt x="952520" y="76844"/>
                  <a:pt x="951539" y="81163"/>
                  <a:pt x="949577" y="85155"/>
                </a:cubicBezTo>
                <a:cubicBezTo>
                  <a:pt x="947614" y="89148"/>
                  <a:pt x="945190" y="92226"/>
                  <a:pt x="942303" y="94391"/>
                </a:cubicBezTo>
                <a:cubicBezTo>
                  <a:pt x="939416" y="96557"/>
                  <a:pt x="935796" y="98192"/>
                  <a:pt x="931443" y="99297"/>
                </a:cubicBezTo>
                <a:cubicBezTo>
                  <a:pt x="927090" y="100402"/>
                  <a:pt x="921755" y="100955"/>
                  <a:pt x="915440" y="100955"/>
                </a:cubicBezTo>
                <a:lnTo>
                  <a:pt x="877616" y="100955"/>
                </a:lnTo>
                <a:moveTo>
                  <a:pt x="890743" y="43440"/>
                </a:moveTo>
                <a:lnTo>
                  <a:pt x="912192" y="43440"/>
                </a:lnTo>
                <a:cubicBezTo>
                  <a:pt x="918011" y="43440"/>
                  <a:pt x="922184" y="43057"/>
                  <a:pt x="924710" y="42290"/>
                </a:cubicBezTo>
                <a:cubicBezTo>
                  <a:pt x="928048" y="41298"/>
                  <a:pt x="930563" y="39651"/>
                  <a:pt x="932255" y="37351"/>
                </a:cubicBezTo>
                <a:cubicBezTo>
                  <a:pt x="933946" y="35050"/>
                  <a:pt x="934792" y="32163"/>
                  <a:pt x="934792" y="28690"/>
                </a:cubicBezTo>
                <a:cubicBezTo>
                  <a:pt x="934792" y="25397"/>
                  <a:pt x="934003" y="22498"/>
                  <a:pt x="932424" y="19995"/>
                </a:cubicBezTo>
                <a:cubicBezTo>
                  <a:pt x="930845" y="17491"/>
                  <a:pt x="928590" y="15777"/>
                  <a:pt x="925657" y="14852"/>
                </a:cubicBezTo>
                <a:cubicBezTo>
                  <a:pt x="922725" y="13928"/>
                  <a:pt x="917696" y="13465"/>
                  <a:pt x="910568" y="13465"/>
                </a:cubicBezTo>
                <a:lnTo>
                  <a:pt x="890743" y="13465"/>
                </a:lnTo>
                <a:lnTo>
                  <a:pt x="890743" y="43440"/>
                </a:lnTo>
                <a:moveTo>
                  <a:pt x="890743" y="89249"/>
                </a:moveTo>
                <a:lnTo>
                  <a:pt x="915440" y="89249"/>
                </a:lnTo>
                <a:cubicBezTo>
                  <a:pt x="919680" y="89249"/>
                  <a:pt x="922658" y="89091"/>
                  <a:pt x="924372" y="88775"/>
                </a:cubicBezTo>
                <a:cubicBezTo>
                  <a:pt x="927394" y="88234"/>
                  <a:pt x="929920" y="87332"/>
                  <a:pt x="931950" y="86069"/>
                </a:cubicBezTo>
                <a:cubicBezTo>
                  <a:pt x="933980" y="84806"/>
                  <a:pt x="935649" y="82968"/>
                  <a:pt x="936957" y="80554"/>
                </a:cubicBezTo>
                <a:cubicBezTo>
                  <a:pt x="938266" y="78141"/>
                  <a:pt x="938920" y="75355"/>
                  <a:pt x="938920" y="72198"/>
                </a:cubicBezTo>
                <a:cubicBezTo>
                  <a:pt x="938920" y="68499"/>
                  <a:pt x="937972" y="65285"/>
                  <a:pt x="936078" y="62556"/>
                </a:cubicBezTo>
                <a:cubicBezTo>
                  <a:pt x="934183" y="59826"/>
                  <a:pt x="931555" y="57909"/>
                  <a:pt x="928195" y="56804"/>
                </a:cubicBezTo>
                <a:cubicBezTo>
                  <a:pt x="924834" y="55699"/>
                  <a:pt x="919996" y="55146"/>
                  <a:pt x="913681" y="55146"/>
                </a:cubicBezTo>
                <a:lnTo>
                  <a:pt x="890743" y="55146"/>
                </a:lnTo>
                <a:lnTo>
                  <a:pt x="890743" y="89249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Text Deepseek_6B">
            <a:extLst xmlns:a="http://schemas.openxmlformats.org/drawingml/2006/main">
              <a:ext uri="{FF2B5EF4-FFF2-40B4-BE49-F238E27FC236}">
                <a16:creationId xmlns:a16="http://schemas.microsoft.com/office/drawing/2014/main" id="{5E3F5020-634A-49B7-A378-B31820C5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3313" y="1422036"/>
            <a:ext cx="852330" cy="127209"/>
          </a:xfrm>
          <a:custGeom xmlns:a="http://schemas.openxmlformats.org/drawingml/2006/main">
            <a:pathLst>
              <a:path w="852330" h="127209">
                <a:moveTo>
                  <a:pt x="0" y="99602"/>
                </a:moveTo>
                <a:lnTo>
                  <a:pt x="0" y="406"/>
                </a:lnTo>
                <a:lnTo>
                  <a:pt x="34170" y="406"/>
                </a:lnTo>
                <a:cubicBezTo>
                  <a:pt x="41884" y="406"/>
                  <a:pt x="47771" y="880"/>
                  <a:pt x="51831" y="1827"/>
                </a:cubicBezTo>
                <a:cubicBezTo>
                  <a:pt x="57515" y="3135"/>
                  <a:pt x="62364" y="5503"/>
                  <a:pt x="66379" y="8932"/>
                </a:cubicBezTo>
                <a:cubicBezTo>
                  <a:pt x="71611" y="13352"/>
                  <a:pt x="75524" y="19002"/>
                  <a:pt x="78118" y="25882"/>
                </a:cubicBezTo>
                <a:cubicBezTo>
                  <a:pt x="80712" y="32761"/>
                  <a:pt x="82009" y="40621"/>
                  <a:pt x="82009" y="49462"/>
                </a:cubicBezTo>
                <a:cubicBezTo>
                  <a:pt x="82009" y="56996"/>
                  <a:pt x="81129" y="63672"/>
                  <a:pt x="79370" y="69491"/>
                </a:cubicBezTo>
                <a:cubicBezTo>
                  <a:pt x="77611" y="75310"/>
                  <a:pt x="75355" y="80126"/>
                  <a:pt x="72604" y="83937"/>
                </a:cubicBezTo>
                <a:cubicBezTo>
                  <a:pt x="69852" y="87749"/>
                  <a:pt x="66841" y="90749"/>
                  <a:pt x="63570" y="92937"/>
                </a:cubicBezTo>
                <a:cubicBezTo>
                  <a:pt x="60300" y="95125"/>
                  <a:pt x="56353" y="96782"/>
                  <a:pt x="51729" y="97910"/>
                </a:cubicBezTo>
                <a:cubicBezTo>
                  <a:pt x="47106" y="99038"/>
                  <a:pt x="41794" y="99602"/>
                  <a:pt x="35794" y="99602"/>
                </a:cubicBezTo>
                <a:lnTo>
                  <a:pt x="0" y="99602"/>
                </a:lnTo>
                <a:moveTo>
                  <a:pt x="13127" y="87896"/>
                </a:moveTo>
                <a:lnTo>
                  <a:pt x="34306" y="87896"/>
                </a:lnTo>
                <a:cubicBezTo>
                  <a:pt x="40847" y="87896"/>
                  <a:pt x="45978" y="87287"/>
                  <a:pt x="49699" y="86069"/>
                </a:cubicBezTo>
                <a:cubicBezTo>
                  <a:pt x="53421" y="84851"/>
                  <a:pt x="56387" y="83137"/>
                  <a:pt x="58597" y="80926"/>
                </a:cubicBezTo>
                <a:cubicBezTo>
                  <a:pt x="61710" y="77814"/>
                  <a:pt x="64134" y="73630"/>
                  <a:pt x="65871" y="68375"/>
                </a:cubicBezTo>
                <a:cubicBezTo>
                  <a:pt x="67608" y="63119"/>
                  <a:pt x="68476" y="56748"/>
                  <a:pt x="68476" y="49260"/>
                </a:cubicBezTo>
                <a:cubicBezTo>
                  <a:pt x="68476" y="38884"/>
                  <a:pt x="66773" y="30911"/>
                  <a:pt x="63367" y="25340"/>
                </a:cubicBezTo>
                <a:cubicBezTo>
                  <a:pt x="59962" y="19769"/>
                  <a:pt x="55823" y="16036"/>
                  <a:pt x="50951" y="14142"/>
                </a:cubicBezTo>
                <a:cubicBezTo>
                  <a:pt x="47433" y="12789"/>
                  <a:pt x="41771" y="12112"/>
                  <a:pt x="33967" y="12112"/>
                </a:cubicBezTo>
                <a:lnTo>
                  <a:pt x="13127" y="12112"/>
                </a:lnTo>
                <a:lnTo>
                  <a:pt x="13127" y="87896"/>
                </a:lnTo>
                <a:close/>
                <a:moveTo>
                  <a:pt x="147688" y="76460"/>
                </a:moveTo>
                <a:lnTo>
                  <a:pt x="160273" y="78017"/>
                </a:lnTo>
                <a:cubicBezTo>
                  <a:pt x="158289" y="85370"/>
                  <a:pt x="154612" y="91076"/>
                  <a:pt x="149244" y="95136"/>
                </a:cubicBezTo>
                <a:cubicBezTo>
                  <a:pt x="143876" y="99196"/>
                  <a:pt x="137019" y="101226"/>
                  <a:pt x="128674" y="101226"/>
                </a:cubicBezTo>
                <a:cubicBezTo>
                  <a:pt x="118164" y="101226"/>
                  <a:pt x="109830" y="97989"/>
                  <a:pt x="103672" y="91516"/>
                </a:cubicBezTo>
                <a:cubicBezTo>
                  <a:pt x="97515" y="85043"/>
                  <a:pt x="94436" y="75964"/>
                  <a:pt x="94436" y="64281"/>
                </a:cubicBezTo>
                <a:cubicBezTo>
                  <a:pt x="94436" y="52192"/>
                  <a:pt x="97549" y="42809"/>
                  <a:pt x="103774" y="36133"/>
                </a:cubicBezTo>
                <a:cubicBezTo>
                  <a:pt x="109999" y="29456"/>
                  <a:pt x="118073" y="26118"/>
                  <a:pt x="127998" y="26118"/>
                </a:cubicBezTo>
                <a:cubicBezTo>
                  <a:pt x="137606" y="26118"/>
                  <a:pt x="145455" y="29384"/>
                  <a:pt x="151545" y="35915"/>
                </a:cubicBezTo>
                <a:cubicBezTo>
                  <a:pt x="157634" y="42444"/>
                  <a:pt x="160679" y="51631"/>
                  <a:pt x="160679" y="63475"/>
                </a:cubicBezTo>
                <a:cubicBezTo>
                  <a:pt x="160679" y="64196"/>
                  <a:pt x="160657" y="65276"/>
                  <a:pt x="160612" y="66717"/>
                </a:cubicBezTo>
                <a:lnTo>
                  <a:pt x="107022" y="66717"/>
                </a:lnTo>
                <a:cubicBezTo>
                  <a:pt x="107473" y="74588"/>
                  <a:pt x="109706" y="80616"/>
                  <a:pt x="113720" y="84800"/>
                </a:cubicBezTo>
                <a:cubicBezTo>
                  <a:pt x="117735" y="88984"/>
                  <a:pt x="122742" y="91076"/>
                  <a:pt x="128742" y="91076"/>
                </a:cubicBezTo>
                <a:cubicBezTo>
                  <a:pt x="133208" y="91076"/>
                  <a:pt x="137019" y="89914"/>
                  <a:pt x="140177" y="87591"/>
                </a:cubicBezTo>
                <a:cubicBezTo>
                  <a:pt x="143335" y="85267"/>
                  <a:pt x="145838" y="81556"/>
                  <a:pt x="147688" y="76460"/>
                </a:cubicBezTo>
                <a:moveTo>
                  <a:pt x="107698" y="56567"/>
                </a:moveTo>
                <a:lnTo>
                  <a:pt x="147823" y="56567"/>
                </a:lnTo>
                <a:cubicBezTo>
                  <a:pt x="147282" y="50621"/>
                  <a:pt x="145748" y="46162"/>
                  <a:pt x="143222" y="43189"/>
                </a:cubicBezTo>
                <a:cubicBezTo>
                  <a:pt x="139343" y="38575"/>
                  <a:pt x="134313" y="36268"/>
                  <a:pt x="128133" y="36268"/>
                </a:cubicBezTo>
                <a:cubicBezTo>
                  <a:pt x="122539" y="36268"/>
                  <a:pt x="117837" y="38110"/>
                  <a:pt x="114025" y="41793"/>
                </a:cubicBezTo>
                <a:cubicBezTo>
                  <a:pt x="110213" y="45475"/>
                  <a:pt x="108104" y="50400"/>
                  <a:pt x="107698" y="56567"/>
                </a:cubicBezTo>
                <a:close/>
                <a:moveTo>
                  <a:pt x="224736" y="76460"/>
                </a:moveTo>
                <a:lnTo>
                  <a:pt x="237322" y="78017"/>
                </a:lnTo>
                <a:cubicBezTo>
                  <a:pt x="235337" y="85370"/>
                  <a:pt x="231660" y="91076"/>
                  <a:pt x="226292" y="95136"/>
                </a:cubicBezTo>
                <a:cubicBezTo>
                  <a:pt x="220924" y="99196"/>
                  <a:pt x="214068" y="101226"/>
                  <a:pt x="205722" y="101226"/>
                </a:cubicBezTo>
                <a:cubicBezTo>
                  <a:pt x="195212" y="101226"/>
                  <a:pt x="186878" y="97989"/>
                  <a:pt x="180720" y="91516"/>
                </a:cubicBezTo>
                <a:cubicBezTo>
                  <a:pt x="174563" y="85043"/>
                  <a:pt x="171484" y="75964"/>
                  <a:pt x="171484" y="64281"/>
                </a:cubicBezTo>
                <a:cubicBezTo>
                  <a:pt x="171484" y="52192"/>
                  <a:pt x="174597" y="42809"/>
                  <a:pt x="180822" y="36133"/>
                </a:cubicBezTo>
                <a:cubicBezTo>
                  <a:pt x="187047" y="29456"/>
                  <a:pt x="195122" y="26118"/>
                  <a:pt x="205046" y="26118"/>
                </a:cubicBezTo>
                <a:cubicBezTo>
                  <a:pt x="214654" y="26118"/>
                  <a:pt x="222503" y="29384"/>
                  <a:pt x="228593" y="35915"/>
                </a:cubicBezTo>
                <a:cubicBezTo>
                  <a:pt x="234683" y="42444"/>
                  <a:pt x="237728" y="51631"/>
                  <a:pt x="237728" y="63475"/>
                </a:cubicBezTo>
                <a:cubicBezTo>
                  <a:pt x="237728" y="64196"/>
                  <a:pt x="237705" y="65276"/>
                  <a:pt x="237660" y="66717"/>
                </a:cubicBezTo>
                <a:lnTo>
                  <a:pt x="184070" y="66717"/>
                </a:lnTo>
                <a:cubicBezTo>
                  <a:pt x="184521" y="74588"/>
                  <a:pt x="186754" y="80616"/>
                  <a:pt x="190769" y="84800"/>
                </a:cubicBezTo>
                <a:cubicBezTo>
                  <a:pt x="194783" y="88984"/>
                  <a:pt x="199790" y="91076"/>
                  <a:pt x="205790" y="91076"/>
                </a:cubicBezTo>
                <a:cubicBezTo>
                  <a:pt x="210256" y="91076"/>
                  <a:pt x="214068" y="89914"/>
                  <a:pt x="217225" y="87591"/>
                </a:cubicBezTo>
                <a:cubicBezTo>
                  <a:pt x="220383" y="85267"/>
                  <a:pt x="222887" y="81556"/>
                  <a:pt x="224736" y="76460"/>
                </a:cubicBezTo>
                <a:moveTo>
                  <a:pt x="184746" y="56567"/>
                </a:moveTo>
                <a:lnTo>
                  <a:pt x="224871" y="56567"/>
                </a:lnTo>
                <a:cubicBezTo>
                  <a:pt x="224330" y="50621"/>
                  <a:pt x="222796" y="46162"/>
                  <a:pt x="220270" y="43189"/>
                </a:cubicBezTo>
                <a:cubicBezTo>
                  <a:pt x="216391" y="38575"/>
                  <a:pt x="211361" y="36268"/>
                  <a:pt x="205181" y="36268"/>
                </a:cubicBezTo>
                <a:cubicBezTo>
                  <a:pt x="199587" y="36268"/>
                  <a:pt x="194885" y="38110"/>
                  <a:pt x="191073" y="41793"/>
                </a:cubicBezTo>
                <a:cubicBezTo>
                  <a:pt x="187261" y="45475"/>
                  <a:pt x="185152" y="50400"/>
                  <a:pt x="184746" y="56567"/>
                </a:cubicBezTo>
                <a:close/>
                <a:moveTo>
                  <a:pt x="252592" y="127209"/>
                </a:moveTo>
                <a:lnTo>
                  <a:pt x="252592" y="27742"/>
                </a:lnTo>
                <a:lnTo>
                  <a:pt x="263689" y="27742"/>
                </a:lnTo>
                <a:lnTo>
                  <a:pt x="263689" y="37012"/>
                </a:lnTo>
                <a:cubicBezTo>
                  <a:pt x="266306" y="33381"/>
                  <a:pt x="269260" y="30658"/>
                  <a:pt x="272553" y="28842"/>
                </a:cubicBezTo>
                <a:cubicBezTo>
                  <a:pt x="275846" y="27026"/>
                  <a:pt x="279838" y="26118"/>
                  <a:pt x="284530" y="26118"/>
                </a:cubicBezTo>
                <a:cubicBezTo>
                  <a:pt x="290665" y="26118"/>
                  <a:pt x="296078" y="27697"/>
                  <a:pt x="300769" y="30855"/>
                </a:cubicBezTo>
                <a:cubicBezTo>
                  <a:pt x="305461" y="34013"/>
                  <a:pt x="309002" y="38467"/>
                  <a:pt x="311392" y="44219"/>
                </a:cubicBezTo>
                <a:cubicBezTo>
                  <a:pt x="313783" y="49970"/>
                  <a:pt x="314979" y="56274"/>
                  <a:pt x="314979" y="63131"/>
                </a:cubicBezTo>
                <a:cubicBezTo>
                  <a:pt x="314979" y="70483"/>
                  <a:pt x="313659" y="77103"/>
                  <a:pt x="311020" y="82990"/>
                </a:cubicBezTo>
                <a:cubicBezTo>
                  <a:pt x="308381" y="88877"/>
                  <a:pt x="304547" y="93388"/>
                  <a:pt x="299517" y="96523"/>
                </a:cubicBezTo>
                <a:cubicBezTo>
                  <a:pt x="294488" y="99658"/>
                  <a:pt x="289199" y="101226"/>
                  <a:pt x="283650" y="101226"/>
                </a:cubicBezTo>
                <a:cubicBezTo>
                  <a:pt x="279590" y="101226"/>
                  <a:pt x="275948" y="100357"/>
                  <a:pt x="272722" y="98621"/>
                </a:cubicBezTo>
                <a:cubicBezTo>
                  <a:pt x="269497" y="96882"/>
                  <a:pt x="266847" y="94688"/>
                  <a:pt x="264772" y="92036"/>
                </a:cubicBezTo>
                <a:lnTo>
                  <a:pt x="264772" y="127209"/>
                </a:lnTo>
                <a:lnTo>
                  <a:pt x="252592" y="127209"/>
                </a:lnTo>
                <a:moveTo>
                  <a:pt x="263622" y="63976"/>
                </a:moveTo>
                <a:cubicBezTo>
                  <a:pt x="263622" y="73213"/>
                  <a:pt x="265494" y="80038"/>
                  <a:pt x="269238" y="84453"/>
                </a:cubicBezTo>
                <a:cubicBezTo>
                  <a:pt x="272982" y="88868"/>
                  <a:pt x="277515" y="91076"/>
                  <a:pt x="282838" y="91076"/>
                </a:cubicBezTo>
                <a:cubicBezTo>
                  <a:pt x="288251" y="91076"/>
                  <a:pt x="292886" y="88789"/>
                  <a:pt x="296743" y="84216"/>
                </a:cubicBezTo>
                <a:cubicBezTo>
                  <a:pt x="300600" y="79644"/>
                  <a:pt x="302528" y="72559"/>
                  <a:pt x="302528" y="62961"/>
                </a:cubicBezTo>
                <a:cubicBezTo>
                  <a:pt x="302528" y="53816"/>
                  <a:pt x="300645" y="46967"/>
                  <a:pt x="296879" y="42417"/>
                </a:cubicBezTo>
                <a:cubicBezTo>
                  <a:pt x="293112" y="37867"/>
                  <a:pt x="288612" y="35591"/>
                  <a:pt x="283380" y="35591"/>
                </a:cubicBezTo>
                <a:cubicBezTo>
                  <a:pt x="278192" y="35591"/>
                  <a:pt x="273602" y="38013"/>
                  <a:pt x="269610" y="42857"/>
                </a:cubicBezTo>
                <a:cubicBezTo>
                  <a:pt x="265618" y="47700"/>
                  <a:pt x="263622" y="54740"/>
                  <a:pt x="263622" y="63976"/>
                </a:cubicBezTo>
                <a:close/>
                <a:moveTo>
                  <a:pt x="324769" y="78084"/>
                </a:moveTo>
                <a:lnTo>
                  <a:pt x="336814" y="76190"/>
                </a:lnTo>
                <a:cubicBezTo>
                  <a:pt x="337490" y="80995"/>
                  <a:pt x="339373" y="84678"/>
                  <a:pt x="342463" y="87238"/>
                </a:cubicBezTo>
                <a:cubicBezTo>
                  <a:pt x="345553" y="89797"/>
                  <a:pt x="349873" y="91076"/>
                  <a:pt x="355421" y="91076"/>
                </a:cubicBezTo>
                <a:cubicBezTo>
                  <a:pt x="361015" y="91076"/>
                  <a:pt x="365165" y="89946"/>
                  <a:pt x="367871" y="87686"/>
                </a:cubicBezTo>
                <a:cubicBezTo>
                  <a:pt x="370578" y="85425"/>
                  <a:pt x="371931" y="82774"/>
                  <a:pt x="371931" y="79732"/>
                </a:cubicBezTo>
                <a:cubicBezTo>
                  <a:pt x="371931" y="77001"/>
                  <a:pt x="370736" y="74853"/>
                  <a:pt x="368345" y="73287"/>
                </a:cubicBezTo>
                <a:cubicBezTo>
                  <a:pt x="366676" y="72212"/>
                  <a:pt x="362526" y="70847"/>
                  <a:pt x="355895" y="69191"/>
                </a:cubicBezTo>
                <a:cubicBezTo>
                  <a:pt x="346963" y="66934"/>
                  <a:pt x="340772" y="64982"/>
                  <a:pt x="337321" y="63334"/>
                </a:cubicBezTo>
                <a:cubicBezTo>
                  <a:pt x="333870" y="61686"/>
                  <a:pt x="331254" y="59406"/>
                  <a:pt x="329472" y="56493"/>
                </a:cubicBezTo>
                <a:cubicBezTo>
                  <a:pt x="327690" y="53581"/>
                  <a:pt x="326799" y="50364"/>
                  <a:pt x="326799" y="46843"/>
                </a:cubicBezTo>
                <a:cubicBezTo>
                  <a:pt x="326799" y="43637"/>
                  <a:pt x="327532" y="40668"/>
                  <a:pt x="328998" y="37936"/>
                </a:cubicBezTo>
                <a:cubicBezTo>
                  <a:pt x="330464" y="35204"/>
                  <a:pt x="332460" y="32936"/>
                  <a:pt x="334987" y="31130"/>
                </a:cubicBezTo>
                <a:cubicBezTo>
                  <a:pt x="336881" y="29730"/>
                  <a:pt x="339464" y="28545"/>
                  <a:pt x="342734" y="27575"/>
                </a:cubicBezTo>
                <a:cubicBezTo>
                  <a:pt x="346005" y="26604"/>
                  <a:pt x="349512" y="26118"/>
                  <a:pt x="353256" y="26118"/>
                </a:cubicBezTo>
                <a:cubicBezTo>
                  <a:pt x="358895" y="26118"/>
                  <a:pt x="363845" y="26936"/>
                  <a:pt x="368108" y="28571"/>
                </a:cubicBezTo>
                <a:cubicBezTo>
                  <a:pt x="372371" y="30205"/>
                  <a:pt x="375517" y="32419"/>
                  <a:pt x="377547" y="35213"/>
                </a:cubicBezTo>
                <a:cubicBezTo>
                  <a:pt x="379577" y="38005"/>
                  <a:pt x="380976" y="41740"/>
                  <a:pt x="381743" y="46418"/>
                </a:cubicBezTo>
                <a:lnTo>
                  <a:pt x="369834" y="48042"/>
                </a:lnTo>
                <a:cubicBezTo>
                  <a:pt x="369292" y="44343"/>
                  <a:pt x="367725" y="41456"/>
                  <a:pt x="365131" y="39381"/>
                </a:cubicBezTo>
                <a:cubicBezTo>
                  <a:pt x="362537" y="37306"/>
                  <a:pt x="358872" y="36268"/>
                  <a:pt x="354136" y="36268"/>
                </a:cubicBezTo>
                <a:cubicBezTo>
                  <a:pt x="348542" y="36268"/>
                  <a:pt x="344550" y="37189"/>
                  <a:pt x="342159" y="39030"/>
                </a:cubicBezTo>
                <a:cubicBezTo>
                  <a:pt x="339768" y="40869"/>
                  <a:pt x="338573" y="43024"/>
                  <a:pt x="338573" y="45494"/>
                </a:cubicBezTo>
                <a:cubicBezTo>
                  <a:pt x="338573" y="47064"/>
                  <a:pt x="339069" y="48478"/>
                  <a:pt x="340061" y="49735"/>
                </a:cubicBezTo>
                <a:cubicBezTo>
                  <a:pt x="341054" y="51036"/>
                  <a:pt x="342610" y="52113"/>
                  <a:pt x="344730" y="52966"/>
                </a:cubicBezTo>
                <a:cubicBezTo>
                  <a:pt x="345948" y="53416"/>
                  <a:pt x="349534" y="54448"/>
                  <a:pt x="355489" y="56064"/>
                </a:cubicBezTo>
                <a:cubicBezTo>
                  <a:pt x="364105" y="58363"/>
                  <a:pt x="370116" y="60245"/>
                  <a:pt x="373521" y="61710"/>
                </a:cubicBezTo>
                <a:cubicBezTo>
                  <a:pt x="376927" y="63174"/>
                  <a:pt x="379600" y="65304"/>
                  <a:pt x="381540" y="68100"/>
                </a:cubicBezTo>
                <a:cubicBezTo>
                  <a:pt x="383479" y="70894"/>
                  <a:pt x="384449" y="74364"/>
                  <a:pt x="384449" y="78509"/>
                </a:cubicBezTo>
                <a:cubicBezTo>
                  <a:pt x="384449" y="82566"/>
                  <a:pt x="383265" y="86387"/>
                  <a:pt x="380897" y="89970"/>
                </a:cubicBezTo>
                <a:cubicBezTo>
                  <a:pt x="378528" y="93552"/>
                  <a:pt x="375111" y="96323"/>
                  <a:pt x="370646" y="98284"/>
                </a:cubicBezTo>
                <a:cubicBezTo>
                  <a:pt x="366180" y="100245"/>
                  <a:pt x="361128" y="101226"/>
                  <a:pt x="355489" y="101226"/>
                </a:cubicBezTo>
                <a:cubicBezTo>
                  <a:pt x="346151" y="101226"/>
                  <a:pt x="339035" y="99280"/>
                  <a:pt x="334141" y="95390"/>
                </a:cubicBezTo>
                <a:cubicBezTo>
                  <a:pt x="329246" y="91499"/>
                  <a:pt x="326123" y="85730"/>
                  <a:pt x="324769" y="78084"/>
                </a:cubicBezTo>
                <a:close/>
                <a:moveTo>
                  <a:pt x="448121" y="76460"/>
                </a:moveTo>
                <a:lnTo>
                  <a:pt x="460706" y="78017"/>
                </a:lnTo>
                <a:cubicBezTo>
                  <a:pt x="458721" y="85370"/>
                  <a:pt x="455045" y="91076"/>
                  <a:pt x="449677" y="95136"/>
                </a:cubicBezTo>
                <a:cubicBezTo>
                  <a:pt x="444309" y="99196"/>
                  <a:pt x="437452" y="101226"/>
                  <a:pt x="429107" y="101226"/>
                </a:cubicBezTo>
                <a:cubicBezTo>
                  <a:pt x="418597" y="101226"/>
                  <a:pt x="410263" y="97989"/>
                  <a:pt x="404105" y="91516"/>
                </a:cubicBezTo>
                <a:cubicBezTo>
                  <a:pt x="397948" y="85043"/>
                  <a:pt x="394869" y="75964"/>
                  <a:pt x="394869" y="64281"/>
                </a:cubicBezTo>
                <a:cubicBezTo>
                  <a:pt x="394869" y="52192"/>
                  <a:pt x="397982" y="42809"/>
                  <a:pt x="404207" y="36133"/>
                </a:cubicBezTo>
                <a:cubicBezTo>
                  <a:pt x="410432" y="29456"/>
                  <a:pt x="418506" y="26118"/>
                  <a:pt x="428430" y="26118"/>
                </a:cubicBezTo>
                <a:cubicBezTo>
                  <a:pt x="438039" y="26118"/>
                  <a:pt x="445888" y="29384"/>
                  <a:pt x="451978" y="35915"/>
                </a:cubicBezTo>
                <a:cubicBezTo>
                  <a:pt x="458067" y="42444"/>
                  <a:pt x="461112" y="51631"/>
                  <a:pt x="461112" y="63475"/>
                </a:cubicBezTo>
                <a:cubicBezTo>
                  <a:pt x="461112" y="64196"/>
                  <a:pt x="461090" y="65276"/>
                  <a:pt x="461045" y="66717"/>
                </a:cubicBezTo>
                <a:lnTo>
                  <a:pt x="407455" y="66717"/>
                </a:lnTo>
                <a:cubicBezTo>
                  <a:pt x="407906" y="74588"/>
                  <a:pt x="410139" y="80616"/>
                  <a:pt x="414153" y="84800"/>
                </a:cubicBezTo>
                <a:cubicBezTo>
                  <a:pt x="418168" y="88984"/>
                  <a:pt x="423175" y="91076"/>
                  <a:pt x="429175" y="91076"/>
                </a:cubicBezTo>
                <a:cubicBezTo>
                  <a:pt x="433641" y="91076"/>
                  <a:pt x="437452" y="89914"/>
                  <a:pt x="440610" y="87591"/>
                </a:cubicBezTo>
                <a:cubicBezTo>
                  <a:pt x="443768" y="85267"/>
                  <a:pt x="446271" y="81556"/>
                  <a:pt x="448121" y="76460"/>
                </a:cubicBezTo>
                <a:moveTo>
                  <a:pt x="408131" y="56567"/>
                </a:moveTo>
                <a:lnTo>
                  <a:pt x="448256" y="56567"/>
                </a:lnTo>
                <a:cubicBezTo>
                  <a:pt x="447715" y="50621"/>
                  <a:pt x="446181" y="46162"/>
                  <a:pt x="443655" y="43189"/>
                </a:cubicBezTo>
                <a:cubicBezTo>
                  <a:pt x="439776" y="38575"/>
                  <a:pt x="434746" y="36268"/>
                  <a:pt x="428566" y="36268"/>
                </a:cubicBezTo>
                <a:cubicBezTo>
                  <a:pt x="422972" y="36268"/>
                  <a:pt x="418270" y="38110"/>
                  <a:pt x="414458" y="41793"/>
                </a:cubicBezTo>
                <a:cubicBezTo>
                  <a:pt x="410646" y="45475"/>
                  <a:pt x="408537" y="50400"/>
                  <a:pt x="408131" y="56567"/>
                </a:cubicBezTo>
                <a:close/>
                <a:moveTo>
                  <a:pt x="525170" y="76460"/>
                </a:moveTo>
                <a:lnTo>
                  <a:pt x="537755" y="78017"/>
                </a:lnTo>
                <a:cubicBezTo>
                  <a:pt x="535770" y="85370"/>
                  <a:pt x="532094" y="91076"/>
                  <a:pt x="526726" y="95136"/>
                </a:cubicBezTo>
                <a:cubicBezTo>
                  <a:pt x="521358" y="99196"/>
                  <a:pt x="514501" y="101226"/>
                  <a:pt x="506156" y="101226"/>
                </a:cubicBezTo>
                <a:cubicBezTo>
                  <a:pt x="495645" y="101226"/>
                  <a:pt x="487311" y="97989"/>
                  <a:pt x="481154" y="91516"/>
                </a:cubicBezTo>
                <a:cubicBezTo>
                  <a:pt x="474997" y="85043"/>
                  <a:pt x="471918" y="75964"/>
                  <a:pt x="471918" y="64281"/>
                </a:cubicBezTo>
                <a:cubicBezTo>
                  <a:pt x="471918" y="52192"/>
                  <a:pt x="475030" y="42809"/>
                  <a:pt x="481255" y="36133"/>
                </a:cubicBezTo>
                <a:cubicBezTo>
                  <a:pt x="487481" y="29456"/>
                  <a:pt x="495555" y="26118"/>
                  <a:pt x="505479" y="26118"/>
                </a:cubicBezTo>
                <a:cubicBezTo>
                  <a:pt x="515088" y="26118"/>
                  <a:pt x="522937" y="29384"/>
                  <a:pt x="529026" y="35915"/>
                </a:cubicBezTo>
                <a:cubicBezTo>
                  <a:pt x="535116" y="42444"/>
                  <a:pt x="538161" y="51631"/>
                  <a:pt x="538161" y="63475"/>
                </a:cubicBezTo>
                <a:cubicBezTo>
                  <a:pt x="538161" y="64196"/>
                  <a:pt x="538138" y="65276"/>
                  <a:pt x="538093" y="66717"/>
                </a:cubicBezTo>
                <a:lnTo>
                  <a:pt x="484503" y="66717"/>
                </a:lnTo>
                <a:cubicBezTo>
                  <a:pt x="484954" y="74588"/>
                  <a:pt x="487187" y="80616"/>
                  <a:pt x="491202" y="84800"/>
                </a:cubicBezTo>
                <a:cubicBezTo>
                  <a:pt x="495217" y="88984"/>
                  <a:pt x="500224" y="91076"/>
                  <a:pt x="506224" y="91076"/>
                </a:cubicBezTo>
                <a:cubicBezTo>
                  <a:pt x="510689" y="91076"/>
                  <a:pt x="514501" y="89914"/>
                  <a:pt x="517659" y="87591"/>
                </a:cubicBezTo>
                <a:cubicBezTo>
                  <a:pt x="520816" y="85267"/>
                  <a:pt x="523320" y="81556"/>
                  <a:pt x="525170" y="76460"/>
                </a:cubicBezTo>
                <a:moveTo>
                  <a:pt x="485180" y="56567"/>
                </a:moveTo>
                <a:lnTo>
                  <a:pt x="525305" y="56567"/>
                </a:lnTo>
                <a:cubicBezTo>
                  <a:pt x="524764" y="50621"/>
                  <a:pt x="523230" y="46162"/>
                  <a:pt x="520704" y="43189"/>
                </a:cubicBezTo>
                <a:cubicBezTo>
                  <a:pt x="516824" y="38575"/>
                  <a:pt x="511795" y="36268"/>
                  <a:pt x="505615" y="36268"/>
                </a:cubicBezTo>
                <a:cubicBezTo>
                  <a:pt x="500021" y="36268"/>
                  <a:pt x="495318" y="38110"/>
                  <a:pt x="491507" y="41793"/>
                </a:cubicBezTo>
                <a:cubicBezTo>
                  <a:pt x="487695" y="45475"/>
                  <a:pt x="485586" y="50400"/>
                  <a:pt x="485180" y="56567"/>
                </a:cubicBezTo>
                <a:close/>
                <a:moveTo>
                  <a:pt x="553093" y="99602"/>
                </a:moveTo>
                <a:lnTo>
                  <a:pt x="553093" y="406"/>
                </a:lnTo>
                <a:lnTo>
                  <a:pt x="565273" y="406"/>
                </a:lnTo>
                <a:lnTo>
                  <a:pt x="565273" y="56973"/>
                </a:lnTo>
                <a:lnTo>
                  <a:pt x="594098" y="27742"/>
                </a:lnTo>
                <a:lnTo>
                  <a:pt x="609864" y="27742"/>
                </a:lnTo>
                <a:lnTo>
                  <a:pt x="582392" y="54402"/>
                </a:lnTo>
                <a:lnTo>
                  <a:pt x="612638" y="99602"/>
                </a:lnTo>
                <a:lnTo>
                  <a:pt x="597616" y="99602"/>
                </a:lnTo>
                <a:lnTo>
                  <a:pt x="573866" y="62860"/>
                </a:lnTo>
                <a:lnTo>
                  <a:pt x="565273" y="71115"/>
                </a:lnTo>
                <a:lnTo>
                  <a:pt x="565273" y="99602"/>
                </a:lnTo>
                <a:lnTo>
                  <a:pt x="553093" y="99602"/>
                </a:lnTo>
                <a:close/>
                <a:moveTo>
                  <a:pt x="611081" y="127209"/>
                </a:moveTo>
                <a:lnTo>
                  <a:pt x="611081" y="118412"/>
                </a:lnTo>
                <a:lnTo>
                  <a:pt x="691805" y="118412"/>
                </a:lnTo>
                <a:lnTo>
                  <a:pt x="691805" y="127209"/>
                </a:lnTo>
                <a:lnTo>
                  <a:pt x="611081" y="127209"/>
                </a:lnTo>
                <a:close/>
                <a:moveTo>
                  <a:pt x="759178" y="24763"/>
                </a:moveTo>
                <a:lnTo>
                  <a:pt x="747066" y="25712"/>
                </a:lnTo>
                <a:cubicBezTo>
                  <a:pt x="745983" y="20952"/>
                  <a:pt x="744449" y="17493"/>
                  <a:pt x="742465" y="15337"/>
                </a:cubicBezTo>
                <a:cubicBezTo>
                  <a:pt x="739172" y="11879"/>
                  <a:pt x="735112" y="10150"/>
                  <a:pt x="730285" y="10150"/>
                </a:cubicBezTo>
                <a:cubicBezTo>
                  <a:pt x="726406" y="10150"/>
                  <a:pt x="723000" y="11227"/>
                  <a:pt x="720068" y="13381"/>
                </a:cubicBezTo>
                <a:cubicBezTo>
                  <a:pt x="716233" y="16162"/>
                  <a:pt x="713211" y="20222"/>
                  <a:pt x="711001" y="25562"/>
                </a:cubicBezTo>
                <a:cubicBezTo>
                  <a:pt x="708790" y="30902"/>
                  <a:pt x="707640" y="38508"/>
                  <a:pt x="707550" y="48380"/>
                </a:cubicBezTo>
                <a:cubicBezTo>
                  <a:pt x="710482" y="43914"/>
                  <a:pt x="714068" y="40598"/>
                  <a:pt x="718308" y="38433"/>
                </a:cubicBezTo>
                <a:cubicBezTo>
                  <a:pt x="722549" y="36268"/>
                  <a:pt x="726992" y="35185"/>
                  <a:pt x="731638" y="35185"/>
                </a:cubicBezTo>
                <a:cubicBezTo>
                  <a:pt x="739758" y="35185"/>
                  <a:pt x="746671" y="38174"/>
                  <a:pt x="752377" y="44151"/>
                </a:cubicBezTo>
                <a:cubicBezTo>
                  <a:pt x="758084" y="50128"/>
                  <a:pt x="760937" y="57853"/>
                  <a:pt x="760937" y="67326"/>
                </a:cubicBezTo>
                <a:cubicBezTo>
                  <a:pt x="760937" y="73551"/>
                  <a:pt x="759595" y="79336"/>
                  <a:pt x="756911" y="84682"/>
                </a:cubicBezTo>
                <a:cubicBezTo>
                  <a:pt x="754227" y="90027"/>
                  <a:pt x="750539" y="94121"/>
                  <a:pt x="745848" y="96963"/>
                </a:cubicBezTo>
                <a:cubicBezTo>
                  <a:pt x="741156" y="99805"/>
                  <a:pt x="735833" y="101226"/>
                  <a:pt x="729879" y="101226"/>
                </a:cubicBezTo>
                <a:cubicBezTo>
                  <a:pt x="719729" y="101226"/>
                  <a:pt x="711452" y="97496"/>
                  <a:pt x="705046" y="90036"/>
                </a:cubicBezTo>
                <a:cubicBezTo>
                  <a:pt x="698641" y="82574"/>
                  <a:pt x="695438" y="70278"/>
                  <a:pt x="695438" y="53148"/>
                </a:cubicBezTo>
                <a:cubicBezTo>
                  <a:pt x="695438" y="33989"/>
                  <a:pt x="698979" y="20060"/>
                  <a:pt x="706061" y="11359"/>
                </a:cubicBezTo>
                <a:cubicBezTo>
                  <a:pt x="712241" y="3786"/>
                  <a:pt x="720564" y="0"/>
                  <a:pt x="731029" y="0"/>
                </a:cubicBezTo>
                <a:cubicBezTo>
                  <a:pt x="738833" y="0"/>
                  <a:pt x="745227" y="2193"/>
                  <a:pt x="750212" y="6580"/>
                </a:cubicBezTo>
                <a:cubicBezTo>
                  <a:pt x="755197" y="10967"/>
                  <a:pt x="758185" y="17028"/>
                  <a:pt x="759178" y="24763"/>
                </a:cubicBezTo>
                <a:moveTo>
                  <a:pt x="709444" y="67330"/>
                </a:moveTo>
                <a:cubicBezTo>
                  <a:pt x="709444" y="71513"/>
                  <a:pt x="710335" y="75515"/>
                  <a:pt x="712117" y="79338"/>
                </a:cubicBezTo>
                <a:cubicBezTo>
                  <a:pt x="713899" y="83161"/>
                  <a:pt x="716391" y="86074"/>
                  <a:pt x="719594" y="88075"/>
                </a:cubicBezTo>
                <a:cubicBezTo>
                  <a:pt x="722797" y="90076"/>
                  <a:pt x="726157" y="91076"/>
                  <a:pt x="729676" y="91076"/>
                </a:cubicBezTo>
                <a:cubicBezTo>
                  <a:pt x="734818" y="91076"/>
                  <a:pt x="739239" y="89007"/>
                  <a:pt x="742938" y="84870"/>
                </a:cubicBezTo>
                <a:cubicBezTo>
                  <a:pt x="746637" y="80732"/>
                  <a:pt x="748487" y="75111"/>
                  <a:pt x="748487" y="68005"/>
                </a:cubicBezTo>
                <a:cubicBezTo>
                  <a:pt x="748487" y="61168"/>
                  <a:pt x="746660" y="55782"/>
                  <a:pt x="743006" y="51848"/>
                </a:cubicBezTo>
                <a:cubicBezTo>
                  <a:pt x="739352" y="47912"/>
                  <a:pt x="734751" y="45944"/>
                  <a:pt x="729202" y="45944"/>
                </a:cubicBezTo>
                <a:cubicBezTo>
                  <a:pt x="723699" y="45944"/>
                  <a:pt x="719030" y="47912"/>
                  <a:pt x="715196" y="51848"/>
                </a:cubicBezTo>
                <a:cubicBezTo>
                  <a:pt x="711362" y="55782"/>
                  <a:pt x="709444" y="60943"/>
                  <a:pt x="709444" y="67330"/>
                </a:cubicBezTo>
                <a:close/>
                <a:moveTo>
                  <a:pt x="777426" y="99602"/>
                </a:moveTo>
                <a:lnTo>
                  <a:pt x="777426" y="406"/>
                </a:lnTo>
                <a:lnTo>
                  <a:pt x="814641" y="406"/>
                </a:lnTo>
                <a:cubicBezTo>
                  <a:pt x="822219" y="406"/>
                  <a:pt x="828298" y="1410"/>
                  <a:pt x="832876" y="3417"/>
                </a:cubicBezTo>
                <a:cubicBezTo>
                  <a:pt x="837455" y="5424"/>
                  <a:pt x="841041" y="8514"/>
                  <a:pt x="843635" y="12687"/>
                </a:cubicBezTo>
                <a:cubicBezTo>
                  <a:pt x="846229" y="16860"/>
                  <a:pt x="847526" y="21224"/>
                  <a:pt x="847526" y="25780"/>
                </a:cubicBezTo>
                <a:cubicBezTo>
                  <a:pt x="847526" y="30020"/>
                  <a:pt x="846375" y="34013"/>
                  <a:pt x="844075" y="37757"/>
                </a:cubicBezTo>
                <a:cubicBezTo>
                  <a:pt x="841774" y="41501"/>
                  <a:pt x="838301" y="44523"/>
                  <a:pt x="833655" y="46824"/>
                </a:cubicBezTo>
                <a:cubicBezTo>
                  <a:pt x="839654" y="48583"/>
                  <a:pt x="844267" y="51583"/>
                  <a:pt x="847492" y="55823"/>
                </a:cubicBezTo>
                <a:cubicBezTo>
                  <a:pt x="850717" y="60063"/>
                  <a:pt x="852330" y="65070"/>
                  <a:pt x="852330" y="70844"/>
                </a:cubicBezTo>
                <a:cubicBezTo>
                  <a:pt x="852330" y="75491"/>
                  <a:pt x="851349" y="79810"/>
                  <a:pt x="849386" y="83802"/>
                </a:cubicBezTo>
                <a:cubicBezTo>
                  <a:pt x="847424" y="87794"/>
                  <a:pt x="845000" y="90873"/>
                  <a:pt x="842113" y="93038"/>
                </a:cubicBezTo>
                <a:cubicBezTo>
                  <a:pt x="839226" y="95203"/>
                  <a:pt x="835606" y="96839"/>
                  <a:pt x="831252" y="97944"/>
                </a:cubicBezTo>
                <a:cubicBezTo>
                  <a:pt x="826899" y="99049"/>
                  <a:pt x="821565" y="99602"/>
                  <a:pt x="815250" y="99602"/>
                </a:cubicBezTo>
                <a:lnTo>
                  <a:pt x="777426" y="99602"/>
                </a:lnTo>
                <a:moveTo>
                  <a:pt x="790552" y="42087"/>
                </a:moveTo>
                <a:lnTo>
                  <a:pt x="812002" y="42087"/>
                </a:lnTo>
                <a:cubicBezTo>
                  <a:pt x="817821" y="42087"/>
                  <a:pt x="821994" y="41704"/>
                  <a:pt x="824520" y="40937"/>
                </a:cubicBezTo>
                <a:cubicBezTo>
                  <a:pt x="827858" y="39944"/>
                  <a:pt x="830373" y="38298"/>
                  <a:pt x="832064" y="35997"/>
                </a:cubicBezTo>
                <a:cubicBezTo>
                  <a:pt x="833756" y="33697"/>
                  <a:pt x="834602" y="30810"/>
                  <a:pt x="834602" y="27336"/>
                </a:cubicBezTo>
                <a:cubicBezTo>
                  <a:pt x="834602" y="24043"/>
                  <a:pt x="833812" y="21145"/>
                  <a:pt x="832234" y="18641"/>
                </a:cubicBezTo>
                <a:cubicBezTo>
                  <a:pt x="830655" y="16138"/>
                  <a:pt x="828399" y="14424"/>
                  <a:pt x="825467" y="13499"/>
                </a:cubicBezTo>
                <a:cubicBezTo>
                  <a:pt x="822535" y="12574"/>
                  <a:pt x="817505" y="12112"/>
                  <a:pt x="810378" y="12112"/>
                </a:cubicBezTo>
                <a:lnTo>
                  <a:pt x="790552" y="12112"/>
                </a:lnTo>
                <a:lnTo>
                  <a:pt x="790552" y="42087"/>
                </a:lnTo>
                <a:moveTo>
                  <a:pt x="790552" y="87896"/>
                </a:moveTo>
                <a:lnTo>
                  <a:pt x="815250" y="87896"/>
                </a:lnTo>
                <a:cubicBezTo>
                  <a:pt x="819490" y="87896"/>
                  <a:pt x="822467" y="87738"/>
                  <a:pt x="824182" y="87422"/>
                </a:cubicBezTo>
                <a:cubicBezTo>
                  <a:pt x="827204" y="86881"/>
                  <a:pt x="829730" y="85979"/>
                  <a:pt x="831760" y="84716"/>
                </a:cubicBezTo>
                <a:cubicBezTo>
                  <a:pt x="833790" y="83452"/>
                  <a:pt x="835459" y="81614"/>
                  <a:pt x="836767" y="79201"/>
                </a:cubicBezTo>
                <a:cubicBezTo>
                  <a:pt x="838075" y="76788"/>
                  <a:pt x="838729" y="74002"/>
                  <a:pt x="838729" y="70844"/>
                </a:cubicBezTo>
                <a:cubicBezTo>
                  <a:pt x="838729" y="67145"/>
                  <a:pt x="837782" y="63931"/>
                  <a:pt x="835887" y="61202"/>
                </a:cubicBezTo>
                <a:cubicBezTo>
                  <a:pt x="833993" y="58473"/>
                  <a:pt x="831365" y="56556"/>
                  <a:pt x="828005" y="55451"/>
                </a:cubicBezTo>
                <a:cubicBezTo>
                  <a:pt x="824644" y="54346"/>
                  <a:pt x="819806" y="53793"/>
                  <a:pt x="813491" y="53793"/>
                </a:cubicBezTo>
                <a:lnTo>
                  <a:pt x="790552" y="53793"/>
                </a:lnTo>
                <a:lnTo>
                  <a:pt x="790552" y="87896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Text GPT_35_Turbo">
            <a:extLst xmlns:a="http://schemas.openxmlformats.org/drawingml/2006/main">
              <a:ext uri="{FF2B5EF4-FFF2-40B4-BE49-F238E27FC236}">
                <a16:creationId xmlns:a16="http://schemas.microsoft.com/office/drawing/2014/main" id="{5EE60E90-9FF3-483A-BBE9-D7A28C6C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9208" y="2070256"/>
            <a:ext cx="937518" cy="128562"/>
          </a:xfrm>
          <a:custGeom xmlns:a="http://schemas.openxmlformats.org/drawingml/2006/main">
            <a:pathLst>
              <a:path w="937518" h="128562">
                <a:moveTo>
                  <a:pt x="49733" y="61845"/>
                </a:moveTo>
                <a:lnTo>
                  <a:pt x="49733" y="50342"/>
                </a:lnTo>
                <a:lnTo>
                  <a:pt x="91753" y="50274"/>
                </a:lnTo>
                <a:lnTo>
                  <a:pt x="91753" y="87016"/>
                </a:lnTo>
                <a:cubicBezTo>
                  <a:pt x="85302" y="92181"/>
                  <a:pt x="78648" y="96066"/>
                  <a:pt x="71792" y="98671"/>
                </a:cubicBezTo>
                <a:cubicBezTo>
                  <a:pt x="64935" y="101276"/>
                  <a:pt x="57898" y="102579"/>
                  <a:pt x="50680" y="102579"/>
                </a:cubicBezTo>
                <a:cubicBezTo>
                  <a:pt x="40937" y="102579"/>
                  <a:pt x="32084" y="100493"/>
                  <a:pt x="24122" y="96320"/>
                </a:cubicBezTo>
                <a:cubicBezTo>
                  <a:pt x="16160" y="92147"/>
                  <a:pt x="10150" y="86114"/>
                  <a:pt x="6090" y="78220"/>
                </a:cubicBezTo>
                <a:cubicBezTo>
                  <a:pt x="2030" y="70326"/>
                  <a:pt x="0" y="61507"/>
                  <a:pt x="0" y="51763"/>
                </a:cubicBezTo>
                <a:cubicBezTo>
                  <a:pt x="0" y="42110"/>
                  <a:pt x="2019" y="33099"/>
                  <a:pt x="6056" y="24731"/>
                </a:cubicBezTo>
                <a:cubicBezTo>
                  <a:pt x="10093" y="16363"/>
                  <a:pt x="15901" y="10150"/>
                  <a:pt x="23479" y="6090"/>
                </a:cubicBezTo>
                <a:cubicBezTo>
                  <a:pt x="31058" y="2030"/>
                  <a:pt x="39787" y="0"/>
                  <a:pt x="49665" y="0"/>
                </a:cubicBezTo>
                <a:cubicBezTo>
                  <a:pt x="56838" y="0"/>
                  <a:pt x="63322" y="1159"/>
                  <a:pt x="69119" y="3476"/>
                </a:cubicBezTo>
                <a:cubicBezTo>
                  <a:pt x="74915" y="5794"/>
                  <a:pt x="79460" y="9023"/>
                  <a:pt x="82753" y="13165"/>
                </a:cubicBezTo>
                <a:cubicBezTo>
                  <a:pt x="86046" y="17305"/>
                  <a:pt x="88550" y="22706"/>
                  <a:pt x="90264" y="29366"/>
                </a:cubicBezTo>
                <a:lnTo>
                  <a:pt x="78423" y="32614"/>
                </a:lnTo>
                <a:cubicBezTo>
                  <a:pt x="76934" y="27562"/>
                  <a:pt x="75085" y="23592"/>
                  <a:pt x="72874" y="20705"/>
                </a:cubicBezTo>
                <a:cubicBezTo>
                  <a:pt x="70664" y="17818"/>
                  <a:pt x="67506" y="15506"/>
                  <a:pt x="63401" y="13770"/>
                </a:cubicBezTo>
                <a:cubicBezTo>
                  <a:pt x="59296" y="12033"/>
                  <a:pt x="54740" y="11165"/>
                  <a:pt x="49733" y="11165"/>
                </a:cubicBezTo>
                <a:cubicBezTo>
                  <a:pt x="43734" y="11165"/>
                  <a:pt x="38546" y="12079"/>
                  <a:pt x="34170" y="13907"/>
                </a:cubicBezTo>
                <a:cubicBezTo>
                  <a:pt x="29795" y="15735"/>
                  <a:pt x="26265" y="18140"/>
                  <a:pt x="23581" y="21120"/>
                </a:cubicBezTo>
                <a:cubicBezTo>
                  <a:pt x="20897" y="24100"/>
                  <a:pt x="18811" y="27373"/>
                  <a:pt x="17322" y="30939"/>
                </a:cubicBezTo>
                <a:cubicBezTo>
                  <a:pt x="14796" y="37080"/>
                  <a:pt x="13533" y="43739"/>
                  <a:pt x="13533" y="50917"/>
                </a:cubicBezTo>
                <a:cubicBezTo>
                  <a:pt x="13533" y="59766"/>
                  <a:pt x="15055" y="67170"/>
                  <a:pt x="18100" y="73130"/>
                </a:cubicBezTo>
                <a:cubicBezTo>
                  <a:pt x="21145" y="79090"/>
                  <a:pt x="25577" y="83515"/>
                  <a:pt x="31396" y="86405"/>
                </a:cubicBezTo>
                <a:cubicBezTo>
                  <a:pt x="37215" y="89293"/>
                  <a:pt x="43395" y="90738"/>
                  <a:pt x="49936" y="90738"/>
                </a:cubicBezTo>
                <a:cubicBezTo>
                  <a:pt x="55620" y="90738"/>
                  <a:pt x="61168" y="89637"/>
                  <a:pt x="66582" y="87435"/>
                </a:cubicBezTo>
                <a:cubicBezTo>
                  <a:pt x="71995" y="85233"/>
                  <a:pt x="76100" y="82883"/>
                  <a:pt x="78896" y="80385"/>
                </a:cubicBezTo>
                <a:lnTo>
                  <a:pt x="78896" y="61845"/>
                </a:lnTo>
                <a:lnTo>
                  <a:pt x="49733" y="61845"/>
                </a:lnTo>
                <a:close/>
                <a:moveTo>
                  <a:pt x="111128" y="100955"/>
                </a:moveTo>
                <a:lnTo>
                  <a:pt x="111128" y="1759"/>
                </a:lnTo>
                <a:lnTo>
                  <a:pt x="148546" y="1759"/>
                </a:lnTo>
                <a:cubicBezTo>
                  <a:pt x="155132" y="1759"/>
                  <a:pt x="160162" y="2074"/>
                  <a:pt x="163635" y="2704"/>
                </a:cubicBezTo>
                <a:cubicBezTo>
                  <a:pt x="168507" y="3516"/>
                  <a:pt x="172590" y="5060"/>
                  <a:pt x="175883" y="7335"/>
                </a:cubicBezTo>
                <a:cubicBezTo>
                  <a:pt x="179176" y="9610"/>
                  <a:pt x="181826" y="12798"/>
                  <a:pt x="183833" y="16899"/>
                </a:cubicBezTo>
                <a:cubicBezTo>
                  <a:pt x="185840" y="20998"/>
                  <a:pt x="186844" y="25504"/>
                  <a:pt x="186844" y="30415"/>
                </a:cubicBezTo>
                <a:cubicBezTo>
                  <a:pt x="186844" y="38842"/>
                  <a:pt x="184160" y="45973"/>
                  <a:pt x="178792" y="51807"/>
                </a:cubicBezTo>
                <a:cubicBezTo>
                  <a:pt x="173424" y="57642"/>
                  <a:pt x="163726" y="60559"/>
                  <a:pt x="149697" y="60559"/>
                </a:cubicBezTo>
                <a:lnTo>
                  <a:pt x="124255" y="60559"/>
                </a:lnTo>
                <a:lnTo>
                  <a:pt x="124255" y="100955"/>
                </a:lnTo>
                <a:lnTo>
                  <a:pt x="111128" y="100955"/>
                </a:lnTo>
                <a:moveTo>
                  <a:pt x="124255" y="48854"/>
                </a:moveTo>
                <a:lnTo>
                  <a:pt x="149900" y="48854"/>
                </a:lnTo>
                <a:cubicBezTo>
                  <a:pt x="158380" y="48854"/>
                  <a:pt x="164402" y="47278"/>
                  <a:pt x="167966" y="44128"/>
                </a:cubicBezTo>
                <a:cubicBezTo>
                  <a:pt x="171529" y="40976"/>
                  <a:pt x="173311" y="36540"/>
                  <a:pt x="173311" y="30821"/>
                </a:cubicBezTo>
                <a:cubicBezTo>
                  <a:pt x="173311" y="26679"/>
                  <a:pt x="172263" y="23134"/>
                  <a:pt x="170165" y="20185"/>
                </a:cubicBezTo>
                <a:cubicBezTo>
                  <a:pt x="168067" y="17236"/>
                  <a:pt x="165304" y="15289"/>
                  <a:pt x="161876" y="14343"/>
                </a:cubicBezTo>
                <a:cubicBezTo>
                  <a:pt x="159666" y="13758"/>
                  <a:pt x="155583" y="13465"/>
                  <a:pt x="149629" y="13465"/>
                </a:cubicBezTo>
                <a:lnTo>
                  <a:pt x="124255" y="13465"/>
                </a:lnTo>
                <a:lnTo>
                  <a:pt x="124255" y="48854"/>
                </a:lnTo>
                <a:close/>
                <a:moveTo>
                  <a:pt x="228797" y="100955"/>
                </a:moveTo>
                <a:lnTo>
                  <a:pt x="228797" y="13465"/>
                </a:lnTo>
                <a:lnTo>
                  <a:pt x="196115" y="13465"/>
                </a:lnTo>
                <a:lnTo>
                  <a:pt x="196115" y="1759"/>
                </a:lnTo>
                <a:lnTo>
                  <a:pt x="274741" y="1759"/>
                </a:lnTo>
                <a:lnTo>
                  <a:pt x="274741" y="13465"/>
                </a:lnTo>
                <a:lnTo>
                  <a:pt x="241924" y="13465"/>
                </a:lnTo>
                <a:lnTo>
                  <a:pt x="241924" y="100955"/>
                </a:lnTo>
                <a:lnTo>
                  <a:pt x="228797" y="100955"/>
                </a:lnTo>
                <a:close/>
                <a:moveTo>
                  <a:pt x="275440" y="128562"/>
                </a:moveTo>
                <a:lnTo>
                  <a:pt x="275440" y="119766"/>
                </a:lnTo>
                <a:lnTo>
                  <a:pt x="356163" y="119766"/>
                </a:lnTo>
                <a:lnTo>
                  <a:pt x="356163" y="128562"/>
                </a:lnTo>
                <a:lnTo>
                  <a:pt x="275440" y="128562"/>
                </a:lnTo>
                <a:close/>
                <a:moveTo>
                  <a:pt x="360405" y="74566"/>
                </a:moveTo>
                <a:lnTo>
                  <a:pt x="372584" y="72942"/>
                </a:lnTo>
                <a:cubicBezTo>
                  <a:pt x="373983" y="79844"/>
                  <a:pt x="376362" y="84817"/>
                  <a:pt x="379723" y="87862"/>
                </a:cubicBezTo>
                <a:cubicBezTo>
                  <a:pt x="383084" y="90907"/>
                  <a:pt x="387177" y="92429"/>
                  <a:pt x="392004" y="92429"/>
                </a:cubicBezTo>
                <a:cubicBezTo>
                  <a:pt x="397733" y="92429"/>
                  <a:pt x="402571" y="90448"/>
                  <a:pt x="406518" y="86485"/>
                </a:cubicBezTo>
                <a:cubicBezTo>
                  <a:pt x="410465" y="82523"/>
                  <a:pt x="412438" y="77614"/>
                  <a:pt x="412438" y="71760"/>
                </a:cubicBezTo>
                <a:cubicBezTo>
                  <a:pt x="412438" y="66175"/>
                  <a:pt x="410612" y="61570"/>
                  <a:pt x="406958" y="57946"/>
                </a:cubicBezTo>
                <a:cubicBezTo>
                  <a:pt x="403304" y="54320"/>
                  <a:pt x="398658" y="52507"/>
                  <a:pt x="393019" y="52507"/>
                </a:cubicBezTo>
                <a:cubicBezTo>
                  <a:pt x="390718" y="52507"/>
                  <a:pt x="387854" y="52958"/>
                  <a:pt x="384426" y="53861"/>
                </a:cubicBezTo>
                <a:lnTo>
                  <a:pt x="385779" y="43170"/>
                </a:lnTo>
                <a:cubicBezTo>
                  <a:pt x="386591" y="43260"/>
                  <a:pt x="387245" y="43305"/>
                  <a:pt x="387741" y="43305"/>
                </a:cubicBezTo>
                <a:cubicBezTo>
                  <a:pt x="392929" y="43305"/>
                  <a:pt x="397597" y="41963"/>
                  <a:pt x="401748" y="39279"/>
                </a:cubicBezTo>
                <a:cubicBezTo>
                  <a:pt x="405898" y="36595"/>
                  <a:pt x="407973" y="32458"/>
                  <a:pt x="407973" y="26867"/>
                </a:cubicBezTo>
                <a:cubicBezTo>
                  <a:pt x="407973" y="22439"/>
                  <a:pt x="406461" y="18772"/>
                  <a:pt x="403439" y="15865"/>
                </a:cubicBezTo>
                <a:cubicBezTo>
                  <a:pt x="400417" y="12957"/>
                  <a:pt x="396515" y="11503"/>
                  <a:pt x="391733" y="11503"/>
                </a:cubicBezTo>
                <a:cubicBezTo>
                  <a:pt x="386997" y="11503"/>
                  <a:pt x="383050" y="12992"/>
                  <a:pt x="379892" y="15969"/>
                </a:cubicBezTo>
                <a:cubicBezTo>
                  <a:pt x="376734" y="18946"/>
                  <a:pt x="374704" y="23412"/>
                  <a:pt x="373802" y="29366"/>
                </a:cubicBezTo>
                <a:lnTo>
                  <a:pt x="361623" y="27201"/>
                </a:lnTo>
                <a:cubicBezTo>
                  <a:pt x="363111" y="18994"/>
                  <a:pt x="366495" y="12634"/>
                  <a:pt x="371772" y="8122"/>
                </a:cubicBezTo>
                <a:cubicBezTo>
                  <a:pt x="377050" y="3609"/>
                  <a:pt x="383614" y="1353"/>
                  <a:pt x="391463" y="1353"/>
                </a:cubicBezTo>
                <a:cubicBezTo>
                  <a:pt x="396876" y="1353"/>
                  <a:pt x="401860" y="2511"/>
                  <a:pt x="406416" y="4827"/>
                </a:cubicBezTo>
                <a:cubicBezTo>
                  <a:pt x="410972" y="7143"/>
                  <a:pt x="414457" y="10303"/>
                  <a:pt x="416870" y="14307"/>
                </a:cubicBezTo>
                <a:cubicBezTo>
                  <a:pt x="419284" y="18309"/>
                  <a:pt x="420491" y="22559"/>
                  <a:pt x="420491" y="27057"/>
                </a:cubicBezTo>
                <a:cubicBezTo>
                  <a:pt x="420491" y="31330"/>
                  <a:pt x="419340" y="35221"/>
                  <a:pt x="417040" y="38729"/>
                </a:cubicBezTo>
                <a:cubicBezTo>
                  <a:pt x="414739" y="42237"/>
                  <a:pt x="411333" y="45025"/>
                  <a:pt x="406822" y="47094"/>
                </a:cubicBezTo>
                <a:cubicBezTo>
                  <a:pt x="412687" y="48448"/>
                  <a:pt x="417243" y="51256"/>
                  <a:pt x="420491" y="55518"/>
                </a:cubicBezTo>
                <a:cubicBezTo>
                  <a:pt x="423738" y="59781"/>
                  <a:pt x="425362" y="65115"/>
                  <a:pt x="425362" y="71521"/>
                </a:cubicBezTo>
                <a:cubicBezTo>
                  <a:pt x="425362" y="80182"/>
                  <a:pt x="422205" y="87524"/>
                  <a:pt x="415889" y="93546"/>
                </a:cubicBezTo>
                <a:cubicBezTo>
                  <a:pt x="409574" y="99568"/>
                  <a:pt x="401590" y="102579"/>
                  <a:pt x="391936" y="102579"/>
                </a:cubicBezTo>
                <a:cubicBezTo>
                  <a:pt x="383230" y="102579"/>
                  <a:pt x="376001" y="99979"/>
                  <a:pt x="370250" y="94778"/>
                </a:cubicBezTo>
                <a:cubicBezTo>
                  <a:pt x="364498" y="89578"/>
                  <a:pt x="361217" y="82841"/>
                  <a:pt x="360405" y="74566"/>
                </a:cubicBezTo>
                <a:close/>
                <a:moveTo>
                  <a:pt x="437385" y="74837"/>
                </a:moveTo>
                <a:lnTo>
                  <a:pt x="450174" y="73754"/>
                </a:lnTo>
                <a:cubicBezTo>
                  <a:pt x="451121" y="79958"/>
                  <a:pt x="453320" y="84622"/>
                  <a:pt x="456771" y="87746"/>
                </a:cubicBezTo>
                <a:cubicBezTo>
                  <a:pt x="460222" y="90868"/>
                  <a:pt x="464383" y="92429"/>
                  <a:pt x="469255" y="92429"/>
                </a:cubicBezTo>
                <a:cubicBezTo>
                  <a:pt x="475119" y="92429"/>
                  <a:pt x="480081" y="90222"/>
                  <a:pt x="484141" y="85809"/>
                </a:cubicBezTo>
                <a:cubicBezTo>
                  <a:pt x="488201" y="81394"/>
                  <a:pt x="490231" y="75538"/>
                  <a:pt x="490231" y="68241"/>
                </a:cubicBezTo>
                <a:cubicBezTo>
                  <a:pt x="490231" y="61304"/>
                  <a:pt x="488280" y="55831"/>
                  <a:pt x="484378" y="51822"/>
                </a:cubicBezTo>
                <a:cubicBezTo>
                  <a:pt x="480476" y="47813"/>
                  <a:pt x="475367" y="45809"/>
                  <a:pt x="469052" y="45809"/>
                </a:cubicBezTo>
                <a:cubicBezTo>
                  <a:pt x="465128" y="45809"/>
                  <a:pt x="461587" y="46693"/>
                  <a:pt x="458429" y="48462"/>
                </a:cubicBezTo>
                <a:cubicBezTo>
                  <a:pt x="455271" y="50231"/>
                  <a:pt x="452790" y="52527"/>
                  <a:pt x="450986" y="55349"/>
                </a:cubicBezTo>
                <a:lnTo>
                  <a:pt x="439551" y="53861"/>
                </a:lnTo>
                <a:lnTo>
                  <a:pt x="449159" y="2977"/>
                </a:lnTo>
                <a:lnTo>
                  <a:pt x="498486" y="2977"/>
                </a:lnTo>
                <a:lnTo>
                  <a:pt x="498486" y="14480"/>
                </a:lnTo>
                <a:lnTo>
                  <a:pt x="458903" y="14480"/>
                </a:lnTo>
                <a:lnTo>
                  <a:pt x="453557" y="41207"/>
                </a:lnTo>
                <a:cubicBezTo>
                  <a:pt x="459511" y="37103"/>
                  <a:pt x="465759" y="35050"/>
                  <a:pt x="472300" y="35050"/>
                </a:cubicBezTo>
                <a:cubicBezTo>
                  <a:pt x="480961" y="35050"/>
                  <a:pt x="488269" y="38053"/>
                  <a:pt x="494223" y="44060"/>
                </a:cubicBezTo>
                <a:cubicBezTo>
                  <a:pt x="500178" y="50065"/>
                  <a:pt x="503155" y="57786"/>
                  <a:pt x="503155" y="67222"/>
                </a:cubicBezTo>
                <a:cubicBezTo>
                  <a:pt x="503155" y="76209"/>
                  <a:pt x="500539" y="83975"/>
                  <a:pt x="495306" y="90522"/>
                </a:cubicBezTo>
                <a:cubicBezTo>
                  <a:pt x="488945" y="98560"/>
                  <a:pt x="480262" y="102579"/>
                  <a:pt x="469255" y="102579"/>
                </a:cubicBezTo>
                <a:cubicBezTo>
                  <a:pt x="460233" y="102579"/>
                  <a:pt x="452869" y="100046"/>
                  <a:pt x="447163" y="94981"/>
                </a:cubicBezTo>
                <a:cubicBezTo>
                  <a:pt x="441456" y="89916"/>
                  <a:pt x="438197" y="83202"/>
                  <a:pt x="437385" y="74837"/>
                </a:cubicBezTo>
                <a:close/>
                <a:moveTo>
                  <a:pt x="506585" y="128562"/>
                </a:moveTo>
                <a:lnTo>
                  <a:pt x="506585" y="119766"/>
                </a:lnTo>
                <a:lnTo>
                  <a:pt x="587308" y="119766"/>
                </a:lnTo>
                <a:lnTo>
                  <a:pt x="587308" y="128562"/>
                </a:lnTo>
                <a:lnTo>
                  <a:pt x="506585" y="128562"/>
                </a:lnTo>
                <a:close/>
                <a:moveTo>
                  <a:pt x="621660" y="100955"/>
                </a:moveTo>
                <a:lnTo>
                  <a:pt x="621660" y="13465"/>
                </a:lnTo>
                <a:lnTo>
                  <a:pt x="588978" y="13465"/>
                </a:lnTo>
                <a:lnTo>
                  <a:pt x="588978" y="1759"/>
                </a:lnTo>
                <a:lnTo>
                  <a:pt x="667604" y="1759"/>
                </a:lnTo>
                <a:lnTo>
                  <a:pt x="667604" y="13465"/>
                </a:lnTo>
                <a:lnTo>
                  <a:pt x="634787" y="13465"/>
                </a:lnTo>
                <a:lnTo>
                  <a:pt x="634787" y="100955"/>
                </a:lnTo>
                <a:lnTo>
                  <a:pt x="621660" y="100955"/>
                </a:lnTo>
                <a:close/>
                <a:moveTo>
                  <a:pt x="721577" y="100955"/>
                </a:moveTo>
                <a:lnTo>
                  <a:pt x="721577" y="90399"/>
                </a:lnTo>
                <a:cubicBezTo>
                  <a:pt x="715984" y="98519"/>
                  <a:pt x="708383" y="102579"/>
                  <a:pt x="698775" y="102579"/>
                </a:cubicBezTo>
                <a:cubicBezTo>
                  <a:pt x="694534" y="102579"/>
                  <a:pt x="690576" y="101767"/>
                  <a:pt x="686900" y="100143"/>
                </a:cubicBezTo>
                <a:cubicBezTo>
                  <a:pt x="683223" y="98519"/>
                  <a:pt x="680494" y="96478"/>
                  <a:pt x="678712" y="94019"/>
                </a:cubicBezTo>
                <a:cubicBezTo>
                  <a:pt x="676930" y="91561"/>
                  <a:pt x="675679" y="88550"/>
                  <a:pt x="674957" y="84986"/>
                </a:cubicBezTo>
                <a:cubicBezTo>
                  <a:pt x="674461" y="82595"/>
                  <a:pt x="674212" y="78806"/>
                  <a:pt x="674212" y="73619"/>
                </a:cubicBezTo>
                <a:lnTo>
                  <a:pt x="674212" y="29096"/>
                </a:lnTo>
                <a:lnTo>
                  <a:pt x="686392" y="29096"/>
                </a:lnTo>
                <a:lnTo>
                  <a:pt x="686392" y="68950"/>
                </a:lnTo>
                <a:cubicBezTo>
                  <a:pt x="686392" y="75310"/>
                  <a:pt x="686640" y="79596"/>
                  <a:pt x="687136" y="81806"/>
                </a:cubicBezTo>
                <a:cubicBezTo>
                  <a:pt x="687903" y="85009"/>
                  <a:pt x="689527" y="87524"/>
                  <a:pt x="692008" y="89351"/>
                </a:cubicBezTo>
                <a:cubicBezTo>
                  <a:pt x="694489" y="91177"/>
                  <a:pt x="697557" y="92091"/>
                  <a:pt x="701210" y="92091"/>
                </a:cubicBezTo>
                <a:cubicBezTo>
                  <a:pt x="704864" y="92091"/>
                  <a:pt x="708293" y="91155"/>
                  <a:pt x="711495" y="89283"/>
                </a:cubicBezTo>
                <a:cubicBezTo>
                  <a:pt x="714698" y="87411"/>
                  <a:pt x="716965" y="84862"/>
                  <a:pt x="718296" y="81637"/>
                </a:cubicBezTo>
                <a:cubicBezTo>
                  <a:pt x="719626" y="78411"/>
                  <a:pt x="720292" y="73731"/>
                  <a:pt x="720292" y="67596"/>
                </a:cubicBezTo>
                <a:lnTo>
                  <a:pt x="720292" y="29096"/>
                </a:lnTo>
                <a:lnTo>
                  <a:pt x="732471" y="29096"/>
                </a:lnTo>
                <a:lnTo>
                  <a:pt x="732471" y="100955"/>
                </a:lnTo>
                <a:lnTo>
                  <a:pt x="721577" y="100955"/>
                </a:lnTo>
                <a:close/>
                <a:moveTo>
                  <a:pt x="751396" y="100955"/>
                </a:moveTo>
                <a:lnTo>
                  <a:pt x="751396" y="29096"/>
                </a:lnTo>
                <a:lnTo>
                  <a:pt x="762358" y="29096"/>
                </a:lnTo>
                <a:lnTo>
                  <a:pt x="762358" y="39922"/>
                </a:lnTo>
                <a:cubicBezTo>
                  <a:pt x="765155" y="34853"/>
                  <a:pt x="767737" y="31510"/>
                  <a:pt x="770105" y="29895"/>
                </a:cubicBezTo>
                <a:cubicBezTo>
                  <a:pt x="772474" y="28279"/>
                  <a:pt x="775079" y="27472"/>
                  <a:pt x="777921" y="27472"/>
                </a:cubicBezTo>
                <a:cubicBezTo>
                  <a:pt x="782026" y="27472"/>
                  <a:pt x="786198" y="28774"/>
                  <a:pt x="790439" y="31379"/>
                </a:cubicBezTo>
                <a:lnTo>
                  <a:pt x="786243" y="42628"/>
                </a:lnTo>
                <a:cubicBezTo>
                  <a:pt x="783266" y="40869"/>
                  <a:pt x="780289" y="39990"/>
                  <a:pt x="777312" y="39990"/>
                </a:cubicBezTo>
                <a:cubicBezTo>
                  <a:pt x="774650" y="39990"/>
                  <a:pt x="772259" y="40792"/>
                  <a:pt x="770139" y="42396"/>
                </a:cubicBezTo>
                <a:cubicBezTo>
                  <a:pt x="768019" y="43999"/>
                  <a:pt x="766508" y="46222"/>
                  <a:pt x="765606" y="49067"/>
                </a:cubicBezTo>
                <a:cubicBezTo>
                  <a:pt x="764252" y="53402"/>
                  <a:pt x="763576" y="58143"/>
                  <a:pt x="763576" y="63291"/>
                </a:cubicBezTo>
                <a:lnTo>
                  <a:pt x="763576" y="100955"/>
                </a:lnTo>
                <a:lnTo>
                  <a:pt x="751396" y="100955"/>
                </a:lnTo>
                <a:close/>
                <a:moveTo>
                  <a:pt x="808910" y="100955"/>
                </a:moveTo>
                <a:lnTo>
                  <a:pt x="797610" y="100955"/>
                </a:lnTo>
                <a:lnTo>
                  <a:pt x="797610" y="1759"/>
                </a:lnTo>
                <a:lnTo>
                  <a:pt x="809789" y="1759"/>
                </a:lnTo>
                <a:lnTo>
                  <a:pt x="809789" y="37279"/>
                </a:lnTo>
                <a:cubicBezTo>
                  <a:pt x="814932" y="30741"/>
                  <a:pt x="821495" y="27472"/>
                  <a:pt x="829480" y="27472"/>
                </a:cubicBezTo>
                <a:cubicBezTo>
                  <a:pt x="833900" y="27472"/>
                  <a:pt x="838084" y="28363"/>
                  <a:pt x="842031" y="30144"/>
                </a:cubicBezTo>
                <a:cubicBezTo>
                  <a:pt x="845978" y="31926"/>
                  <a:pt x="849226" y="34430"/>
                  <a:pt x="851775" y="37655"/>
                </a:cubicBezTo>
                <a:cubicBezTo>
                  <a:pt x="854324" y="40880"/>
                  <a:pt x="856320" y="44771"/>
                  <a:pt x="857763" y="49327"/>
                </a:cubicBezTo>
                <a:cubicBezTo>
                  <a:pt x="859207" y="53883"/>
                  <a:pt x="859928" y="58755"/>
                  <a:pt x="859928" y="63943"/>
                </a:cubicBezTo>
                <a:cubicBezTo>
                  <a:pt x="859928" y="76257"/>
                  <a:pt x="856884" y="85776"/>
                  <a:pt x="850794" y="92497"/>
                </a:cubicBezTo>
                <a:cubicBezTo>
                  <a:pt x="844704" y="99218"/>
                  <a:pt x="837396" y="102579"/>
                  <a:pt x="828871" y="102579"/>
                </a:cubicBezTo>
                <a:cubicBezTo>
                  <a:pt x="820390" y="102579"/>
                  <a:pt x="813736" y="98993"/>
                  <a:pt x="808910" y="91820"/>
                </a:cubicBezTo>
                <a:lnTo>
                  <a:pt x="808910" y="100955"/>
                </a:lnTo>
                <a:moveTo>
                  <a:pt x="808774" y="64486"/>
                </a:moveTo>
                <a:cubicBezTo>
                  <a:pt x="808774" y="73060"/>
                  <a:pt x="809947" y="79254"/>
                  <a:pt x="812293" y="83070"/>
                </a:cubicBezTo>
                <a:cubicBezTo>
                  <a:pt x="816127" y="89310"/>
                  <a:pt x="821315" y="92429"/>
                  <a:pt x="827856" y="92429"/>
                </a:cubicBezTo>
                <a:cubicBezTo>
                  <a:pt x="833179" y="92429"/>
                  <a:pt x="837780" y="90129"/>
                  <a:pt x="841659" y="85527"/>
                </a:cubicBezTo>
                <a:cubicBezTo>
                  <a:pt x="845539" y="80926"/>
                  <a:pt x="847478" y="74070"/>
                  <a:pt x="847478" y="64958"/>
                </a:cubicBezTo>
                <a:cubicBezTo>
                  <a:pt x="847478" y="55621"/>
                  <a:pt x="845617" y="48732"/>
                  <a:pt x="841896" y="44288"/>
                </a:cubicBezTo>
                <a:cubicBezTo>
                  <a:pt x="838174" y="39844"/>
                  <a:pt x="833675" y="37621"/>
                  <a:pt x="828397" y="37621"/>
                </a:cubicBezTo>
                <a:cubicBezTo>
                  <a:pt x="823074" y="37621"/>
                  <a:pt x="818473" y="39922"/>
                  <a:pt x="814593" y="44523"/>
                </a:cubicBezTo>
                <a:cubicBezTo>
                  <a:pt x="810714" y="49124"/>
                  <a:pt x="808774" y="55779"/>
                  <a:pt x="808774" y="64486"/>
                </a:cubicBezTo>
                <a:close/>
                <a:moveTo>
                  <a:pt x="870192" y="65025"/>
                </a:moveTo>
                <a:cubicBezTo>
                  <a:pt x="870192" y="51718"/>
                  <a:pt x="873891" y="41862"/>
                  <a:pt x="881289" y="35456"/>
                </a:cubicBezTo>
                <a:cubicBezTo>
                  <a:pt x="887469" y="30133"/>
                  <a:pt x="895003" y="27472"/>
                  <a:pt x="903889" y="27472"/>
                </a:cubicBezTo>
                <a:cubicBezTo>
                  <a:pt x="913768" y="27472"/>
                  <a:pt x="921843" y="30708"/>
                  <a:pt x="928113" y="37181"/>
                </a:cubicBezTo>
                <a:cubicBezTo>
                  <a:pt x="934383" y="43655"/>
                  <a:pt x="937518" y="52598"/>
                  <a:pt x="937518" y="64010"/>
                </a:cubicBezTo>
                <a:cubicBezTo>
                  <a:pt x="937518" y="73258"/>
                  <a:pt x="936131" y="80532"/>
                  <a:pt x="933357" y="85832"/>
                </a:cubicBezTo>
                <a:cubicBezTo>
                  <a:pt x="930583" y="91132"/>
                  <a:pt x="926545" y="95249"/>
                  <a:pt x="921245" y="98181"/>
                </a:cubicBezTo>
                <a:cubicBezTo>
                  <a:pt x="915945" y="101113"/>
                  <a:pt x="910159" y="102579"/>
                  <a:pt x="903889" y="102579"/>
                </a:cubicBezTo>
                <a:cubicBezTo>
                  <a:pt x="893830" y="102579"/>
                  <a:pt x="885699" y="99354"/>
                  <a:pt x="879496" y="92903"/>
                </a:cubicBezTo>
                <a:cubicBezTo>
                  <a:pt x="873294" y="86452"/>
                  <a:pt x="870192" y="77160"/>
                  <a:pt x="870192" y="65025"/>
                </a:cubicBezTo>
                <a:moveTo>
                  <a:pt x="882710" y="64991"/>
                </a:moveTo>
                <a:cubicBezTo>
                  <a:pt x="882710" y="74160"/>
                  <a:pt x="884718" y="81025"/>
                  <a:pt x="888732" y="85587"/>
                </a:cubicBezTo>
                <a:cubicBezTo>
                  <a:pt x="892747" y="90148"/>
                  <a:pt x="897799" y="92429"/>
                  <a:pt x="903889" y="92429"/>
                </a:cubicBezTo>
                <a:cubicBezTo>
                  <a:pt x="909934" y="92429"/>
                  <a:pt x="914964" y="90137"/>
                  <a:pt x="918978" y="85553"/>
                </a:cubicBezTo>
                <a:cubicBezTo>
                  <a:pt x="922993" y="80969"/>
                  <a:pt x="925000" y="73980"/>
                  <a:pt x="925000" y="64588"/>
                </a:cubicBezTo>
                <a:cubicBezTo>
                  <a:pt x="925000" y="55733"/>
                  <a:pt x="922982" y="49025"/>
                  <a:pt x="918944" y="44464"/>
                </a:cubicBezTo>
                <a:cubicBezTo>
                  <a:pt x="914907" y="39902"/>
                  <a:pt x="909889" y="37621"/>
                  <a:pt x="903889" y="37621"/>
                </a:cubicBezTo>
                <a:cubicBezTo>
                  <a:pt x="897799" y="37621"/>
                  <a:pt x="892747" y="39891"/>
                  <a:pt x="888732" y="44430"/>
                </a:cubicBezTo>
                <a:cubicBezTo>
                  <a:pt x="884718" y="48969"/>
                  <a:pt x="882710" y="55823"/>
                  <a:pt x="882710" y="64991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Text GPT_4">
            <a:extLst xmlns:a="http://schemas.openxmlformats.org/drawingml/2006/main">
              <a:ext uri="{FF2B5EF4-FFF2-40B4-BE49-F238E27FC236}">
                <a16:creationId xmlns:a16="http://schemas.microsoft.com/office/drawing/2014/main" id="{DBA95D19-DD99-44BC-8B90-D4AB9B24C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037" y="2324549"/>
            <a:ext cx="424956" cy="128562"/>
          </a:xfrm>
          <a:custGeom xmlns:a="http://schemas.openxmlformats.org/drawingml/2006/main">
            <a:pathLst>
              <a:path w="424956" h="128562">
                <a:moveTo>
                  <a:pt x="49733" y="61845"/>
                </a:moveTo>
                <a:lnTo>
                  <a:pt x="49733" y="50342"/>
                </a:lnTo>
                <a:lnTo>
                  <a:pt x="91753" y="50274"/>
                </a:lnTo>
                <a:lnTo>
                  <a:pt x="91753" y="87016"/>
                </a:lnTo>
                <a:cubicBezTo>
                  <a:pt x="85302" y="92181"/>
                  <a:pt x="78648" y="96066"/>
                  <a:pt x="71792" y="98671"/>
                </a:cubicBezTo>
                <a:cubicBezTo>
                  <a:pt x="64935" y="101276"/>
                  <a:pt x="57898" y="102579"/>
                  <a:pt x="50680" y="102579"/>
                </a:cubicBezTo>
                <a:cubicBezTo>
                  <a:pt x="40937" y="102579"/>
                  <a:pt x="32084" y="100493"/>
                  <a:pt x="24122" y="96320"/>
                </a:cubicBezTo>
                <a:cubicBezTo>
                  <a:pt x="16160" y="92147"/>
                  <a:pt x="10150" y="86114"/>
                  <a:pt x="6090" y="78220"/>
                </a:cubicBezTo>
                <a:cubicBezTo>
                  <a:pt x="2030" y="70326"/>
                  <a:pt x="0" y="61507"/>
                  <a:pt x="0" y="51763"/>
                </a:cubicBezTo>
                <a:cubicBezTo>
                  <a:pt x="0" y="42110"/>
                  <a:pt x="2019" y="33099"/>
                  <a:pt x="6056" y="24731"/>
                </a:cubicBezTo>
                <a:cubicBezTo>
                  <a:pt x="10093" y="16363"/>
                  <a:pt x="15901" y="10150"/>
                  <a:pt x="23479" y="6090"/>
                </a:cubicBezTo>
                <a:cubicBezTo>
                  <a:pt x="31058" y="2030"/>
                  <a:pt x="39787" y="0"/>
                  <a:pt x="49665" y="0"/>
                </a:cubicBezTo>
                <a:cubicBezTo>
                  <a:pt x="56838" y="0"/>
                  <a:pt x="63322" y="1159"/>
                  <a:pt x="69119" y="3476"/>
                </a:cubicBezTo>
                <a:cubicBezTo>
                  <a:pt x="74915" y="5794"/>
                  <a:pt x="79460" y="9023"/>
                  <a:pt x="82753" y="13165"/>
                </a:cubicBezTo>
                <a:cubicBezTo>
                  <a:pt x="86046" y="17305"/>
                  <a:pt x="88550" y="22706"/>
                  <a:pt x="90264" y="29366"/>
                </a:cubicBezTo>
                <a:lnTo>
                  <a:pt x="78423" y="32614"/>
                </a:lnTo>
                <a:cubicBezTo>
                  <a:pt x="76934" y="27562"/>
                  <a:pt x="75085" y="23592"/>
                  <a:pt x="72874" y="20705"/>
                </a:cubicBezTo>
                <a:cubicBezTo>
                  <a:pt x="70664" y="17818"/>
                  <a:pt x="67506" y="15506"/>
                  <a:pt x="63401" y="13770"/>
                </a:cubicBezTo>
                <a:cubicBezTo>
                  <a:pt x="59296" y="12033"/>
                  <a:pt x="54740" y="11165"/>
                  <a:pt x="49733" y="11165"/>
                </a:cubicBezTo>
                <a:cubicBezTo>
                  <a:pt x="43734" y="11165"/>
                  <a:pt x="38546" y="12079"/>
                  <a:pt x="34170" y="13907"/>
                </a:cubicBezTo>
                <a:cubicBezTo>
                  <a:pt x="29795" y="15735"/>
                  <a:pt x="26265" y="18140"/>
                  <a:pt x="23581" y="21120"/>
                </a:cubicBezTo>
                <a:cubicBezTo>
                  <a:pt x="20897" y="24100"/>
                  <a:pt x="18811" y="27373"/>
                  <a:pt x="17322" y="30939"/>
                </a:cubicBezTo>
                <a:cubicBezTo>
                  <a:pt x="14796" y="37080"/>
                  <a:pt x="13533" y="43739"/>
                  <a:pt x="13533" y="50917"/>
                </a:cubicBezTo>
                <a:cubicBezTo>
                  <a:pt x="13533" y="59766"/>
                  <a:pt x="15055" y="67170"/>
                  <a:pt x="18100" y="73130"/>
                </a:cubicBezTo>
                <a:cubicBezTo>
                  <a:pt x="21145" y="79090"/>
                  <a:pt x="25577" y="83515"/>
                  <a:pt x="31396" y="86405"/>
                </a:cubicBezTo>
                <a:cubicBezTo>
                  <a:pt x="37215" y="89293"/>
                  <a:pt x="43395" y="90738"/>
                  <a:pt x="49936" y="90738"/>
                </a:cubicBezTo>
                <a:cubicBezTo>
                  <a:pt x="55620" y="90738"/>
                  <a:pt x="61168" y="89637"/>
                  <a:pt x="66582" y="87435"/>
                </a:cubicBezTo>
                <a:cubicBezTo>
                  <a:pt x="71995" y="85233"/>
                  <a:pt x="76100" y="82883"/>
                  <a:pt x="78896" y="80385"/>
                </a:cubicBezTo>
                <a:lnTo>
                  <a:pt x="78896" y="61845"/>
                </a:lnTo>
                <a:lnTo>
                  <a:pt x="49733" y="61845"/>
                </a:lnTo>
                <a:close/>
                <a:moveTo>
                  <a:pt x="111128" y="100955"/>
                </a:moveTo>
                <a:lnTo>
                  <a:pt x="111128" y="1759"/>
                </a:lnTo>
                <a:lnTo>
                  <a:pt x="148546" y="1759"/>
                </a:lnTo>
                <a:cubicBezTo>
                  <a:pt x="155132" y="1759"/>
                  <a:pt x="160162" y="2074"/>
                  <a:pt x="163635" y="2704"/>
                </a:cubicBezTo>
                <a:cubicBezTo>
                  <a:pt x="168507" y="3516"/>
                  <a:pt x="172589" y="5060"/>
                  <a:pt x="175882" y="7335"/>
                </a:cubicBezTo>
                <a:cubicBezTo>
                  <a:pt x="179175" y="9610"/>
                  <a:pt x="181826" y="12798"/>
                  <a:pt x="183833" y="16899"/>
                </a:cubicBezTo>
                <a:cubicBezTo>
                  <a:pt x="185840" y="20998"/>
                  <a:pt x="186844" y="25504"/>
                  <a:pt x="186844" y="30415"/>
                </a:cubicBezTo>
                <a:cubicBezTo>
                  <a:pt x="186844" y="38842"/>
                  <a:pt x="184160" y="45973"/>
                  <a:pt x="178792" y="51807"/>
                </a:cubicBezTo>
                <a:cubicBezTo>
                  <a:pt x="173424" y="57642"/>
                  <a:pt x="163725" y="60559"/>
                  <a:pt x="149696" y="60559"/>
                </a:cubicBezTo>
                <a:lnTo>
                  <a:pt x="124255" y="60559"/>
                </a:lnTo>
                <a:lnTo>
                  <a:pt x="124255" y="100955"/>
                </a:lnTo>
                <a:lnTo>
                  <a:pt x="111128" y="100955"/>
                </a:lnTo>
                <a:moveTo>
                  <a:pt x="124255" y="48854"/>
                </a:moveTo>
                <a:lnTo>
                  <a:pt x="149899" y="48854"/>
                </a:lnTo>
                <a:cubicBezTo>
                  <a:pt x="158380" y="48854"/>
                  <a:pt x="164402" y="47278"/>
                  <a:pt x="167966" y="44128"/>
                </a:cubicBezTo>
                <a:cubicBezTo>
                  <a:pt x="171529" y="40976"/>
                  <a:pt x="173311" y="36540"/>
                  <a:pt x="173311" y="30821"/>
                </a:cubicBezTo>
                <a:cubicBezTo>
                  <a:pt x="173311" y="26679"/>
                  <a:pt x="172262" y="23134"/>
                  <a:pt x="170165" y="20185"/>
                </a:cubicBezTo>
                <a:cubicBezTo>
                  <a:pt x="168067" y="17236"/>
                  <a:pt x="165304" y="15289"/>
                  <a:pt x="161876" y="14343"/>
                </a:cubicBezTo>
                <a:cubicBezTo>
                  <a:pt x="159666" y="13758"/>
                  <a:pt x="155583" y="13465"/>
                  <a:pt x="149629" y="13465"/>
                </a:cubicBezTo>
                <a:lnTo>
                  <a:pt x="124255" y="13465"/>
                </a:lnTo>
                <a:lnTo>
                  <a:pt x="124255" y="48854"/>
                </a:lnTo>
                <a:close/>
                <a:moveTo>
                  <a:pt x="228797" y="100955"/>
                </a:moveTo>
                <a:lnTo>
                  <a:pt x="228797" y="13465"/>
                </a:lnTo>
                <a:lnTo>
                  <a:pt x="196115" y="13465"/>
                </a:lnTo>
                <a:lnTo>
                  <a:pt x="196115" y="1759"/>
                </a:lnTo>
                <a:lnTo>
                  <a:pt x="274741" y="1759"/>
                </a:lnTo>
                <a:lnTo>
                  <a:pt x="274741" y="13465"/>
                </a:lnTo>
                <a:lnTo>
                  <a:pt x="241924" y="13465"/>
                </a:lnTo>
                <a:lnTo>
                  <a:pt x="241924" y="100955"/>
                </a:lnTo>
                <a:lnTo>
                  <a:pt x="228797" y="100955"/>
                </a:lnTo>
                <a:close/>
                <a:moveTo>
                  <a:pt x="275440" y="128562"/>
                </a:moveTo>
                <a:lnTo>
                  <a:pt x="275440" y="119766"/>
                </a:lnTo>
                <a:lnTo>
                  <a:pt x="356163" y="119766"/>
                </a:lnTo>
                <a:lnTo>
                  <a:pt x="356163" y="128562"/>
                </a:lnTo>
                <a:lnTo>
                  <a:pt x="275440" y="128562"/>
                </a:lnTo>
                <a:close/>
                <a:moveTo>
                  <a:pt x="399379" y="100955"/>
                </a:moveTo>
                <a:lnTo>
                  <a:pt x="399379" y="77205"/>
                </a:lnTo>
                <a:lnTo>
                  <a:pt x="356345" y="77205"/>
                </a:lnTo>
                <a:lnTo>
                  <a:pt x="356345" y="66040"/>
                </a:lnTo>
                <a:lnTo>
                  <a:pt x="401612" y="1759"/>
                </a:lnTo>
                <a:lnTo>
                  <a:pt x="411559" y="1759"/>
                </a:lnTo>
                <a:lnTo>
                  <a:pt x="411559" y="66040"/>
                </a:lnTo>
                <a:lnTo>
                  <a:pt x="424956" y="66040"/>
                </a:lnTo>
                <a:lnTo>
                  <a:pt x="424956" y="77205"/>
                </a:lnTo>
                <a:lnTo>
                  <a:pt x="411559" y="77205"/>
                </a:lnTo>
                <a:lnTo>
                  <a:pt x="411559" y="100955"/>
                </a:lnTo>
                <a:lnTo>
                  <a:pt x="399379" y="100955"/>
                </a:lnTo>
                <a:moveTo>
                  <a:pt x="399379" y="66040"/>
                </a:moveTo>
                <a:lnTo>
                  <a:pt x="399379" y="21314"/>
                </a:lnTo>
                <a:lnTo>
                  <a:pt x="368322" y="66040"/>
                </a:lnTo>
                <a:lnTo>
                  <a:pt x="399379" y="6604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Text GPT_4_Turbo">
            <a:extLst xmlns:a="http://schemas.openxmlformats.org/drawingml/2006/main">
              <a:ext uri="{FF2B5EF4-FFF2-40B4-BE49-F238E27FC236}">
                <a16:creationId xmlns:a16="http://schemas.microsoft.com/office/drawing/2014/main" id="{8DE5B029-EE8E-49E0-9D5F-74D2D6B3F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3245" y="2487158"/>
            <a:ext cx="860470" cy="128562"/>
          </a:xfrm>
          <a:custGeom xmlns:a="http://schemas.openxmlformats.org/drawingml/2006/main">
            <a:pathLst>
              <a:path w="860470" h="128562">
                <a:moveTo>
                  <a:pt x="49733" y="61845"/>
                </a:moveTo>
                <a:lnTo>
                  <a:pt x="49733" y="50342"/>
                </a:lnTo>
                <a:lnTo>
                  <a:pt x="91753" y="50274"/>
                </a:lnTo>
                <a:lnTo>
                  <a:pt x="91753" y="87016"/>
                </a:lnTo>
                <a:cubicBezTo>
                  <a:pt x="85302" y="92181"/>
                  <a:pt x="78648" y="96066"/>
                  <a:pt x="71792" y="98671"/>
                </a:cubicBezTo>
                <a:cubicBezTo>
                  <a:pt x="64935" y="101276"/>
                  <a:pt x="57898" y="102579"/>
                  <a:pt x="50680" y="102579"/>
                </a:cubicBezTo>
                <a:cubicBezTo>
                  <a:pt x="40937" y="102579"/>
                  <a:pt x="32084" y="100493"/>
                  <a:pt x="24122" y="96320"/>
                </a:cubicBezTo>
                <a:cubicBezTo>
                  <a:pt x="16160" y="92147"/>
                  <a:pt x="10150" y="86114"/>
                  <a:pt x="6090" y="78220"/>
                </a:cubicBezTo>
                <a:cubicBezTo>
                  <a:pt x="2030" y="70326"/>
                  <a:pt x="0" y="61507"/>
                  <a:pt x="0" y="51763"/>
                </a:cubicBezTo>
                <a:cubicBezTo>
                  <a:pt x="0" y="42110"/>
                  <a:pt x="2019" y="33099"/>
                  <a:pt x="6056" y="24731"/>
                </a:cubicBezTo>
                <a:cubicBezTo>
                  <a:pt x="10093" y="16363"/>
                  <a:pt x="15901" y="10150"/>
                  <a:pt x="23479" y="6090"/>
                </a:cubicBezTo>
                <a:cubicBezTo>
                  <a:pt x="31058" y="2030"/>
                  <a:pt x="39787" y="0"/>
                  <a:pt x="49665" y="0"/>
                </a:cubicBezTo>
                <a:cubicBezTo>
                  <a:pt x="56838" y="0"/>
                  <a:pt x="63322" y="1159"/>
                  <a:pt x="69119" y="3476"/>
                </a:cubicBezTo>
                <a:cubicBezTo>
                  <a:pt x="74915" y="5794"/>
                  <a:pt x="79460" y="9023"/>
                  <a:pt x="82753" y="13165"/>
                </a:cubicBezTo>
                <a:cubicBezTo>
                  <a:pt x="86046" y="17305"/>
                  <a:pt x="88550" y="22706"/>
                  <a:pt x="90264" y="29366"/>
                </a:cubicBezTo>
                <a:lnTo>
                  <a:pt x="78423" y="32614"/>
                </a:lnTo>
                <a:cubicBezTo>
                  <a:pt x="76934" y="27562"/>
                  <a:pt x="75085" y="23592"/>
                  <a:pt x="72874" y="20705"/>
                </a:cubicBezTo>
                <a:cubicBezTo>
                  <a:pt x="70664" y="17818"/>
                  <a:pt x="67506" y="15506"/>
                  <a:pt x="63401" y="13770"/>
                </a:cubicBezTo>
                <a:cubicBezTo>
                  <a:pt x="59296" y="12033"/>
                  <a:pt x="54740" y="11165"/>
                  <a:pt x="49733" y="11165"/>
                </a:cubicBezTo>
                <a:cubicBezTo>
                  <a:pt x="43734" y="11165"/>
                  <a:pt x="38546" y="12079"/>
                  <a:pt x="34170" y="13907"/>
                </a:cubicBezTo>
                <a:cubicBezTo>
                  <a:pt x="29795" y="15735"/>
                  <a:pt x="26265" y="18140"/>
                  <a:pt x="23581" y="21120"/>
                </a:cubicBezTo>
                <a:cubicBezTo>
                  <a:pt x="20897" y="24100"/>
                  <a:pt x="18811" y="27373"/>
                  <a:pt x="17322" y="30939"/>
                </a:cubicBezTo>
                <a:cubicBezTo>
                  <a:pt x="14796" y="37080"/>
                  <a:pt x="13533" y="43739"/>
                  <a:pt x="13533" y="50917"/>
                </a:cubicBezTo>
                <a:cubicBezTo>
                  <a:pt x="13533" y="59766"/>
                  <a:pt x="15055" y="67170"/>
                  <a:pt x="18100" y="73130"/>
                </a:cubicBezTo>
                <a:cubicBezTo>
                  <a:pt x="21145" y="79090"/>
                  <a:pt x="25577" y="83515"/>
                  <a:pt x="31396" y="86405"/>
                </a:cubicBezTo>
                <a:cubicBezTo>
                  <a:pt x="37215" y="89293"/>
                  <a:pt x="43395" y="90738"/>
                  <a:pt x="49936" y="90738"/>
                </a:cubicBezTo>
                <a:cubicBezTo>
                  <a:pt x="55620" y="90738"/>
                  <a:pt x="61168" y="89637"/>
                  <a:pt x="66582" y="87435"/>
                </a:cubicBezTo>
                <a:cubicBezTo>
                  <a:pt x="71995" y="85233"/>
                  <a:pt x="76100" y="82883"/>
                  <a:pt x="78896" y="80385"/>
                </a:cubicBezTo>
                <a:lnTo>
                  <a:pt x="78896" y="61845"/>
                </a:lnTo>
                <a:lnTo>
                  <a:pt x="49733" y="61845"/>
                </a:lnTo>
                <a:close/>
                <a:moveTo>
                  <a:pt x="111128" y="100955"/>
                </a:moveTo>
                <a:lnTo>
                  <a:pt x="111128" y="1759"/>
                </a:lnTo>
                <a:lnTo>
                  <a:pt x="148546" y="1759"/>
                </a:lnTo>
                <a:cubicBezTo>
                  <a:pt x="155132" y="1759"/>
                  <a:pt x="160162" y="2074"/>
                  <a:pt x="163635" y="2704"/>
                </a:cubicBezTo>
                <a:cubicBezTo>
                  <a:pt x="168507" y="3516"/>
                  <a:pt x="172589" y="5060"/>
                  <a:pt x="175882" y="7335"/>
                </a:cubicBezTo>
                <a:cubicBezTo>
                  <a:pt x="179175" y="9610"/>
                  <a:pt x="181825" y="12798"/>
                  <a:pt x="183833" y="16899"/>
                </a:cubicBezTo>
                <a:cubicBezTo>
                  <a:pt x="185840" y="20998"/>
                  <a:pt x="186844" y="25504"/>
                  <a:pt x="186844" y="30415"/>
                </a:cubicBezTo>
                <a:cubicBezTo>
                  <a:pt x="186844" y="38842"/>
                  <a:pt x="184160" y="45973"/>
                  <a:pt x="178792" y="51807"/>
                </a:cubicBezTo>
                <a:cubicBezTo>
                  <a:pt x="173424" y="57642"/>
                  <a:pt x="163725" y="60559"/>
                  <a:pt x="149696" y="60559"/>
                </a:cubicBezTo>
                <a:lnTo>
                  <a:pt x="124254" y="60559"/>
                </a:lnTo>
                <a:lnTo>
                  <a:pt x="124254" y="100955"/>
                </a:lnTo>
                <a:lnTo>
                  <a:pt x="111128" y="100955"/>
                </a:lnTo>
                <a:moveTo>
                  <a:pt x="124254" y="48854"/>
                </a:moveTo>
                <a:lnTo>
                  <a:pt x="149899" y="48854"/>
                </a:lnTo>
                <a:cubicBezTo>
                  <a:pt x="158380" y="48854"/>
                  <a:pt x="164402" y="47278"/>
                  <a:pt x="167965" y="44128"/>
                </a:cubicBezTo>
                <a:cubicBezTo>
                  <a:pt x="171529" y="40976"/>
                  <a:pt x="173311" y="36540"/>
                  <a:pt x="173311" y="30821"/>
                </a:cubicBezTo>
                <a:cubicBezTo>
                  <a:pt x="173311" y="26679"/>
                  <a:pt x="172262" y="23134"/>
                  <a:pt x="170165" y="20185"/>
                </a:cubicBezTo>
                <a:cubicBezTo>
                  <a:pt x="168067" y="17236"/>
                  <a:pt x="165304" y="15289"/>
                  <a:pt x="161876" y="14343"/>
                </a:cubicBezTo>
                <a:cubicBezTo>
                  <a:pt x="159665" y="13758"/>
                  <a:pt x="155583" y="13465"/>
                  <a:pt x="149628" y="13465"/>
                </a:cubicBezTo>
                <a:lnTo>
                  <a:pt x="124254" y="13465"/>
                </a:lnTo>
                <a:lnTo>
                  <a:pt x="124254" y="48854"/>
                </a:lnTo>
                <a:close/>
                <a:moveTo>
                  <a:pt x="228797" y="100955"/>
                </a:moveTo>
                <a:lnTo>
                  <a:pt x="228797" y="13465"/>
                </a:lnTo>
                <a:lnTo>
                  <a:pt x="196115" y="13465"/>
                </a:lnTo>
                <a:lnTo>
                  <a:pt x="196115" y="1759"/>
                </a:lnTo>
                <a:lnTo>
                  <a:pt x="274741" y="1759"/>
                </a:lnTo>
                <a:lnTo>
                  <a:pt x="274741" y="13465"/>
                </a:lnTo>
                <a:lnTo>
                  <a:pt x="241924" y="13465"/>
                </a:lnTo>
                <a:lnTo>
                  <a:pt x="241924" y="100955"/>
                </a:lnTo>
                <a:lnTo>
                  <a:pt x="228797" y="100955"/>
                </a:lnTo>
                <a:close/>
                <a:moveTo>
                  <a:pt x="275439" y="128562"/>
                </a:moveTo>
                <a:lnTo>
                  <a:pt x="275439" y="119766"/>
                </a:lnTo>
                <a:lnTo>
                  <a:pt x="356163" y="119766"/>
                </a:lnTo>
                <a:lnTo>
                  <a:pt x="356163" y="128562"/>
                </a:lnTo>
                <a:lnTo>
                  <a:pt x="275439" y="128562"/>
                </a:lnTo>
                <a:close/>
                <a:moveTo>
                  <a:pt x="399379" y="100955"/>
                </a:moveTo>
                <a:lnTo>
                  <a:pt x="399379" y="77205"/>
                </a:lnTo>
                <a:lnTo>
                  <a:pt x="356345" y="77205"/>
                </a:lnTo>
                <a:lnTo>
                  <a:pt x="356345" y="66040"/>
                </a:lnTo>
                <a:lnTo>
                  <a:pt x="401612" y="1759"/>
                </a:lnTo>
                <a:lnTo>
                  <a:pt x="411559" y="1759"/>
                </a:lnTo>
                <a:lnTo>
                  <a:pt x="411559" y="66040"/>
                </a:lnTo>
                <a:lnTo>
                  <a:pt x="424956" y="66040"/>
                </a:lnTo>
                <a:lnTo>
                  <a:pt x="424956" y="77205"/>
                </a:lnTo>
                <a:lnTo>
                  <a:pt x="411559" y="77205"/>
                </a:lnTo>
                <a:lnTo>
                  <a:pt x="411559" y="100955"/>
                </a:lnTo>
                <a:lnTo>
                  <a:pt x="399379" y="100955"/>
                </a:lnTo>
                <a:moveTo>
                  <a:pt x="399379" y="66040"/>
                </a:moveTo>
                <a:lnTo>
                  <a:pt x="399379" y="21314"/>
                </a:lnTo>
                <a:lnTo>
                  <a:pt x="368321" y="66040"/>
                </a:lnTo>
                <a:lnTo>
                  <a:pt x="399379" y="66040"/>
                </a:lnTo>
                <a:close/>
                <a:moveTo>
                  <a:pt x="429536" y="128562"/>
                </a:moveTo>
                <a:lnTo>
                  <a:pt x="429536" y="119766"/>
                </a:lnTo>
                <a:lnTo>
                  <a:pt x="510260" y="119766"/>
                </a:lnTo>
                <a:lnTo>
                  <a:pt x="510260" y="128562"/>
                </a:lnTo>
                <a:lnTo>
                  <a:pt x="429536" y="128562"/>
                </a:lnTo>
                <a:close/>
                <a:moveTo>
                  <a:pt x="544612" y="100955"/>
                </a:moveTo>
                <a:lnTo>
                  <a:pt x="544612" y="13465"/>
                </a:lnTo>
                <a:lnTo>
                  <a:pt x="511930" y="13465"/>
                </a:lnTo>
                <a:lnTo>
                  <a:pt x="511930" y="1759"/>
                </a:lnTo>
                <a:lnTo>
                  <a:pt x="590556" y="1759"/>
                </a:lnTo>
                <a:lnTo>
                  <a:pt x="590556" y="13465"/>
                </a:lnTo>
                <a:lnTo>
                  <a:pt x="557739" y="13465"/>
                </a:lnTo>
                <a:lnTo>
                  <a:pt x="557739" y="100955"/>
                </a:lnTo>
                <a:lnTo>
                  <a:pt x="544612" y="100955"/>
                </a:lnTo>
                <a:close/>
                <a:moveTo>
                  <a:pt x="644529" y="100955"/>
                </a:moveTo>
                <a:lnTo>
                  <a:pt x="644529" y="90399"/>
                </a:lnTo>
                <a:cubicBezTo>
                  <a:pt x="638936" y="98519"/>
                  <a:pt x="631335" y="102579"/>
                  <a:pt x="621726" y="102579"/>
                </a:cubicBezTo>
                <a:cubicBezTo>
                  <a:pt x="617486" y="102579"/>
                  <a:pt x="613528" y="101767"/>
                  <a:pt x="609851" y="100143"/>
                </a:cubicBezTo>
                <a:cubicBezTo>
                  <a:pt x="606175" y="98519"/>
                  <a:pt x="603446" y="96478"/>
                  <a:pt x="601664" y="94019"/>
                </a:cubicBezTo>
                <a:cubicBezTo>
                  <a:pt x="599882" y="91561"/>
                  <a:pt x="598630" y="88550"/>
                  <a:pt x="597908" y="84986"/>
                </a:cubicBezTo>
                <a:cubicBezTo>
                  <a:pt x="597412" y="82595"/>
                  <a:pt x="597164" y="78806"/>
                  <a:pt x="597164" y="73619"/>
                </a:cubicBezTo>
                <a:lnTo>
                  <a:pt x="597164" y="29096"/>
                </a:lnTo>
                <a:lnTo>
                  <a:pt x="609344" y="29096"/>
                </a:lnTo>
                <a:lnTo>
                  <a:pt x="609344" y="68950"/>
                </a:lnTo>
                <a:cubicBezTo>
                  <a:pt x="609344" y="75310"/>
                  <a:pt x="609592" y="79596"/>
                  <a:pt x="610088" y="81806"/>
                </a:cubicBezTo>
                <a:cubicBezTo>
                  <a:pt x="610855" y="85009"/>
                  <a:pt x="612479" y="87524"/>
                  <a:pt x="614960" y="89351"/>
                </a:cubicBezTo>
                <a:cubicBezTo>
                  <a:pt x="617441" y="91177"/>
                  <a:pt x="620508" y="92091"/>
                  <a:pt x="624162" y="92091"/>
                </a:cubicBezTo>
                <a:cubicBezTo>
                  <a:pt x="627816" y="92091"/>
                  <a:pt x="631244" y="91155"/>
                  <a:pt x="634447" y="89283"/>
                </a:cubicBezTo>
                <a:cubicBezTo>
                  <a:pt x="637650" y="87411"/>
                  <a:pt x="639917" y="84862"/>
                  <a:pt x="641247" y="81637"/>
                </a:cubicBezTo>
                <a:cubicBezTo>
                  <a:pt x="642578" y="78411"/>
                  <a:pt x="643243" y="73731"/>
                  <a:pt x="643243" y="67596"/>
                </a:cubicBezTo>
                <a:lnTo>
                  <a:pt x="643243" y="29096"/>
                </a:lnTo>
                <a:lnTo>
                  <a:pt x="655423" y="29096"/>
                </a:lnTo>
                <a:lnTo>
                  <a:pt x="655423" y="100955"/>
                </a:lnTo>
                <a:lnTo>
                  <a:pt x="644529" y="100955"/>
                </a:lnTo>
                <a:close/>
                <a:moveTo>
                  <a:pt x="674348" y="100955"/>
                </a:moveTo>
                <a:lnTo>
                  <a:pt x="674348" y="29096"/>
                </a:lnTo>
                <a:lnTo>
                  <a:pt x="685309" y="29096"/>
                </a:lnTo>
                <a:lnTo>
                  <a:pt x="685309" y="39922"/>
                </a:lnTo>
                <a:cubicBezTo>
                  <a:pt x="688106" y="34853"/>
                  <a:pt x="690689" y="31510"/>
                  <a:pt x="693057" y="29895"/>
                </a:cubicBezTo>
                <a:cubicBezTo>
                  <a:pt x="695425" y="28279"/>
                  <a:pt x="698030" y="27472"/>
                  <a:pt x="700872" y="27472"/>
                </a:cubicBezTo>
                <a:cubicBezTo>
                  <a:pt x="704977" y="27472"/>
                  <a:pt x="709150" y="28774"/>
                  <a:pt x="713390" y="31379"/>
                </a:cubicBezTo>
                <a:lnTo>
                  <a:pt x="709195" y="42628"/>
                </a:lnTo>
                <a:cubicBezTo>
                  <a:pt x="706218" y="40869"/>
                  <a:pt x="703240" y="39990"/>
                  <a:pt x="700263" y="39990"/>
                </a:cubicBezTo>
                <a:cubicBezTo>
                  <a:pt x="697602" y="39990"/>
                  <a:pt x="695211" y="40792"/>
                  <a:pt x="693091" y="42396"/>
                </a:cubicBezTo>
                <a:cubicBezTo>
                  <a:pt x="690971" y="43999"/>
                  <a:pt x="689459" y="46222"/>
                  <a:pt x="688557" y="49067"/>
                </a:cubicBezTo>
                <a:cubicBezTo>
                  <a:pt x="687204" y="53402"/>
                  <a:pt x="686527" y="58143"/>
                  <a:pt x="686527" y="63291"/>
                </a:cubicBezTo>
                <a:lnTo>
                  <a:pt x="686527" y="100955"/>
                </a:lnTo>
                <a:lnTo>
                  <a:pt x="674348" y="100955"/>
                </a:lnTo>
                <a:close/>
                <a:moveTo>
                  <a:pt x="731861" y="100955"/>
                </a:moveTo>
                <a:lnTo>
                  <a:pt x="720561" y="100955"/>
                </a:lnTo>
                <a:lnTo>
                  <a:pt x="720561" y="1759"/>
                </a:lnTo>
                <a:lnTo>
                  <a:pt x="732741" y="1759"/>
                </a:lnTo>
                <a:lnTo>
                  <a:pt x="732741" y="37279"/>
                </a:lnTo>
                <a:cubicBezTo>
                  <a:pt x="737883" y="30741"/>
                  <a:pt x="744447" y="27472"/>
                  <a:pt x="752431" y="27472"/>
                </a:cubicBezTo>
                <a:cubicBezTo>
                  <a:pt x="756852" y="27472"/>
                  <a:pt x="761036" y="28363"/>
                  <a:pt x="764983" y="30144"/>
                </a:cubicBezTo>
                <a:cubicBezTo>
                  <a:pt x="768930" y="31926"/>
                  <a:pt x="772178" y="34430"/>
                  <a:pt x="774726" y="37655"/>
                </a:cubicBezTo>
                <a:cubicBezTo>
                  <a:pt x="777275" y="40880"/>
                  <a:pt x="779271" y="44771"/>
                  <a:pt x="780715" y="49327"/>
                </a:cubicBezTo>
                <a:cubicBezTo>
                  <a:pt x="782158" y="53883"/>
                  <a:pt x="782880" y="58755"/>
                  <a:pt x="782880" y="63943"/>
                </a:cubicBezTo>
                <a:cubicBezTo>
                  <a:pt x="782880" y="76257"/>
                  <a:pt x="779835" y="85776"/>
                  <a:pt x="773745" y="92497"/>
                </a:cubicBezTo>
                <a:cubicBezTo>
                  <a:pt x="767655" y="99218"/>
                  <a:pt x="760348" y="102579"/>
                  <a:pt x="751822" y="102579"/>
                </a:cubicBezTo>
                <a:cubicBezTo>
                  <a:pt x="743341" y="102579"/>
                  <a:pt x="736688" y="98993"/>
                  <a:pt x="731861" y="91820"/>
                </a:cubicBezTo>
                <a:lnTo>
                  <a:pt x="731861" y="100955"/>
                </a:lnTo>
                <a:moveTo>
                  <a:pt x="731726" y="64486"/>
                </a:moveTo>
                <a:cubicBezTo>
                  <a:pt x="731726" y="73060"/>
                  <a:pt x="732899" y="79254"/>
                  <a:pt x="735244" y="83070"/>
                </a:cubicBezTo>
                <a:cubicBezTo>
                  <a:pt x="739079" y="89310"/>
                  <a:pt x="744266" y="92429"/>
                  <a:pt x="750807" y="92429"/>
                </a:cubicBezTo>
                <a:cubicBezTo>
                  <a:pt x="756130" y="92429"/>
                  <a:pt x="760731" y="90129"/>
                  <a:pt x="764611" y="85527"/>
                </a:cubicBezTo>
                <a:cubicBezTo>
                  <a:pt x="768490" y="80926"/>
                  <a:pt x="770430" y="74070"/>
                  <a:pt x="770430" y="64958"/>
                </a:cubicBezTo>
                <a:cubicBezTo>
                  <a:pt x="770430" y="55621"/>
                  <a:pt x="768569" y="48732"/>
                  <a:pt x="764847" y="44288"/>
                </a:cubicBezTo>
                <a:cubicBezTo>
                  <a:pt x="761126" y="39844"/>
                  <a:pt x="756626" y="37621"/>
                  <a:pt x="751348" y="37621"/>
                </a:cubicBezTo>
                <a:cubicBezTo>
                  <a:pt x="746025" y="37621"/>
                  <a:pt x="741424" y="39922"/>
                  <a:pt x="737545" y="44523"/>
                </a:cubicBezTo>
                <a:cubicBezTo>
                  <a:pt x="733665" y="49124"/>
                  <a:pt x="731726" y="55779"/>
                  <a:pt x="731726" y="64486"/>
                </a:cubicBezTo>
                <a:close/>
                <a:moveTo>
                  <a:pt x="793144" y="65025"/>
                </a:moveTo>
                <a:cubicBezTo>
                  <a:pt x="793144" y="51718"/>
                  <a:pt x="796843" y="41862"/>
                  <a:pt x="804241" y="35456"/>
                </a:cubicBezTo>
                <a:cubicBezTo>
                  <a:pt x="810421" y="30133"/>
                  <a:pt x="817954" y="27472"/>
                  <a:pt x="826841" y="27472"/>
                </a:cubicBezTo>
                <a:cubicBezTo>
                  <a:pt x="836720" y="27472"/>
                  <a:pt x="844794" y="30708"/>
                  <a:pt x="851064" y="37181"/>
                </a:cubicBezTo>
                <a:cubicBezTo>
                  <a:pt x="857335" y="43655"/>
                  <a:pt x="860470" y="52598"/>
                  <a:pt x="860470" y="64010"/>
                </a:cubicBezTo>
                <a:cubicBezTo>
                  <a:pt x="860470" y="73258"/>
                  <a:pt x="859083" y="80532"/>
                  <a:pt x="856308" y="85832"/>
                </a:cubicBezTo>
                <a:cubicBezTo>
                  <a:pt x="853534" y="91132"/>
                  <a:pt x="849497" y="95249"/>
                  <a:pt x="844196" y="98181"/>
                </a:cubicBezTo>
                <a:cubicBezTo>
                  <a:pt x="838896" y="101113"/>
                  <a:pt x="833111" y="102579"/>
                  <a:pt x="826841" y="102579"/>
                </a:cubicBezTo>
                <a:cubicBezTo>
                  <a:pt x="816781" y="102579"/>
                  <a:pt x="808650" y="99354"/>
                  <a:pt x="802448" y="92903"/>
                </a:cubicBezTo>
                <a:cubicBezTo>
                  <a:pt x="796245" y="86452"/>
                  <a:pt x="793144" y="77160"/>
                  <a:pt x="793144" y="65025"/>
                </a:cubicBezTo>
                <a:moveTo>
                  <a:pt x="805662" y="64991"/>
                </a:moveTo>
                <a:cubicBezTo>
                  <a:pt x="805662" y="74160"/>
                  <a:pt x="807669" y="81025"/>
                  <a:pt x="811684" y="85587"/>
                </a:cubicBezTo>
                <a:cubicBezTo>
                  <a:pt x="815699" y="90148"/>
                  <a:pt x="820751" y="92429"/>
                  <a:pt x="826841" y="92429"/>
                </a:cubicBezTo>
                <a:cubicBezTo>
                  <a:pt x="832885" y="92429"/>
                  <a:pt x="837915" y="90137"/>
                  <a:pt x="841930" y="85553"/>
                </a:cubicBezTo>
                <a:cubicBezTo>
                  <a:pt x="845944" y="80969"/>
                  <a:pt x="847952" y="73980"/>
                  <a:pt x="847952" y="64588"/>
                </a:cubicBezTo>
                <a:cubicBezTo>
                  <a:pt x="847952" y="55733"/>
                  <a:pt x="845933" y="49025"/>
                  <a:pt x="841896" y="44464"/>
                </a:cubicBezTo>
                <a:cubicBezTo>
                  <a:pt x="837859" y="39902"/>
                  <a:pt x="832840" y="37621"/>
                  <a:pt x="826841" y="37621"/>
                </a:cubicBezTo>
                <a:cubicBezTo>
                  <a:pt x="820751" y="37621"/>
                  <a:pt x="815699" y="39891"/>
                  <a:pt x="811684" y="44430"/>
                </a:cubicBezTo>
                <a:cubicBezTo>
                  <a:pt x="807669" y="48969"/>
                  <a:pt x="805662" y="55823"/>
                  <a:pt x="805662" y="64991"/>
                </a:cubicBez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Text Magicoder_6B">
            <a:extLst xmlns:a="http://schemas.openxmlformats.org/drawingml/2006/main">
              <a:ext uri="{FF2B5EF4-FFF2-40B4-BE49-F238E27FC236}">
                <a16:creationId xmlns:a16="http://schemas.microsoft.com/office/drawing/2014/main" id="{79914416-7C89-483D-BC46-3DB44B8B4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1468" y="1194444"/>
            <a:ext cx="875739" cy="128833"/>
          </a:xfrm>
          <a:custGeom xmlns:a="http://schemas.openxmlformats.org/drawingml/2006/main">
            <a:pathLst>
              <a:path w="875739" h="128833">
                <a:moveTo>
                  <a:pt x="0" y="99602"/>
                </a:moveTo>
                <a:lnTo>
                  <a:pt x="0" y="406"/>
                </a:lnTo>
                <a:lnTo>
                  <a:pt x="19758" y="406"/>
                </a:lnTo>
                <a:lnTo>
                  <a:pt x="43237" y="70641"/>
                </a:lnTo>
                <a:cubicBezTo>
                  <a:pt x="45403" y="77182"/>
                  <a:pt x="46981" y="82077"/>
                  <a:pt x="47974" y="85324"/>
                </a:cubicBezTo>
                <a:cubicBezTo>
                  <a:pt x="49102" y="81716"/>
                  <a:pt x="50861" y="76415"/>
                  <a:pt x="53252" y="69423"/>
                </a:cubicBezTo>
                <a:lnTo>
                  <a:pt x="77002" y="406"/>
                </a:lnTo>
                <a:lnTo>
                  <a:pt x="94662" y="406"/>
                </a:lnTo>
                <a:lnTo>
                  <a:pt x="94662" y="99602"/>
                </a:lnTo>
                <a:lnTo>
                  <a:pt x="82009" y="99602"/>
                </a:lnTo>
                <a:lnTo>
                  <a:pt x="82009" y="16578"/>
                </a:lnTo>
                <a:lnTo>
                  <a:pt x="53184" y="99602"/>
                </a:lnTo>
                <a:lnTo>
                  <a:pt x="41343" y="99602"/>
                </a:lnTo>
                <a:lnTo>
                  <a:pt x="12653" y="15157"/>
                </a:lnTo>
                <a:lnTo>
                  <a:pt x="12653" y="99602"/>
                </a:lnTo>
                <a:lnTo>
                  <a:pt x="0" y="99602"/>
                </a:lnTo>
                <a:close/>
                <a:moveTo>
                  <a:pt x="161175" y="90729"/>
                </a:moveTo>
                <a:cubicBezTo>
                  <a:pt x="156664" y="94566"/>
                  <a:pt x="152322" y="97275"/>
                  <a:pt x="148150" y="98855"/>
                </a:cubicBezTo>
                <a:cubicBezTo>
                  <a:pt x="143977" y="100435"/>
                  <a:pt x="139500" y="101226"/>
                  <a:pt x="134718" y="101226"/>
                </a:cubicBezTo>
                <a:cubicBezTo>
                  <a:pt x="126824" y="101226"/>
                  <a:pt x="120757" y="99296"/>
                  <a:pt x="116517" y="95436"/>
                </a:cubicBezTo>
                <a:cubicBezTo>
                  <a:pt x="112276" y="91576"/>
                  <a:pt x="110156" y="86645"/>
                  <a:pt x="110156" y="80641"/>
                </a:cubicBezTo>
                <a:cubicBezTo>
                  <a:pt x="110156" y="77121"/>
                  <a:pt x="110957" y="73905"/>
                  <a:pt x="112558" y="70994"/>
                </a:cubicBezTo>
                <a:cubicBezTo>
                  <a:pt x="114160" y="68082"/>
                  <a:pt x="116257" y="65746"/>
                  <a:pt x="118851" y="63985"/>
                </a:cubicBezTo>
                <a:cubicBezTo>
                  <a:pt x="121445" y="62224"/>
                  <a:pt x="124366" y="60893"/>
                  <a:pt x="127614" y="59991"/>
                </a:cubicBezTo>
                <a:cubicBezTo>
                  <a:pt x="130004" y="59358"/>
                  <a:pt x="133613" y="58748"/>
                  <a:pt x="138440" y="58162"/>
                </a:cubicBezTo>
                <a:cubicBezTo>
                  <a:pt x="148274" y="56997"/>
                  <a:pt x="155514" y="55609"/>
                  <a:pt x="160160" y="53996"/>
                </a:cubicBezTo>
                <a:cubicBezTo>
                  <a:pt x="160205" y="52334"/>
                  <a:pt x="160228" y="51278"/>
                  <a:pt x="160228" y="50828"/>
                </a:cubicBezTo>
                <a:cubicBezTo>
                  <a:pt x="160228" y="45885"/>
                  <a:pt x="159078" y="42402"/>
                  <a:pt x="156777" y="40381"/>
                </a:cubicBezTo>
                <a:cubicBezTo>
                  <a:pt x="153664" y="37639"/>
                  <a:pt x="149041" y="36268"/>
                  <a:pt x="142906" y="36268"/>
                </a:cubicBezTo>
                <a:cubicBezTo>
                  <a:pt x="137177" y="36268"/>
                  <a:pt x="132948" y="37272"/>
                  <a:pt x="130219" y="39279"/>
                </a:cubicBezTo>
                <a:cubicBezTo>
                  <a:pt x="127490" y="41286"/>
                  <a:pt x="125471" y="44839"/>
                  <a:pt x="124163" y="49936"/>
                </a:cubicBezTo>
                <a:lnTo>
                  <a:pt x="112254" y="48312"/>
                </a:lnTo>
                <a:cubicBezTo>
                  <a:pt x="113337" y="43199"/>
                  <a:pt x="115118" y="39070"/>
                  <a:pt x="117599" y="35925"/>
                </a:cubicBezTo>
                <a:cubicBezTo>
                  <a:pt x="120080" y="32780"/>
                  <a:pt x="123667" y="30360"/>
                  <a:pt x="128358" y="28664"/>
                </a:cubicBezTo>
                <a:cubicBezTo>
                  <a:pt x="133049" y="26967"/>
                  <a:pt x="138485" y="26118"/>
                  <a:pt x="144665" y="26118"/>
                </a:cubicBezTo>
                <a:cubicBezTo>
                  <a:pt x="150800" y="26118"/>
                  <a:pt x="155785" y="26840"/>
                  <a:pt x="159619" y="28284"/>
                </a:cubicBezTo>
                <a:cubicBezTo>
                  <a:pt x="163453" y="29727"/>
                  <a:pt x="166272" y="31543"/>
                  <a:pt x="168077" y="33731"/>
                </a:cubicBezTo>
                <a:cubicBezTo>
                  <a:pt x="169881" y="35918"/>
                  <a:pt x="171144" y="38681"/>
                  <a:pt x="171866" y="42019"/>
                </a:cubicBezTo>
                <a:cubicBezTo>
                  <a:pt x="172272" y="44094"/>
                  <a:pt x="172475" y="47839"/>
                  <a:pt x="172475" y="53252"/>
                </a:cubicBezTo>
                <a:lnTo>
                  <a:pt x="172475" y="69491"/>
                </a:lnTo>
                <a:cubicBezTo>
                  <a:pt x="172475" y="80814"/>
                  <a:pt x="172734" y="87975"/>
                  <a:pt x="173253" y="90974"/>
                </a:cubicBezTo>
                <a:cubicBezTo>
                  <a:pt x="173772" y="93974"/>
                  <a:pt x="174798" y="96850"/>
                  <a:pt x="176332" y="99602"/>
                </a:cubicBezTo>
                <a:lnTo>
                  <a:pt x="163611" y="99602"/>
                </a:lnTo>
                <a:cubicBezTo>
                  <a:pt x="162348" y="97073"/>
                  <a:pt x="161536" y="94115"/>
                  <a:pt x="161175" y="90729"/>
                </a:cubicBezTo>
                <a:moveTo>
                  <a:pt x="160160" y="63469"/>
                </a:moveTo>
                <a:cubicBezTo>
                  <a:pt x="155739" y="65289"/>
                  <a:pt x="149108" y="66835"/>
                  <a:pt x="140267" y="68108"/>
                </a:cubicBezTo>
                <a:cubicBezTo>
                  <a:pt x="135260" y="68833"/>
                  <a:pt x="131719" y="69648"/>
                  <a:pt x="129644" y="70555"/>
                </a:cubicBezTo>
                <a:cubicBezTo>
                  <a:pt x="127569" y="71460"/>
                  <a:pt x="125967" y="72785"/>
                  <a:pt x="124839" y="74530"/>
                </a:cubicBezTo>
                <a:cubicBezTo>
                  <a:pt x="123712" y="76274"/>
                  <a:pt x="123148" y="78210"/>
                  <a:pt x="123148" y="80338"/>
                </a:cubicBezTo>
                <a:cubicBezTo>
                  <a:pt x="123148" y="83599"/>
                  <a:pt x="124377" y="86317"/>
                  <a:pt x="126836" y="88492"/>
                </a:cubicBezTo>
                <a:cubicBezTo>
                  <a:pt x="129294" y="90666"/>
                  <a:pt x="132891" y="91753"/>
                  <a:pt x="137628" y="91753"/>
                </a:cubicBezTo>
                <a:cubicBezTo>
                  <a:pt x="142319" y="91753"/>
                  <a:pt x="146492" y="90721"/>
                  <a:pt x="150146" y="88659"/>
                </a:cubicBezTo>
                <a:cubicBezTo>
                  <a:pt x="153800" y="86597"/>
                  <a:pt x="156484" y="83775"/>
                  <a:pt x="158198" y="80195"/>
                </a:cubicBezTo>
                <a:cubicBezTo>
                  <a:pt x="159506" y="77429"/>
                  <a:pt x="160160" y="73349"/>
                  <a:pt x="160160" y="67956"/>
                </a:cubicBezTo>
                <a:lnTo>
                  <a:pt x="160160" y="63469"/>
                </a:lnTo>
                <a:close/>
                <a:moveTo>
                  <a:pt x="189099" y="105556"/>
                </a:moveTo>
                <a:lnTo>
                  <a:pt x="200940" y="107315"/>
                </a:lnTo>
                <a:cubicBezTo>
                  <a:pt x="201437" y="110969"/>
                  <a:pt x="202812" y="113631"/>
                  <a:pt x="205068" y="115300"/>
                </a:cubicBezTo>
                <a:cubicBezTo>
                  <a:pt x="208090" y="117555"/>
                  <a:pt x="212218" y="118683"/>
                  <a:pt x="217450" y="118683"/>
                </a:cubicBezTo>
                <a:cubicBezTo>
                  <a:pt x="223089" y="118683"/>
                  <a:pt x="227442" y="117552"/>
                  <a:pt x="230510" y="115291"/>
                </a:cubicBezTo>
                <a:cubicBezTo>
                  <a:pt x="233577" y="113032"/>
                  <a:pt x="235652" y="109867"/>
                  <a:pt x="236735" y="105797"/>
                </a:cubicBezTo>
                <a:cubicBezTo>
                  <a:pt x="237366" y="103312"/>
                  <a:pt x="237659" y="98090"/>
                  <a:pt x="237614" y="90133"/>
                </a:cubicBezTo>
                <a:cubicBezTo>
                  <a:pt x="232291" y="96445"/>
                  <a:pt x="225660" y="99602"/>
                  <a:pt x="217721" y="99602"/>
                </a:cubicBezTo>
                <a:cubicBezTo>
                  <a:pt x="207842" y="99602"/>
                  <a:pt x="200196" y="96038"/>
                  <a:pt x="194783" y="88911"/>
                </a:cubicBezTo>
                <a:cubicBezTo>
                  <a:pt x="189370" y="81783"/>
                  <a:pt x="186663" y="73235"/>
                  <a:pt x="186663" y="63266"/>
                </a:cubicBezTo>
                <a:cubicBezTo>
                  <a:pt x="186663" y="56409"/>
                  <a:pt x="187904" y="50083"/>
                  <a:pt x="190385" y="44286"/>
                </a:cubicBezTo>
                <a:cubicBezTo>
                  <a:pt x="192866" y="38490"/>
                  <a:pt x="196463" y="34013"/>
                  <a:pt x="201177" y="30855"/>
                </a:cubicBezTo>
                <a:cubicBezTo>
                  <a:pt x="205891" y="27697"/>
                  <a:pt x="211428" y="26118"/>
                  <a:pt x="217789" y="26118"/>
                </a:cubicBezTo>
                <a:cubicBezTo>
                  <a:pt x="226269" y="26118"/>
                  <a:pt x="233261" y="29569"/>
                  <a:pt x="238765" y="36471"/>
                </a:cubicBezTo>
                <a:lnTo>
                  <a:pt x="238765" y="27742"/>
                </a:lnTo>
                <a:lnTo>
                  <a:pt x="249997" y="27742"/>
                </a:lnTo>
                <a:lnTo>
                  <a:pt x="249997" y="89900"/>
                </a:lnTo>
                <a:cubicBezTo>
                  <a:pt x="249997" y="101094"/>
                  <a:pt x="248858" y="109027"/>
                  <a:pt x="246580" y="113699"/>
                </a:cubicBezTo>
                <a:cubicBezTo>
                  <a:pt x="244302" y="118371"/>
                  <a:pt x="240693" y="122060"/>
                  <a:pt x="235754" y="124768"/>
                </a:cubicBezTo>
                <a:cubicBezTo>
                  <a:pt x="230814" y="127478"/>
                  <a:pt x="224736" y="128833"/>
                  <a:pt x="217518" y="128833"/>
                </a:cubicBezTo>
                <a:cubicBezTo>
                  <a:pt x="208947" y="128833"/>
                  <a:pt x="202023" y="126898"/>
                  <a:pt x="196745" y="123030"/>
                </a:cubicBezTo>
                <a:cubicBezTo>
                  <a:pt x="191467" y="119162"/>
                  <a:pt x="188919" y="113337"/>
                  <a:pt x="189099" y="105556"/>
                </a:cubicBezTo>
                <a:moveTo>
                  <a:pt x="199181" y="62388"/>
                </a:moveTo>
                <a:cubicBezTo>
                  <a:pt x="199181" y="71792"/>
                  <a:pt x="201053" y="78654"/>
                  <a:pt x="204797" y="82973"/>
                </a:cubicBezTo>
                <a:cubicBezTo>
                  <a:pt x="208541" y="87292"/>
                  <a:pt x="213233" y="89452"/>
                  <a:pt x="218871" y="89452"/>
                </a:cubicBezTo>
                <a:cubicBezTo>
                  <a:pt x="224465" y="89452"/>
                  <a:pt x="229156" y="87304"/>
                  <a:pt x="232946" y="83007"/>
                </a:cubicBezTo>
                <a:cubicBezTo>
                  <a:pt x="236735" y="78710"/>
                  <a:pt x="238629" y="71972"/>
                  <a:pt x="238629" y="62792"/>
                </a:cubicBezTo>
                <a:cubicBezTo>
                  <a:pt x="238629" y="54019"/>
                  <a:pt x="236678" y="47404"/>
                  <a:pt x="232776" y="42950"/>
                </a:cubicBezTo>
                <a:cubicBezTo>
                  <a:pt x="228874" y="38495"/>
                  <a:pt x="224172" y="36268"/>
                  <a:pt x="218668" y="36268"/>
                </a:cubicBezTo>
                <a:cubicBezTo>
                  <a:pt x="213255" y="36268"/>
                  <a:pt x="208654" y="38461"/>
                  <a:pt x="204865" y="42848"/>
                </a:cubicBezTo>
                <a:cubicBezTo>
                  <a:pt x="201076" y="47235"/>
                  <a:pt x="199181" y="53749"/>
                  <a:pt x="199181" y="62388"/>
                </a:cubicBezTo>
                <a:close/>
                <a:moveTo>
                  <a:pt x="268448" y="14480"/>
                </a:moveTo>
                <a:lnTo>
                  <a:pt x="268448" y="406"/>
                </a:lnTo>
                <a:lnTo>
                  <a:pt x="280627" y="406"/>
                </a:lnTo>
                <a:lnTo>
                  <a:pt x="280627" y="14480"/>
                </a:lnTo>
                <a:lnTo>
                  <a:pt x="268448" y="14480"/>
                </a:lnTo>
                <a:moveTo>
                  <a:pt x="268448" y="99602"/>
                </a:moveTo>
                <a:lnTo>
                  <a:pt x="268448" y="27742"/>
                </a:lnTo>
                <a:lnTo>
                  <a:pt x="280627" y="27742"/>
                </a:lnTo>
                <a:lnTo>
                  <a:pt x="280627" y="99602"/>
                </a:lnTo>
                <a:lnTo>
                  <a:pt x="268448" y="99602"/>
                </a:lnTo>
                <a:close/>
                <a:moveTo>
                  <a:pt x="346036" y="73213"/>
                </a:moveTo>
                <a:lnTo>
                  <a:pt x="358012" y="74769"/>
                </a:lnTo>
                <a:cubicBezTo>
                  <a:pt x="356704" y="83045"/>
                  <a:pt x="353355" y="89524"/>
                  <a:pt x="347964" y="94205"/>
                </a:cubicBezTo>
                <a:cubicBezTo>
                  <a:pt x="342573" y="98886"/>
                  <a:pt x="335954" y="101226"/>
                  <a:pt x="328105" y="101226"/>
                </a:cubicBezTo>
                <a:cubicBezTo>
                  <a:pt x="318271" y="101226"/>
                  <a:pt x="310365" y="98012"/>
                  <a:pt x="304388" y="91583"/>
                </a:cubicBezTo>
                <a:cubicBezTo>
                  <a:pt x="298411" y="85155"/>
                  <a:pt x="295423" y="75942"/>
                  <a:pt x="295423" y="63943"/>
                </a:cubicBezTo>
                <a:cubicBezTo>
                  <a:pt x="295423" y="56184"/>
                  <a:pt x="296708" y="49395"/>
                  <a:pt x="299280" y="43576"/>
                </a:cubicBezTo>
                <a:cubicBezTo>
                  <a:pt x="301851" y="37757"/>
                  <a:pt x="305764" y="33392"/>
                  <a:pt x="311019" y="30483"/>
                </a:cubicBezTo>
                <a:cubicBezTo>
                  <a:pt x="316275" y="27573"/>
                  <a:pt x="321992" y="26118"/>
                  <a:pt x="328172" y="26118"/>
                </a:cubicBezTo>
                <a:cubicBezTo>
                  <a:pt x="335976" y="26118"/>
                  <a:pt x="342359" y="28098"/>
                  <a:pt x="347321" y="32058"/>
                </a:cubicBezTo>
                <a:cubicBezTo>
                  <a:pt x="352283" y="36016"/>
                  <a:pt x="355464" y="41637"/>
                  <a:pt x="356862" y="48921"/>
                </a:cubicBezTo>
                <a:lnTo>
                  <a:pt x="345021" y="50748"/>
                </a:lnTo>
                <a:cubicBezTo>
                  <a:pt x="343893" y="45944"/>
                  <a:pt x="341897" y="42330"/>
                  <a:pt x="339032" y="39905"/>
                </a:cubicBezTo>
                <a:cubicBezTo>
                  <a:pt x="336168" y="37480"/>
                  <a:pt x="332706" y="36268"/>
                  <a:pt x="328646" y="36268"/>
                </a:cubicBezTo>
                <a:cubicBezTo>
                  <a:pt x="322511" y="36268"/>
                  <a:pt x="317526" y="38456"/>
                  <a:pt x="313692" y="42834"/>
                </a:cubicBezTo>
                <a:cubicBezTo>
                  <a:pt x="309858" y="47209"/>
                  <a:pt x="307941" y="54133"/>
                  <a:pt x="307941" y="63604"/>
                </a:cubicBezTo>
                <a:cubicBezTo>
                  <a:pt x="307941" y="73211"/>
                  <a:pt x="309790" y="80192"/>
                  <a:pt x="313489" y="84546"/>
                </a:cubicBezTo>
                <a:cubicBezTo>
                  <a:pt x="317188" y="88899"/>
                  <a:pt x="322015" y="91076"/>
                  <a:pt x="327969" y="91076"/>
                </a:cubicBezTo>
                <a:cubicBezTo>
                  <a:pt x="332751" y="91076"/>
                  <a:pt x="336743" y="89616"/>
                  <a:pt x="339946" y="86695"/>
                </a:cubicBezTo>
                <a:cubicBezTo>
                  <a:pt x="343149" y="83774"/>
                  <a:pt x="345179" y="79280"/>
                  <a:pt x="346036" y="73213"/>
                </a:cubicBezTo>
                <a:close/>
                <a:moveTo>
                  <a:pt x="363899" y="63672"/>
                </a:moveTo>
                <a:cubicBezTo>
                  <a:pt x="363899" y="50365"/>
                  <a:pt x="367598" y="40508"/>
                  <a:pt x="374996" y="34103"/>
                </a:cubicBezTo>
                <a:cubicBezTo>
                  <a:pt x="381176" y="28780"/>
                  <a:pt x="388709" y="26118"/>
                  <a:pt x="397596" y="26118"/>
                </a:cubicBezTo>
                <a:cubicBezTo>
                  <a:pt x="407475" y="26118"/>
                  <a:pt x="415549" y="29355"/>
                  <a:pt x="421819" y="35828"/>
                </a:cubicBezTo>
                <a:cubicBezTo>
                  <a:pt x="428090" y="42301"/>
                  <a:pt x="431225" y="51244"/>
                  <a:pt x="431225" y="62657"/>
                </a:cubicBezTo>
                <a:cubicBezTo>
                  <a:pt x="431225" y="71904"/>
                  <a:pt x="429838" y="79178"/>
                  <a:pt x="427063" y="84479"/>
                </a:cubicBezTo>
                <a:cubicBezTo>
                  <a:pt x="424289" y="89779"/>
                  <a:pt x="420252" y="93895"/>
                  <a:pt x="414952" y="96827"/>
                </a:cubicBezTo>
                <a:cubicBezTo>
                  <a:pt x="409651" y="99760"/>
                  <a:pt x="403866" y="101226"/>
                  <a:pt x="397596" y="101226"/>
                </a:cubicBezTo>
                <a:cubicBezTo>
                  <a:pt x="387536" y="101226"/>
                  <a:pt x="379405" y="98000"/>
                  <a:pt x="373203" y="91550"/>
                </a:cubicBezTo>
                <a:cubicBezTo>
                  <a:pt x="367000" y="85099"/>
                  <a:pt x="363899" y="75806"/>
                  <a:pt x="363899" y="63672"/>
                </a:cubicBezTo>
                <a:moveTo>
                  <a:pt x="376417" y="63638"/>
                </a:moveTo>
                <a:cubicBezTo>
                  <a:pt x="376417" y="72807"/>
                  <a:pt x="378424" y="79672"/>
                  <a:pt x="382439" y="84233"/>
                </a:cubicBezTo>
                <a:cubicBezTo>
                  <a:pt x="386454" y="88795"/>
                  <a:pt x="391506" y="91076"/>
                  <a:pt x="397596" y="91076"/>
                </a:cubicBezTo>
                <a:cubicBezTo>
                  <a:pt x="403640" y="91076"/>
                  <a:pt x="408670" y="88784"/>
                  <a:pt x="412685" y="84200"/>
                </a:cubicBezTo>
                <a:cubicBezTo>
                  <a:pt x="416700" y="79615"/>
                  <a:pt x="418707" y="72627"/>
                  <a:pt x="418707" y="63234"/>
                </a:cubicBezTo>
                <a:cubicBezTo>
                  <a:pt x="418707" y="54380"/>
                  <a:pt x="416688" y="47672"/>
                  <a:pt x="412651" y="43111"/>
                </a:cubicBezTo>
                <a:cubicBezTo>
                  <a:pt x="408614" y="38549"/>
                  <a:pt x="403595" y="36268"/>
                  <a:pt x="397596" y="36268"/>
                </a:cubicBezTo>
                <a:cubicBezTo>
                  <a:pt x="391506" y="36268"/>
                  <a:pt x="386454" y="38538"/>
                  <a:pt x="382439" y="43077"/>
                </a:cubicBezTo>
                <a:cubicBezTo>
                  <a:pt x="378424" y="47616"/>
                  <a:pt x="376417" y="54470"/>
                  <a:pt x="376417" y="63638"/>
                </a:cubicBezTo>
                <a:close/>
                <a:moveTo>
                  <a:pt x="492101" y="99602"/>
                </a:moveTo>
                <a:lnTo>
                  <a:pt x="492101" y="90535"/>
                </a:lnTo>
                <a:cubicBezTo>
                  <a:pt x="487545" y="97662"/>
                  <a:pt x="480846" y="101226"/>
                  <a:pt x="472005" y="101226"/>
                </a:cubicBezTo>
                <a:cubicBezTo>
                  <a:pt x="466276" y="101226"/>
                  <a:pt x="461010" y="99647"/>
                  <a:pt x="456205" y="96489"/>
                </a:cubicBezTo>
                <a:cubicBezTo>
                  <a:pt x="451401" y="93331"/>
                  <a:pt x="447680" y="88922"/>
                  <a:pt x="445041" y="83261"/>
                </a:cubicBezTo>
                <a:cubicBezTo>
                  <a:pt x="442402" y="77600"/>
                  <a:pt x="441083" y="71092"/>
                  <a:pt x="441083" y="63740"/>
                </a:cubicBezTo>
                <a:cubicBezTo>
                  <a:pt x="441083" y="56567"/>
                  <a:pt x="442278" y="50060"/>
                  <a:pt x="444669" y="44219"/>
                </a:cubicBezTo>
                <a:cubicBezTo>
                  <a:pt x="447060" y="38377"/>
                  <a:pt x="450646" y="33900"/>
                  <a:pt x="455427" y="30787"/>
                </a:cubicBezTo>
                <a:cubicBezTo>
                  <a:pt x="460209" y="27675"/>
                  <a:pt x="465554" y="26118"/>
                  <a:pt x="471464" y="26118"/>
                </a:cubicBezTo>
                <a:cubicBezTo>
                  <a:pt x="475794" y="26118"/>
                  <a:pt x="479651" y="27032"/>
                  <a:pt x="483034" y="28859"/>
                </a:cubicBezTo>
                <a:cubicBezTo>
                  <a:pt x="486417" y="30686"/>
                  <a:pt x="489169" y="33065"/>
                  <a:pt x="491289" y="35997"/>
                </a:cubicBezTo>
                <a:lnTo>
                  <a:pt x="491289" y="406"/>
                </a:lnTo>
                <a:lnTo>
                  <a:pt x="503401" y="406"/>
                </a:lnTo>
                <a:lnTo>
                  <a:pt x="503401" y="99602"/>
                </a:lnTo>
                <a:lnTo>
                  <a:pt x="492101" y="99602"/>
                </a:lnTo>
                <a:moveTo>
                  <a:pt x="453600" y="63706"/>
                </a:moveTo>
                <a:cubicBezTo>
                  <a:pt x="453600" y="72874"/>
                  <a:pt x="455540" y="79728"/>
                  <a:pt x="459419" y="84267"/>
                </a:cubicBezTo>
                <a:cubicBezTo>
                  <a:pt x="463299" y="88806"/>
                  <a:pt x="467878" y="91076"/>
                  <a:pt x="473155" y="91076"/>
                </a:cubicBezTo>
                <a:cubicBezTo>
                  <a:pt x="478478" y="91076"/>
                  <a:pt x="483000" y="88908"/>
                  <a:pt x="486722" y="84572"/>
                </a:cubicBezTo>
                <a:cubicBezTo>
                  <a:pt x="490444" y="80234"/>
                  <a:pt x="492304" y="73616"/>
                  <a:pt x="492304" y="64717"/>
                </a:cubicBezTo>
                <a:cubicBezTo>
                  <a:pt x="492304" y="54919"/>
                  <a:pt x="490410" y="47729"/>
                  <a:pt x="486620" y="43144"/>
                </a:cubicBezTo>
                <a:cubicBezTo>
                  <a:pt x="482831" y="38560"/>
                  <a:pt x="478162" y="36268"/>
                  <a:pt x="472614" y="36268"/>
                </a:cubicBezTo>
                <a:cubicBezTo>
                  <a:pt x="467201" y="36268"/>
                  <a:pt x="462679" y="38471"/>
                  <a:pt x="459047" y="42876"/>
                </a:cubicBezTo>
                <a:cubicBezTo>
                  <a:pt x="455416" y="47280"/>
                  <a:pt x="453600" y="54223"/>
                  <a:pt x="453600" y="63706"/>
                </a:cubicBezTo>
                <a:close/>
                <a:moveTo>
                  <a:pt x="571721" y="76460"/>
                </a:moveTo>
                <a:lnTo>
                  <a:pt x="584307" y="78017"/>
                </a:lnTo>
                <a:cubicBezTo>
                  <a:pt x="582322" y="85370"/>
                  <a:pt x="578645" y="91076"/>
                  <a:pt x="573277" y="95136"/>
                </a:cubicBezTo>
                <a:cubicBezTo>
                  <a:pt x="567909" y="99196"/>
                  <a:pt x="561053" y="101226"/>
                  <a:pt x="552707" y="101226"/>
                </a:cubicBezTo>
                <a:cubicBezTo>
                  <a:pt x="542197" y="101226"/>
                  <a:pt x="533863" y="97989"/>
                  <a:pt x="527705" y="91516"/>
                </a:cubicBezTo>
                <a:cubicBezTo>
                  <a:pt x="521548" y="85043"/>
                  <a:pt x="518469" y="75964"/>
                  <a:pt x="518469" y="64281"/>
                </a:cubicBezTo>
                <a:cubicBezTo>
                  <a:pt x="518469" y="52192"/>
                  <a:pt x="521582" y="42809"/>
                  <a:pt x="527807" y="36133"/>
                </a:cubicBezTo>
                <a:cubicBezTo>
                  <a:pt x="534032" y="29456"/>
                  <a:pt x="542107" y="26118"/>
                  <a:pt x="552031" y="26118"/>
                </a:cubicBezTo>
                <a:cubicBezTo>
                  <a:pt x="561639" y="26118"/>
                  <a:pt x="569488" y="29384"/>
                  <a:pt x="575578" y="35915"/>
                </a:cubicBezTo>
                <a:cubicBezTo>
                  <a:pt x="581668" y="42444"/>
                  <a:pt x="584713" y="51631"/>
                  <a:pt x="584713" y="63475"/>
                </a:cubicBezTo>
                <a:cubicBezTo>
                  <a:pt x="584713" y="64196"/>
                  <a:pt x="584690" y="65276"/>
                  <a:pt x="584645" y="66717"/>
                </a:cubicBezTo>
                <a:lnTo>
                  <a:pt x="531055" y="66717"/>
                </a:lnTo>
                <a:cubicBezTo>
                  <a:pt x="531506" y="74588"/>
                  <a:pt x="533739" y="80616"/>
                  <a:pt x="537754" y="84800"/>
                </a:cubicBezTo>
                <a:cubicBezTo>
                  <a:pt x="541768" y="88984"/>
                  <a:pt x="546775" y="91076"/>
                  <a:pt x="552775" y="91076"/>
                </a:cubicBezTo>
                <a:cubicBezTo>
                  <a:pt x="557241" y="91076"/>
                  <a:pt x="561053" y="89914"/>
                  <a:pt x="564210" y="87591"/>
                </a:cubicBezTo>
                <a:cubicBezTo>
                  <a:pt x="567368" y="85267"/>
                  <a:pt x="569872" y="81556"/>
                  <a:pt x="571721" y="76460"/>
                </a:cubicBezTo>
                <a:moveTo>
                  <a:pt x="531731" y="56567"/>
                </a:moveTo>
                <a:lnTo>
                  <a:pt x="571856" y="56567"/>
                </a:lnTo>
                <a:cubicBezTo>
                  <a:pt x="571315" y="50621"/>
                  <a:pt x="569781" y="46162"/>
                  <a:pt x="567255" y="43189"/>
                </a:cubicBezTo>
                <a:cubicBezTo>
                  <a:pt x="563376" y="38575"/>
                  <a:pt x="558346" y="36268"/>
                  <a:pt x="552166" y="36268"/>
                </a:cubicBezTo>
                <a:cubicBezTo>
                  <a:pt x="546572" y="36268"/>
                  <a:pt x="541870" y="38110"/>
                  <a:pt x="538058" y="41793"/>
                </a:cubicBezTo>
                <a:cubicBezTo>
                  <a:pt x="534246" y="45475"/>
                  <a:pt x="532137" y="50400"/>
                  <a:pt x="531731" y="56567"/>
                </a:cubicBezTo>
                <a:close/>
                <a:moveTo>
                  <a:pt x="599442" y="99602"/>
                </a:moveTo>
                <a:lnTo>
                  <a:pt x="599442" y="27742"/>
                </a:lnTo>
                <a:lnTo>
                  <a:pt x="610404" y="27742"/>
                </a:lnTo>
                <a:lnTo>
                  <a:pt x="610404" y="38569"/>
                </a:lnTo>
                <a:cubicBezTo>
                  <a:pt x="613200" y="33499"/>
                  <a:pt x="615783" y="30157"/>
                  <a:pt x="618151" y="28542"/>
                </a:cubicBezTo>
                <a:cubicBezTo>
                  <a:pt x="620519" y="26926"/>
                  <a:pt x="623124" y="26118"/>
                  <a:pt x="625966" y="26118"/>
                </a:cubicBezTo>
                <a:cubicBezTo>
                  <a:pt x="630071" y="26118"/>
                  <a:pt x="634244" y="27421"/>
                  <a:pt x="638484" y="30026"/>
                </a:cubicBezTo>
                <a:lnTo>
                  <a:pt x="634289" y="41275"/>
                </a:lnTo>
                <a:cubicBezTo>
                  <a:pt x="631312" y="39516"/>
                  <a:pt x="628335" y="38636"/>
                  <a:pt x="625357" y="38636"/>
                </a:cubicBezTo>
                <a:cubicBezTo>
                  <a:pt x="622696" y="38636"/>
                  <a:pt x="620305" y="39438"/>
                  <a:pt x="618185" y="41043"/>
                </a:cubicBezTo>
                <a:cubicBezTo>
                  <a:pt x="616065" y="42645"/>
                  <a:pt x="614554" y="44869"/>
                  <a:pt x="613652" y="47714"/>
                </a:cubicBezTo>
                <a:cubicBezTo>
                  <a:pt x="612298" y="52049"/>
                  <a:pt x="611622" y="56790"/>
                  <a:pt x="611622" y="61938"/>
                </a:cubicBezTo>
                <a:lnTo>
                  <a:pt x="611622" y="99602"/>
                </a:lnTo>
                <a:lnTo>
                  <a:pt x="599442" y="99602"/>
                </a:lnTo>
                <a:close/>
                <a:moveTo>
                  <a:pt x="634491" y="127209"/>
                </a:moveTo>
                <a:lnTo>
                  <a:pt x="634491" y="118412"/>
                </a:lnTo>
                <a:lnTo>
                  <a:pt x="715215" y="118412"/>
                </a:lnTo>
                <a:lnTo>
                  <a:pt x="715215" y="127209"/>
                </a:lnTo>
                <a:lnTo>
                  <a:pt x="634491" y="127209"/>
                </a:lnTo>
                <a:close/>
                <a:moveTo>
                  <a:pt x="782587" y="24763"/>
                </a:moveTo>
                <a:lnTo>
                  <a:pt x="770475" y="25712"/>
                </a:lnTo>
                <a:cubicBezTo>
                  <a:pt x="769393" y="20952"/>
                  <a:pt x="767859" y="17493"/>
                  <a:pt x="765874" y="15337"/>
                </a:cubicBezTo>
                <a:cubicBezTo>
                  <a:pt x="762581" y="11879"/>
                  <a:pt x="758521" y="10150"/>
                  <a:pt x="753694" y="10150"/>
                </a:cubicBezTo>
                <a:cubicBezTo>
                  <a:pt x="749815" y="10150"/>
                  <a:pt x="746409" y="11227"/>
                  <a:pt x="743477" y="13381"/>
                </a:cubicBezTo>
                <a:cubicBezTo>
                  <a:pt x="739643" y="16162"/>
                  <a:pt x="736620" y="20222"/>
                  <a:pt x="734410" y="25562"/>
                </a:cubicBezTo>
                <a:cubicBezTo>
                  <a:pt x="732200" y="30902"/>
                  <a:pt x="731049" y="38508"/>
                  <a:pt x="730959" y="48380"/>
                </a:cubicBezTo>
                <a:cubicBezTo>
                  <a:pt x="733891" y="43914"/>
                  <a:pt x="737478" y="40598"/>
                  <a:pt x="741718" y="38433"/>
                </a:cubicBezTo>
                <a:cubicBezTo>
                  <a:pt x="745958" y="36268"/>
                  <a:pt x="750401" y="35185"/>
                  <a:pt x="755048" y="35185"/>
                </a:cubicBezTo>
                <a:cubicBezTo>
                  <a:pt x="763167" y="35185"/>
                  <a:pt x="770080" y="38174"/>
                  <a:pt x="775787" y="44151"/>
                </a:cubicBezTo>
                <a:cubicBezTo>
                  <a:pt x="781493" y="50128"/>
                  <a:pt x="784346" y="57853"/>
                  <a:pt x="784346" y="67326"/>
                </a:cubicBezTo>
                <a:cubicBezTo>
                  <a:pt x="784346" y="73551"/>
                  <a:pt x="783004" y="79336"/>
                  <a:pt x="780320" y="84682"/>
                </a:cubicBezTo>
                <a:cubicBezTo>
                  <a:pt x="777636" y="90027"/>
                  <a:pt x="773949" y="94121"/>
                  <a:pt x="769257" y="96963"/>
                </a:cubicBezTo>
                <a:cubicBezTo>
                  <a:pt x="764566" y="99805"/>
                  <a:pt x="759243" y="101226"/>
                  <a:pt x="753288" y="101226"/>
                </a:cubicBezTo>
                <a:cubicBezTo>
                  <a:pt x="743139" y="101226"/>
                  <a:pt x="734861" y="97496"/>
                  <a:pt x="728456" y="90036"/>
                </a:cubicBezTo>
                <a:cubicBezTo>
                  <a:pt x="722050" y="82574"/>
                  <a:pt x="718847" y="70278"/>
                  <a:pt x="718847" y="53148"/>
                </a:cubicBezTo>
                <a:cubicBezTo>
                  <a:pt x="718847" y="33989"/>
                  <a:pt x="722388" y="20060"/>
                  <a:pt x="729471" y="11359"/>
                </a:cubicBezTo>
                <a:cubicBezTo>
                  <a:pt x="735651" y="3786"/>
                  <a:pt x="743973" y="0"/>
                  <a:pt x="754439" y="0"/>
                </a:cubicBezTo>
                <a:cubicBezTo>
                  <a:pt x="762243" y="0"/>
                  <a:pt x="768637" y="2193"/>
                  <a:pt x="773622" y="6580"/>
                </a:cubicBezTo>
                <a:cubicBezTo>
                  <a:pt x="778606" y="10967"/>
                  <a:pt x="781595" y="17028"/>
                  <a:pt x="782587" y="24763"/>
                </a:cubicBezTo>
                <a:moveTo>
                  <a:pt x="732854" y="67330"/>
                </a:moveTo>
                <a:cubicBezTo>
                  <a:pt x="732854" y="71513"/>
                  <a:pt x="733745" y="75515"/>
                  <a:pt x="735527" y="79338"/>
                </a:cubicBezTo>
                <a:cubicBezTo>
                  <a:pt x="737308" y="83161"/>
                  <a:pt x="739801" y="86074"/>
                  <a:pt x="743003" y="88075"/>
                </a:cubicBezTo>
                <a:cubicBezTo>
                  <a:pt x="746206" y="90076"/>
                  <a:pt x="749567" y="91076"/>
                  <a:pt x="753085" y="91076"/>
                </a:cubicBezTo>
                <a:cubicBezTo>
                  <a:pt x="758228" y="91076"/>
                  <a:pt x="762649" y="89007"/>
                  <a:pt x="766348" y="84870"/>
                </a:cubicBezTo>
                <a:cubicBezTo>
                  <a:pt x="770047" y="80732"/>
                  <a:pt x="771896" y="75111"/>
                  <a:pt x="771896" y="68005"/>
                </a:cubicBezTo>
                <a:cubicBezTo>
                  <a:pt x="771896" y="61168"/>
                  <a:pt x="770069" y="55782"/>
                  <a:pt x="766415" y="51848"/>
                </a:cubicBezTo>
                <a:cubicBezTo>
                  <a:pt x="762761" y="47912"/>
                  <a:pt x="758160" y="45944"/>
                  <a:pt x="752612" y="45944"/>
                </a:cubicBezTo>
                <a:cubicBezTo>
                  <a:pt x="747108" y="45944"/>
                  <a:pt x="742440" y="47912"/>
                  <a:pt x="738605" y="51848"/>
                </a:cubicBezTo>
                <a:cubicBezTo>
                  <a:pt x="734771" y="55782"/>
                  <a:pt x="732854" y="60943"/>
                  <a:pt x="732854" y="67330"/>
                </a:cubicBezTo>
                <a:close/>
                <a:moveTo>
                  <a:pt x="800835" y="99602"/>
                </a:moveTo>
                <a:lnTo>
                  <a:pt x="800835" y="406"/>
                </a:lnTo>
                <a:lnTo>
                  <a:pt x="838050" y="406"/>
                </a:lnTo>
                <a:cubicBezTo>
                  <a:pt x="845629" y="406"/>
                  <a:pt x="851707" y="1410"/>
                  <a:pt x="856286" y="3417"/>
                </a:cubicBezTo>
                <a:cubicBezTo>
                  <a:pt x="860864" y="5424"/>
                  <a:pt x="864451" y="8514"/>
                  <a:pt x="867044" y="12687"/>
                </a:cubicBezTo>
                <a:cubicBezTo>
                  <a:pt x="869638" y="16860"/>
                  <a:pt x="870935" y="21224"/>
                  <a:pt x="870935" y="25780"/>
                </a:cubicBezTo>
                <a:cubicBezTo>
                  <a:pt x="870935" y="30020"/>
                  <a:pt x="869785" y="34013"/>
                  <a:pt x="867484" y="37757"/>
                </a:cubicBezTo>
                <a:cubicBezTo>
                  <a:pt x="865184" y="41501"/>
                  <a:pt x="861710" y="44523"/>
                  <a:pt x="857064" y="46824"/>
                </a:cubicBezTo>
                <a:cubicBezTo>
                  <a:pt x="863064" y="48583"/>
                  <a:pt x="867676" y="51583"/>
                  <a:pt x="870901" y="55823"/>
                </a:cubicBezTo>
                <a:cubicBezTo>
                  <a:pt x="874127" y="60063"/>
                  <a:pt x="875739" y="65070"/>
                  <a:pt x="875739" y="70844"/>
                </a:cubicBezTo>
                <a:cubicBezTo>
                  <a:pt x="875739" y="75491"/>
                  <a:pt x="874758" y="79810"/>
                  <a:pt x="872796" y="83802"/>
                </a:cubicBezTo>
                <a:cubicBezTo>
                  <a:pt x="870834" y="87794"/>
                  <a:pt x="868409" y="90873"/>
                  <a:pt x="865522" y="93038"/>
                </a:cubicBezTo>
                <a:cubicBezTo>
                  <a:pt x="862635" y="95203"/>
                  <a:pt x="859015" y="96839"/>
                  <a:pt x="854662" y="97944"/>
                </a:cubicBezTo>
                <a:cubicBezTo>
                  <a:pt x="850309" y="99049"/>
                  <a:pt x="844975" y="99602"/>
                  <a:pt x="838659" y="99602"/>
                </a:cubicBezTo>
                <a:lnTo>
                  <a:pt x="800835" y="99602"/>
                </a:lnTo>
                <a:moveTo>
                  <a:pt x="813962" y="42087"/>
                </a:moveTo>
                <a:lnTo>
                  <a:pt x="835411" y="42087"/>
                </a:lnTo>
                <a:cubicBezTo>
                  <a:pt x="841231" y="42087"/>
                  <a:pt x="845403" y="41704"/>
                  <a:pt x="847929" y="40937"/>
                </a:cubicBezTo>
                <a:cubicBezTo>
                  <a:pt x="851267" y="39944"/>
                  <a:pt x="853782" y="38298"/>
                  <a:pt x="855474" y="35997"/>
                </a:cubicBezTo>
                <a:cubicBezTo>
                  <a:pt x="857165" y="33697"/>
                  <a:pt x="858011" y="30810"/>
                  <a:pt x="858011" y="27336"/>
                </a:cubicBezTo>
                <a:cubicBezTo>
                  <a:pt x="858011" y="24043"/>
                  <a:pt x="857222" y="21145"/>
                  <a:pt x="855643" y="18641"/>
                </a:cubicBezTo>
                <a:cubicBezTo>
                  <a:pt x="854064" y="16138"/>
                  <a:pt x="851809" y="14424"/>
                  <a:pt x="848877" y="13499"/>
                </a:cubicBezTo>
                <a:cubicBezTo>
                  <a:pt x="845945" y="12574"/>
                  <a:pt x="840915" y="12112"/>
                  <a:pt x="833788" y="12112"/>
                </a:cubicBezTo>
                <a:lnTo>
                  <a:pt x="813962" y="12112"/>
                </a:lnTo>
                <a:lnTo>
                  <a:pt x="813962" y="42087"/>
                </a:lnTo>
                <a:moveTo>
                  <a:pt x="813962" y="87896"/>
                </a:moveTo>
                <a:lnTo>
                  <a:pt x="838659" y="87896"/>
                </a:lnTo>
                <a:cubicBezTo>
                  <a:pt x="842900" y="87896"/>
                  <a:pt x="845877" y="87738"/>
                  <a:pt x="847591" y="87422"/>
                </a:cubicBezTo>
                <a:cubicBezTo>
                  <a:pt x="850613" y="86881"/>
                  <a:pt x="853139" y="85979"/>
                  <a:pt x="855169" y="84716"/>
                </a:cubicBezTo>
                <a:cubicBezTo>
                  <a:pt x="857199" y="83452"/>
                  <a:pt x="858868" y="81614"/>
                  <a:pt x="860177" y="79201"/>
                </a:cubicBezTo>
                <a:cubicBezTo>
                  <a:pt x="861485" y="76788"/>
                  <a:pt x="862139" y="74002"/>
                  <a:pt x="862139" y="70844"/>
                </a:cubicBezTo>
                <a:cubicBezTo>
                  <a:pt x="862139" y="67145"/>
                  <a:pt x="861191" y="63931"/>
                  <a:pt x="859297" y="61202"/>
                </a:cubicBezTo>
                <a:cubicBezTo>
                  <a:pt x="857402" y="58473"/>
                  <a:pt x="854775" y="56556"/>
                  <a:pt x="851414" y="55451"/>
                </a:cubicBezTo>
                <a:cubicBezTo>
                  <a:pt x="848053" y="54346"/>
                  <a:pt x="843215" y="53793"/>
                  <a:pt x="836900" y="53793"/>
                </a:cubicBezTo>
                <a:lnTo>
                  <a:pt x="813962" y="53793"/>
                </a:lnTo>
                <a:lnTo>
                  <a:pt x="813962" y="87896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Text Mistral_7B">
            <a:extLst xmlns:a="http://schemas.openxmlformats.org/drawingml/2006/main">
              <a:ext uri="{FF2B5EF4-FFF2-40B4-BE49-F238E27FC236}">
                <a16:creationId xmlns:a16="http://schemas.microsoft.com/office/drawing/2014/main" id="{F27518E3-5137-40E9-9E53-51B0643B9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935" y="553120"/>
            <a:ext cx="636834" cy="126803"/>
          </a:xfrm>
          <a:custGeom xmlns:a="http://schemas.openxmlformats.org/drawingml/2006/main">
            <a:pathLst>
              <a:path w="636834" h="126803">
                <a:moveTo>
                  <a:pt x="0" y="99196"/>
                </a:moveTo>
                <a:lnTo>
                  <a:pt x="0" y="0"/>
                </a:lnTo>
                <a:lnTo>
                  <a:pt x="19758" y="0"/>
                </a:lnTo>
                <a:lnTo>
                  <a:pt x="43237" y="70235"/>
                </a:lnTo>
                <a:cubicBezTo>
                  <a:pt x="45403" y="76776"/>
                  <a:pt x="46981" y="81671"/>
                  <a:pt x="47974" y="84919"/>
                </a:cubicBezTo>
                <a:cubicBezTo>
                  <a:pt x="49102" y="81310"/>
                  <a:pt x="50861" y="76009"/>
                  <a:pt x="53252" y="69017"/>
                </a:cubicBezTo>
                <a:lnTo>
                  <a:pt x="77002" y="0"/>
                </a:lnTo>
                <a:lnTo>
                  <a:pt x="94662" y="0"/>
                </a:lnTo>
                <a:lnTo>
                  <a:pt x="94662" y="99196"/>
                </a:lnTo>
                <a:lnTo>
                  <a:pt x="82009" y="99196"/>
                </a:lnTo>
                <a:lnTo>
                  <a:pt x="82009" y="16172"/>
                </a:lnTo>
                <a:lnTo>
                  <a:pt x="53184" y="99196"/>
                </a:lnTo>
                <a:lnTo>
                  <a:pt x="41343" y="99196"/>
                </a:lnTo>
                <a:lnTo>
                  <a:pt x="12653" y="14751"/>
                </a:lnTo>
                <a:lnTo>
                  <a:pt x="12653" y="99196"/>
                </a:lnTo>
                <a:lnTo>
                  <a:pt x="0" y="99196"/>
                </a:lnTo>
                <a:close/>
                <a:moveTo>
                  <a:pt x="114351" y="14074"/>
                </a:moveTo>
                <a:lnTo>
                  <a:pt x="114351" y="0"/>
                </a:lnTo>
                <a:lnTo>
                  <a:pt x="126531" y="0"/>
                </a:lnTo>
                <a:lnTo>
                  <a:pt x="126531" y="14074"/>
                </a:lnTo>
                <a:lnTo>
                  <a:pt x="114351" y="14074"/>
                </a:lnTo>
                <a:moveTo>
                  <a:pt x="114351" y="99196"/>
                </a:moveTo>
                <a:lnTo>
                  <a:pt x="114351" y="27336"/>
                </a:lnTo>
                <a:lnTo>
                  <a:pt x="126531" y="27336"/>
                </a:lnTo>
                <a:lnTo>
                  <a:pt x="126531" y="99196"/>
                </a:lnTo>
                <a:lnTo>
                  <a:pt x="114351" y="99196"/>
                </a:lnTo>
                <a:close/>
                <a:moveTo>
                  <a:pt x="140176" y="77678"/>
                </a:moveTo>
                <a:lnTo>
                  <a:pt x="152220" y="75784"/>
                </a:lnTo>
                <a:cubicBezTo>
                  <a:pt x="152897" y="80589"/>
                  <a:pt x="154780" y="84272"/>
                  <a:pt x="157870" y="86832"/>
                </a:cubicBezTo>
                <a:cubicBezTo>
                  <a:pt x="160960" y="89391"/>
                  <a:pt x="165279" y="90670"/>
                  <a:pt x="170828" y="90670"/>
                </a:cubicBezTo>
                <a:cubicBezTo>
                  <a:pt x="176421" y="90670"/>
                  <a:pt x="180571" y="89540"/>
                  <a:pt x="183278" y="87280"/>
                </a:cubicBezTo>
                <a:cubicBezTo>
                  <a:pt x="185984" y="85019"/>
                  <a:pt x="187338" y="82368"/>
                  <a:pt x="187338" y="79326"/>
                </a:cubicBezTo>
                <a:cubicBezTo>
                  <a:pt x="187338" y="76595"/>
                  <a:pt x="186142" y="74447"/>
                  <a:pt x="183751" y="72881"/>
                </a:cubicBezTo>
                <a:cubicBezTo>
                  <a:pt x="182082" y="71806"/>
                  <a:pt x="177932" y="70441"/>
                  <a:pt x="171301" y="68785"/>
                </a:cubicBezTo>
                <a:cubicBezTo>
                  <a:pt x="162370" y="66528"/>
                  <a:pt x="156178" y="64576"/>
                  <a:pt x="152727" y="62928"/>
                </a:cubicBezTo>
                <a:cubicBezTo>
                  <a:pt x="149277" y="61280"/>
                  <a:pt x="146660" y="59000"/>
                  <a:pt x="144878" y="56087"/>
                </a:cubicBezTo>
                <a:cubicBezTo>
                  <a:pt x="143097" y="53175"/>
                  <a:pt x="142206" y="49958"/>
                  <a:pt x="142206" y="46437"/>
                </a:cubicBezTo>
                <a:cubicBezTo>
                  <a:pt x="142206" y="43231"/>
                  <a:pt x="142939" y="40262"/>
                  <a:pt x="144405" y="37530"/>
                </a:cubicBezTo>
                <a:cubicBezTo>
                  <a:pt x="145871" y="34798"/>
                  <a:pt x="147867" y="32530"/>
                  <a:pt x="150393" y="30724"/>
                </a:cubicBezTo>
                <a:cubicBezTo>
                  <a:pt x="152288" y="29324"/>
                  <a:pt x="154870" y="28139"/>
                  <a:pt x="158141" y="27169"/>
                </a:cubicBezTo>
                <a:cubicBezTo>
                  <a:pt x="161411" y="26198"/>
                  <a:pt x="164918" y="25712"/>
                  <a:pt x="168662" y="25712"/>
                </a:cubicBezTo>
                <a:cubicBezTo>
                  <a:pt x="174301" y="25712"/>
                  <a:pt x="179252" y="26530"/>
                  <a:pt x="183515" y="28165"/>
                </a:cubicBezTo>
                <a:cubicBezTo>
                  <a:pt x="187777" y="29799"/>
                  <a:pt x="190924" y="32013"/>
                  <a:pt x="192954" y="34807"/>
                </a:cubicBezTo>
                <a:cubicBezTo>
                  <a:pt x="194984" y="37599"/>
                  <a:pt x="196382" y="41334"/>
                  <a:pt x="197149" y="46012"/>
                </a:cubicBezTo>
                <a:lnTo>
                  <a:pt x="185240" y="47636"/>
                </a:lnTo>
                <a:cubicBezTo>
                  <a:pt x="184699" y="43937"/>
                  <a:pt x="183131" y="41050"/>
                  <a:pt x="180537" y="38975"/>
                </a:cubicBezTo>
                <a:cubicBezTo>
                  <a:pt x="177944" y="36900"/>
                  <a:pt x="174278" y="35862"/>
                  <a:pt x="169542" y="35862"/>
                </a:cubicBezTo>
                <a:cubicBezTo>
                  <a:pt x="163948" y="35862"/>
                  <a:pt x="159956" y="36783"/>
                  <a:pt x="157565" y="38624"/>
                </a:cubicBezTo>
                <a:cubicBezTo>
                  <a:pt x="155175" y="40463"/>
                  <a:pt x="153979" y="42618"/>
                  <a:pt x="153979" y="45088"/>
                </a:cubicBezTo>
                <a:cubicBezTo>
                  <a:pt x="153979" y="46658"/>
                  <a:pt x="154475" y="48072"/>
                  <a:pt x="155468" y="49329"/>
                </a:cubicBezTo>
                <a:cubicBezTo>
                  <a:pt x="156460" y="50630"/>
                  <a:pt x="158017" y="51707"/>
                  <a:pt x="160137" y="52560"/>
                </a:cubicBezTo>
                <a:cubicBezTo>
                  <a:pt x="161355" y="53010"/>
                  <a:pt x="164941" y="54043"/>
                  <a:pt x="170895" y="55658"/>
                </a:cubicBezTo>
                <a:cubicBezTo>
                  <a:pt x="179511" y="57957"/>
                  <a:pt x="185522" y="59839"/>
                  <a:pt x="188928" y="61304"/>
                </a:cubicBezTo>
                <a:cubicBezTo>
                  <a:pt x="192334" y="62768"/>
                  <a:pt x="195006" y="64898"/>
                  <a:pt x="196946" y="67694"/>
                </a:cubicBezTo>
                <a:cubicBezTo>
                  <a:pt x="198886" y="70488"/>
                  <a:pt x="199856" y="73958"/>
                  <a:pt x="199856" y="78103"/>
                </a:cubicBezTo>
                <a:cubicBezTo>
                  <a:pt x="199856" y="82160"/>
                  <a:pt x="198671" y="85981"/>
                  <a:pt x="196303" y="89564"/>
                </a:cubicBezTo>
                <a:cubicBezTo>
                  <a:pt x="193935" y="93146"/>
                  <a:pt x="190518" y="95917"/>
                  <a:pt x="186052" y="97878"/>
                </a:cubicBezTo>
                <a:cubicBezTo>
                  <a:pt x="181586" y="99839"/>
                  <a:pt x="176534" y="100820"/>
                  <a:pt x="170895" y="100820"/>
                </a:cubicBezTo>
                <a:cubicBezTo>
                  <a:pt x="161558" y="100820"/>
                  <a:pt x="154442" y="98874"/>
                  <a:pt x="149547" y="94984"/>
                </a:cubicBezTo>
                <a:cubicBezTo>
                  <a:pt x="144653" y="91093"/>
                  <a:pt x="141529" y="85324"/>
                  <a:pt x="140176" y="77678"/>
                </a:cubicBezTo>
                <a:close/>
                <a:moveTo>
                  <a:pt x="240928" y="88437"/>
                </a:moveTo>
                <a:lnTo>
                  <a:pt x="242687" y="99196"/>
                </a:lnTo>
                <a:cubicBezTo>
                  <a:pt x="239259" y="99827"/>
                  <a:pt x="236191" y="100143"/>
                  <a:pt x="233485" y="100143"/>
                </a:cubicBezTo>
                <a:cubicBezTo>
                  <a:pt x="229064" y="100143"/>
                  <a:pt x="225636" y="99444"/>
                  <a:pt x="223200" y="98045"/>
                </a:cubicBezTo>
                <a:cubicBezTo>
                  <a:pt x="220764" y="96647"/>
                  <a:pt x="219050" y="94809"/>
                  <a:pt x="218057" y="92531"/>
                </a:cubicBezTo>
                <a:cubicBezTo>
                  <a:pt x="217065" y="90253"/>
                  <a:pt x="216569" y="85460"/>
                  <a:pt x="216569" y="78152"/>
                </a:cubicBezTo>
                <a:lnTo>
                  <a:pt x="216569" y="36809"/>
                </a:lnTo>
                <a:lnTo>
                  <a:pt x="207637" y="36809"/>
                </a:lnTo>
                <a:lnTo>
                  <a:pt x="207637" y="27336"/>
                </a:lnTo>
                <a:lnTo>
                  <a:pt x="216569" y="27336"/>
                </a:lnTo>
                <a:lnTo>
                  <a:pt x="216569" y="9492"/>
                </a:lnTo>
                <a:lnTo>
                  <a:pt x="228680" y="2165"/>
                </a:lnTo>
                <a:lnTo>
                  <a:pt x="228680" y="27336"/>
                </a:lnTo>
                <a:lnTo>
                  <a:pt x="240928" y="27336"/>
                </a:lnTo>
                <a:lnTo>
                  <a:pt x="240928" y="36809"/>
                </a:lnTo>
                <a:lnTo>
                  <a:pt x="228680" y="36809"/>
                </a:lnTo>
                <a:lnTo>
                  <a:pt x="228680" y="78829"/>
                </a:lnTo>
                <a:cubicBezTo>
                  <a:pt x="228680" y="82302"/>
                  <a:pt x="228895" y="84535"/>
                  <a:pt x="229323" y="85527"/>
                </a:cubicBezTo>
                <a:cubicBezTo>
                  <a:pt x="229752" y="86520"/>
                  <a:pt x="230451" y="87309"/>
                  <a:pt x="231421" y="87896"/>
                </a:cubicBezTo>
                <a:cubicBezTo>
                  <a:pt x="232391" y="88482"/>
                  <a:pt x="233778" y="88775"/>
                  <a:pt x="235582" y="88775"/>
                </a:cubicBezTo>
                <a:cubicBezTo>
                  <a:pt x="236935" y="88775"/>
                  <a:pt x="238717" y="88663"/>
                  <a:pt x="240928" y="88437"/>
                </a:cubicBezTo>
                <a:close/>
                <a:moveTo>
                  <a:pt x="252725" y="99196"/>
                </a:moveTo>
                <a:lnTo>
                  <a:pt x="252725" y="27336"/>
                </a:lnTo>
                <a:lnTo>
                  <a:pt x="263686" y="27336"/>
                </a:lnTo>
                <a:lnTo>
                  <a:pt x="263686" y="38163"/>
                </a:lnTo>
                <a:cubicBezTo>
                  <a:pt x="266483" y="33093"/>
                  <a:pt x="269065" y="29751"/>
                  <a:pt x="271434" y="28136"/>
                </a:cubicBezTo>
                <a:cubicBezTo>
                  <a:pt x="273802" y="26520"/>
                  <a:pt x="276407" y="25712"/>
                  <a:pt x="279249" y="25712"/>
                </a:cubicBezTo>
                <a:cubicBezTo>
                  <a:pt x="283354" y="25712"/>
                  <a:pt x="287526" y="27015"/>
                  <a:pt x="291767" y="29620"/>
                </a:cubicBezTo>
                <a:lnTo>
                  <a:pt x="287572" y="40869"/>
                </a:lnTo>
                <a:cubicBezTo>
                  <a:pt x="284594" y="39110"/>
                  <a:pt x="281617" y="38230"/>
                  <a:pt x="278640" y="38230"/>
                </a:cubicBezTo>
                <a:cubicBezTo>
                  <a:pt x="275978" y="38230"/>
                  <a:pt x="273588" y="39032"/>
                  <a:pt x="271467" y="40637"/>
                </a:cubicBezTo>
                <a:cubicBezTo>
                  <a:pt x="269347" y="42239"/>
                  <a:pt x="267836" y="44463"/>
                  <a:pt x="266934" y="47308"/>
                </a:cubicBezTo>
                <a:cubicBezTo>
                  <a:pt x="265581" y="51643"/>
                  <a:pt x="264904" y="56384"/>
                  <a:pt x="264904" y="61532"/>
                </a:cubicBezTo>
                <a:lnTo>
                  <a:pt x="264904" y="99196"/>
                </a:lnTo>
                <a:lnTo>
                  <a:pt x="252725" y="99196"/>
                </a:lnTo>
                <a:close/>
                <a:moveTo>
                  <a:pt x="345897" y="90323"/>
                </a:moveTo>
                <a:cubicBezTo>
                  <a:pt x="341386" y="94160"/>
                  <a:pt x="337044" y="96869"/>
                  <a:pt x="332872" y="98449"/>
                </a:cubicBezTo>
                <a:cubicBezTo>
                  <a:pt x="328699" y="100029"/>
                  <a:pt x="324222" y="100820"/>
                  <a:pt x="319440" y="100820"/>
                </a:cubicBezTo>
                <a:cubicBezTo>
                  <a:pt x="311546" y="100820"/>
                  <a:pt x="305479" y="98890"/>
                  <a:pt x="301239" y="95030"/>
                </a:cubicBezTo>
                <a:cubicBezTo>
                  <a:pt x="296998" y="91170"/>
                  <a:pt x="294878" y="86239"/>
                  <a:pt x="294878" y="80235"/>
                </a:cubicBezTo>
                <a:cubicBezTo>
                  <a:pt x="294878" y="76715"/>
                  <a:pt x="295679" y="73499"/>
                  <a:pt x="297280" y="70589"/>
                </a:cubicBezTo>
                <a:cubicBezTo>
                  <a:pt x="298882" y="67676"/>
                  <a:pt x="300979" y="65340"/>
                  <a:pt x="303573" y="63579"/>
                </a:cubicBezTo>
                <a:cubicBezTo>
                  <a:pt x="306167" y="61818"/>
                  <a:pt x="309088" y="60487"/>
                  <a:pt x="312335" y="59585"/>
                </a:cubicBezTo>
                <a:cubicBezTo>
                  <a:pt x="314726" y="58952"/>
                  <a:pt x="318335" y="58342"/>
                  <a:pt x="323162" y="57756"/>
                </a:cubicBezTo>
                <a:cubicBezTo>
                  <a:pt x="332996" y="56591"/>
                  <a:pt x="340236" y="55203"/>
                  <a:pt x="344882" y="53590"/>
                </a:cubicBezTo>
                <a:cubicBezTo>
                  <a:pt x="344927" y="51928"/>
                  <a:pt x="344950" y="50872"/>
                  <a:pt x="344950" y="50422"/>
                </a:cubicBezTo>
                <a:cubicBezTo>
                  <a:pt x="344950" y="45479"/>
                  <a:pt x="343799" y="41996"/>
                  <a:pt x="341499" y="39975"/>
                </a:cubicBezTo>
                <a:cubicBezTo>
                  <a:pt x="338386" y="37233"/>
                  <a:pt x="333762" y="35862"/>
                  <a:pt x="327628" y="35862"/>
                </a:cubicBezTo>
                <a:cubicBezTo>
                  <a:pt x="321899" y="35862"/>
                  <a:pt x="317670" y="36866"/>
                  <a:pt x="314941" y="38873"/>
                </a:cubicBezTo>
                <a:cubicBezTo>
                  <a:pt x="312211" y="40880"/>
                  <a:pt x="310193" y="44433"/>
                  <a:pt x="308885" y="49530"/>
                </a:cubicBezTo>
                <a:lnTo>
                  <a:pt x="296976" y="47906"/>
                </a:lnTo>
                <a:cubicBezTo>
                  <a:pt x="298058" y="42793"/>
                  <a:pt x="299840" y="38664"/>
                  <a:pt x="302321" y="35519"/>
                </a:cubicBezTo>
                <a:cubicBezTo>
                  <a:pt x="304802" y="32374"/>
                  <a:pt x="308388" y="29954"/>
                  <a:pt x="313080" y="28258"/>
                </a:cubicBezTo>
                <a:cubicBezTo>
                  <a:pt x="317771" y="26561"/>
                  <a:pt x="323207" y="25712"/>
                  <a:pt x="329387" y="25712"/>
                </a:cubicBezTo>
                <a:cubicBezTo>
                  <a:pt x="335522" y="25712"/>
                  <a:pt x="340506" y="26434"/>
                  <a:pt x="344341" y="27878"/>
                </a:cubicBezTo>
                <a:cubicBezTo>
                  <a:pt x="348175" y="29321"/>
                  <a:pt x="350994" y="31137"/>
                  <a:pt x="352799" y="33325"/>
                </a:cubicBezTo>
                <a:cubicBezTo>
                  <a:pt x="354603" y="35512"/>
                  <a:pt x="355866" y="38275"/>
                  <a:pt x="356588" y="41613"/>
                </a:cubicBezTo>
                <a:cubicBezTo>
                  <a:pt x="356994" y="43688"/>
                  <a:pt x="357197" y="47433"/>
                  <a:pt x="357197" y="52846"/>
                </a:cubicBezTo>
                <a:lnTo>
                  <a:pt x="357197" y="69085"/>
                </a:lnTo>
                <a:cubicBezTo>
                  <a:pt x="357197" y="80408"/>
                  <a:pt x="357456" y="87569"/>
                  <a:pt x="357975" y="90568"/>
                </a:cubicBezTo>
                <a:cubicBezTo>
                  <a:pt x="358494" y="93568"/>
                  <a:pt x="359520" y="96444"/>
                  <a:pt x="361054" y="99196"/>
                </a:cubicBezTo>
                <a:lnTo>
                  <a:pt x="348333" y="99196"/>
                </a:lnTo>
                <a:cubicBezTo>
                  <a:pt x="347070" y="96667"/>
                  <a:pt x="346258" y="93709"/>
                  <a:pt x="345897" y="90323"/>
                </a:cubicBezTo>
                <a:moveTo>
                  <a:pt x="344882" y="63063"/>
                </a:moveTo>
                <a:cubicBezTo>
                  <a:pt x="340461" y="64883"/>
                  <a:pt x="333830" y="66429"/>
                  <a:pt x="324989" y="67702"/>
                </a:cubicBezTo>
                <a:cubicBezTo>
                  <a:pt x="319982" y="68427"/>
                  <a:pt x="316440" y="69242"/>
                  <a:pt x="314365" y="70149"/>
                </a:cubicBezTo>
                <a:cubicBezTo>
                  <a:pt x="312290" y="71054"/>
                  <a:pt x="310689" y="72379"/>
                  <a:pt x="309561" y="74124"/>
                </a:cubicBezTo>
                <a:cubicBezTo>
                  <a:pt x="308434" y="75868"/>
                  <a:pt x="307870" y="77804"/>
                  <a:pt x="307870" y="79933"/>
                </a:cubicBezTo>
                <a:cubicBezTo>
                  <a:pt x="307870" y="83193"/>
                  <a:pt x="309099" y="85911"/>
                  <a:pt x="311557" y="88086"/>
                </a:cubicBezTo>
                <a:cubicBezTo>
                  <a:pt x="314016" y="90260"/>
                  <a:pt x="317613" y="91347"/>
                  <a:pt x="322350" y="91347"/>
                </a:cubicBezTo>
                <a:cubicBezTo>
                  <a:pt x="327041" y="91347"/>
                  <a:pt x="331214" y="90315"/>
                  <a:pt x="334868" y="88253"/>
                </a:cubicBezTo>
                <a:cubicBezTo>
                  <a:pt x="338522" y="86191"/>
                  <a:pt x="341206" y="83369"/>
                  <a:pt x="342920" y="79789"/>
                </a:cubicBezTo>
                <a:cubicBezTo>
                  <a:pt x="344228" y="77023"/>
                  <a:pt x="344882" y="72943"/>
                  <a:pt x="344882" y="67550"/>
                </a:cubicBezTo>
                <a:lnTo>
                  <a:pt x="344882" y="63063"/>
                </a:lnTo>
                <a:close/>
                <a:moveTo>
                  <a:pt x="375783" y="99196"/>
                </a:moveTo>
                <a:lnTo>
                  <a:pt x="375783" y="0"/>
                </a:lnTo>
                <a:lnTo>
                  <a:pt x="387963" y="0"/>
                </a:lnTo>
                <a:lnTo>
                  <a:pt x="387963" y="99196"/>
                </a:lnTo>
                <a:lnTo>
                  <a:pt x="375783" y="99196"/>
                </a:lnTo>
                <a:close/>
                <a:moveTo>
                  <a:pt x="395586" y="126803"/>
                </a:moveTo>
                <a:lnTo>
                  <a:pt x="395586" y="118006"/>
                </a:lnTo>
                <a:lnTo>
                  <a:pt x="476309" y="118006"/>
                </a:lnTo>
                <a:lnTo>
                  <a:pt x="476309" y="126803"/>
                </a:lnTo>
                <a:lnTo>
                  <a:pt x="395586" y="126803"/>
                </a:lnTo>
                <a:close/>
                <a:moveTo>
                  <a:pt x="481295" y="12924"/>
                </a:moveTo>
                <a:lnTo>
                  <a:pt x="481295" y="1218"/>
                </a:lnTo>
                <a:lnTo>
                  <a:pt x="545508" y="1218"/>
                </a:lnTo>
                <a:lnTo>
                  <a:pt x="545508" y="10691"/>
                </a:lnTo>
                <a:cubicBezTo>
                  <a:pt x="539193" y="17418"/>
                  <a:pt x="532934" y="26357"/>
                  <a:pt x="526732" y="37507"/>
                </a:cubicBezTo>
                <a:cubicBezTo>
                  <a:pt x="520529" y="48658"/>
                  <a:pt x="515736" y="60124"/>
                  <a:pt x="512353" y="71906"/>
                </a:cubicBezTo>
                <a:cubicBezTo>
                  <a:pt x="509917" y="80213"/>
                  <a:pt x="508361" y="89310"/>
                  <a:pt x="507684" y="99196"/>
                </a:cubicBezTo>
                <a:lnTo>
                  <a:pt x="495166" y="99196"/>
                </a:lnTo>
                <a:cubicBezTo>
                  <a:pt x="495302" y="91386"/>
                  <a:pt x="496835" y="81951"/>
                  <a:pt x="499767" y="70891"/>
                </a:cubicBezTo>
                <a:cubicBezTo>
                  <a:pt x="502700" y="59829"/>
                  <a:pt x="506906" y="49164"/>
                  <a:pt x="512387" y="38894"/>
                </a:cubicBezTo>
                <a:cubicBezTo>
                  <a:pt x="517868" y="28623"/>
                  <a:pt x="523698" y="19967"/>
                  <a:pt x="529878" y="12924"/>
                </a:cubicBezTo>
                <a:lnTo>
                  <a:pt x="481295" y="12924"/>
                </a:lnTo>
                <a:close/>
                <a:moveTo>
                  <a:pt x="561930" y="99196"/>
                </a:moveTo>
                <a:lnTo>
                  <a:pt x="561930" y="0"/>
                </a:lnTo>
                <a:lnTo>
                  <a:pt x="599145" y="0"/>
                </a:lnTo>
                <a:cubicBezTo>
                  <a:pt x="606723" y="0"/>
                  <a:pt x="612802" y="1004"/>
                  <a:pt x="617380" y="3011"/>
                </a:cubicBezTo>
                <a:cubicBezTo>
                  <a:pt x="621959" y="5018"/>
                  <a:pt x="625545" y="8108"/>
                  <a:pt x="628139" y="12281"/>
                </a:cubicBezTo>
                <a:cubicBezTo>
                  <a:pt x="630733" y="16454"/>
                  <a:pt x="632030" y="20818"/>
                  <a:pt x="632030" y="25374"/>
                </a:cubicBezTo>
                <a:cubicBezTo>
                  <a:pt x="632030" y="29614"/>
                  <a:pt x="630879" y="33607"/>
                  <a:pt x="628579" y="37351"/>
                </a:cubicBezTo>
                <a:cubicBezTo>
                  <a:pt x="626278" y="41095"/>
                  <a:pt x="622805" y="44117"/>
                  <a:pt x="618159" y="46418"/>
                </a:cubicBezTo>
                <a:cubicBezTo>
                  <a:pt x="624158" y="48177"/>
                  <a:pt x="628771" y="51177"/>
                  <a:pt x="631996" y="55417"/>
                </a:cubicBezTo>
                <a:cubicBezTo>
                  <a:pt x="635221" y="59657"/>
                  <a:pt x="636834" y="64664"/>
                  <a:pt x="636834" y="70438"/>
                </a:cubicBezTo>
                <a:cubicBezTo>
                  <a:pt x="636834" y="75085"/>
                  <a:pt x="635853" y="79404"/>
                  <a:pt x="633890" y="83396"/>
                </a:cubicBezTo>
                <a:cubicBezTo>
                  <a:pt x="631928" y="87388"/>
                  <a:pt x="629504" y="90467"/>
                  <a:pt x="626617" y="92632"/>
                </a:cubicBezTo>
                <a:cubicBezTo>
                  <a:pt x="623730" y="94797"/>
                  <a:pt x="620110" y="96433"/>
                  <a:pt x="615756" y="97538"/>
                </a:cubicBezTo>
                <a:cubicBezTo>
                  <a:pt x="611403" y="98643"/>
                  <a:pt x="606069" y="99196"/>
                  <a:pt x="599754" y="99196"/>
                </a:cubicBezTo>
                <a:lnTo>
                  <a:pt x="561930" y="99196"/>
                </a:lnTo>
                <a:moveTo>
                  <a:pt x="575056" y="41681"/>
                </a:moveTo>
                <a:lnTo>
                  <a:pt x="596506" y="41681"/>
                </a:lnTo>
                <a:cubicBezTo>
                  <a:pt x="602325" y="41681"/>
                  <a:pt x="606498" y="41298"/>
                  <a:pt x="609024" y="40531"/>
                </a:cubicBezTo>
                <a:cubicBezTo>
                  <a:pt x="612362" y="39538"/>
                  <a:pt x="614877" y="37892"/>
                  <a:pt x="616568" y="35591"/>
                </a:cubicBezTo>
                <a:cubicBezTo>
                  <a:pt x="618260" y="33291"/>
                  <a:pt x="619106" y="30404"/>
                  <a:pt x="619106" y="26930"/>
                </a:cubicBezTo>
                <a:cubicBezTo>
                  <a:pt x="619106" y="23637"/>
                  <a:pt x="618316" y="20739"/>
                  <a:pt x="616738" y="18235"/>
                </a:cubicBezTo>
                <a:cubicBezTo>
                  <a:pt x="615159" y="15732"/>
                  <a:pt x="612903" y="14018"/>
                  <a:pt x="609971" y="13093"/>
                </a:cubicBezTo>
                <a:cubicBezTo>
                  <a:pt x="607039" y="12168"/>
                  <a:pt x="602009" y="11706"/>
                  <a:pt x="594882" y="11706"/>
                </a:cubicBezTo>
                <a:lnTo>
                  <a:pt x="575056" y="11706"/>
                </a:lnTo>
                <a:lnTo>
                  <a:pt x="575056" y="41681"/>
                </a:lnTo>
                <a:moveTo>
                  <a:pt x="575056" y="87490"/>
                </a:moveTo>
                <a:lnTo>
                  <a:pt x="599754" y="87490"/>
                </a:lnTo>
                <a:cubicBezTo>
                  <a:pt x="603994" y="87490"/>
                  <a:pt x="606971" y="87332"/>
                  <a:pt x="608686" y="87016"/>
                </a:cubicBezTo>
                <a:cubicBezTo>
                  <a:pt x="611708" y="86475"/>
                  <a:pt x="614234" y="85573"/>
                  <a:pt x="616264" y="84310"/>
                </a:cubicBezTo>
                <a:cubicBezTo>
                  <a:pt x="618294" y="83046"/>
                  <a:pt x="619963" y="81208"/>
                  <a:pt x="621271" y="78795"/>
                </a:cubicBezTo>
                <a:cubicBezTo>
                  <a:pt x="622579" y="76382"/>
                  <a:pt x="623233" y="73596"/>
                  <a:pt x="623233" y="70438"/>
                </a:cubicBezTo>
                <a:cubicBezTo>
                  <a:pt x="623233" y="66739"/>
                  <a:pt x="622286" y="63525"/>
                  <a:pt x="620391" y="60796"/>
                </a:cubicBezTo>
                <a:cubicBezTo>
                  <a:pt x="618497" y="58067"/>
                  <a:pt x="615869" y="56150"/>
                  <a:pt x="612509" y="55045"/>
                </a:cubicBezTo>
                <a:cubicBezTo>
                  <a:pt x="609148" y="53940"/>
                  <a:pt x="604310" y="53387"/>
                  <a:pt x="597995" y="53387"/>
                </a:cubicBezTo>
                <a:lnTo>
                  <a:pt x="575056" y="53387"/>
                </a:lnTo>
                <a:lnTo>
                  <a:pt x="575056" y="8749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Text Mixtral_7B">
            <a:extLst xmlns:a="http://schemas.openxmlformats.org/drawingml/2006/main">
              <a:ext uri="{FF2B5EF4-FFF2-40B4-BE49-F238E27FC236}">
                <a16:creationId xmlns:a16="http://schemas.microsoft.com/office/drawing/2014/main" id="{404886FE-6CDB-4933-AA6F-68C52928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351" y="1272394"/>
            <a:ext cx="636834" cy="126803"/>
          </a:xfrm>
          <a:custGeom xmlns:a="http://schemas.openxmlformats.org/drawingml/2006/main">
            <a:pathLst>
              <a:path w="636834" h="126803">
                <a:moveTo>
                  <a:pt x="0" y="99196"/>
                </a:moveTo>
                <a:lnTo>
                  <a:pt x="0" y="0"/>
                </a:lnTo>
                <a:lnTo>
                  <a:pt x="19758" y="0"/>
                </a:lnTo>
                <a:lnTo>
                  <a:pt x="43237" y="70235"/>
                </a:lnTo>
                <a:cubicBezTo>
                  <a:pt x="45403" y="76776"/>
                  <a:pt x="46981" y="81671"/>
                  <a:pt x="47974" y="84919"/>
                </a:cubicBezTo>
                <a:cubicBezTo>
                  <a:pt x="49102" y="81310"/>
                  <a:pt x="50861" y="76009"/>
                  <a:pt x="53252" y="69017"/>
                </a:cubicBezTo>
                <a:lnTo>
                  <a:pt x="77002" y="0"/>
                </a:lnTo>
                <a:lnTo>
                  <a:pt x="94662" y="0"/>
                </a:lnTo>
                <a:lnTo>
                  <a:pt x="94662" y="99196"/>
                </a:lnTo>
                <a:lnTo>
                  <a:pt x="82009" y="99196"/>
                </a:lnTo>
                <a:lnTo>
                  <a:pt x="82009" y="16172"/>
                </a:lnTo>
                <a:lnTo>
                  <a:pt x="53184" y="99196"/>
                </a:lnTo>
                <a:lnTo>
                  <a:pt x="41343" y="99196"/>
                </a:lnTo>
                <a:lnTo>
                  <a:pt x="12653" y="14751"/>
                </a:lnTo>
                <a:lnTo>
                  <a:pt x="12653" y="99196"/>
                </a:lnTo>
                <a:lnTo>
                  <a:pt x="0" y="99196"/>
                </a:lnTo>
                <a:close/>
                <a:moveTo>
                  <a:pt x="114351" y="14074"/>
                </a:moveTo>
                <a:lnTo>
                  <a:pt x="114351" y="0"/>
                </a:lnTo>
                <a:lnTo>
                  <a:pt x="126531" y="0"/>
                </a:lnTo>
                <a:lnTo>
                  <a:pt x="126531" y="14074"/>
                </a:lnTo>
                <a:lnTo>
                  <a:pt x="114351" y="14074"/>
                </a:lnTo>
                <a:moveTo>
                  <a:pt x="114351" y="99196"/>
                </a:moveTo>
                <a:lnTo>
                  <a:pt x="114351" y="27336"/>
                </a:lnTo>
                <a:lnTo>
                  <a:pt x="126531" y="27336"/>
                </a:lnTo>
                <a:lnTo>
                  <a:pt x="126531" y="99196"/>
                </a:lnTo>
                <a:lnTo>
                  <a:pt x="114351" y="99196"/>
                </a:lnTo>
                <a:close/>
                <a:moveTo>
                  <a:pt x="136928" y="99196"/>
                </a:moveTo>
                <a:lnTo>
                  <a:pt x="163182" y="61845"/>
                </a:lnTo>
                <a:lnTo>
                  <a:pt x="138890" y="27336"/>
                </a:lnTo>
                <a:lnTo>
                  <a:pt x="154115" y="27336"/>
                </a:lnTo>
                <a:lnTo>
                  <a:pt x="165144" y="44185"/>
                </a:lnTo>
                <a:cubicBezTo>
                  <a:pt x="167219" y="47387"/>
                  <a:pt x="168888" y="50071"/>
                  <a:pt x="170151" y="52237"/>
                </a:cubicBezTo>
                <a:cubicBezTo>
                  <a:pt x="172136" y="49260"/>
                  <a:pt x="173963" y="46621"/>
                  <a:pt x="175632" y="44320"/>
                </a:cubicBezTo>
                <a:lnTo>
                  <a:pt x="187744" y="27336"/>
                </a:lnTo>
                <a:lnTo>
                  <a:pt x="202291" y="27336"/>
                </a:lnTo>
                <a:lnTo>
                  <a:pt x="177459" y="61168"/>
                </a:lnTo>
                <a:lnTo>
                  <a:pt x="204186" y="99196"/>
                </a:lnTo>
                <a:lnTo>
                  <a:pt x="189232" y="99196"/>
                </a:lnTo>
                <a:lnTo>
                  <a:pt x="174482" y="76866"/>
                </a:lnTo>
                <a:lnTo>
                  <a:pt x="170557" y="70844"/>
                </a:lnTo>
                <a:lnTo>
                  <a:pt x="151679" y="99196"/>
                </a:lnTo>
                <a:lnTo>
                  <a:pt x="136928" y="99196"/>
                </a:lnTo>
                <a:close/>
                <a:moveTo>
                  <a:pt x="240928" y="88437"/>
                </a:moveTo>
                <a:lnTo>
                  <a:pt x="242687" y="99196"/>
                </a:lnTo>
                <a:cubicBezTo>
                  <a:pt x="239259" y="99827"/>
                  <a:pt x="236191" y="100143"/>
                  <a:pt x="233485" y="100143"/>
                </a:cubicBezTo>
                <a:cubicBezTo>
                  <a:pt x="229064" y="100143"/>
                  <a:pt x="225636" y="99444"/>
                  <a:pt x="223200" y="98045"/>
                </a:cubicBezTo>
                <a:cubicBezTo>
                  <a:pt x="220764" y="96647"/>
                  <a:pt x="219050" y="94809"/>
                  <a:pt x="218057" y="92531"/>
                </a:cubicBezTo>
                <a:cubicBezTo>
                  <a:pt x="217065" y="90253"/>
                  <a:pt x="216569" y="85460"/>
                  <a:pt x="216569" y="78152"/>
                </a:cubicBezTo>
                <a:lnTo>
                  <a:pt x="216569" y="36809"/>
                </a:lnTo>
                <a:lnTo>
                  <a:pt x="207637" y="36809"/>
                </a:lnTo>
                <a:lnTo>
                  <a:pt x="207637" y="27336"/>
                </a:lnTo>
                <a:lnTo>
                  <a:pt x="216569" y="27336"/>
                </a:lnTo>
                <a:lnTo>
                  <a:pt x="216569" y="9492"/>
                </a:lnTo>
                <a:lnTo>
                  <a:pt x="228680" y="2165"/>
                </a:lnTo>
                <a:lnTo>
                  <a:pt x="228680" y="27336"/>
                </a:lnTo>
                <a:lnTo>
                  <a:pt x="240928" y="27336"/>
                </a:lnTo>
                <a:lnTo>
                  <a:pt x="240928" y="36809"/>
                </a:lnTo>
                <a:lnTo>
                  <a:pt x="228680" y="36809"/>
                </a:lnTo>
                <a:lnTo>
                  <a:pt x="228680" y="78829"/>
                </a:lnTo>
                <a:cubicBezTo>
                  <a:pt x="228680" y="82302"/>
                  <a:pt x="228895" y="84535"/>
                  <a:pt x="229323" y="85527"/>
                </a:cubicBezTo>
                <a:cubicBezTo>
                  <a:pt x="229752" y="86520"/>
                  <a:pt x="230451" y="87309"/>
                  <a:pt x="231421" y="87896"/>
                </a:cubicBezTo>
                <a:cubicBezTo>
                  <a:pt x="232391" y="88482"/>
                  <a:pt x="233778" y="88775"/>
                  <a:pt x="235582" y="88775"/>
                </a:cubicBezTo>
                <a:cubicBezTo>
                  <a:pt x="236935" y="88775"/>
                  <a:pt x="238717" y="88663"/>
                  <a:pt x="240928" y="88437"/>
                </a:cubicBezTo>
                <a:close/>
                <a:moveTo>
                  <a:pt x="252725" y="99196"/>
                </a:moveTo>
                <a:lnTo>
                  <a:pt x="252725" y="27336"/>
                </a:lnTo>
                <a:lnTo>
                  <a:pt x="263686" y="27336"/>
                </a:lnTo>
                <a:lnTo>
                  <a:pt x="263686" y="38163"/>
                </a:lnTo>
                <a:cubicBezTo>
                  <a:pt x="266483" y="33093"/>
                  <a:pt x="269065" y="29751"/>
                  <a:pt x="271434" y="28136"/>
                </a:cubicBezTo>
                <a:cubicBezTo>
                  <a:pt x="273802" y="26520"/>
                  <a:pt x="276407" y="25712"/>
                  <a:pt x="279249" y="25712"/>
                </a:cubicBezTo>
                <a:cubicBezTo>
                  <a:pt x="283354" y="25712"/>
                  <a:pt x="287526" y="27015"/>
                  <a:pt x="291767" y="29620"/>
                </a:cubicBezTo>
                <a:lnTo>
                  <a:pt x="287572" y="40869"/>
                </a:lnTo>
                <a:cubicBezTo>
                  <a:pt x="284594" y="39110"/>
                  <a:pt x="281617" y="38230"/>
                  <a:pt x="278640" y="38230"/>
                </a:cubicBezTo>
                <a:cubicBezTo>
                  <a:pt x="275978" y="38230"/>
                  <a:pt x="273588" y="39032"/>
                  <a:pt x="271467" y="40637"/>
                </a:cubicBezTo>
                <a:cubicBezTo>
                  <a:pt x="269347" y="42239"/>
                  <a:pt x="267836" y="44463"/>
                  <a:pt x="266934" y="47308"/>
                </a:cubicBezTo>
                <a:cubicBezTo>
                  <a:pt x="265581" y="51643"/>
                  <a:pt x="264904" y="56384"/>
                  <a:pt x="264904" y="61532"/>
                </a:cubicBezTo>
                <a:lnTo>
                  <a:pt x="264904" y="99196"/>
                </a:lnTo>
                <a:lnTo>
                  <a:pt x="252725" y="99196"/>
                </a:lnTo>
                <a:close/>
                <a:moveTo>
                  <a:pt x="345897" y="90323"/>
                </a:moveTo>
                <a:cubicBezTo>
                  <a:pt x="341386" y="94160"/>
                  <a:pt x="337044" y="96869"/>
                  <a:pt x="332872" y="98449"/>
                </a:cubicBezTo>
                <a:cubicBezTo>
                  <a:pt x="328699" y="100029"/>
                  <a:pt x="324222" y="100820"/>
                  <a:pt x="319440" y="100820"/>
                </a:cubicBezTo>
                <a:cubicBezTo>
                  <a:pt x="311546" y="100820"/>
                  <a:pt x="305479" y="98890"/>
                  <a:pt x="301239" y="95030"/>
                </a:cubicBezTo>
                <a:cubicBezTo>
                  <a:pt x="296998" y="91170"/>
                  <a:pt x="294878" y="86239"/>
                  <a:pt x="294878" y="80235"/>
                </a:cubicBezTo>
                <a:cubicBezTo>
                  <a:pt x="294878" y="76715"/>
                  <a:pt x="295679" y="73499"/>
                  <a:pt x="297280" y="70589"/>
                </a:cubicBezTo>
                <a:cubicBezTo>
                  <a:pt x="298882" y="67676"/>
                  <a:pt x="300979" y="65340"/>
                  <a:pt x="303573" y="63579"/>
                </a:cubicBezTo>
                <a:cubicBezTo>
                  <a:pt x="306167" y="61818"/>
                  <a:pt x="309088" y="60487"/>
                  <a:pt x="312336" y="59585"/>
                </a:cubicBezTo>
                <a:cubicBezTo>
                  <a:pt x="314726" y="58952"/>
                  <a:pt x="318335" y="58342"/>
                  <a:pt x="323162" y="57756"/>
                </a:cubicBezTo>
                <a:cubicBezTo>
                  <a:pt x="332996" y="56591"/>
                  <a:pt x="340236" y="55203"/>
                  <a:pt x="344882" y="53590"/>
                </a:cubicBezTo>
                <a:cubicBezTo>
                  <a:pt x="344927" y="51928"/>
                  <a:pt x="344950" y="50872"/>
                  <a:pt x="344950" y="50422"/>
                </a:cubicBezTo>
                <a:cubicBezTo>
                  <a:pt x="344950" y="45479"/>
                  <a:pt x="343799" y="41996"/>
                  <a:pt x="341499" y="39975"/>
                </a:cubicBezTo>
                <a:cubicBezTo>
                  <a:pt x="338386" y="37233"/>
                  <a:pt x="333763" y="35862"/>
                  <a:pt x="327628" y="35862"/>
                </a:cubicBezTo>
                <a:cubicBezTo>
                  <a:pt x="321899" y="35862"/>
                  <a:pt x="317670" y="36866"/>
                  <a:pt x="314941" y="38873"/>
                </a:cubicBezTo>
                <a:cubicBezTo>
                  <a:pt x="312211" y="40880"/>
                  <a:pt x="310193" y="44433"/>
                  <a:pt x="308885" y="49530"/>
                </a:cubicBezTo>
                <a:lnTo>
                  <a:pt x="296976" y="47906"/>
                </a:lnTo>
                <a:cubicBezTo>
                  <a:pt x="298058" y="42793"/>
                  <a:pt x="299840" y="38664"/>
                  <a:pt x="302321" y="35519"/>
                </a:cubicBezTo>
                <a:cubicBezTo>
                  <a:pt x="304802" y="32374"/>
                  <a:pt x="308388" y="29954"/>
                  <a:pt x="313080" y="28258"/>
                </a:cubicBezTo>
                <a:cubicBezTo>
                  <a:pt x="317771" y="26561"/>
                  <a:pt x="323207" y="25712"/>
                  <a:pt x="329387" y="25712"/>
                </a:cubicBezTo>
                <a:cubicBezTo>
                  <a:pt x="335522" y="25712"/>
                  <a:pt x="340506" y="26434"/>
                  <a:pt x="344341" y="27878"/>
                </a:cubicBezTo>
                <a:cubicBezTo>
                  <a:pt x="348175" y="29321"/>
                  <a:pt x="350994" y="31137"/>
                  <a:pt x="352799" y="33325"/>
                </a:cubicBezTo>
                <a:cubicBezTo>
                  <a:pt x="354603" y="35512"/>
                  <a:pt x="355866" y="38275"/>
                  <a:pt x="356588" y="41613"/>
                </a:cubicBezTo>
                <a:cubicBezTo>
                  <a:pt x="356994" y="43688"/>
                  <a:pt x="357197" y="47433"/>
                  <a:pt x="357197" y="52846"/>
                </a:cubicBezTo>
                <a:lnTo>
                  <a:pt x="357197" y="69085"/>
                </a:lnTo>
                <a:cubicBezTo>
                  <a:pt x="357197" y="80408"/>
                  <a:pt x="357456" y="87569"/>
                  <a:pt x="357975" y="90568"/>
                </a:cubicBezTo>
                <a:cubicBezTo>
                  <a:pt x="358494" y="93568"/>
                  <a:pt x="359520" y="96444"/>
                  <a:pt x="361054" y="99196"/>
                </a:cubicBezTo>
                <a:lnTo>
                  <a:pt x="348333" y="99196"/>
                </a:lnTo>
                <a:cubicBezTo>
                  <a:pt x="347070" y="96667"/>
                  <a:pt x="346258" y="93709"/>
                  <a:pt x="345897" y="90323"/>
                </a:cubicBezTo>
                <a:moveTo>
                  <a:pt x="344882" y="63063"/>
                </a:moveTo>
                <a:cubicBezTo>
                  <a:pt x="340461" y="64883"/>
                  <a:pt x="333830" y="66429"/>
                  <a:pt x="324989" y="67702"/>
                </a:cubicBezTo>
                <a:cubicBezTo>
                  <a:pt x="319982" y="68427"/>
                  <a:pt x="316440" y="69242"/>
                  <a:pt x="314365" y="70149"/>
                </a:cubicBezTo>
                <a:cubicBezTo>
                  <a:pt x="312290" y="71054"/>
                  <a:pt x="310689" y="72379"/>
                  <a:pt x="309561" y="74124"/>
                </a:cubicBezTo>
                <a:cubicBezTo>
                  <a:pt x="308434" y="75868"/>
                  <a:pt x="307870" y="77804"/>
                  <a:pt x="307870" y="79933"/>
                </a:cubicBezTo>
                <a:cubicBezTo>
                  <a:pt x="307870" y="83193"/>
                  <a:pt x="309099" y="85911"/>
                  <a:pt x="311557" y="88086"/>
                </a:cubicBezTo>
                <a:cubicBezTo>
                  <a:pt x="314016" y="90260"/>
                  <a:pt x="317613" y="91347"/>
                  <a:pt x="322350" y="91347"/>
                </a:cubicBezTo>
                <a:cubicBezTo>
                  <a:pt x="327041" y="91347"/>
                  <a:pt x="331214" y="90315"/>
                  <a:pt x="334868" y="88253"/>
                </a:cubicBezTo>
                <a:cubicBezTo>
                  <a:pt x="338522" y="86191"/>
                  <a:pt x="341206" y="83369"/>
                  <a:pt x="342920" y="79789"/>
                </a:cubicBezTo>
                <a:cubicBezTo>
                  <a:pt x="344228" y="77023"/>
                  <a:pt x="344882" y="72943"/>
                  <a:pt x="344882" y="67550"/>
                </a:cubicBezTo>
                <a:lnTo>
                  <a:pt x="344882" y="63063"/>
                </a:lnTo>
                <a:close/>
                <a:moveTo>
                  <a:pt x="375783" y="99196"/>
                </a:moveTo>
                <a:lnTo>
                  <a:pt x="375783" y="0"/>
                </a:lnTo>
                <a:lnTo>
                  <a:pt x="387963" y="0"/>
                </a:lnTo>
                <a:lnTo>
                  <a:pt x="387963" y="99196"/>
                </a:lnTo>
                <a:lnTo>
                  <a:pt x="375783" y="99196"/>
                </a:lnTo>
                <a:close/>
                <a:moveTo>
                  <a:pt x="395586" y="126803"/>
                </a:moveTo>
                <a:lnTo>
                  <a:pt x="395586" y="118006"/>
                </a:lnTo>
                <a:lnTo>
                  <a:pt x="476309" y="118006"/>
                </a:lnTo>
                <a:lnTo>
                  <a:pt x="476309" y="126803"/>
                </a:lnTo>
                <a:lnTo>
                  <a:pt x="395586" y="126803"/>
                </a:lnTo>
                <a:close/>
                <a:moveTo>
                  <a:pt x="481295" y="12924"/>
                </a:moveTo>
                <a:lnTo>
                  <a:pt x="481295" y="1218"/>
                </a:lnTo>
                <a:lnTo>
                  <a:pt x="545508" y="1218"/>
                </a:lnTo>
                <a:lnTo>
                  <a:pt x="545508" y="10691"/>
                </a:lnTo>
                <a:cubicBezTo>
                  <a:pt x="539193" y="17418"/>
                  <a:pt x="532934" y="26357"/>
                  <a:pt x="526732" y="37507"/>
                </a:cubicBezTo>
                <a:cubicBezTo>
                  <a:pt x="520529" y="48658"/>
                  <a:pt x="515736" y="60124"/>
                  <a:pt x="512353" y="71906"/>
                </a:cubicBezTo>
                <a:cubicBezTo>
                  <a:pt x="509917" y="80213"/>
                  <a:pt x="508361" y="89310"/>
                  <a:pt x="507684" y="99196"/>
                </a:cubicBezTo>
                <a:lnTo>
                  <a:pt x="495166" y="99196"/>
                </a:lnTo>
                <a:cubicBezTo>
                  <a:pt x="495302" y="91386"/>
                  <a:pt x="496835" y="81951"/>
                  <a:pt x="499767" y="70891"/>
                </a:cubicBezTo>
                <a:cubicBezTo>
                  <a:pt x="502700" y="59829"/>
                  <a:pt x="506906" y="49164"/>
                  <a:pt x="512387" y="38894"/>
                </a:cubicBezTo>
                <a:cubicBezTo>
                  <a:pt x="517868" y="28623"/>
                  <a:pt x="523698" y="19967"/>
                  <a:pt x="529878" y="12924"/>
                </a:cubicBezTo>
                <a:lnTo>
                  <a:pt x="481295" y="12924"/>
                </a:lnTo>
                <a:close/>
                <a:moveTo>
                  <a:pt x="561930" y="99196"/>
                </a:moveTo>
                <a:lnTo>
                  <a:pt x="561930" y="0"/>
                </a:lnTo>
                <a:lnTo>
                  <a:pt x="599145" y="0"/>
                </a:lnTo>
                <a:cubicBezTo>
                  <a:pt x="606723" y="0"/>
                  <a:pt x="612802" y="1004"/>
                  <a:pt x="617380" y="3011"/>
                </a:cubicBezTo>
                <a:cubicBezTo>
                  <a:pt x="621959" y="5018"/>
                  <a:pt x="625545" y="8108"/>
                  <a:pt x="628139" y="12281"/>
                </a:cubicBezTo>
                <a:cubicBezTo>
                  <a:pt x="630733" y="16454"/>
                  <a:pt x="632030" y="20818"/>
                  <a:pt x="632030" y="25374"/>
                </a:cubicBezTo>
                <a:cubicBezTo>
                  <a:pt x="632030" y="29614"/>
                  <a:pt x="630879" y="33607"/>
                  <a:pt x="628579" y="37351"/>
                </a:cubicBezTo>
                <a:cubicBezTo>
                  <a:pt x="626278" y="41095"/>
                  <a:pt x="622805" y="44117"/>
                  <a:pt x="618159" y="46418"/>
                </a:cubicBezTo>
                <a:cubicBezTo>
                  <a:pt x="624158" y="48177"/>
                  <a:pt x="628771" y="51177"/>
                  <a:pt x="631996" y="55417"/>
                </a:cubicBezTo>
                <a:cubicBezTo>
                  <a:pt x="635221" y="59657"/>
                  <a:pt x="636834" y="64664"/>
                  <a:pt x="636834" y="70438"/>
                </a:cubicBezTo>
                <a:cubicBezTo>
                  <a:pt x="636834" y="75085"/>
                  <a:pt x="635853" y="79404"/>
                  <a:pt x="633890" y="83396"/>
                </a:cubicBezTo>
                <a:cubicBezTo>
                  <a:pt x="631928" y="87388"/>
                  <a:pt x="629504" y="90467"/>
                  <a:pt x="626617" y="92632"/>
                </a:cubicBezTo>
                <a:cubicBezTo>
                  <a:pt x="623730" y="94797"/>
                  <a:pt x="620110" y="96433"/>
                  <a:pt x="615756" y="97538"/>
                </a:cubicBezTo>
                <a:cubicBezTo>
                  <a:pt x="611403" y="98643"/>
                  <a:pt x="606069" y="99196"/>
                  <a:pt x="599754" y="99196"/>
                </a:cubicBezTo>
                <a:lnTo>
                  <a:pt x="561930" y="99196"/>
                </a:lnTo>
                <a:moveTo>
                  <a:pt x="575056" y="41681"/>
                </a:moveTo>
                <a:lnTo>
                  <a:pt x="596506" y="41681"/>
                </a:lnTo>
                <a:cubicBezTo>
                  <a:pt x="602325" y="41681"/>
                  <a:pt x="606498" y="41298"/>
                  <a:pt x="609024" y="40531"/>
                </a:cubicBezTo>
                <a:cubicBezTo>
                  <a:pt x="612362" y="39538"/>
                  <a:pt x="614877" y="37892"/>
                  <a:pt x="616568" y="35591"/>
                </a:cubicBezTo>
                <a:cubicBezTo>
                  <a:pt x="618260" y="33291"/>
                  <a:pt x="619106" y="30404"/>
                  <a:pt x="619106" y="26930"/>
                </a:cubicBezTo>
                <a:cubicBezTo>
                  <a:pt x="619106" y="23637"/>
                  <a:pt x="618316" y="20739"/>
                  <a:pt x="616738" y="18235"/>
                </a:cubicBezTo>
                <a:cubicBezTo>
                  <a:pt x="615159" y="15732"/>
                  <a:pt x="612903" y="14018"/>
                  <a:pt x="609971" y="13093"/>
                </a:cubicBezTo>
                <a:cubicBezTo>
                  <a:pt x="607039" y="12168"/>
                  <a:pt x="602009" y="11706"/>
                  <a:pt x="594882" y="11706"/>
                </a:cubicBezTo>
                <a:lnTo>
                  <a:pt x="575056" y="11706"/>
                </a:lnTo>
                <a:lnTo>
                  <a:pt x="575056" y="41681"/>
                </a:lnTo>
                <a:moveTo>
                  <a:pt x="575056" y="87490"/>
                </a:moveTo>
                <a:lnTo>
                  <a:pt x="599754" y="87490"/>
                </a:lnTo>
                <a:cubicBezTo>
                  <a:pt x="603994" y="87490"/>
                  <a:pt x="606971" y="87332"/>
                  <a:pt x="608686" y="87016"/>
                </a:cubicBezTo>
                <a:cubicBezTo>
                  <a:pt x="611708" y="86475"/>
                  <a:pt x="614234" y="85573"/>
                  <a:pt x="616264" y="84310"/>
                </a:cubicBezTo>
                <a:cubicBezTo>
                  <a:pt x="618294" y="83046"/>
                  <a:pt x="619963" y="81208"/>
                  <a:pt x="621271" y="78795"/>
                </a:cubicBezTo>
                <a:cubicBezTo>
                  <a:pt x="622579" y="76382"/>
                  <a:pt x="623233" y="73596"/>
                  <a:pt x="623233" y="70438"/>
                </a:cubicBezTo>
                <a:cubicBezTo>
                  <a:pt x="623233" y="66739"/>
                  <a:pt x="622286" y="63525"/>
                  <a:pt x="620391" y="60796"/>
                </a:cubicBezTo>
                <a:cubicBezTo>
                  <a:pt x="618497" y="58067"/>
                  <a:pt x="615869" y="56150"/>
                  <a:pt x="612509" y="55045"/>
                </a:cubicBezTo>
                <a:cubicBezTo>
                  <a:pt x="609148" y="53940"/>
                  <a:pt x="604310" y="53387"/>
                  <a:pt x="597995" y="53387"/>
                </a:cubicBezTo>
                <a:lnTo>
                  <a:pt x="575056" y="53387"/>
                </a:lnTo>
                <a:lnTo>
                  <a:pt x="575056" y="87490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Text Openchat_7B">
            <a:extLst xmlns:a="http://schemas.openxmlformats.org/drawingml/2006/main">
              <a:ext uri="{FF2B5EF4-FFF2-40B4-BE49-F238E27FC236}">
                <a16:creationId xmlns:a16="http://schemas.microsoft.com/office/drawing/2014/main" id="{A015E5C0-1784-4CCB-8C81-26EFBA5E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2804" y="1077603"/>
            <a:ext cx="833319" cy="128562"/>
          </a:xfrm>
          <a:custGeom xmlns:a="http://schemas.openxmlformats.org/drawingml/2006/main">
            <a:pathLst>
              <a:path w="833319" h="128562">
                <a:moveTo>
                  <a:pt x="0" y="52609"/>
                </a:moveTo>
                <a:cubicBezTo>
                  <a:pt x="0" y="36154"/>
                  <a:pt x="4421" y="23272"/>
                  <a:pt x="13262" y="13964"/>
                </a:cubicBezTo>
                <a:cubicBezTo>
                  <a:pt x="22104" y="4655"/>
                  <a:pt x="33516" y="0"/>
                  <a:pt x="47500" y="0"/>
                </a:cubicBezTo>
                <a:cubicBezTo>
                  <a:pt x="56657" y="0"/>
                  <a:pt x="64912" y="2186"/>
                  <a:pt x="72265" y="6559"/>
                </a:cubicBezTo>
                <a:cubicBezTo>
                  <a:pt x="79618" y="10932"/>
                  <a:pt x="85223" y="17030"/>
                  <a:pt x="89080" y="24852"/>
                </a:cubicBezTo>
                <a:cubicBezTo>
                  <a:pt x="92937" y="32673"/>
                  <a:pt x="94865" y="41542"/>
                  <a:pt x="94865" y="51459"/>
                </a:cubicBezTo>
                <a:cubicBezTo>
                  <a:pt x="94865" y="61511"/>
                  <a:pt x="92835" y="70505"/>
                  <a:pt x="88775" y="78440"/>
                </a:cubicBezTo>
                <a:cubicBezTo>
                  <a:pt x="84716" y="86373"/>
                  <a:pt x="78964" y="92380"/>
                  <a:pt x="71521" y="96459"/>
                </a:cubicBezTo>
                <a:cubicBezTo>
                  <a:pt x="64078" y="100539"/>
                  <a:pt x="56048" y="102579"/>
                  <a:pt x="47433" y="102579"/>
                </a:cubicBezTo>
                <a:cubicBezTo>
                  <a:pt x="38095" y="102579"/>
                  <a:pt x="29750" y="100325"/>
                  <a:pt x="22397" y="95817"/>
                </a:cubicBezTo>
                <a:cubicBezTo>
                  <a:pt x="15044" y="91309"/>
                  <a:pt x="9473" y="85155"/>
                  <a:pt x="5684" y="77357"/>
                </a:cubicBezTo>
                <a:cubicBezTo>
                  <a:pt x="1895" y="69559"/>
                  <a:pt x="0" y="61309"/>
                  <a:pt x="0" y="52609"/>
                </a:cubicBezTo>
                <a:moveTo>
                  <a:pt x="13533" y="52780"/>
                </a:moveTo>
                <a:cubicBezTo>
                  <a:pt x="13533" y="64755"/>
                  <a:pt x="16747" y="74188"/>
                  <a:pt x="23175" y="81079"/>
                </a:cubicBezTo>
                <a:cubicBezTo>
                  <a:pt x="29603" y="87969"/>
                  <a:pt x="37666" y="91414"/>
                  <a:pt x="47365" y="91414"/>
                </a:cubicBezTo>
                <a:cubicBezTo>
                  <a:pt x="57244" y="91414"/>
                  <a:pt x="65375" y="87935"/>
                  <a:pt x="71758" y="80977"/>
                </a:cubicBezTo>
                <a:cubicBezTo>
                  <a:pt x="78141" y="74018"/>
                  <a:pt x="81332" y="64144"/>
                  <a:pt x="81332" y="51357"/>
                </a:cubicBezTo>
                <a:cubicBezTo>
                  <a:pt x="81332" y="43268"/>
                  <a:pt x="79968" y="36208"/>
                  <a:pt x="77239" y="30176"/>
                </a:cubicBezTo>
                <a:cubicBezTo>
                  <a:pt x="74510" y="24144"/>
                  <a:pt x="70517" y="19468"/>
                  <a:pt x="65262" y="16146"/>
                </a:cubicBezTo>
                <a:cubicBezTo>
                  <a:pt x="60007" y="12825"/>
                  <a:pt x="54109" y="11165"/>
                  <a:pt x="47568" y="11165"/>
                </a:cubicBezTo>
                <a:cubicBezTo>
                  <a:pt x="38275" y="11165"/>
                  <a:pt x="30280" y="14362"/>
                  <a:pt x="23581" y="20756"/>
                </a:cubicBezTo>
                <a:cubicBezTo>
                  <a:pt x="16882" y="27149"/>
                  <a:pt x="13533" y="37824"/>
                  <a:pt x="13533" y="52780"/>
                </a:cubicBezTo>
                <a:close/>
                <a:moveTo>
                  <a:pt x="110249" y="128562"/>
                </a:moveTo>
                <a:lnTo>
                  <a:pt x="110249" y="29096"/>
                </a:lnTo>
                <a:lnTo>
                  <a:pt x="121345" y="29096"/>
                </a:lnTo>
                <a:lnTo>
                  <a:pt x="121345" y="38366"/>
                </a:lnTo>
                <a:cubicBezTo>
                  <a:pt x="123962" y="34734"/>
                  <a:pt x="126916" y="32011"/>
                  <a:pt x="130209" y="30195"/>
                </a:cubicBezTo>
                <a:cubicBezTo>
                  <a:pt x="133502" y="28379"/>
                  <a:pt x="137495" y="27472"/>
                  <a:pt x="142186" y="27472"/>
                </a:cubicBezTo>
                <a:cubicBezTo>
                  <a:pt x="148321" y="27472"/>
                  <a:pt x="153734" y="29050"/>
                  <a:pt x="158425" y="32208"/>
                </a:cubicBezTo>
                <a:cubicBezTo>
                  <a:pt x="163117" y="35366"/>
                  <a:pt x="166658" y="39820"/>
                  <a:pt x="169049" y="45572"/>
                </a:cubicBezTo>
                <a:cubicBezTo>
                  <a:pt x="171439" y="51323"/>
                  <a:pt x="172635" y="57627"/>
                  <a:pt x="172635" y="64484"/>
                </a:cubicBezTo>
                <a:cubicBezTo>
                  <a:pt x="172635" y="71837"/>
                  <a:pt x="171315" y="78457"/>
                  <a:pt x="168677" y="84343"/>
                </a:cubicBezTo>
                <a:cubicBezTo>
                  <a:pt x="166038" y="90230"/>
                  <a:pt x="162203" y="94741"/>
                  <a:pt x="157174" y="97876"/>
                </a:cubicBezTo>
                <a:cubicBezTo>
                  <a:pt x="152144" y="101011"/>
                  <a:pt x="146855" y="102579"/>
                  <a:pt x="141306" y="102579"/>
                </a:cubicBezTo>
                <a:cubicBezTo>
                  <a:pt x="137247" y="102579"/>
                  <a:pt x="133604" y="101710"/>
                  <a:pt x="130379" y="99974"/>
                </a:cubicBezTo>
                <a:cubicBezTo>
                  <a:pt x="127153" y="98236"/>
                  <a:pt x="124503" y="96041"/>
                  <a:pt x="122428" y="93389"/>
                </a:cubicBezTo>
                <a:lnTo>
                  <a:pt x="122428" y="128562"/>
                </a:lnTo>
                <a:lnTo>
                  <a:pt x="110249" y="128562"/>
                </a:lnTo>
                <a:moveTo>
                  <a:pt x="121278" y="65330"/>
                </a:moveTo>
                <a:cubicBezTo>
                  <a:pt x="121278" y="74566"/>
                  <a:pt x="123150" y="81392"/>
                  <a:pt x="126894" y="85807"/>
                </a:cubicBezTo>
                <a:cubicBezTo>
                  <a:pt x="130638" y="90222"/>
                  <a:pt x="135171" y="92429"/>
                  <a:pt x="140494" y="92429"/>
                </a:cubicBezTo>
                <a:cubicBezTo>
                  <a:pt x="145908" y="92429"/>
                  <a:pt x="150543" y="90143"/>
                  <a:pt x="154399" y="85570"/>
                </a:cubicBezTo>
                <a:cubicBezTo>
                  <a:pt x="158256" y="80997"/>
                  <a:pt x="160185" y="73912"/>
                  <a:pt x="160185" y="64315"/>
                </a:cubicBezTo>
                <a:cubicBezTo>
                  <a:pt x="160185" y="55169"/>
                  <a:pt x="158301" y="48321"/>
                  <a:pt x="154535" y="43770"/>
                </a:cubicBezTo>
                <a:cubicBezTo>
                  <a:pt x="150768" y="39220"/>
                  <a:pt x="146268" y="36945"/>
                  <a:pt x="141036" y="36945"/>
                </a:cubicBezTo>
                <a:cubicBezTo>
                  <a:pt x="135848" y="36945"/>
                  <a:pt x="131258" y="39366"/>
                  <a:pt x="127266" y="44210"/>
                </a:cubicBezTo>
                <a:cubicBezTo>
                  <a:pt x="123274" y="49054"/>
                  <a:pt x="121278" y="56094"/>
                  <a:pt x="121278" y="65330"/>
                </a:cubicBezTo>
                <a:close/>
                <a:moveTo>
                  <a:pt x="236489" y="77814"/>
                </a:moveTo>
                <a:lnTo>
                  <a:pt x="249074" y="79370"/>
                </a:lnTo>
                <a:cubicBezTo>
                  <a:pt x="247089" y="86723"/>
                  <a:pt x="243413" y="92429"/>
                  <a:pt x="238045" y="96489"/>
                </a:cubicBezTo>
                <a:cubicBezTo>
                  <a:pt x="232677" y="100549"/>
                  <a:pt x="225820" y="102579"/>
                  <a:pt x="217475" y="102579"/>
                </a:cubicBezTo>
                <a:cubicBezTo>
                  <a:pt x="206964" y="102579"/>
                  <a:pt x="198630" y="99342"/>
                  <a:pt x="192473" y="92869"/>
                </a:cubicBezTo>
                <a:cubicBezTo>
                  <a:pt x="186316" y="86396"/>
                  <a:pt x="183237" y="77318"/>
                  <a:pt x="183237" y="65634"/>
                </a:cubicBezTo>
                <a:cubicBezTo>
                  <a:pt x="183237" y="53545"/>
                  <a:pt x="186349" y="44162"/>
                  <a:pt x="192575" y="37486"/>
                </a:cubicBezTo>
                <a:cubicBezTo>
                  <a:pt x="198800" y="30810"/>
                  <a:pt x="206874" y="27472"/>
                  <a:pt x="216798" y="27472"/>
                </a:cubicBezTo>
                <a:cubicBezTo>
                  <a:pt x="226407" y="27472"/>
                  <a:pt x="234256" y="30737"/>
                  <a:pt x="240345" y="37268"/>
                </a:cubicBezTo>
                <a:cubicBezTo>
                  <a:pt x="246435" y="43798"/>
                  <a:pt x="249480" y="52985"/>
                  <a:pt x="249480" y="64829"/>
                </a:cubicBezTo>
                <a:cubicBezTo>
                  <a:pt x="249480" y="65549"/>
                  <a:pt x="249458" y="66629"/>
                  <a:pt x="249412" y="68070"/>
                </a:cubicBezTo>
                <a:lnTo>
                  <a:pt x="195822" y="68070"/>
                </a:lnTo>
                <a:cubicBezTo>
                  <a:pt x="196274" y="75942"/>
                  <a:pt x="198506" y="81969"/>
                  <a:pt x="202521" y="86153"/>
                </a:cubicBezTo>
                <a:cubicBezTo>
                  <a:pt x="206536" y="90337"/>
                  <a:pt x="211543" y="92429"/>
                  <a:pt x="217543" y="92429"/>
                </a:cubicBezTo>
                <a:cubicBezTo>
                  <a:pt x="222008" y="92429"/>
                  <a:pt x="225820" y="91268"/>
                  <a:pt x="228978" y="88945"/>
                </a:cubicBezTo>
                <a:cubicBezTo>
                  <a:pt x="232136" y="86620"/>
                  <a:pt x="234639" y="82910"/>
                  <a:pt x="236489" y="77814"/>
                </a:cubicBezTo>
                <a:moveTo>
                  <a:pt x="196499" y="57921"/>
                </a:moveTo>
                <a:lnTo>
                  <a:pt x="236624" y="57921"/>
                </a:lnTo>
                <a:cubicBezTo>
                  <a:pt x="236083" y="51975"/>
                  <a:pt x="234549" y="47515"/>
                  <a:pt x="232023" y="44542"/>
                </a:cubicBezTo>
                <a:cubicBezTo>
                  <a:pt x="228143" y="39928"/>
                  <a:pt x="223114" y="37621"/>
                  <a:pt x="216934" y="37621"/>
                </a:cubicBezTo>
                <a:cubicBezTo>
                  <a:pt x="211340" y="37621"/>
                  <a:pt x="206637" y="39463"/>
                  <a:pt x="202826" y="43146"/>
                </a:cubicBezTo>
                <a:cubicBezTo>
                  <a:pt x="199014" y="46829"/>
                  <a:pt x="196905" y="51753"/>
                  <a:pt x="196499" y="57921"/>
                </a:cubicBezTo>
                <a:close/>
                <a:moveTo>
                  <a:pt x="264345" y="100955"/>
                </a:moveTo>
                <a:lnTo>
                  <a:pt x="264345" y="29096"/>
                </a:lnTo>
                <a:lnTo>
                  <a:pt x="275307" y="29096"/>
                </a:lnTo>
                <a:lnTo>
                  <a:pt x="275307" y="39245"/>
                </a:lnTo>
                <a:cubicBezTo>
                  <a:pt x="280584" y="31396"/>
                  <a:pt x="288208" y="27472"/>
                  <a:pt x="298177" y="27472"/>
                </a:cubicBezTo>
                <a:cubicBezTo>
                  <a:pt x="302508" y="27472"/>
                  <a:pt x="306488" y="28250"/>
                  <a:pt x="310120" y="29806"/>
                </a:cubicBezTo>
                <a:cubicBezTo>
                  <a:pt x="313751" y="31362"/>
                  <a:pt x="316469" y="33404"/>
                  <a:pt x="318273" y="35930"/>
                </a:cubicBezTo>
                <a:cubicBezTo>
                  <a:pt x="320078" y="38456"/>
                  <a:pt x="321341" y="41456"/>
                  <a:pt x="322062" y="44929"/>
                </a:cubicBezTo>
                <a:cubicBezTo>
                  <a:pt x="322514" y="47184"/>
                  <a:pt x="322739" y="51132"/>
                  <a:pt x="322739" y="56770"/>
                </a:cubicBezTo>
                <a:lnTo>
                  <a:pt x="322739" y="100955"/>
                </a:lnTo>
                <a:lnTo>
                  <a:pt x="310560" y="100955"/>
                </a:lnTo>
                <a:lnTo>
                  <a:pt x="310560" y="57197"/>
                </a:lnTo>
                <a:cubicBezTo>
                  <a:pt x="310560" y="52230"/>
                  <a:pt x="310086" y="48515"/>
                  <a:pt x="309139" y="46054"/>
                </a:cubicBezTo>
                <a:cubicBezTo>
                  <a:pt x="308191" y="43593"/>
                  <a:pt x="306511" y="41628"/>
                  <a:pt x="304098" y="40161"/>
                </a:cubicBezTo>
                <a:cubicBezTo>
                  <a:pt x="301684" y="38693"/>
                  <a:pt x="298854" y="37960"/>
                  <a:pt x="295606" y="37960"/>
                </a:cubicBezTo>
                <a:cubicBezTo>
                  <a:pt x="290418" y="37960"/>
                  <a:pt x="285941" y="39608"/>
                  <a:pt x="282174" y="42905"/>
                </a:cubicBezTo>
                <a:cubicBezTo>
                  <a:pt x="278408" y="46201"/>
                  <a:pt x="276524" y="52455"/>
                  <a:pt x="276524" y="61667"/>
                </a:cubicBezTo>
                <a:lnTo>
                  <a:pt x="276524" y="100955"/>
                </a:lnTo>
                <a:lnTo>
                  <a:pt x="264345" y="100955"/>
                </a:lnTo>
                <a:close/>
                <a:moveTo>
                  <a:pt x="388285" y="74566"/>
                </a:moveTo>
                <a:lnTo>
                  <a:pt x="400262" y="76122"/>
                </a:lnTo>
                <a:cubicBezTo>
                  <a:pt x="398953" y="84398"/>
                  <a:pt x="395604" y="90877"/>
                  <a:pt x="390213" y="95559"/>
                </a:cubicBezTo>
                <a:cubicBezTo>
                  <a:pt x="384823" y="100239"/>
                  <a:pt x="378203" y="102579"/>
                  <a:pt x="370354" y="102579"/>
                </a:cubicBezTo>
                <a:cubicBezTo>
                  <a:pt x="360520" y="102579"/>
                  <a:pt x="352615" y="99365"/>
                  <a:pt x="346638" y="92937"/>
                </a:cubicBezTo>
                <a:cubicBezTo>
                  <a:pt x="340661" y="86509"/>
                  <a:pt x="337672" y="77295"/>
                  <a:pt x="337672" y="65296"/>
                </a:cubicBezTo>
                <a:cubicBezTo>
                  <a:pt x="337672" y="57537"/>
                  <a:pt x="338958" y="50748"/>
                  <a:pt x="341529" y="44929"/>
                </a:cubicBezTo>
                <a:cubicBezTo>
                  <a:pt x="344100" y="39110"/>
                  <a:pt x="348014" y="34746"/>
                  <a:pt x="353269" y="31836"/>
                </a:cubicBezTo>
                <a:cubicBezTo>
                  <a:pt x="358524" y="28926"/>
                  <a:pt x="364242" y="27472"/>
                  <a:pt x="370422" y="27472"/>
                </a:cubicBezTo>
                <a:cubicBezTo>
                  <a:pt x="378226" y="27472"/>
                  <a:pt x="384609" y="29452"/>
                  <a:pt x="389571" y="33411"/>
                </a:cubicBezTo>
                <a:cubicBezTo>
                  <a:pt x="394533" y="37370"/>
                  <a:pt x="397713" y="42991"/>
                  <a:pt x="399111" y="50274"/>
                </a:cubicBezTo>
                <a:lnTo>
                  <a:pt x="387270" y="52101"/>
                </a:lnTo>
                <a:cubicBezTo>
                  <a:pt x="386142" y="47297"/>
                  <a:pt x="384146" y="43683"/>
                  <a:pt x="381282" y="41258"/>
                </a:cubicBezTo>
                <a:cubicBezTo>
                  <a:pt x="378417" y="38834"/>
                  <a:pt x="374955" y="37621"/>
                  <a:pt x="370895" y="37621"/>
                </a:cubicBezTo>
                <a:cubicBezTo>
                  <a:pt x="364760" y="37621"/>
                  <a:pt x="359776" y="39810"/>
                  <a:pt x="355941" y="44187"/>
                </a:cubicBezTo>
                <a:cubicBezTo>
                  <a:pt x="352107" y="48562"/>
                  <a:pt x="350190" y="55486"/>
                  <a:pt x="350190" y="64958"/>
                </a:cubicBezTo>
                <a:cubicBezTo>
                  <a:pt x="350190" y="74564"/>
                  <a:pt x="352040" y="81545"/>
                  <a:pt x="355739" y="85900"/>
                </a:cubicBezTo>
                <a:cubicBezTo>
                  <a:pt x="359437" y="90253"/>
                  <a:pt x="364264" y="92429"/>
                  <a:pt x="370219" y="92429"/>
                </a:cubicBezTo>
                <a:cubicBezTo>
                  <a:pt x="375000" y="92429"/>
                  <a:pt x="378992" y="90969"/>
                  <a:pt x="382195" y="88048"/>
                </a:cubicBezTo>
                <a:cubicBezTo>
                  <a:pt x="385398" y="85127"/>
                  <a:pt x="387428" y="80633"/>
                  <a:pt x="388285" y="74566"/>
                </a:cubicBezTo>
                <a:close/>
                <a:moveTo>
                  <a:pt x="410681" y="100955"/>
                </a:moveTo>
                <a:lnTo>
                  <a:pt x="410681" y="1759"/>
                </a:lnTo>
                <a:lnTo>
                  <a:pt x="422861" y="1759"/>
                </a:lnTo>
                <a:lnTo>
                  <a:pt x="422861" y="37351"/>
                </a:lnTo>
                <a:cubicBezTo>
                  <a:pt x="428545" y="30765"/>
                  <a:pt x="435717" y="27472"/>
                  <a:pt x="444378" y="27472"/>
                </a:cubicBezTo>
                <a:cubicBezTo>
                  <a:pt x="449701" y="27472"/>
                  <a:pt x="454325" y="28520"/>
                  <a:pt x="458249" y="30618"/>
                </a:cubicBezTo>
                <a:cubicBezTo>
                  <a:pt x="462174" y="32716"/>
                  <a:pt x="464982" y="35614"/>
                  <a:pt x="466673" y="39313"/>
                </a:cubicBezTo>
                <a:cubicBezTo>
                  <a:pt x="468365" y="43012"/>
                  <a:pt x="469211" y="48380"/>
                  <a:pt x="469211" y="55417"/>
                </a:cubicBezTo>
                <a:lnTo>
                  <a:pt x="469211" y="100955"/>
                </a:lnTo>
                <a:lnTo>
                  <a:pt x="457031" y="100955"/>
                </a:lnTo>
                <a:lnTo>
                  <a:pt x="457031" y="55417"/>
                </a:lnTo>
                <a:cubicBezTo>
                  <a:pt x="457031" y="49327"/>
                  <a:pt x="455712" y="44895"/>
                  <a:pt x="453073" y="42121"/>
                </a:cubicBezTo>
                <a:cubicBezTo>
                  <a:pt x="450434" y="39347"/>
                  <a:pt x="446701" y="37960"/>
                  <a:pt x="441874" y="37960"/>
                </a:cubicBezTo>
                <a:cubicBezTo>
                  <a:pt x="438266" y="37960"/>
                  <a:pt x="434871" y="38896"/>
                  <a:pt x="431691" y="40768"/>
                </a:cubicBezTo>
                <a:cubicBezTo>
                  <a:pt x="428511" y="42640"/>
                  <a:pt x="426244" y="45177"/>
                  <a:pt x="424891" y="48380"/>
                </a:cubicBezTo>
                <a:cubicBezTo>
                  <a:pt x="423537" y="51583"/>
                  <a:pt x="422861" y="56003"/>
                  <a:pt x="422861" y="61642"/>
                </a:cubicBezTo>
                <a:lnTo>
                  <a:pt x="422861" y="100955"/>
                </a:lnTo>
                <a:lnTo>
                  <a:pt x="410681" y="100955"/>
                </a:lnTo>
                <a:close/>
                <a:moveTo>
                  <a:pt x="534621" y="92082"/>
                </a:moveTo>
                <a:cubicBezTo>
                  <a:pt x="530110" y="95920"/>
                  <a:pt x="525769" y="98628"/>
                  <a:pt x="521596" y="100208"/>
                </a:cubicBezTo>
                <a:cubicBezTo>
                  <a:pt x="517423" y="101789"/>
                  <a:pt x="512946" y="102579"/>
                  <a:pt x="508165" y="102579"/>
                </a:cubicBezTo>
                <a:cubicBezTo>
                  <a:pt x="500270" y="102579"/>
                  <a:pt x="494203" y="100649"/>
                  <a:pt x="489963" y="96789"/>
                </a:cubicBezTo>
                <a:cubicBezTo>
                  <a:pt x="485723" y="92930"/>
                  <a:pt x="483602" y="87998"/>
                  <a:pt x="483602" y="81994"/>
                </a:cubicBezTo>
                <a:cubicBezTo>
                  <a:pt x="483602" y="78474"/>
                  <a:pt x="484403" y="75259"/>
                  <a:pt x="486005" y="72348"/>
                </a:cubicBezTo>
                <a:cubicBezTo>
                  <a:pt x="487606" y="69435"/>
                  <a:pt x="489704" y="67099"/>
                  <a:pt x="492297" y="65338"/>
                </a:cubicBezTo>
                <a:cubicBezTo>
                  <a:pt x="494891" y="63578"/>
                  <a:pt x="497812" y="62246"/>
                  <a:pt x="501060" y="61344"/>
                </a:cubicBezTo>
                <a:cubicBezTo>
                  <a:pt x="503451" y="60711"/>
                  <a:pt x="507059" y="60101"/>
                  <a:pt x="511886" y="59515"/>
                </a:cubicBezTo>
                <a:cubicBezTo>
                  <a:pt x="521720" y="58350"/>
                  <a:pt x="528960" y="56962"/>
                  <a:pt x="533606" y="55349"/>
                </a:cubicBezTo>
                <a:cubicBezTo>
                  <a:pt x="533651" y="53687"/>
                  <a:pt x="533674" y="52631"/>
                  <a:pt x="533674" y="52182"/>
                </a:cubicBezTo>
                <a:cubicBezTo>
                  <a:pt x="533674" y="47238"/>
                  <a:pt x="532524" y="43755"/>
                  <a:pt x="530223" y="41734"/>
                </a:cubicBezTo>
                <a:cubicBezTo>
                  <a:pt x="527111" y="38992"/>
                  <a:pt x="522487" y="37621"/>
                  <a:pt x="516352" y="37621"/>
                </a:cubicBezTo>
                <a:cubicBezTo>
                  <a:pt x="510623" y="37621"/>
                  <a:pt x="506394" y="38625"/>
                  <a:pt x="503665" y="40632"/>
                </a:cubicBezTo>
                <a:cubicBezTo>
                  <a:pt x="500936" y="42640"/>
                  <a:pt x="498917" y="46192"/>
                  <a:pt x="497609" y="51289"/>
                </a:cubicBezTo>
                <a:lnTo>
                  <a:pt x="485700" y="49665"/>
                </a:lnTo>
                <a:cubicBezTo>
                  <a:pt x="486783" y="44553"/>
                  <a:pt x="488565" y="40424"/>
                  <a:pt x="491046" y="37279"/>
                </a:cubicBezTo>
                <a:cubicBezTo>
                  <a:pt x="493527" y="34134"/>
                  <a:pt x="497113" y="31713"/>
                  <a:pt x="501804" y="30018"/>
                </a:cubicBezTo>
                <a:cubicBezTo>
                  <a:pt x="506496" y="28320"/>
                  <a:pt x="511931" y="27472"/>
                  <a:pt x="518111" y="27472"/>
                </a:cubicBezTo>
                <a:cubicBezTo>
                  <a:pt x="524246" y="27472"/>
                  <a:pt x="529231" y="28193"/>
                  <a:pt x="533065" y="29637"/>
                </a:cubicBezTo>
                <a:cubicBezTo>
                  <a:pt x="536899" y="31080"/>
                  <a:pt x="539719" y="32896"/>
                  <a:pt x="541523" y="35084"/>
                </a:cubicBezTo>
                <a:cubicBezTo>
                  <a:pt x="543327" y="37272"/>
                  <a:pt x="544590" y="40035"/>
                  <a:pt x="545312" y="43373"/>
                </a:cubicBezTo>
                <a:cubicBezTo>
                  <a:pt x="545718" y="45448"/>
                  <a:pt x="545921" y="49192"/>
                  <a:pt x="545921" y="54605"/>
                </a:cubicBezTo>
                <a:lnTo>
                  <a:pt x="545921" y="70844"/>
                </a:lnTo>
                <a:cubicBezTo>
                  <a:pt x="545921" y="82167"/>
                  <a:pt x="546181" y="89328"/>
                  <a:pt x="546699" y="92328"/>
                </a:cubicBezTo>
                <a:cubicBezTo>
                  <a:pt x="547218" y="95328"/>
                  <a:pt x="548244" y="98203"/>
                  <a:pt x="549778" y="100955"/>
                </a:cubicBezTo>
                <a:lnTo>
                  <a:pt x="537057" y="100955"/>
                </a:lnTo>
                <a:cubicBezTo>
                  <a:pt x="535794" y="98426"/>
                  <a:pt x="534982" y="95468"/>
                  <a:pt x="534621" y="92082"/>
                </a:cubicBezTo>
                <a:moveTo>
                  <a:pt x="533606" y="64822"/>
                </a:moveTo>
                <a:cubicBezTo>
                  <a:pt x="529186" y="66642"/>
                  <a:pt x="522554" y="68189"/>
                  <a:pt x="513713" y="69461"/>
                </a:cubicBezTo>
                <a:cubicBezTo>
                  <a:pt x="508706" y="70186"/>
                  <a:pt x="505165" y="71002"/>
                  <a:pt x="503090" y="71908"/>
                </a:cubicBezTo>
                <a:cubicBezTo>
                  <a:pt x="501015" y="72813"/>
                  <a:pt x="499413" y="74138"/>
                  <a:pt x="498286" y="75883"/>
                </a:cubicBezTo>
                <a:cubicBezTo>
                  <a:pt x="497158" y="77627"/>
                  <a:pt x="496594" y="79563"/>
                  <a:pt x="496594" y="81692"/>
                </a:cubicBezTo>
                <a:cubicBezTo>
                  <a:pt x="496594" y="84952"/>
                  <a:pt x="497823" y="87670"/>
                  <a:pt x="500282" y="89845"/>
                </a:cubicBezTo>
                <a:cubicBezTo>
                  <a:pt x="502740" y="92019"/>
                  <a:pt x="506338" y="93106"/>
                  <a:pt x="511074" y="93106"/>
                </a:cubicBezTo>
                <a:cubicBezTo>
                  <a:pt x="515766" y="93106"/>
                  <a:pt x="519938" y="92075"/>
                  <a:pt x="523592" y="90012"/>
                </a:cubicBezTo>
                <a:cubicBezTo>
                  <a:pt x="527246" y="87950"/>
                  <a:pt x="529930" y="85129"/>
                  <a:pt x="531644" y="81548"/>
                </a:cubicBezTo>
                <a:cubicBezTo>
                  <a:pt x="532952" y="78782"/>
                  <a:pt x="533606" y="74703"/>
                  <a:pt x="533606" y="69309"/>
                </a:cubicBezTo>
                <a:lnTo>
                  <a:pt x="533606" y="64822"/>
                </a:lnTo>
                <a:close/>
                <a:moveTo>
                  <a:pt x="591370" y="90196"/>
                </a:moveTo>
                <a:lnTo>
                  <a:pt x="593129" y="100955"/>
                </a:lnTo>
                <a:cubicBezTo>
                  <a:pt x="589701" y="101586"/>
                  <a:pt x="586634" y="101902"/>
                  <a:pt x="583927" y="101902"/>
                </a:cubicBezTo>
                <a:cubicBezTo>
                  <a:pt x="579506" y="101902"/>
                  <a:pt x="576078" y="101203"/>
                  <a:pt x="573642" y="99805"/>
                </a:cubicBezTo>
                <a:cubicBezTo>
                  <a:pt x="571206" y="98406"/>
                  <a:pt x="569492" y="96568"/>
                  <a:pt x="568500" y="94290"/>
                </a:cubicBezTo>
                <a:cubicBezTo>
                  <a:pt x="567507" y="92012"/>
                  <a:pt x="567011" y="87219"/>
                  <a:pt x="567011" y="79911"/>
                </a:cubicBezTo>
                <a:lnTo>
                  <a:pt x="567011" y="38569"/>
                </a:lnTo>
                <a:lnTo>
                  <a:pt x="558079" y="38569"/>
                </a:lnTo>
                <a:lnTo>
                  <a:pt x="558079" y="29096"/>
                </a:lnTo>
                <a:lnTo>
                  <a:pt x="567011" y="29096"/>
                </a:lnTo>
                <a:lnTo>
                  <a:pt x="567011" y="11251"/>
                </a:lnTo>
                <a:lnTo>
                  <a:pt x="579123" y="3925"/>
                </a:lnTo>
                <a:lnTo>
                  <a:pt x="579123" y="29096"/>
                </a:lnTo>
                <a:lnTo>
                  <a:pt x="591370" y="29096"/>
                </a:lnTo>
                <a:lnTo>
                  <a:pt x="591370" y="38569"/>
                </a:lnTo>
                <a:lnTo>
                  <a:pt x="579123" y="38569"/>
                </a:lnTo>
                <a:lnTo>
                  <a:pt x="579123" y="80588"/>
                </a:lnTo>
                <a:cubicBezTo>
                  <a:pt x="579123" y="84061"/>
                  <a:pt x="579337" y="86294"/>
                  <a:pt x="579766" y="87287"/>
                </a:cubicBezTo>
                <a:cubicBezTo>
                  <a:pt x="580194" y="88279"/>
                  <a:pt x="580894" y="89069"/>
                  <a:pt x="581863" y="89655"/>
                </a:cubicBezTo>
                <a:cubicBezTo>
                  <a:pt x="582833" y="90241"/>
                  <a:pt x="584220" y="90535"/>
                  <a:pt x="586025" y="90535"/>
                </a:cubicBezTo>
                <a:cubicBezTo>
                  <a:pt x="587378" y="90535"/>
                  <a:pt x="589160" y="90422"/>
                  <a:pt x="591370" y="90196"/>
                </a:cubicBezTo>
                <a:close/>
                <a:moveTo>
                  <a:pt x="592070" y="128562"/>
                </a:moveTo>
                <a:lnTo>
                  <a:pt x="592070" y="119766"/>
                </a:lnTo>
                <a:lnTo>
                  <a:pt x="672794" y="119766"/>
                </a:lnTo>
                <a:lnTo>
                  <a:pt x="672794" y="128562"/>
                </a:lnTo>
                <a:lnTo>
                  <a:pt x="592070" y="128562"/>
                </a:lnTo>
                <a:close/>
                <a:moveTo>
                  <a:pt x="677779" y="14683"/>
                </a:moveTo>
                <a:lnTo>
                  <a:pt x="677779" y="2977"/>
                </a:lnTo>
                <a:lnTo>
                  <a:pt x="741993" y="2977"/>
                </a:lnTo>
                <a:lnTo>
                  <a:pt x="741993" y="12450"/>
                </a:lnTo>
                <a:cubicBezTo>
                  <a:pt x="735677" y="19177"/>
                  <a:pt x="729418" y="28116"/>
                  <a:pt x="723216" y="39266"/>
                </a:cubicBezTo>
                <a:cubicBezTo>
                  <a:pt x="717013" y="50417"/>
                  <a:pt x="712220" y="61883"/>
                  <a:pt x="708837" y="73665"/>
                </a:cubicBezTo>
                <a:cubicBezTo>
                  <a:pt x="706401" y="81972"/>
                  <a:pt x="704845" y="91069"/>
                  <a:pt x="704168" y="100955"/>
                </a:cubicBezTo>
                <a:lnTo>
                  <a:pt x="691651" y="100955"/>
                </a:lnTo>
                <a:cubicBezTo>
                  <a:pt x="691786" y="93145"/>
                  <a:pt x="693320" y="83710"/>
                  <a:pt x="696252" y="72650"/>
                </a:cubicBezTo>
                <a:cubicBezTo>
                  <a:pt x="699184" y="61588"/>
                  <a:pt x="703390" y="50923"/>
                  <a:pt x="708871" y="40653"/>
                </a:cubicBezTo>
                <a:cubicBezTo>
                  <a:pt x="714352" y="30383"/>
                  <a:pt x="720182" y="21726"/>
                  <a:pt x="726362" y="14683"/>
                </a:cubicBezTo>
                <a:lnTo>
                  <a:pt x="677779" y="14683"/>
                </a:lnTo>
                <a:close/>
                <a:moveTo>
                  <a:pt x="758414" y="100955"/>
                </a:moveTo>
                <a:lnTo>
                  <a:pt x="758414" y="1759"/>
                </a:lnTo>
                <a:lnTo>
                  <a:pt x="795630" y="1759"/>
                </a:lnTo>
                <a:cubicBezTo>
                  <a:pt x="803208" y="1759"/>
                  <a:pt x="809287" y="2763"/>
                  <a:pt x="813865" y="4770"/>
                </a:cubicBezTo>
                <a:cubicBezTo>
                  <a:pt x="818444" y="6778"/>
                  <a:pt x="822030" y="9868"/>
                  <a:pt x="824624" y="14040"/>
                </a:cubicBezTo>
                <a:cubicBezTo>
                  <a:pt x="827218" y="18213"/>
                  <a:pt x="828514" y="22577"/>
                  <a:pt x="828514" y="27133"/>
                </a:cubicBezTo>
                <a:cubicBezTo>
                  <a:pt x="828514" y="31374"/>
                  <a:pt x="827364" y="35366"/>
                  <a:pt x="825064" y="39110"/>
                </a:cubicBezTo>
                <a:cubicBezTo>
                  <a:pt x="822763" y="42854"/>
                  <a:pt x="819290" y="45876"/>
                  <a:pt x="814643" y="48177"/>
                </a:cubicBezTo>
                <a:cubicBezTo>
                  <a:pt x="820643" y="49936"/>
                  <a:pt x="825255" y="52936"/>
                  <a:pt x="828481" y="57176"/>
                </a:cubicBezTo>
                <a:cubicBezTo>
                  <a:pt x="831706" y="61416"/>
                  <a:pt x="833319" y="66424"/>
                  <a:pt x="833319" y="72198"/>
                </a:cubicBezTo>
                <a:cubicBezTo>
                  <a:pt x="833319" y="76844"/>
                  <a:pt x="832337" y="81163"/>
                  <a:pt x="830375" y="85155"/>
                </a:cubicBezTo>
                <a:cubicBezTo>
                  <a:pt x="828413" y="89148"/>
                  <a:pt x="825988" y="92226"/>
                  <a:pt x="823101" y="94391"/>
                </a:cubicBezTo>
                <a:cubicBezTo>
                  <a:pt x="820214" y="96557"/>
                  <a:pt x="816594" y="98192"/>
                  <a:pt x="812241" y="99297"/>
                </a:cubicBezTo>
                <a:cubicBezTo>
                  <a:pt x="807888" y="100402"/>
                  <a:pt x="802554" y="100955"/>
                  <a:pt x="796239" y="100955"/>
                </a:cubicBezTo>
                <a:lnTo>
                  <a:pt x="758414" y="100955"/>
                </a:lnTo>
                <a:moveTo>
                  <a:pt x="771541" y="43440"/>
                </a:moveTo>
                <a:lnTo>
                  <a:pt x="792991" y="43440"/>
                </a:lnTo>
                <a:cubicBezTo>
                  <a:pt x="798810" y="43440"/>
                  <a:pt x="802982" y="43057"/>
                  <a:pt x="805509" y="42290"/>
                </a:cubicBezTo>
                <a:cubicBezTo>
                  <a:pt x="808847" y="41298"/>
                  <a:pt x="811362" y="39651"/>
                  <a:pt x="813053" y="37351"/>
                </a:cubicBezTo>
                <a:cubicBezTo>
                  <a:pt x="814745" y="35050"/>
                  <a:pt x="815591" y="32163"/>
                  <a:pt x="815591" y="28690"/>
                </a:cubicBezTo>
                <a:cubicBezTo>
                  <a:pt x="815591" y="25397"/>
                  <a:pt x="814801" y="22498"/>
                  <a:pt x="813222" y="19995"/>
                </a:cubicBezTo>
                <a:cubicBezTo>
                  <a:pt x="811644" y="17491"/>
                  <a:pt x="809388" y="15777"/>
                  <a:pt x="806456" y="14852"/>
                </a:cubicBezTo>
                <a:cubicBezTo>
                  <a:pt x="803524" y="13928"/>
                  <a:pt x="798494" y="13465"/>
                  <a:pt x="791367" y="13465"/>
                </a:cubicBezTo>
                <a:lnTo>
                  <a:pt x="771541" y="13465"/>
                </a:lnTo>
                <a:lnTo>
                  <a:pt x="771541" y="43440"/>
                </a:lnTo>
                <a:moveTo>
                  <a:pt x="771541" y="89249"/>
                </a:moveTo>
                <a:lnTo>
                  <a:pt x="796239" y="89249"/>
                </a:lnTo>
                <a:cubicBezTo>
                  <a:pt x="800479" y="89249"/>
                  <a:pt x="803456" y="89091"/>
                  <a:pt x="805170" y="88775"/>
                </a:cubicBezTo>
                <a:cubicBezTo>
                  <a:pt x="808193" y="88234"/>
                  <a:pt x="810719" y="87332"/>
                  <a:pt x="812749" y="86069"/>
                </a:cubicBezTo>
                <a:cubicBezTo>
                  <a:pt x="814779" y="84806"/>
                  <a:pt x="816448" y="82968"/>
                  <a:pt x="817756" y="80554"/>
                </a:cubicBezTo>
                <a:cubicBezTo>
                  <a:pt x="819064" y="78141"/>
                  <a:pt x="819718" y="75355"/>
                  <a:pt x="819718" y="72198"/>
                </a:cubicBezTo>
                <a:cubicBezTo>
                  <a:pt x="819718" y="68499"/>
                  <a:pt x="818771" y="65285"/>
                  <a:pt x="816876" y="62556"/>
                </a:cubicBezTo>
                <a:cubicBezTo>
                  <a:pt x="814982" y="59826"/>
                  <a:pt x="812354" y="57909"/>
                  <a:pt x="808993" y="56804"/>
                </a:cubicBezTo>
                <a:cubicBezTo>
                  <a:pt x="805633" y="55699"/>
                  <a:pt x="800795" y="55146"/>
                  <a:pt x="794479" y="55146"/>
                </a:cubicBezTo>
                <a:lnTo>
                  <a:pt x="771541" y="55146"/>
                </a:lnTo>
                <a:lnTo>
                  <a:pt x="771541" y="89249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Text WizardCoder_33B">
            <a:extLst xmlns:a="http://schemas.openxmlformats.org/drawingml/2006/main">
              <a:ext uri="{FF2B5EF4-FFF2-40B4-BE49-F238E27FC236}">
                <a16:creationId xmlns:a16="http://schemas.microsoft.com/office/drawing/2014/main" id="{591A4BE0-5E5F-418F-8EEB-067C469F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30" y="1626847"/>
            <a:ext cx="1122961" cy="128562"/>
          </a:xfrm>
          <a:custGeom xmlns:a="http://schemas.openxmlformats.org/drawingml/2006/main">
            <a:pathLst>
              <a:path w="1122961" h="128562">
                <a:moveTo>
                  <a:pt x="26321" y="100955"/>
                </a:moveTo>
                <a:lnTo>
                  <a:pt x="0" y="1759"/>
                </a:lnTo>
                <a:lnTo>
                  <a:pt x="13465" y="1759"/>
                </a:lnTo>
                <a:lnTo>
                  <a:pt x="28554" y="66785"/>
                </a:lnTo>
                <a:cubicBezTo>
                  <a:pt x="30178" y="73596"/>
                  <a:pt x="31577" y="80362"/>
                  <a:pt x="32749" y="87084"/>
                </a:cubicBezTo>
                <a:cubicBezTo>
                  <a:pt x="35276" y="76483"/>
                  <a:pt x="36764" y="70371"/>
                  <a:pt x="37215" y="68747"/>
                </a:cubicBezTo>
                <a:lnTo>
                  <a:pt x="56094" y="1759"/>
                </a:lnTo>
                <a:lnTo>
                  <a:pt x="71927" y="1759"/>
                </a:lnTo>
                <a:lnTo>
                  <a:pt x="86136" y="51966"/>
                </a:lnTo>
                <a:cubicBezTo>
                  <a:pt x="89700" y="64416"/>
                  <a:pt x="92271" y="76122"/>
                  <a:pt x="93850" y="87084"/>
                </a:cubicBezTo>
                <a:cubicBezTo>
                  <a:pt x="95113" y="80814"/>
                  <a:pt x="96760" y="73619"/>
                  <a:pt x="98790" y="65499"/>
                </a:cubicBezTo>
                <a:lnTo>
                  <a:pt x="114352" y="1759"/>
                </a:lnTo>
                <a:lnTo>
                  <a:pt x="127547" y="1759"/>
                </a:lnTo>
                <a:lnTo>
                  <a:pt x="100346" y="100955"/>
                </a:lnTo>
                <a:lnTo>
                  <a:pt x="87693" y="100955"/>
                </a:lnTo>
                <a:lnTo>
                  <a:pt x="66785" y="25374"/>
                </a:lnTo>
                <a:cubicBezTo>
                  <a:pt x="65025" y="19059"/>
                  <a:pt x="63988" y="15179"/>
                  <a:pt x="63672" y="13736"/>
                </a:cubicBezTo>
                <a:cubicBezTo>
                  <a:pt x="62634" y="18292"/>
                  <a:pt x="61665" y="22171"/>
                  <a:pt x="60762" y="25374"/>
                </a:cubicBezTo>
                <a:lnTo>
                  <a:pt x="39719" y="100955"/>
                </a:lnTo>
                <a:lnTo>
                  <a:pt x="26321" y="100955"/>
                </a:lnTo>
                <a:close/>
                <a:moveTo>
                  <a:pt x="138327" y="15833"/>
                </a:moveTo>
                <a:lnTo>
                  <a:pt x="138327" y="1759"/>
                </a:lnTo>
                <a:lnTo>
                  <a:pt x="150506" y="1759"/>
                </a:lnTo>
                <a:lnTo>
                  <a:pt x="150506" y="15833"/>
                </a:lnTo>
                <a:lnTo>
                  <a:pt x="138327" y="15833"/>
                </a:lnTo>
                <a:moveTo>
                  <a:pt x="138327" y="100955"/>
                </a:moveTo>
                <a:lnTo>
                  <a:pt x="138327" y="29096"/>
                </a:lnTo>
                <a:lnTo>
                  <a:pt x="150506" y="29096"/>
                </a:lnTo>
                <a:lnTo>
                  <a:pt x="150506" y="100955"/>
                </a:lnTo>
                <a:lnTo>
                  <a:pt x="138327" y="100955"/>
                </a:lnTo>
                <a:close/>
                <a:moveTo>
                  <a:pt x="162595" y="100955"/>
                </a:moveTo>
                <a:lnTo>
                  <a:pt x="162595" y="91076"/>
                </a:lnTo>
                <a:lnTo>
                  <a:pt x="208336" y="38569"/>
                </a:lnTo>
                <a:cubicBezTo>
                  <a:pt x="203148" y="38839"/>
                  <a:pt x="198570" y="38975"/>
                  <a:pt x="194600" y="38975"/>
                </a:cubicBezTo>
                <a:lnTo>
                  <a:pt x="165301" y="38975"/>
                </a:lnTo>
                <a:lnTo>
                  <a:pt x="165301" y="29096"/>
                </a:lnTo>
                <a:lnTo>
                  <a:pt x="224034" y="29096"/>
                </a:lnTo>
                <a:lnTo>
                  <a:pt x="224034" y="37148"/>
                </a:lnTo>
                <a:lnTo>
                  <a:pt x="185127" y="82753"/>
                </a:lnTo>
                <a:lnTo>
                  <a:pt x="177616" y="91076"/>
                </a:lnTo>
                <a:cubicBezTo>
                  <a:pt x="183074" y="90670"/>
                  <a:pt x="188194" y="90467"/>
                  <a:pt x="192976" y="90467"/>
                </a:cubicBezTo>
                <a:lnTo>
                  <a:pt x="226199" y="90467"/>
                </a:lnTo>
                <a:lnTo>
                  <a:pt x="226199" y="100955"/>
                </a:lnTo>
                <a:lnTo>
                  <a:pt x="162595" y="100955"/>
                </a:lnTo>
                <a:close/>
                <a:moveTo>
                  <a:pt x="285202" y="92082"/>
                </a:moveTo>
                <a:cubicBezTo>
                  <a:pt x="280691" y="95920"/>
                  <a:pt x="276350" y="98628"/>
                  <a:pt x="272177" y="100208"/>
                </a:cubicBezTo>
                <a:cubicBezTo>
                  <a:pt x="268004" y="101789"/>
                  <a:pt x="263527" y="102579"/>
                  <a:pt x="258746" y="102579"/>
                </a:cubicBezTo>
                <a:cubicBezTo>
                  <a:pt x="250851" y="102579"/>
                  <a:pt x="244784" y="100649"/>
                  <a:pt x="240544" y="96789"/>
                </a:cubicBezTo>
                <a:cubicBezTo>
                  <a:pt x="236304" y="92930"/>
                  <a:pt x="234183" y="87998"/>
                  <a:pt x="234183" y="81994"/>
                </a:cubicBezTo>
                <a:cubicBezTo>
                  <a:pt x="234183" y="78474"/>
                  <a:pt x="234984" y="75259"/>
                  <a:pt x="236586" y="72348"/>
                </a:cubicBezTo>
                <a:cubicBezTo>
                  <a:pt x="238187" y="69435"/>
                  <a:pt x="240285" y="67099"/>
                  <a:pt x="242878" y="65338"/>
                </a:cubicBezTo>
                <a:cubicBezTo>
                  <a:pt x="245472" y="63578"/>
                  <a:pt x="248393" y="62246"/>
                  <a:pt x="251641" y="61344"/>
                </a:cubicBezTo>
                <a:cubicBezTo>
                  <a:pt x="254032" y="60711"/>
                  <a:pt x="257640" y="60101"/>
                  <a:pt x="262467" y="59515"/>
                </a:cubicBezTo>
                <a:cubicBezTo>
                  <a:pt x="272301" y="58350"/>
                  <a:pt x="279541" y="56962"/>
                  <a:pt x="284187" y="55349"/>
                </a:cubicBezTo>
                <a:cubicBezTo>
                  <a:pt x="284232" y="53687"/>
                  <a:pt x="284255" y="52631"/>
                  <a:pt x="284255" y="52182"/>
                </a:cubicBezTo>
                <a:cubicBezTo>
                  <a:pt x="284255" y="47238"/>
                  <a:pt x="283105" y="43755"/>
                  <a:pt x="280804" y="41734"/>
                </a:cubicBezTo>
                <a:cubicBezTo>
                  <a:pt x="277692" y="38992"/>
                  <a:pt x="273068" y="37621"/>
                  <a:pt x="266933" y="37621"/>
                </a:cubicBezTo>
                <a:cubicBezTo>
                  <a:pt x="261204" y="37621"/>
                  <a:pt x="256975" y="38625"/>
                  <a:pt x="254246" y="40632"/>
                </a:cubicBezTo>
                <a:cubicBezTo>
                  <a:pt x="251517" y="42640"/>
                  <a:pt x="249498" y="46192"/>
                  <a:pt x="248190" y="51289"/>
                </a:cubicBezTo>
                <a:lnTo>
                  <a:pt x="236281" y="49665"/>
                </a:lnTo>
                <a:cubicBezTo>
                  <a:pt x="237364" y="44553"/>
                  <a:pt x="239146" y="40424"/>
                  <a:pt x="241627" y="37279"/>
                </a:cubicBezTo>
                <a:cubicBezTo>
                  <a:pt x="244108" y="34134"/>
                  <a:pt x="247694" y="31713"/>
                  <a:pt x="252385" y="30018"/>
                </a:cubicBezTo>
                <a:cubicBezTo>
                  <a:pt x="257077" y="28320"/>
                  <a:pt x="262512" y="27472"/>
                  <a:pt x="268692" y="27472"/>
                </a:cubicBezTo>
                <a:cubicBezTo>
                  <a:pt x="274827" y="27472"/>
                  <a:pt x="279812" y="28193"/>
                  <a:pt x="283646" y="29637"/>
                </a:cubicBezTo>
                <a:cubicBezTo>
                  <a:pt x="287480" y="31080"/>
                  <a:pt x="290300" y="32896"/>
                  <a:pt x="292104" y="35084"/>
                </a:cubicBezTo>
                <a:cubicBezTo>
                  <a:pt x="293908" y="37272"/>
                  <a:pt x="295171" y="40035"/>
                  <a:pt x="295893" y="43373"/>
                </a:cubicBezTo>
                <a:cubicBezTo>
                  <a:pt x="296299" y="45448"/>
                  <a:pt x="296502" y="49192"/>
                  <a:pt x="296502" y="54605"/>
                </a:cubicBezTo>
                <a:lnTo>
                  <a:pt x="296502" y="70844"/>
                </a:lnTo>
                <a:cubicBezTo>
                  <a:pt x="296502" y="82167"/>
                  <a:pt x="296762" y="89328"/>
                  <a:pt x="297280" y="92328"/>
                </a:cubicBezTo>
                <a:cubicBezTo>
                  <a:pt x="297799" y="95328"/>
                  <a:pt x="298825" y="98203"/>
                  <a:pt x="300359" y="100955"/>
                </a:cubicBezTo>
                <a:lnTo>
                  <a:pt x="287638" y="100955"/>
                </a:lnTo>
                <a:cubicBezTo>
                  <a:pt x="286375" y="98426"/>
                  <a:pt x="285563" y="95468"/>
                  <a:pt x="285202" y="92082"/>
                </a:cubicBezTo>
                <a:moveTo>
                  <a:pt x="284187" y="64822"/>
                </a:moveTo>
                <a:cubicBezTo>
                  <a:pt x="279767" y="66642"/>
                  <a:pt x="273135" y="68189"/>
                  <a:pt x="264294" y="69461"/>
                </a:cubicBezTo>
                <a:cubicBezTo>
                  <a:pt x="259287" y="70186"/>
                  <a:pt x="255746" y="71002"/>
                  <a:pt x="253671" y="71908"/>
                </a:cubicBezTo>
                <a:cubicBezTo>
                  <a:pt x="251596" y="72813"/>
                  <a:pt x="249994" y="74138"/>
                  <a:pt x="248867" y="75883"/>
                </a:cubicBezTo>
                <a:cubicBezTo>
                  <a:pt x="247739" y="77627"/>
                  <a:pt x="247175" y="79563"/>
                  <a:pt x="247175" y="81692"/>
                </a:cubicBezTo>
                <a:cubicBezTo>
                  <a:pt x="247175" y="84952"/>
                  <a:pt x="248404" y="87670"/>
                  <a:pt x="250863" y="89845"/>
                </a:cubicBezTo>
                <a:cubicBezTo>
                  <a:pt x="253321" y="92019"/>
                  <a:pt x="256919" y="93106"/>
                  <a:pt x="261655" y="93106"/>
                </a:cubicBezTo>
                <a:cubicBezTo>
                  <a:pt x="266347" y="93106"/>
                  <a:pt x="270519" y="92075"/>
                  <a:pt x="274173" y="90012"/>
                </a:cubicBezTo>
                <a:cubicBezTo>
                  <a:pt x="277827" y="87950"/>
                  <a:pt x="280511" y="85129"/>
                  <a:pt x="282225" y="81548"/>
                </a:cubicBezTo>
                <a:cubicBezTo>
                  <a:pt x="283533" y="78782"/>
                  <a:pt x="284187" y="74703"/>
                  <a:pt x="284187" y="69309"/>
                </a:cubicBezTo>
                <a:lnTo>
                  <a:pt x="284187" y="64822"/>
                </a:lnTo>
                <a:close/>
                <a:moveTo>
                  <a:pt x="315224" y="100955"/>
                </a:moveTo>
                <a:lnTo>
                  <a:pt x="315224" y="29096"/>
                </a:lnTo>
                <a:lnTo>
                  <a:pt x="326186" y="29096"/>
                </a:lnTo>
                <a:lnTo>
                  <a:pt x="326186" y="39922"/>
                </a:lnTo>
                <a:cubicBezTo>
                  <a:pt x="328982" y="34853"/>
                  <a:pt x="331565" y="31510"/>
                  <a:pt x="333933" y="29895"/>
                </a:cubicBezTo>
                <a:cubicBezTo>
                  <a:pt x="336301" y="28279"/>
                  <a:pt x="338906" y="27472"/>
                  <a:pt x="341748" y="27472"/>
                </a:cubicBezTo>
                <a:cubicBezTo>
                  <a:pt x="345853" y="27472"/>
                  <a:pt x="350026" y="28774"/>
                  <a:pt x="354266" y="31379"/>
                </a:cubicBezTo>
                <a:lnTo>
                  <a:pt x="350071" y="42628"/>
                </a:lnTo>
                <a:cubicBezTo>
                  <a:pt x="347094" y="40869"/>
                  <a:pt x="344117" y="39990"/>
                  <a:pt x="341139" y="39990"/>
                </a:cubicBezTo>
                <a:cubicBezTo>
                  <a:pt x="338478" y="39990"/>
                  <a:pt x="336087" y="40792"/>
                  <a:pt x="333967" y="42396"/>
                </a:cubicBezTo>
                <a:cubicBezTo>
                  <a:pt x="331847" y="43999"/>
                  <a:pt x="330336" y="46222"/>
                  <a:pt x="329433" y="49067"/>
                </a:cubicBezTo>
                <a:cubicBezTo>
                  <a:pt x="328080" y="53402"/>
                  <a:pt x="327403" y="58143"/>
                  <a:pt x="327403" y="63291"/>
                </a:cubicBezTo>
                <a:lnTo>
                  <a:pt x="327403" y="100955"/>
                </a:lnTo>
                <a:lnTo>
                  <a:pt x="315224" y="100955"/>
                </a:lnTo>
                <a:close/>
                <a:moveTo>
                  <a:pt x="408126" y="100955"/>
                </a:moveTo>
                <a:lnTo>
                  <a:pt x="408126" y="91888"/>
                </a:lnTo>
                <a:cubicBezTo>
                  <a:pt x="403570" y="99015"/>
                  <a:pt x="396871" y="102579"/>
                  <a:pt x="388030" y="102579"/>
                </a:cubicBezTo>
                <a:cubicBezTo>
                  <a:pt x="382301" y="102579"/>
                  <a:pt x="377034" y="101000"/>
                  <a:pt x="372230" y="97842"/>
                </a:cubicBezTo>
                <a:cubicBezTo>
                  <a:pt x="367426" y="94685"/>
                  <a:pt x="363704" y="90275"/>
                  <a:pt x="361065" y="84614"/>
                </a:cubicBezTo>
                <a:cubicBezTo>
                  <a:pt x="358426" y="78953"/>
                  <a:pt x="357107" y="72446"/>
                  <a:pt x="357107" y="65093"/>
                </a:cubicBezTo>
                <a:cubicBezTo>
                  <a:pt x="357107" y="57921"/>
                  <a:pt x="358302" y="51413"/>
                  <a:pt x="360693" y="45572"/>
                </a:cubicBezTo>
                <a:cubicBezTo>
                  <a:pt x="363084" y="39730"/>
                  <a:pt x="366670" y="35253"/>
                  <a:pt x="371452" y="32140"/>
                </a:cubicBezTo>
                <a:cubicBezTo>
                  <a:pt x="376233" y="29028"/>
                  <a:pt x="381579" y="27472"/>
                  <a:pt x="387488" y="27472"/>
                </a:cubicBezTo>
                <a:cubicBezTo>
                  <a:pt x="391819" y="27472"/>
                  <a:pt x="395676" y="28385"/>
                  <a:pt x="399059" y="30212"/>
                </a:cubicBezTo>
                <a:cubicBezTo>
                  <a:pt x="402442" y="32039"/>
                  <a:pt x="405194" y="34418"/>
                  <a:pt x="407314" y="37351"/>
                </a:cubicBezTo>
                <a:lnTo>
                  <a:pt x="407314" y="1759"/>
                </a:lnTo>
                <a:lnTo>
                  <a:pt x="419426" y="1759"/>
                </a:lnTo>
                <a:lnTo>
                  <a:pt x="419426" y="100955"/>
                </a:lnTo>
                <a:lnTo>
                  <a:pt x="408126" y="100955"/>
                </a:lnTo>
                <a:moveTo>
                  <a:pt x="369625" y="65059"/>
                </a:moveTo>
                <a:cubicBezTo>
                  <a:pt x="369625" y="74228"/>
                  <a:pt x="371565" y="81081"/>
                  <a:pt x="375444" y="85621"/>
                </a:cubicBezTo>
                <a:cubicBezTo>
                  <a:pt x="379323" y="90160"/>
                  <a:pt x="383902" y="92429"/>
                  <a:pt x="389180" y="92429"/>
                </a:cubicBezTo>
                <a:cubicBezTo>
                  <a:pt x="394503" y="92429"/>
                  <a:pt x="399025" y="90261"/>
                  <a:pt x="402746" y="85925"/>
                </a:cubicBezTo>
                <a:cubicBezTo>
                  <a:pt x="406468" y="81587"/>
                  <a:pt x="408329" y="74969"/>
                  <a:pt x="408329" y="66070"/>
                </a:cubicBezTo>
                <a:cubicBezTo>
                  <a:pt x="408329" y="56273"/>
                  <a:pt x="406434" y="49082"/>
                  <a:pt x="402645" y="44498"/>
                </a:cubicBezTo>
                <a:cubicBezTo>
                  <a:pt x="398856" y="39913"/>
                  <a:pt x="394187" y="37621"/>
                  <a:pt x="388638" y="37621"/>
                </a:cubicBezTo>
                <a:cubicBezTo>
                  <a:pt x="383225" y="37621"/>
                  <a:pt x="378703" y="39824"/>
                  <a:pt x="375072" y="44229"/>
                </a:cubicBezTo>
                <a:cubicBezTo>
                  <a:pt x="371441" y="48633"/>
                  <a:pt x="369625" y="55576"/>
                  <a:pt x="369625" y="65059"/>
                </a:cubicBezTo>
                <a:close/>
                <a:moveTo>
                  <a:pt x="510886" y="66040"/>
                </a:moveTo>
                <a:lnTo>
                  <a:pt x="524013" y="69356"/>
                </a:lnTo>
                <a:cubicBezTo>
                  <a:pt x="521262" y="80159"/>
                  <a:pt x="516311" y="88398"/>
                  <a:pt x="509161" y="94070"/>
                </a:cubicBezTo>
                <a:cubicBezTo>
                  <a:pt x="502011" y="99743"/>
                  <a:pt x="493271" y="102579"/>
                  <a:pt x="482941" y="102579"/>
                </a:cubicBezTo>
                <a:cubicBezTo>
                  <a:pt x="472250" y="102579"/>
                  <a:pt x="463555" y="100402"/>
                  <a:pt x="456857" y="96049"/>
                </a:cubicBezTo>
                <a:cubicBezTo>
                  <a:pt x="450158" y="91696"/>
                  <a:pt x="445061" y="85392"/>
                  <a:pt x="441565" y="77137"/>
                </a:cubicBezTo>
                <a:cubicBezTo>
                  <a:pt x="438069" y="68882"/>
                  <a:pt x="436321" y="60018"/>
                  <a:pt x="436321" y="50545"/>
                </a:cubicBezTo>
                <a:cubicBezTo>
                  <a:pt x="436321" y="40215"/>
                  <a:pt x="438294" y="31204"/>
                  <a:pt x="442241" y="23513"/>
                </a:cubicBezTo>
                <a:cubicBezTo>
                  <a:pt x="446188" y="15822"/>
                  <a:pt x="451804" y="9980"/>
                  <a:pt x="459090" y="5988"/>
                </a:cubicBezTo>
                <a:cubicBezTo>
                  <a:pt x="466375" y="1996"/>
                  <a:pt x="474393" y="0"/>
                  <a:pt x="483144" y="0"/>
                </a:cubicBezTo>
                <a:cubicBezTo>
                  <a:pt x="493068" y="0"/>
                  <a:pt x="501414" y="2526"/>
                  <a:pt x="508180" y="7578"/>
                </a:cubicBezTo>
                <a:cubicBezTo>
                  <a:pt x="514946" y="12631"/>
                  <a:pt x="519660" y="19735"/>
                  <a:pt x="522322" y="28893"/>
                </a:cubicBezTo>
                <a:lnTo>
                  <a:pt x="509398" y="31937"/>
                </a:lnTo>
                <a:cubicBezTo>
                  <a:pt x="507097" y="24696"/>
                  <a:pt x="503759" y="19424"/>
                  <a:pt x="499384" y="16121"/>
                </a:cubicBezTo>
                <a:cubicBezTo>
                  <a:pt x="495008" y="12817"/>
                  <a:pt x="489505" y="11165"/>
                  <a:pt x="482874" y="11165"/>
                </a:cubicBezTo>
                <a:cubicBezTo>
                  <a:pt x="475250" y="11165"/>
                  <a:pt x="468878" y="12995"/>
                  <a:pt x="463758" y="16656"/>
                </a:cubicBezTo>
                <a:cubicBezTo>
                  <a:pt x="458638" y="20315"/>
                  <a:pt x="455041" y="25230"/>
                  <a:pt x="452966" y="31398"/>
                </a:cubicBezTo>
                <a:cubicBezTo>
                  <a:pt x="450891" y="37566"/>
                  <a:pt x="449853" y="43925"/>
                  <a:pt x="449853" y="50475"/>
                </a:cubicBezTo>
                <a:cubicBezTo>
                  <a:pt x="449853" y="58925"/>
                  <a:pt x="451083" y="66302"/>
                  <a:pt x="453541" y="72606"/>
                </a:cubicBezTo>
                <a:cubicBezTo>
                  <a:pt x="456000" y="78910"/>
                  <a:pt x="459823" y="83621"/>
                  <a:pt x="465010" y="86739"/>
                </a:cubicBezTo>
                <a:cubicBezTo>
                  <a:pt x="470198" y="89856"/>
                  <a:pt x="475814" y="91414"/>
                  <a:pt x="481859" y="91414"/>
                </a:cubicBezTo>
                <a:cubicBezTo>
                  <a:pt x="489211" y="91414"/>
                  <a:pt x="495437" y="89283"/>
                  <a:pt x="500534" y="85020"/>
                </a:cubicBezTo>
                <a:cubicBezTo>
                  <a:pt x="505631" y="80757"/>
                  <a:pt x="509082" y="74431"/>
                  <a:pt x="510886" y="66040"/>
                </a:cubicBezTo>
                <a:close/>
                <a:moveTo>
                  <a:pt x="534072" y="65025"/>
                </a:moveTo>
                <a:cubicBezTo>
                  <a:pt x="534072" y="51718"/>
                  <a:pt x="537771" y="41862"/>
                  <a:pt x="545169" y="35456"/>
                </a:cubicBezTo>
                <a:cubicBezTo>
                  <a:pt x="551349" y="30133"/>
                  <a:pt x="558882" y="27472"/>
                  <a:pt x="567769" y="27472"/>
                </a:cubicBezTo>
                <a:cubicBezTo>
                  <a:pt x="577648" y="27472"/>
                  <a:pt x="585722" y="30708"/>
                  <a:pt x="591992" y="37181"/>
                </a:cubicBezTo>
                <a:cubicBezTo>
                  <a:pt x="598263" y="43655"/>
                  <a:pt x="601398" y="52598"/>
                  <a:pt x="601398" y="64010"/>
                </a:cubicBezTo>
                <a:cubicBezTo>
                  <a:pt x="601398" y="73258"/>
                  <a:pt x="600011" y="80532"/>
                  <a:pt x="597236" y="85832"/>
                </a:cubicBezTo>
                <a:cubicBezTo>
                  <a:pt x="594462" y="91132"/>
                  <a:pt x="590425" y="95249"/>
                  <a:pt x="585125" y="98181"/>
                </a:cubicBezTo>
                <a:cubicBezTo>
                  <a:pt x="579824" y="101113"/>
                  <a:pt x="574039" y="102579"/>
                  <a:pt x="567769" y="102579"/>
                </a:cubicBezTo>
                <a:cubicBezTo>
                  <a:pt x="557709" y="102579"/>
                  <a:pt x="549578" y="99354"/>
                  <a:pt x="543376" y="92903"/>
                </a:cubicBezTo>
                <a:cubicBezTo>
                  <a:pt x="537173" y="86452"/>
                  <a:pt x="534072" y="77160"/>
                  <a:pt x="534072" y="65025"/>
                </a:cubicBezTo>
                <a:moveTo>
                  <a:pt x="546590" y="64991"/>
                </a:moveTo>
                <a:cubicBezTo>
                  <a:pt x="546590" y="74160"/>
                  <a:pt x="548597" y="81025"/>
                  <a:pt x="552612" y="85587"/>
                </a:cubicBezTo>
                <a:cubicBezTo>
                  <a:pt x="556627" y="90148"/>
                  <a:pt x="561679" y="92429"/>
                  <a:pt x="567769" y="92429"/>
                </a:cubicBezTo>
                <a:cubicBezTo>
                  <a:pt x="573813" y="92429"/>
                  <a:pt x="578843" y="90137"/>
                  <a:pt x="582858" y="85553"/>
                </a:cubicBezTo>
                <a:cubicBezTo>
                  <a:pt x="586873" y="80969"/>
                  <a:pt x="588880" y="73980"/>
                  <a:pt x="588880" y="64588"/>
                </a:cubicBezTo>
                <a:cubicBezTo>
                  <a:pt x="588880" y="55733"/>
                  <a:pt x="586861" y="49025"/>
                  <a:pt x="582824" y="44464"/>
                </a:cubicBezTo>
                <a:cubicBezTo>
                  <a:pt x="578787" y="39902"/>
                  <a:pt x="573768" y="37621"/>
                  <a:pt x="567769" y="37621"/>
                </a:cubicBezTo>
                <a:cubicBezTo>
                  <a:pt x="561679" y="37621"/>
                  <a:pt x="556627" y="39891"/>
                  <a:pt x="552612" y="44430"/>
                </a:cubicBezTo>
                <a:cubicBezTo>
                  <a:pt x="548597" y="48969"/>
                  <a:pt x="546590" y="55823"/>
                  <a:pt x="546590" y="64991"/>
                </a:cubicBezTo>
                <a:close/>
                <a:moveTo>
                  <a:pt x="662275" y="100955"/>
                </a:moveTo>
                <a:lnTo>
                  <a:pt x="662275" y="91888"/>
                </a:lnTo>
                <a:cubicBezTo>
                  <a:pt x="657718" y="99015"/>
                  <a:pt x="651020" y="102579"/>
                  <a:pt x="642178" y="102579"/>
                </a:cubicBezTo>
                <a:cubicBezTo>
                  <a:pt x="636449" y="102579"/>
                  <a:pt x="631183" y="101000"/>
                  <a:pt x="626379" y="97842"/>
                </a:cubicBezTo>
                <a:cubicBezTo>
                  <a:pt x="621575" y="94685"/>
                  <a:pt x="617853" y="90275"/>
                  <a:pt x="615214" y="84614"/>
                </a:cubicBezTo>
                <a:cubicBezTo>
                  <a:pt x="612575" y="78953"/>
                  <a:pt x="611256" y="72446"/>
                  <a:pt x="611256" y="65093"/>
                </a:cubicBezTo>
                <a:cubicBezTo>
                  <a:pt x="611256" y="57921"/>
                  <a:pt x="612451" y="51413"/>
                  <a:pt x="614842" y="45572"/>
                </a:cubicBezTo>
                <a:cubicBezTo>
                  <a:pt x="617233" y="39730"/>
                  <a:pt x="620819" y="35253"/>
                  <a:pt x="625601" y="32140"/>
                </a:cubicBezTo>
                <a:cubicBezTo>
                  <a:pt x="630382" y="29028"/>
                  <a:pt x="635728" y="27472"/>
                  <a:pt x="641637" y="27472"/>
                </a:cubicBezTo>
                <a:cubicBezTo>
                  <a:pt x="645967" y="27472"/>
                  <a:pt x="649824" y="28385"/>
                  <a:pt x="653208" y="30212"/>
                </a:cubicBezTo>
                <a:cubicBezTo>
                  <a:pt x="656591" y="32039"/>
                  <a:pt x="659342" y="34418"/>
                  <a:pt x="661463" y="37351"/>
                </a:cubicBezTo>
                <a:lnTo>
                  <a:pt x="661463" y="1759"/>
                </a:lnTo>
                <a:lnTo>
                  <a:pt x="673574" y="1759"/>
                </a:lnTo>
                <a:lnTo>
                  <a:pt x="673574" y="100955"/>
                </a:lnTo>
                <a:lnTo>
                  <a:pt x="662275" y="100955"/>
                </a:lnTo>
                <a:moveTo>
                  <a:pt x="623774" y="65059"/>
                </a:moveTo>
                <a:cubicBezTo>
                  <a:pt x="623774" y="74228"/>
                  <a:pt x="625713" y="81081"/>
                  <a:pt x="629593" y="85621"/>
                </a:cubicBezTo>
                <a:cubicBezTo>
                  <a:pt x="633472" y="90160"/>
                  <a:pt x="638051" y="92429"/>
                  <a:pt x="643329" y="92429"/>
                </a:cubicBezTo>
                <a:cubicBezTo>
                  <a:pt x="648651" y="92429"/>
                  <a:pt x="653174" y="90261"/>
                  <a:pt x="656895" y="85925"/>
                </a:cubicBezTo>
                <a:cubicBezTo>
                  <a:pt x="660617" y="81587"/>
                  <a:pt x="662478" y="74969"/>
                  <a:pt x="662478" y="66070"/>
                </a:cubicBezTo>
                <a:cubicBezTo>
                  <a:pt x="662478" y="56273"/>
                  <a:pt x="660583" y="49082"/>
                  <a:pt x="656794" y="44498"/>
                </a:cubicBezTo>
                <a:cubicBezTo>
                  <a:pt x="653005" y="39913"/>
                  <a:pt x="648336" y="37621"/>
                  <a:pt x="642787" y="37621"/>
                </a:cubicBezTo>
                <a:cubicBezTo>
                  <a:pt x="637374" y="37621"/>
                  <a:pt x="632852" y="39824"/>
                  <a:pt x="629221" y="44229"/>
                </a:cubicBezTo>
                <a:cubicBezTo>
                  <a:pt x="625589" y="48633"/>
                  <a:pt x="623774" y="55576"/>
                  <a:pt x="623774" y="65059"/>
                </a:cubicBezTo>
                <a:close/>
                <a:moveTo>
                  <a:pt x="741894" y="77814"/>
                </a:moveTo>
                <a:lnTo>
                  <a:pt x="754480" y="79370"/>
                </a:lnTo>
                <a:cubicBezTo>
                  <a:pt x="752495" y="86723"/>
                  <a:pt x="748819" y="92429"/>
                  <a:pt x="743451" y="96489"/>
                </a:cubicBezTo>
                <a:cubicBezTo>
                  <a:pt x="738083" y="100549"/>
                  <a:pt x="731226" y="102579"/>
                  <a:pt x="722881" y="102579"/>
                </a:cubicBezTo>
                <a:cubicBezTo>
                  <a:pt x="712370" y="102579"/>
                  <a:pt x="704036" y="99342"/>
                  <a:pt x="697879" y="92869"/>
                </a:cubicBezTo>
                <a:cubicBezTo>
                  <a:pt x="691721" y="86396"/>
                  <a:pt x="688643" y="77318"/>
                  <a:pt x="688643" y="65634"/>
                </a:cubicBezTo>
                <a:cubicBezTo>
                  <a:pt x="688643" y="53545"/>
                  <a:pt x="691755" y="44162"/>
                  <a:pt x="697980" y="37486"/>
                </a:cubicBezTo>
                <a:cubicBezTo>
                  <a:pt x="704205" y="30810"/>
                  <a:pt x="712280" y="27472"/>
                  <a:pt x="722204" y="27472"/>
                </a:cubicBezTo>
                <a:cubicBezTo>
                  <a:pt x="731812" y="27472"/>
                  <a:pt x="739661" y="30737"/>
                  <a:pt x="745751" y="37268"/>
                </a:cubicBezTo>
                <a:cubicBezTo>
                  <a:pt x="751841" y="43798"/>
                  <a:pt x="754886" y="52985"/>
                  <a:pt x="754886" y="64829"/>
                </a:cubicBezTo>
                <a:cubicBezTo>
                  <a:pt x="754886" y="65549"/>
                  <a:pt x="754863" y="66629"/>
                  <a:pt x="754818" y="68070"/>
                </a:cubicBezTo>
                <a:lnTo>
                  <a:pt x="701228" y="68070"/>
                </a:lnTo>
                <a:cubicBezTo>
                  <a:pt x="701679" y="75942"/>
                  <a:pt x="703912" y="81969"/>
                  <a:pt x="707927" y="86153"/>
                </a:cubicBezTo>
                <a:cubicBezTo>
                  <a:pt x="711942" y="90337"/>
                  <a:pt x="716949" y="92429"/>
                  <a:pt x="722948" y="92429"/>
                </a:cubicBezTo>
                <a:cubicBezTo>
                  <a:pt x="727414" y="92429"/>
                  <a:pt x="731226" y="91268"/>
                  <a:pt x="734384" y="88945"/>
                </a:cubicBezTo>
                <a:cubicBezTo>
                  <a:pt x="737541" y="86620"/>
                  <a:pt x="740045" y="82910"/>
                  <a:pt x="741894" y="77814"/>
                </a:cubicBezTo>
                <a:moveTo>
                  <a:pt x="701905" y="57921"/>
                </a:moveTo>
                <a:lnTo>
                  <a:pt x="742030" y="57921"/>
                </a:lnTo>
                <a:cubicBezTo>
                  <a:pt x="741488" y="51975"/>
                  <a:pt x="739955" y="47515"/>
                  <a:pt x="737428" y="44542"/>
                </a:cubicBezTo>
                <a:cubicBezTo>
                  <a:pt x="733549" y="39928"/>
                  <a:pt x="728519" y="37621"/>
                  <a:pt x="722339" y="37621"/>
                </a:cubicBezTo>
                <a:cubicBezTo>
                  <a:pt x="716746" y="37621"/>
                  <a:pt x="712043" y="39463"/>
                  <a:pt x="708231" y="43146"/>
                </a:cubicBezTo>
                <a:cubicBezTo>
                  <a:pt x="704420" y="46829"/>
                  <a:pt x="702311" y="51753"/>
                  <a:pt x="701905" y="57921"/>
                </a:cubicBezTo>
                <a:close/>
                <a:moveTo>
                  <a:pt x="769616" y="100955"/>
                </a:moveTo>
                <a:lnTo>
                  <a:pt x="769616" y="29096"/>
                </a:lnTo>
                <a:lnTo>
                  <a:pt x="780577" y="29096"/>
                </a:lnTo>
                <a:lnTo>
                  <a:pt x="780577" y="39922"/>
                </a:lnTo>
                <a:cubicBezTo>
                  <a:pt x="783374" y="34853"/>
                  <a:pt x="785956" y="31510"/>
                  <a:pt x="788325" y="29895"/>
                </a:cubicBezTo>
                <a:cubicBezTo>
                  <a:pt x="790693" y="28279"/>
                  <a:pt x="793298" y="27472"/>
                  <a:pt x="796140" y="27472"/>
                </a:cubicBezTo>
                <a:cubicBezTo>
                  <a:pt x="800245" y="27472"/>
                  <a:pt x="804417" y="28774"/>
                  <a:pt x="808658" y="31379"/>
                </a:cubicBezTo>
                <a:lnTo>
                  <a:pt x="804463" y="42628"/>
                </a:lnTo>
                <a:cubicBezTo>
                  <a:pt x="801485" y="40869"/>
                  <a:pt x="798508" y="39990"/>
                  <a:pt x="795531" y="39990"/>
                </a:cubicBezTo>
                <a:cubicBezTo>
                  <a:pt x="792869" y="39990"/>
                  <a:pt x="790479" y="40792"/>
                  <a:pt x="788359" y="42396"/>
                </a:cubicBezTo>
                <a:cubicBezTo>
                  <a:pt x="786238" y="43999"/>
                  <a:pt x="784727" y="46222"/>
                  <a:pt x="783825" y="49067"/>
                </a:cubicBezTo>
                <a:cubicBezTo>
                  <a:pt x="782472" y="53402"/>
                  <a:pt x="781795" y="58143"/>
                  <a:pt x="781795" y="63291"/>
                </a:cubicBezTo>
                <a:lnTo>
                  <a:pt x="781795" y="100955"/>
                </a:lnTo>
                <a:lnTo>
                  <a:pt x="769616" y="100955"/>
                </a:lnTo>
                <a:close/>
                <a:moveTo>
                  <a:pt x="804664" y="128562"/>
                </a:moveTo>
                <a:lnTo>
                  <a:pt x="804664" y="119766"/>
                </a:lnTo>
                <a:lnTo>
                  <a:pt x="885388" y="119766"/>
                </a:lnTo>
                <a:lnTo>
                  <a:pt x="885388" y="128562"/>
                </a:lnTo>
                <a:lnTo>
                  <a:pt x="804664" y="128562"/>
                </a:lnTo>
                <a:close/>
                <a:moveTo>
                  <a:pt x="889629" y="74566"/>
                </a:moveTo>
                <a:lnTo>
                  <a:pt x="901809" y="72942"/>
                </a:lnTo>
                <a:cubicBezTo>
                  <a:pt x="903207" y="79844"/>
                  <a:pt x="905587" y="84817"/>
                  <a:pt x="908947" y="87862"/>
                </a:cubicBezTo>
                <a:cubicBezTo>
                  <a:pt x="912308" y="90907"/>
                  <a:pt x="916402" y="92429"/>
                  <a:pt x="921228" y="92429"/>
                </a:cubicBezTo>
                <a:cubicBezTo>
                  <a:pt x="926957" y="92429"/>
                  <a:pt x="931795" y="90448"/>
                  <a:pt x="935742" y="86485"/>
                </a:cubicBezTo>
                <a:cubicBezTo>
                  <a:pt x="939690" y="82523"/>
                  <a:pt x="941663" y="77614"/>
                  <a:pt x="941663" y="71760"/>
                </a:cubicBezTo>
                <a:cubicBezTo>
                  <a:pt x="941663" y="66175"/>
                  <a:pt x="939836" y="61570"/>
                  <a:pt x="936182" y="57946"/>
                </a:cubicBezTo>
                <a:cubicBezTo>
                  <a:pt x="932528" y="54320"/>
                  <a:pt x="927882" y="52507"/>
                  <a:pt x="922243" y="52507"/>
                </a:cubicBezTo>
                <a:cubicBezTo>
                  <a:pt x="919943" y="52507"/>
                  <a:pt x="917078" y="52958"/>
                  <a:pt x="913650" y="53861"/>
                </a:cubicBezTo>
                <a:lnTo>
                  <a:pt x="915003" y="43170"/>
                </a:lnTo>
                <a:cubicBezTo>
                  <a:pt x="915815" y="43260"/>
                  <a:pt x="916469" y="43305"/>
                  <a:pt x="916966" y="43305"/>
                </a:cubicBezTo>
                <a:cubicBezTo>
                  <a:pt x="922153" y="43305"/>
                  <a:pt x="926822" y="41963"/>
                  <a:pt x="930972" y="39279"/>
                </a:cubicBezTo>
                <a:cubicBezTo>
                  <a:pt x="935122" y="36595"/>
                  <a:pt x="937197" y="32458"/>
                  <a:pt x="937197" y="26867"/>
                </a:cubicBezTo>
                <a:cubicBezTo>
                  <a:pt x="937197" y="22439"/>
                  <a:pt x="935686" y="18772"/>
                  <a:pt x="932664" y="15865"/>
                </a:cubicBezTo>
                <a:cubicBezTo>
                  <a:pt x="929641" y="12957"/>
                  <a:pt x="925739" y="11503"/>
                  <a:pt x="920958" y="11503"/>
                </a:cubicBezTo>
                <a:cubicBezTo>
                  <a:pt x="916221" y="11503"/>
                  <a:pt x="912274" y="12992"/>
                  <a:pt x="909117" y="15969"/>
                </a:cubicBezTo>
                <a:cubicBezTo>
                  <a:pt x="905959" y="18946"/>
                  <a:pt x="903929" y="23412"/>
                  <a:pt x="903027" y="29366"/>
                </a:cubicBezTo>
                <a:lnTo>
                  <a:pt x="890847" y="27201"/>
                </a:lnTo>
                <a:cubicBezTo>
                  <a:pt x="892336" y="18994"/>
                  <a:pt x="895719" y="12634"/>
                  <a:pt x="900997" y="8122"/>
                </a:cubicBezTo>
                <a:cubicBezTo>
                  <a:pt x="906275" y="3609"/>
                  <a:pt x="912838" y="1353"/>
                  <a:pt x="920687" y="1353"/>
                </a:cubicBezTo>
                <a:cubicBezTo>
                  <a:pt x="926100" y="1353"/>
                  <a:pt x="931085" y="2511"/>
                  <a:pt x="935641" y="4827"/>
                </a:cubicBezTo>
                <a:cubicBezTo>
                  <a:pt x="940197" y="7143"/>
                  <a:pt x="943682" y="10303"/>
                  <a:pt x="946095" y="14307"/>
                </a:cubicBezTo>
                <a:cubicBezTo>
                  <a:pt x="948508" y="18309"/>
                  <a:pt x="949715" y="22559"/>
                  <a:pt x="949715" y="27057"/>
                </a:cubicBezTo>
                <a:cubicBezTo>
                  <a:pt x="949715" y="31330"/>
                  <a:pt x="948565" y="35221"/>
                  <a:pt x="946264" y="38729"/>
                </a:cubicBezTo>
                <a:cubicBezTo>
                  <a:pt x="943964" y="42237"/>
                  <a:pt x="940558" y="45025"/>
                  <a:pt x="936047" y="47094"/>
                </a:cubicBezTo>
                <a:cubicBezTo>
                  <a:pt x="941911" y="48448"/>
                  <a:pt x="946467" y="51256"/>
                  <a:pt x="949715" y="55518"/>
                </a:cubicBezTo>
                <a:cubicBezTo>
                  <a:pt x="952963" y="59781"/>
                  <a:pt x="954587" y="65115"/>
                  <a:pt x="954587" y="71521"/>
                </a:cubicBezTo>
                <a:cubicBezTo>
                  <a:pt x="954587" y="80182"/>
                  <a:pt x="951429" y="87524"/>
                  <a:pt x="945114" y="93546"/>
                </a:cubicBezTo>
                <a:cubicBezTo>
                  <a:pt x="938799" y="99568"/>
                  <a:pt x="930814" y="102579"/>
                  <a:pt x="921161" y="102579"/>
                </a:cubicBezTo>
                <a:cubicBezTo>
                  <a:pt x="912455" y="102579"/>
                  <a:pt x="905226" y="99979"/>
                  <a:pt x="899474" y="94778"/>
                </a:cubicBezTo>
                <a:cubicBezTo>
                  <a:pt x="893723" y="89578"/>
                  <a:pt x="890441" y="82841"/>
                  <a:pt x="889629" y="74566"/>
                </a:cubicBezTo>
                <a:close/>
                <a:moveTo>
                  <a:pt x="966678" y="74566"/>
                </a:moveTo>
                <a:lnTo>
                  <a:pt x="978857" y="72942"/>
                </a:lnTo>
                <a:cubicBezTo>
                  <a:pt x="980256" y="79844"/>
                  <a:pt x="982635" y="84817"/>
                  <a:pt x="985996" y="87862"/>
                </a:cubicBezTo>
                <a:cubicBezTo>
                  <a:pt x="989357" y="90907"/>
                  <a:pt x="993450" y="92429"/>
                  <a:pt x="998277" y="92429"/>
                </a:cubicBezTo>
                <a:cubicBezTo>
                  <a:pt x="1004006" y="92429"/>
                  <a:pt x="1008844" y="90448"/>
                  <a:pt x="1012791" y="86485"/>
                </a:cubicBezTo>
                <a:cubicBezTo>
                  <a:pt x="1016738" y="82523"/>
                  <a:pt x="1018712" y="77614"/>
                  <a:pt x="1018712" y="71760"/>
                </a:cubicBezTo>
                <a:cubicBezTo>
                  <a:pt x="1018712" y="66175"/>
                  <a:pt x="1016885" y="61570"/>
                  <a:pt x="1013231" y="57946"/>
                </a:cubicBezTo>
                <a:cubicBezTo>
                  <a:pt x="1009577" y="54320"/>
                  <a:pt x="1004931" y="52507"/>
                  <a:pt x="999292" y="52507"/>
                </a:cubicBezTo>
                <a:cubicBezTo>
                  <a:pt x="996991" y="52507"/>
                  <a:pt x="994127" y="52958"/>
                  <a:pt x="990699" y="53861"/>
                </a:cubicBezTo>
                <a:lnTo>
                  <a:pt x="992052" y="43170"/>
                </a:lnTo>
                <a:cubicBezTo>
                  <a:pt x="992864" y="43260"/>
                  <a:pt x="993518" y="43305"/>
                  <a:pt x="994014" y="43305"/>
                </a:cubicBezTo>
                <a:cubicBezTo>
                  <a:pt x="999202" y="43305"/>
                  <a:pt x="1003871" y="41963"/>
                  <a:pt x="1008021" y="39279"/>
                </a:cubicBezTo>
                <a:cubicBezTo>
                  <a:pt x="1012171" y="36595"/>
                  <a:pt x="1014246" y="32458"/>
                  <a:pt x="1014246" y="26867"/>
                </a:cubicBezTo>
                <a:cubicBezTo>
                  <a:pt x="1014246" y="22439"/>
                  <a:pt x="1012735" y="18772"/>
                  <a:pt x="1009712" y="15865"/>
                </a:cubicBezTo>
                <a:cubicBezTo>
                  <a:pt x="1006690" y="12957"/>
                  <a:pt x="1002788" y="11503"/>
                  <a:pt x="998006" y="11503"/>
                </a:cubicBezTo>
                <a:cubicBezTo>
                  <a:pt x="993270" y="11503"/>
                  <a:pt x="989323" y="12992"/>
                  <a:pt x="986165" y="15969"/>
                </a:cubicBezTo>
                <a:cubicBezTo>
                  <a:pt x="983007" y="18946"/>
                  <a:pt x="980978" y="23412"/>
                  <a:pt x="980075" y="29366"/>
                </a:cubicBezTo>
                <a:lnTo>
                  <a:pt x="967896" y="27201"/>
                </a:lnTo>
                <a:cubicBezTo>
                  <a:pt x="969384" y="18994"/>
                  <a:pt x="972768" y="12634"/>
                  <a:pt x="978045" y="8122"/>
                </a:cubicBezTo>
                <a:cubicBezTo>
                  <a:pt x="983323" y="3609"/>
                  <a:pt x="989887" y="1353"/>
                  <a:pt x="997736" y="1353"/>
                </a:cubicBezTo>
                <a:cubicBezTo>
                  <a:pt x="1003149" y="1353"/>
                  <a:pt x="1008133" y="2511"/>
                  <a:pt x="1012689" y="4827"/>
                </a:cubicBezTo>
                <a:cubicBezTo>
                  <a:pt x="1017245" y="7143"/>
                  <a:pt x="1020730" y="10303"/>
                  <a:pt x="1023144" y="14307"/>
                </a:cubicBezTo>
                <a:cubicBezTo>
                  <a:pt x="1025557" y="18309"/>
                  <a:pt x="1026764" y="22559"/>
                  <a:pt x="1026764" y="27057"/>
                </a:cubicBezTo>
                <a:cubicBezTo>
                  <a:pt x="1026764" y="31330"/>
                  <a:pt x="1025613" y="35221"/>
                  <a:pt x="1023313" y="38729"/>
                </a:cubicBezTo>
                <a:cubicBezTo>
                  <a:pt x="1021012" y="42237"/>
                  <a:pt x="1017606" y="45025"/>
                  <a:pt x="1013095" y="47094"/>
                </a:cubicBezTo>
                <a:cubicBezTo>
                  <a:pt x="1018960" y="48448"/>
                  <a:pt x="1023516" y="51256"/>
                  <a:pt x="1026764" y="55518"/>
                </a:cubicBezTo>
                <a:cubicBezTo>
                  <a:pt x="1030011" y="59781"/>
                  <a:pt x="1031635" y="65115"/>
                  <a:pt x="1031635" y="71521"/>
                </a:cubicBezTo>
                <a:cubicBezTo>
                  <a:pt x="1031635" y="80182"/>
                  <a:pt x="1028478" y="87524"/>
                  <a:pt x="1022162" y="93546"/>
                </a:cubicBezTo>
                <a:cubicBezTo>
                  <a:pt x="1015847" y="99568"/>
                  <a:pt x="1007863" y="102579"/>
                  <a:pt x="998209" y="102579"/>
                </a:cubicBezTo>
                <a:cubicBezTo>
                  <a:pt x="989503" y="102579"/>
                  <a:pt x="982274" y="99979"/>
                  <a:pt x="976523" y="94778"/>
                </a:cubicBezTo>
                <a:cubicBezTo>
                  <a:pt x="970771" y="89578"/>
                  <a:pt x="967490" y="82841"/>
                  <a:pt x="966678" y="74566"/>
                </a:cubicBezTo>
                <a:close/>
                <a:moveTo>
                  <a:pt x="1048057" y="100955"/>
                </a:moveTo>
                <a:lnTo>
                  <a:pt x="1048057" y="1759"/>
                </a:lnTo>
                <a:lnTo>
                  <a:pt x="1085272" y="1759"/>
                </a:lnTo>
                <a:cubicBezTo>
                  <a:pt x="1092850" y="1759"/>
                  <a:pt x="1098929" y="2763"/>
                  <a:pt x="1103507" y="4770"/>
                </a:cubicBezTo>
                <a:cubicBezTo>
                  <a:pt x="1108086" y="6778"/>
                  <a:pt x="1111672" y="9868"/>
                  <a:pt x="1114266" y="14040"/>
                </a:cubicBezTo>
                <a:cubicBezTo>
                  <a:pt x="1116860" y="18213"/>
                  <a:pt x="1118157" y="22577"/>
                  <a:pt x="1118157" y="27133"/>
                </a:cubicBezTo>
                <a:cubicBezTo>
                  <a:pt x="1118157" y="31374"/>
                  <a:pt x="1117006" y="35366"/>
                  <a:pt x="1114706" y="39110"/>
                </a:cubicBezTo>
                <a:cubicBezTo>
                  <a:pt x="1112405" y="42854"/>
                  <a:pt x="1108932" y="45876"/>
                  <a:pt x="1104285" y="48177"/>
                </a:cubicBezTo>
                <a:cubicBezTo>
                  <a:pt x="1110285" y="49936"/>
                  <a:pt x="1114897" y="52936"/>
                  <a:pt x="1118123" y="57176"/>
                </a:cubicBezTo>
                <a:cubicBezTo>
                  <a:pt x="1121348" y="61416"/>
                  <a:pt x="1122961" y="66424"/>
                  <a:pt x="1122961" y="72198"/>
                </a:cubicBezTo>
                <a:cubicBezTo>
                  <a:pt x="1122961" y="76844"/>
                  <a:pt x="1121980" y="81163"/>
                  <a:pt x="1120017" y="85155"/>
                </a:cubicBezTo>
                <a:cubicBezTo>
                  <a:pt x="1118055" y="89148"/>
                  <a:pt x="1115630" y="92226"/>
                  <a:pt x="1112743" y="94391"/>
                </a:cubicBezTo>
                <a:cubicBezTo>
                  <a:pt x="1109856" y="96557"/>
                  <a:pt x="1106236" y="98192"/>
                  <a:pt x="1101883" y="99297"/>
                </a:cubicBezTo>
                <a:cubicBezTo>
                  <a:pt x="1097530" y="100402"/>
                  <a:pt x="1092196" y="100955"/>
                  <a:pt x="1085881" y="100955"/>
                </a:cubicBezTo>
                <a:lnTo>
                  <a:pt x="1048057" y="100955"/>
                </a:lnTo>
                <a:moveTo>
                  <a:pt x="1061183" y="43440"/>
                </a:moveTo>
                <a:lnTo>
                  <a:pt x="1082633" y="43440"/>
                </a:lnTo>
                <a:cubicBezTo>
                  <a:pt x="1088452" y="43440"/>
                  <a:pt x="1092625" y="43057"/>
                  <a:pt x="1095151" y="42290"/>
                </a:cubicBezTo>
                <a:cubicBezTo>
                  <a:pt x="1098489" y="41298"/>
                  <a:pt x="1101004" y="39651"/>
                  <a:pt x="1102695" y="37351"/>
                </a:cubicBezTo>
                <a:cubicBezTo>
                  <a:pt x="1104387" y="35050"/>
                  <a:pt x="1105233" y="32163"/>
                  <a:pt x="1105233" y="28690"/>
                </a:cubicBezTo>
                <a:cubicBezTo>
                  <a:pt x="1105233" y="25397"/>
                  <a:pt x="1104443" y="22498"/>
                  <a:pt x="1102864" y="19995"/>
                </a:cubicBezTo>
                <a:cubicBezTo>
                  <a:pt x="1101286" y="17491"/>
                  <a:pt x="1099030" y="15777"/>
                  <a:pt x="1096098" y="14852"/>
                </a:cubicBezTo>
                <a:cubicBezTo>
                  <a:pt x="1093166" y="13928"/>
                  <a:pt x="1088136" y="13465"/>
                  <a:pt x="1081009" y="13465"/>
                </a:cubicBezTo>
                <a:lnTo>
                  <a:pt x="1061183" y="13465"/>
                </a:lnTo>
                <a:lnTo>
                  <a:pt x="1061183" y="43440"/>
                </a:lnTo>
                <a:moveTo>
                  <a:pt x="1061183" y="89249"/>
                </a:moveTo>
                <a:lnTo>
                  <a:pt x="1085881" y="89249"/>
                </a:lnTo>
                <a:cubicBezTo>
                  <a:pt x="1090121" y="89249"/>
                  <a:pt x="1093098" y="89091"/>
                  <a:pt x="1094812" y="88775"/>
                </a:cubicBezTo>
                <a:cubicBezTo>
                  <a:pt x="1097835" y="88234"/>
                  <a:pt x="1100361" y="87332"/>
                  <a:pt x="1102391" y="86069"/>
                </a:cubicBezTo>
                <a:cubicBezTo>
                  <a:pt x="1104421" y="84806"/>
                  <a:pt x="1106090" y="82968"/>
                  <a:pt x="1107398" y="80554"/>
                </a:cubicBezTo>
                <a:cubicBezTo>
                  <a:pt x="1108706" y="78141"/>
                  <a:pt x="1109360" y="75355"/>
                  <a:pt x="1109360" y="72198"/>
                </a:cubicBezTo>
                <a:cubicBezTo>
                  <a:pt x="1109360" y="68499"/>
                  <a:pt x="1108413" y="65285"/>
                  <a:pt x="1106518" y="62556"/>
                </a:cubicBezTo>
                <a:cubicBezTo>
                  <a:pt x="1104624" y="59826"/>
                  <a:pt x="1101996" y="57909"/>
                  <a:pt x="1098635" y="56804"/>
                </a:cubicBezTo>
                <a:cubicBezTo>
                  <a:pt x="1095275" y="55699"/>
                  <a:pt x="1090437" y="55146"/>
                  <a:pt x="1084122" y="55146"/>
                </a:cubicBezTo>
                <a:lnTo>
                  <a:pt x="1061183" y="55146"/>
                </a:lnTo>
                <a:lnTo>
                  <a:pt x="1061183" y="89249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Text WizardCoder_Python_7B">
            <a:extLst xmlns:a="http://schemas.openxmlformats.org/drawingml/2006/main">
              <a:ext uri="{FF2B5EF4-FFF2-40B4-BE49-F238E27FC236}">
                <a16:creationId xmlns:a16="http://schemas.microsoft.com/office/drawing/2014/main" id="{B069F3DE-C2FE-45D5-BF95-347CD5C87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855" y="811591"/>
            <a:ext cx="1554348" cy="130186"/>
          </a:xfrm>
          <a:custGeom xmlns:a="http://schemas.openxmlformats.org/drawingml/2006/main">
            <a:pathLst>
              <a:path w="1554348" h="130186">
                <a:moveTo>
                  <a:pt x="26321" y="100955"/>
                </a:moveTo>
                <a:lnTo>
                  <a:pt x="0" y="1759"/>
                </a:lnTo>
                <a:lnTo>
                  <a:pt x="13465" y="1759"/>
                </a:lnTo>
                <a:lnTo>
                  <a:pt x="28554" y="66785"/>
                </a:lnTo>
                <a:cubicBezTo>
                  <a:pt x="30178" y="73596"/>
                  <a:pt x="31577" y="80362"/>
                  <a:pt x="32749" y="87084"/>
                </a:cubicBezTo>
                <a:cubicBezTo>
                  <a:pt x="35276" y="76483"/>
                  <a:pt x="36764" y="70371"/>
                  <a:pt x="37215" y="68747"/>
                </a:cubicBezTo>
                <a:lnTo>
                  <a:pt x="56094" y="1759"/>
                </a:lnTo>
                <a:lnTo>
                  <a:pt x="71927" y="1759"/>
                </a:lnTo>
                <a:lnTo>
                  <a:pt x="86136" y="51966"/>
                </a:lnTo>
                <a:cubicBezTo>
                  <a:pt x="89700" y="64416"/>
                  <a:pt x="92271" y="76122"/>
                  <a:pt x="93850" y="87084"/>
                </a:cubicBezTo>
                <a:cubicBezTo>
                  <a:pt x="95113" y="80814"/>
                  <a:pt x="96760" y="73619"/>
                  <a:pt x="98790" y="65499"/>
                </a:cubicBezTo>
                <a:lnTo>
                  <a:pt x="114352" y="1759"/>
                </a:lnTo>
                <a:lnTo>
                  <a:pt x="127547" y="1759"/>
                </a:lnTo>
                <a:lnTo>
                  <a:pt x="100346" y="100955"/>
                </a:lnTo>
                <a:lnTo>
                  <a:pt x="87693" y="100955"/>
                </a:lnTo>
                <a:lnTo>
                  <a:pt x="66785" y="25374"/>
                </a:lnTo>
                <a:cubicBezTo>
                  <a:pt x="65025" y="19059"/>
                  <a:pt x="63988" y="15179"/>
                  <a:pt x="63672" y="13736"/>
                </a:cubicBezTo>
                <a:cubicBezTo>
                  <a:pt x="62634" y="18292"/>
                  <a:pt x="61665" y="22171"/>
                  <a:pt x="60762" y="25374"/>
                </a:cubicBezTo>
                <a:lnTo>
                  <a:pt x="39719" y="100955"/>
                </a:lnTo>
                <a:lnTo>
                  <a:pt x="26321" y="100955"/>
                </a:lnTo>
                <a:close/>
                <a:moveTo>
                  <a:pt x="138327" y="15833"/>
                </a:moveTo>
                <a:lnTo>
                  <a:pt x="138327" y="1759"/>
                </a:lnTo>
                <a:lnTo>
                  <a:pt x="150506" y="1759"/>
                </a:lnTo>
                <a:lnTo>
                  <a:pt x="150506" y="15833"/>
                </a:lnTo>
                <a:lnTo>
                  <a:pt x="138327" y="15833"/>
                </a:lnTo>
                <a:moveTo>
                  <a:pt x="138327" y="100955"/>
                </a:moveTo>
                <a:lnTo>
                  <a:pt x="138327" y="29096"/>
                </a:lnTo>
                <a:lnTo>
                  <a:pt x="150506" y="29096"/>
                </a:lnTo>
                <a:lnTo>
                  <a:pt x="150506" y="100955"/>
                </a:lnTo>
                <a:lnTo>
                  <a:pt x="138327" y="100955"/>
                </a:lnTo>
                <a:close/>
                <a:moveTo>
                  <a:pt x="162595" y="100955"/>
                </a:moveTo>
                <a:lnTo>
                  <a:pt x="162595" y="91076"/>
                </a:lnTo>
                <a:lnTo>
                  <a:pt x="208336" y="38569"/>
                </a:lnTo>
                <a:cubicBezTo>
                  <a:pt x="203148" y="38839"/>
                  <a:pt x="198570" y="38975"/>
                  <a:pt x="194600" y="38975"/>
                </a:cubicBezTo>
                <a:lnTo>
                  <a:pt x="165301" y="38975"/>
                </a:lnTo>
                <a:lnTo>
                  <a:pt x="165301" y="29096"/>
                </a:lnTo>
                <a:lnTo>
                  <a:pt x="224034" y="29096"/>
                </a:lnTo>
                <a:lnTo>
                  <a:pt x="224034" y="37148"/>
                </a:lnTo>
                <a:lnTo>
                  <a:pt x="185127" y="82753"/>
                </a:lnTo>
                <a:lnTo>
                  <a:pt x="177616" y="91076"/>
                </a:lnTo>
                <a:cubicBezTo>
                  <a:pt x="183074" y="90670"/>
                  <a:pt x="188194" y="90467"/>
                  <a:pt x="192976" y="90467"/>
                </a:cubicBezTo>
                <a:lnTo>
                  <a:pt x="226199" y="90467"/>
                </a:lnTo>
                <a:lnTo>
                  <a:pt x="226199" y="100955"/>
                </a:lnTo>
                <a:lnTo>
                  <a:pt x="162595" y="100955"/>
                </a:lnTo>
                <a:close/>
                <a:moveTo>
                  <a:pt x="285202" y="92082"/>
                </a:moveTo>
                <a:cubicBezTo>
                  <a:pt x="280691" y="95920"/>
                  <a:pt x="276350" y="98628"/>
                  <a:pt x="272177" y="100208"/>
                </a:cubicBezTo>
                <a:cubicBezTo>
                  <a:pt x="268004" y="101789"/>
                  <a:pt x="263527" y="102579"/>
                  <a:pt x="258746" y="102579"/>
                </a:cubicBezTo>
                <a:cubicBezTo>
                  <a:pt x="250851" y="102579"/>
                  <a:pt x="244784" y="100649"/>
                  <a:pt x="240544" y="96789"/>
                </a:cubicBezTo>
                <a:cubicBezTo>
                  <a:pt x="236304" y="92930"/>
                  <a:pt x="234184" y="87998"/>
                  <a:pt x="234184" y="81994"/>
                </a:cubicBezTo>
                <a:cubicBezTo>
                  <a:pt x="234184" y="78474"/>
                  <a:pt x="234984" y="75259"/>
                  <a:pt x="236586" y="72348"/>
                </a:cubicBezTo>
                <a:cubicBezTo>
                  <a:pt x="238187" y="69435"/>
                  <a:pt x="240285" y="67099"/>
                  <a:pt x="242878" y="65338"/>
                </a:cubicBezTo>
                <a:cubicBezTo>
                  <a:pt x="245472" y="63578"/>
                  <a:pt x="248393" y="62246"/>
                  <a:pt x="251641" y="61344"/>
                </a:cubicBezTo>
                <a:cubicBezTo>
                  <a:pt x="254032" y="60711"/>
                  <a:pt x="257640" y="60101"/>
                  <a:pt x="262467" y="59515"/>
                </a:cubicBezTo>
                <a:cubicBezTo>
                  <a:pt x="272301" y="58350"/>
                  <a:pt x="279541" y="56962"/>
                  <a:pt x="284187" y="55349"/>
                </a:cubicBezTo>
                <a:cubicBezTo>
                  <a:pt x="284232" y="53687"/>
                  <a:pt x="284255" y="52631"/>
                  <a:pt x="284255" y="52182"/>
                </a:cubicBezTo>
                <a:cubicBezTo>
                  <a:pt x="284255" y="47238"/>
                  <a:pt x="283105" y="43755"/>
                  <a:pt x="280804" y="41734"/>
                </a:cubicBezTo>
                <a:cubicBezTo>
                  <a:pt x="277692" y="38992"/>
                  <a:pt x="273068" y="37621"/>
                  <a:pt x="266933" y="37621"/>
                </a:cubicBezTo>
                <a:cubicBezTo>
                  <a:pt x="261204" y="37621"/>
                  <a:pt x="256975" y="38625"/>
                  <a:pt x="254246" y="40632"/>
                </a:cubicBezTo>
                <a:cubicBezTo>
                  <a:pt x="251517" y="42640"/>
                  <a:pt x="249498" y="46192"/>
                  <a:pt x="248190" y="51289"/>
                </a:cubicBezTo>
                <a:lnTo>
                  <a:pt x="236281" y="49665"/>
                </a:lnTo>
                <a:cubicBezTo>
                  <a:pt x="237364" y="44553"/>
                  <a:pt x="239146" y="40424"/>
                  <a:pt x="241627" y="37279"/>
                </a:cubicBezTo>
                <a:cubicBezTo>
                  <a:pt x="244108" y="34134"/>
                  <a:pt x="247694" y="31713"/>
                  <a:pt x="252385" y="30018"/>
                </a:cubicBezTo>
                <a:cubicBezTo>
                  <a:pt x="257077" y="28320"/>
                  <a:pt x="262512" y="27472"/>
                  <a:pt x="268692" y="27472"/>
                </a:cubicBezTo>
                <a:cubicBezTo>
                  <a:pt x="274827" y="27472"/>
                  <a:pt x="279812" y="28193"/>
                  <a:pt x="283646" y="29637"/>
                </a:cubicBezTo>
                <a:cubicBezTo>
                  <a:pt x="287480" y="31080"/>
                  <a:pt x="290300" y="32896"/>
                  <a:pt x="292104" y="35084"/>
                </a:cubicBezTo>
                <a:cubicBezTo>
                  <a:pt x="293908" y="37272"/>
                  <a:pt x="295171" y="40035"/>
                  <a:pt x="295893" y="43373"/>
                </a:cubicBezTo>
                <a:cubicBezTo>
                  <a:pt x="296299" y="45448"/>
                  <a:pt x="296502" y="49192"/>
                  <a:pt x="296502" y="54605"/>
                </a:cubicBezTo>
                <a:lnTo>
                  <a:pt x="296502" y="70844"/>
                </a:lnTo>
                <a:cubicBezTo>
                  <a:pt x="296502" y="82167"/>
                  <a:pt x="296762" y="89328"/>
                  <a:pt x="297280" y="92328"/>
                </a:cubicBezTo>
                <a:cubicBezTo>
                  <a:pt x="297799" y="95328"/>
                  <a:pt x="298825" y="98203"/>
                  <a:pt x="300359" y="100955"/>
                </a:cubicBezTo>
                <a:lnTo>
                  <a:pt x="287638" y="100955"/>
                </a:lnTo>
                <a:cubicBezTo>
                  <a:pt x="286375" y="98426"/>
                  <a:pt x="285563" y="95468"/>
                  <a:pt x="285202" y="92082"/>
                </a:cubicBezTo>
                <a:moveTo>
                  <a:pt x="284187" y="64822"/>
                </a:moveTo>
                <a:cubicBezTo>
                  <a:pt x="279767" y="66642"/>
                  <a:pt x="273136" y="68189"/>
                  <a:pt x="264294" y="69461"/>
                </a:cubicBezTo>
                <a:cubicBezTo>
                  <a:pt x="259287" y="70186"/>
                  <a:pt x="255746" y="71002"/>
                  <a:pt x="253671" y="71908"/>
                </a:cubicBezTo>
                <a:cubicBezTo>
                  <a:pt x="251596" y="72813"/>
                  <a:pt x="249994" y="74138"/>
                  <a:pt x="248867" y="75883"/>
                </a:cubicBezTo>
                <a:cubicBezTo>
                  <a:pt x="247739" y="77627"/>
                  <a:pt x="247175" y="79563"/>
                  <a:pt x="247175" y="81692"/>
                </a:cubicBezTo>
                <a:cubicBezTo>
                  <a:pt x="247175" y="84952"/>
                  <a:pt x="248404" y="87670"/>
                  <a:pt x="250863" y="89845"/>
                </a:cubicBezTo>
                <a:cubicBezTo>
                  <a:pt x="253321" y="92019"/>
                  <a:pt x="256919" y="93106"/>
                  <a:pt x="261655" y="93106"/>
                </a:cubicBezTo>
                <a:cubicBezTo>
                  <a:pt x="266347" y="93106"/>
                  <a:pt x="270519" y="92075"/>
                  <a:pt x="274173" y="90012"/>
                </a:cubicBezTo>
                <a:cubicBezTo>
                  <a:pt x="277827" y="87950"/>
                  <a:pt x="280511" y="85129"/>
                  <a:pt x="282225" y="81548"/>
                </a:cubicBezTo>
                <a:cubicBezTo>
                  <a:pt x="283533" y="78782"/>
                  <a:pt x="284187" y="74703"/>
                  <a:pt x="284187" y="69309"/>
                </a:cubicBezTo>
                <a:lnTo>
                  <a:pt x="284187" y="64822"/>
                </a:lnTo>
                <a:close/>
                <a:moveTo>
                  <a:pt x="315224" y="100955"/>
                </a:moveTo>
                <a:lnTo>
                  <a:pt x="315224" y="29096"/>
                </a:lnTo>
                <a:lnTo>
                  <a:pt x="326186" y="29096"/>
                </a:lnTo>
                <a:lnTo>
                  <a:pt x="326186" y="39922"/>
                </a:lnTo>
                <a:cubicBezTo>
                  <a:pt x="328982" y="34853"/>
                  <a:pt x="331565" y="31510"/>
                  <a:pt x="333933" y="29895"/>
                </a:cubicBezTo>
                <a:cubicBezTo>
                  <a:pt x="336301" y="28279"/>
                  <a:pt x="338906" y="27472"/>
                  <a:pt x="341748" y="27472"/>
                </a:cubicBezTo>
                <a:cubicBezTo>
                  <a:pt x="345853" y="27472"/>
                  <a:pt x="350026" y="28774"/>
                  <a:pt x="354266" y="31379"/>
                </a:cubicBezTo>
                <a:lnTo>
                  <a:pt x="350071" y="42628"/>
                </a:lnTo>
                <a:cubicBezTo>
                  <a:pt x="347094" y="40869"/>
                  <a:pt x="344117" y="39990"/>
                  <a:pt x="341139" y="39990"/>
                </a:cubicBezTo>
                <a:cubicBezTo>
                  <a:pt x="338478" y="39990"/>
                  <a:pt x="336087" y="40792"/>
                  <a:pt x="333967" y="42396"/>
                </a:cubicBezTo>
                <a:cubicBezTo>
                  <a:pt x="331847" y="43999"/>
                  <a:pt x="330336" y="46222"/>
                  <a:pt x="329434" y="49067"/>
                </a:cubicBezTo>
                <a:cubicBezTo>
                  <a:pt x="328080" y="53402"/>
                  <a:pt x="327404" y="58143"/>
                  <a:pt x="327404" y="63291"/>
                </a:cubicBezTo>
                <a:lnTo>
                  <a:pt x="327404" y="100955"/>
                </a:lnTo>
                <a:lnTo>
                  <a:pt x="315224" y="100955"/>
                </a:lnTo>
                <a:close/>
                <a:moveTo>
                  <a:pt x="408126" y="100955"/>
                </a:moveTo>
                <a:lnTo>
                  <a:pt x="408126" y="91888"/>
                </a:lnTo>
                <a:cubicBezTo>
                  <a:pt x="403570" y="99015"/>
                  <a:pt x="396871" y="102579"/>
                  <a:pt x="388030" y="102579"/>
                </a:cubicBezTo>
                <a:cubicBezTo>
                  <a:pt x="382301" y="102579"/>
                  <a:pt x="377034" y="101000"/>
                  <a:pt x="372230" y="97842"/>
                </a:cubicBezTo>
                <a:cubicBezTo>
                  <a:pt x="367426" y="94685"/>
                  <a:pt x="363704" y="90275"/>
                  <a:pt x="361065" y="84614"/>
                </a:cubicBezTo>
                <a:cubicBezTo>
                  <a:pt x="358427" y="78953"/>
                  <a:pt x="357107" y="72446"/>
                  <a:pt x="357107" y="65093"/>
                </a:cubicBezTo>
                <a:cubicBezTo>
                  <a:pt x="357107" y="57921"/>
                  <a:pt x="358303" y="51413"/>
                  <a:pt x="360693" y="45572"/>
                </a:cubicBezTo>
                <a:cubicBezTo>
                  <a:pt x="363084" y="39730"/>
                  <a:pt x="366670" y="35253"/>
                  <a:pt x="371452" y="32140"/>
                </a:cubicBezTo>
                <a:cubicBezTo>
                  <a:pt x="376234" y="29028"/>
                  <a:pt x="381579" y="27472"/>
                  <a:pt x="387488" y="27472"/>
                </a:cubicBezTo>
                <a:cubicBezTo>
                  <a:pt x="391819" y="27472"/>
                  <a:pt x="395676" y="28385"/>
                  <a:pt x="399059" y="30212"/>
                </a:cubicBezTo>
                <a:cubicBezTo>
                  <a:pt x="402442" y="32039"/>
                  <a:pt x="405194" y="34418"/>
                  <a:pt x="407314" y="37351"/>
                </a:cubicBezTo>
                <a:lnTo>
                  <a:pt x="407314" y="1759"/>
                </a:lnTo>
                <a:lnTo>
                  <a:pt x="419426" y="1759"/>
                </a:lnTo>
                <a:lnTo>
                  <a:pt x="419426" y="100955"/>
                </a:lnTo>
                <a:lnTo>
                  <a:pt x="408126" y="100955"/>
                </a:lnTo>
                <a:moveTo>
                  <a:pt x="369625" y="65059"/>
                </a:moveTo>
                <a:cubicBezTo>
                  <a:pt x="369625" y="74228"/>
                  <a:pt x="371565" y="81081"/>
                  <a:pt x="375444" y="85621"/>
                </a:cubicBezTo>
                <a:cubicBezTo>
                  <a:pt x="379324" y="90160"/>
                  <a:pt x="383902" y="92429"/>
                  <a:pt x="389180" y="92429"/>
                </a:cubicBezTo>
                <a:cubicBezTo>
                  <a:pt x="394503" y="92429"/>
                  <a:pt x="399025" y="90261"/>
                  <a:pt x="402747" y="85925"/>
                </a:cubicBezTo>
                <a:cubicBezTo>
                  <a:pt x="406468" y="81587"/>
                  <a:pt x="408329" y="74969"/>
                  <a:pt x="408329" y="66070"/>
                </a:cubicBezTo>
                <a:cubicBezTo>
                  <a:pt x="408329" y="56273"/>
                  <a:pt x="406434" y="49082"/>
                  <a:pt x="402645" y="44498"/>
                </a:cubicBezTo>
                <a:cubicBezTo>
                  <a:pt x="398856" y="39913"/>
                  <a:pt x="394187" y="37621"/>
                  <a:pt x="388639" y="37621"/>
                </a:cubicBezTo>
                <a:cubicBezTo>
                  <a:pt x="383226" y="37621"/>
                  <a:pt x="378703" y="39824"/>
                  <a:pt x="375072" y="44229"/>
                </a:cubicBezTo>
                <a:cubicBezTo>
                  <a:pt x="371441" y="48633"/>
                  <a:pt x="369625" y="55576"/>
                  <a:pt x="369625" y="65059"/>
                </a:cubicBezTo>
                <a:close/>
                <a:moveTo>
                  <a:pt x="510887" y="66040"/>
                </a:moveTo>
                <a:lnTo>
                  <a:pt x="524013" y="69356"/>
                </a:lnTo>
                <a:cubicBezTo>
                  <a:pt x="521262" y="80159"/>
                  <a:pt x="516311" y="88398"/>
                  <a:pt x="509161" y="94070"/>
                </a:cubicBezTo>
                <a:cubicBezTo>
                  <a:pt x="502011" y="99743"/>
                  <a:pt x="493271" y="102579"/>
                  <a:pt x="482941" y="102579"/>
                </a:cubicBezTo>
                <a:cubicBezTo>
                  <a:pt x="472250" y="102579"/>
                  <a:pt x="463556" y="100402"/>
                  <a:pt x="456857" y="96049"/>
                </a:cubicBezTo>
                <a:cubicBezTo>
                  <a:pt x="450158" y="91696"/>
                  <a:pt x="445061" y="85392"/>
                  <a:pt x="441565" y="77137"/>
                </a:cubicBezTo>
                <a:cubicBezTo>
                  <a:pt x="438069" y="68882"/>
                  <a:pt x="436321" y="60018"/>
                  <a:pt x="436321" y="50545"/>
                </a:cubicBezTo>
                <a:cubicBezTo>
                  <a:pt x="436321" y="40215"/>
                  <a:pt x="438294" y="31204"/>
                  <a:pt x="442241" y="23513"/>
                </a:cubicBezTo>
                <a:cubicBezTo>
                  <a:pt x="446188" y="15822"/>
                  <a:pt x="451805" y="9980"/>
                  <a:pt x="459090" y="5988"/>
                </a:cubicBezTo>
                <a:cubicBezTo>
                  <a:pt x="466375" y="1996"/>
                  <a:pt x="474393" y="0"/>
                  <a:pt x="483144" y="0"/>
                </a:cubicBezTo>
                <a:cubicBezTo>
                  <a:pt x="493068" y="0"/>
                  <a:pt x="501414" y="2526"/>
                  <a:pt x="508180" y="7578"/>
                </a:cubicBezTo>
                <a:cubicBezTo>
                  <a:pt x="514946" y="12631"/>
                  <a:pt x="519660" y="19735"/>
                  <a:pt x="522322" y="28893"/>
                </a:cubicBezTo>
                <a:lnTo>
                  <a:pt x="509398" y="31937"/>
                </a:lnTo>
                <a:cubicBezTo>
                  <a:pt x="507097" y="24696"/>
                  <a:pt x="503759" y="19424"/>
                  <a:pt x="499384" y="16121"/>
                </a:cubicBezTo>
                <a:cubicBezTo>
                  <a:pt x="495008" y="12817"/>
                  <a:pt x="489505" y="11165"/>
                  <a:pt x="482874" y="11165"/>
                </a:cubicBezTo>
                <a:cubicBezTo>
                  <a:pt x="475250" y="11165"/>
                  <a:pt x="468878" y="12995"/>
                  <a:pt x="463759" y="16656"/>
                </a:cubicBezTo>
                <a:cubicBezTo>
                  <a:pt x="458639" y="20315"/>
                  <a:pt x="455041" y="25230"/>
                  <a:pt x="452966" y="31398"/>
                </a:cubicBezTo>
                <a:cubicBezTo>
                  <a:pt x="450891" y="37566"/>
                  <a:pt x="449854" y="43925"/>
                  <a:pt x="449854" y="50475"/>
                </a:cubicBezTo>
                <a:cubicBezTo>
                  <a:pt x="449854" y="58925"/>
                  <a:pt x="451083" y="66302"/>
                  <a:pt x="453541" y="72606"/>
                </a:cubicBezTo>
                <a:cubicBezTo>
                  <a:pt x="456000" y="78910"/>
                  <a:pt x="459823" y="83621"/>
                  <a:pt x="465010" y="86739"/>
                </a:cubicBezTo>
                <a:cubicBezTo>
                  <a:pt x="470198" y="89856"/>
                  <a:pt x="475814" y="91414"/>
                  <a:pt x="481859" y="91414"/>
                </a:cubicBezTo>
                <a:cubicBezTo>
                  <a:pt x="489212" y="91414"/>
                  <a:pt x="495437" y="89283"/>
                  <a:pt x="500534" y="85020"/>
                </a:cubicBezTo>
                <a:cubicBezTo>
                  <a:pt x="505631" y="80757"/>
                  <a:pt x="509082" y="74431"/>
                  <a:pt x="510887" y="66040"/>
                </a:cubicBezTo>
                <a:close/>
                <a:moveTo>
                  <a:pt x="534072" y="65025"/>
                </a:moveTo>
                <a:cubicBezTo>
                  <a:pt x="534072" y="51718"/>
                  <a:pt x="537771" y="41862"/>
                  <a:pt x="545169" y="35456"/>
                </a:cubicBezTo>
                <a:cubicBezTo>
                  <a:pt x="551349" y="30133"/>
                  <a:pt x="558882" y="27472"/>
                  <a:pt x="567769" y="27472"/>
                </a:cubicBezTo>
                <a:cubicBezTo>
                  <a:pt x="577648" y="27472"/>
                  <a:pt x="585723" y="30708"/>
                  <a:pt x="591993" y="37181"/>
                </a:cubicBezTo>
                <a:cubicBezTo>
                  <a:pt x="598263" y="43655"/>
                  <a:pt x="601398" y="52598"/>
                  <a:pt x="601398" y="64010"/>
                </a:cubicBezTo>
                <a:cubicBezTo>
                  <a:pt x="601398" y="73258"/>
                  <a:pt x="600011" y="80532"/>
                  <a:pt x="597237" y="85832"/>
                </a:cubicBezTo>
                <a:cubicBezTo>
                  <a:pt x="594462" y="91132"/>
                  <a:pt x="590425" y="95249"/>
                  <a:pt x="585125" y="98181"/>
                </a:cubicBezTo>
                <a:cubicBezTo>
                  <a:pt x="579824" y="101113"/>
                  <a:pt x="574039" y="102579"/>
                  <a:pt x="567769" y="102579"/>
                </a:cubicBezTo>
                <a:cubicBezTo>
                  <a:pt x="557710" y="102579"/>
                  <a:pt x="549579" y="99354"/>
                  <a:pt x="543376" y="92903"/>
                </a:cubicBezTo>
                <a:cubicBezTo>
                  <a:pt x="537173" y="86452"/>
                  <a:pt x="534072" y="77160"/>
                  <a:pt x="534072" y="65025"/>
                </a:cubicBezTo>
                <a:moveTo>
                  <a:pt x="546590" y="64991"/>
                </a:moveTo>
                <a:cubicBezTo>
                  <a:pt x="546590" y="74160"/>
                  <a:pt x="548597" y="81025"/>
                  <a:pt x="552612" y="85587"/>
                </a:cubicBezTo>
                <a:cubicBezTo>
                  <a:pt x="556627" y="90148"/>
                  <a:pt x="561679" y="92429"/>
                  <a:pt x="567769" y="92429"/>
                </a:cubicBezTo>
                <a:cubicBezTo>
                  <a:pt x="573814" y="92429"/>
                  <a:pt x="578843" y="90137"/>
                  <a:pt x="582858" y="85553"/>
                </a:cubicBezTo>
                <a:cubicBezTo>
                  <a:pt x="586873" y="80969"/>
                  <a:pt x="588880" y="73980"/>
                  <a:pt x="588880" y="64588"/>
                </a:cubicBezTo>
                <a:cubicBezTo>
                  <a:pt x="588880" y="55733"/>
                  <a:pt x="586862" y="49025"/>
                  <a:pt x="582824" y="44464"/>
                </a:cubicBezTo>
                <a:cubicBezTo>
                  <a:pt x="578787" y="39902"/>
                  <a:pt x="573769" y="37621"/>
                  <a:pt x="567769" y="37621"/>
                </a:cubicBezTo>
                <a:cubicBezTo>
                  <a:pt x="561679" y="37621"/>
                  <a:pt x="556627" y="39891"/>
                  <a:pt x="552612" y="44430"/>
                </a:cubicBezTo>
                <a:cubicBezTo>
                  <a:pt x="548597" y="48969"/>
                  <a:pt x="546590" y="55823"/>
                  <a:pt x="546590" y="64991"/>
                </a:cubicBezTo>
                <a:close/>
                <a:moveTo>
                  <a:pt x="662275" y="100955"/>
                </a:moveTo>
                <a:lnTo>
                  <a:pt x="662275" y="91888"/>
                </a:lnTo>
                <a:cubicBezTo>
                  <a:pt x="657718" y="99015"/>
                  <a:pt x="651020" y="102579"/>
                  <a:pt x="642178" y="102579"/>
                </a:cubicBezTo>
                <a:cubicBezTo>
                  <a:pt x="636449" y="102579"/>
                  <a:pt x="631183" y="101000"/>
                  <a:pt x="626379" y="97842"/>
                </a:cubicBezTo>
                <a:cubicBezTo>
                  <a:pt x="621575" y="94685"/>
                  <a:pt x="617853" y="90275"/>
                  <a:pt x="615214" y="84614"/>
                </a:cubicBezTo>
                <a:cubicBezTo>
                  <a:pt x="612575" y="78953"/>
                  <a:pt x="611256" y="72446"/>
                  <a:pt x="611256" y="65093"/>
                </a:cubicBezTo>
                <a:cubicBezTo>
                  <a:pt x="611256" y="57921"/>
                  <a:pt x="612451" y="51413"/>
                  <a:pt x="614842" y="45572"/>
                </a:cubicBezTo>
                <a:cubicBezTo>
                  <a:pt x="617233" y="39730"/>
                  <a:pt x="620819" y="35253"/>
                  <a:pt x="625601" y="32140"/>
                </a:cubicBezTo>
                <a:cubicBezTo>
                  <a:pt x="630382" y="29028"/>
                  <a:pt x="635728" y="27472"/>
                  <a:pt x="641637" y="27472"/>
                </a:cubicBezTo>
                <a:cubicBezTo>
                  <a:pt x="645967" y="27472"/>
                  <a:pt x="649824" y="28385"/>
                  <a:pt x="653208" y="30212"/>
                </a:cubicBezTo>
                <a:cubicBezTo>
                  <a:pt x="656591" y="32039"/>
                  <a:pt x="659342" y="34418"/>
                  <a:pt x="661463" y="37351"/>
                </a:cubicBezTo>
                <a:lnTo>
                  <a:pt x="661463" y="1759"/>
                </a:lnTo>
                <a:lnTo>
                  <a:pt x="673574" y="1759"/>
                </a:lnTo>
                <a:lnTo>
                  <a:pt x="673574" y="100955"/>
                </a:lnTo>
                <a:lnTo>
                  <a:pt x="662275" y="100955"/>
                </a:lnTo>
                <a:moveTo>
                  <a:pt x="623774" y="65059"/>
                </a:moveTo>
                <a:cubicBezTo>
                  <a:pt x="623774" y="74228"/>
                  <a:pt x="625713" y="81081"/>
                  <a:pt x="629593" y="85621"/>
                </a:cubicBezTo>
                <a:cubicBezTo>
                  <a:pt x="633472" y="90160"/>
                  <a:pt x="638051" y="92429"/>
                  <a:pt x="643329" y="92429"/>
                </a:cubicBezTo>
                <a:cubicBezTo>
                  <a:pt x="648651" y="92429"/>
                  <a:pt x="653174" y="90261"/>
                  <a:pt x="656895" y="85925"/>
                </a:cubicBezTo>
                <a:cubicBezTo>
                  <a:pt x="660617" y="81587"/>
                  <a:pt x="662478" y="74969"/>
                  <a:pt x="662478" y="66070"/>
                </a:cubicBezTo>
                <a:cubicBezTo>
                  <a:pt x="662478" y="56273"/>
                  <a:pt x="660583" y="49082"/>
                  <a:pt x="656794" y="44498"/>
                </a:cubicBezTo>
                <a:cubicBezTo>
                  <a:pt x="653005" y="39913"/>
                  <a:pt x="648336" y="37621"/>
                  <a:pt x="642787" y="37621"/>
                </a:cubicBezTo>
                <a:cubicBezTo>
                  <a:pt x="637374" y="37621"/>
                  <a:pt x="632852" y="39824"/>
                  <a:pt x="629221" y="44229"/>
                </a:cubicBezTo>
                <a:cubicBezTo>
                  <a:pt x="625589" y="48633"/>
                  <a:pt x="623774" y="55576"/>
                  <a:pt x="623774" y="65059"/>
                </a:cubicBezTo>
                <a:close/>
                <a:moveTo>
                  <a:pt x="741894" y="77814"/>
                </a:moveTo>
                <a:lnTo>
                  <a:pt x="754480" y="79370"/>
                </a:lnTo>
                <a:cubicBezTo>
                  <a:pt x="752495" y="86723"/>
                  <a:pt x="748818" y="92429"/>
                  <a:pt x="743450" y="96489"/>
                </a:cubicBezTo>
                <a:cubicBezTo>
                  <a:pt x="738082" y="100549"/>
                  <a:pt x="731226" y="102579"/>
                  <a:pt x="722881" y="102579"/>
                </a:cubicBezTo>
                <a:cubicBezTo>
                  <a:pt x="712370" y="102579"/>
                  <a:pt x="704036" y="99342"/>
                  <a:pt x="697879" y="92869"/>
                </a:cubicBezTo>
                <a:cubicBezTo>
                  <a:pt x="691721" y="86396"/>
                  <a:pt x="688642" y="77318"/>
                  <a:pt x="688642" y="65634"/>
                </a:cubicBezTo>
                <a:cubicBezTo>
                  <a:pt x="688642" y="53545"/>
                  <a:pt x="691755" y="44162"/>
                  <a:pt x="697980" y="37486"/>
                </a:cubicBezTo>
                <a:cubicBezTo>
                  <a:pt x="704205" y="30810"/>
                  <a:pt x="712280" y="27472"/>
                  <a:pt x="722204" y="27472"/>
                </a:cubicBezTo>
                <a:cubicBezTo>
                  <a:pt x="731812" y="27472"/>
                  <a:pt x="739661" y="30737"/>
                  <a:pt x="745751" y="37268"/>
                </a:cubicBezTo>
                <a:cubicBezTo>
                  <a:pt x="751841" y="43798"/>
                  <a:pt x="754886" y="52985"/>
                  <a:pt x="754886" y="64829"/>
                </a:cubicBezTo>
                <a:cubicBezTo>
                  <a:pt x="754886" y="65549"/>
                  <a:pt x="754863" y="66629"/>
                  <a:pt x="754818" y="68070"/>
                </a:cubicBezTo>
                <a:lnTo>
                  <a:pt x="701228" y="68070"/>
                </a:lnTo>
                <a:cubicBezTo>
                  <a:pt x="701679" y="75942"/>
                  <a:pt x="703912" y="81969"/>
                  <a:pt x="707927" y="86153"/>
                </a:cubicBezTo>
                <a:cubicBezTo>
                  <a:pt x="711942" y="90337"/>
                  <a:pt x="716949" y="92429"/>
                  <a:pt x="722948" y="92429"/>
                </a:cubicBezTo>
                <a:cubicBezTo>
                  <a:pt x="727414" y="92429"/>
                  <a:pt x="731226" y="91268"/>
                  <a:pt x="734383" y="88945"/>
                </a:cubicBezTo>
                <a:cubicBezTo>
                  <a:pt x="737541" y="86620"/>
                  <a:pt x="740045" y="82910"/>
                  <a:pt x="741894" y="77814"/>
                </a:cubicBezTo>
                <a:moveTo>
                  <a:pt x="701905" y="57921"/>
                </a:moveTo>
                <a:lnTo>
                  <a:pt x="742030" y="57921"/>
                </a:lnTo>
                <a:cubicBezTo>
                  <a:pt x="741488" y="51975"/>
                  <a:pt x="739954" y="47515"/>
                  <a:pt x="737428" y="44542"/>
                </a:cubicBezTo>
                <a:cubicBezTo>
                  <a:pt x="733549" y="39928"/>
                  <a:pt x="728519" y="37621"/>
                  <a:pt x="722339" y="37621"/>
                </a:cubicBezTo>
                <a:cubicBezTo>
                  <a:pt x="716746" y="37621"/>
                  <a:pt x="712043" y="39463"/>
                  <a:pt x="708231" y="43146"/>
                </a:cubicBezTo>
                <a:cubicBezTo>
                  <a:pt x="704420" y="46829"/>
                  <a:pt x="702311" y="51753"/>
                  <a:pt x="701905" y="57921"/>
                </a:cubicBezTo>
                <a:close/>
                <a:moveTo>
                  <a:pt x="769615" y="100955"/>
                </a:moveTo>
                <a:lnTo>
                  <a:pt x="769615" y="29096"/>
                </a:lnTo>
                <a:lnTo>
                  <a:pt x="780577" y="29096"/>
                </a:lnTo>
                <a:lnTo>
                  <a:pt x="780577" y="39922"/>
                </a:lnTo>
                <a:cubicBezTo>
                  <a:pt x="783374" y="34853"/>
                  <a:pt x="785956" y="31510"/>
                  <a:pt x="788324" y="29895"/>
                </a:cubicBezTo>
                <a:cubicBezTo>
                  <a:pt x="790693" y="28279"/>
                  <a:pt x="793298" y="27472"/>
                  <a:pt x="796140" y="27472"/>
                </a:cubicBezTo>
                <a:cubicBezTo>
                  <a:pt x="800245" y="27472"/>
                  <a:pt x="804417" y="28774"/>
                  <a:pt x="808658" y="31379"/>
                </a:cubicBezTo>
                <a:lnTo>
                  <a:pt x="804462" y="42628"/>
                </a:lnTo>
                <a:cubicBezTo>
                  <a:pt x="801485" y="40869"/>
                  <a:pt x="798508" y="39990"/>
                  <a:pt x="795531" y="39990"/>
                </a:cubicBezTo>
                <a:cubicBezTo>
                  <a:pt x="792869" y="39990"/>
                  <a:pt x="790478" y="40792"/>
                  <a:pt x="788358" y="42396"/>
                </a:cubicBezTo>
                <a:cubicBezTo>
                  <a:pt x="786238" y="43999"/>
                  <a:pt x="784727" y="46222"/>
                  <a:pt x="783825" y="49067"/>
                </a:cubicBezTo>
                <a:cubicBezTo>
                  <a:pt x="782471" y="53402"/>
                  <a:pt x="781795" y="58143"/>
                  <a:pt x="781795" y="63291"/>
                </a:cubicBezTo>
                <a:lnTo>
                  <a:pt x="781795" y="100955"/>
                </a:lnTo>
                <a:lnTo>
                  <a:pt x="769615" y="100955"/>
                </a:lnTo>
                <a:close/>
                <a:moveTo>
                  <a:pt x="804664" y="128562"/>
                </a:moveTo>
                <a:lnTo>
                  <a:pt x="804664" y="119766"/>
                </a:lnTo>
                <a:lnTo>
                  <a:pt x="885388" y="119766"/>
                </a:lnTo>
                <a:lnTo>
                  <a:pt x="885388" y="128562"/>
                </a:lnTo>
                <a:lnTo>
                  <a:pt x="804664" y="128562"/>
                </a:lnTo>
                <a:close/>
                <a:moveTo>
                  <a:pt x="894501" y="100955"/>
                </a:moveTo>
                <a:lnTo>
                  <a:pt x="894501" y="1759"/>
                </a:lnTo>
                <a:lnTo>
                  <a:pt x="931919" y="1759"/>
                </a:lnTo>
                <a:cubicBezTo>
                  <a:pt x="938505" y="1759"/>
                  <a:pt x="943535" y="2074"/>
                  <a:pt x="947009" y="2704"/>
                </a:cubicBezTo>
                <a:cubicBezTo>
                  <a:pt x="951880" y="3516"/>
                  <a:pt x="955963" y="5060"/>
                  <a:pt x="959256" y="7335"/>
                </a:cubicBezTo>
                <a:cubicBezTo>
                  <a:pt x="962549" y="9610"/>
                  <a:pt x="965199" y="12798"/>
                  <a:pt x="967206" y="16899"/>
                </a:cubicBezTo>
                <a:cubicBezTo>
                  <a:pt x="969214" y="20998"/>
                  <a:pt x="970217" y="25504"/>
                  <a:pt x="970217" y="30415"/>
                </a:cubicBezTo>
                <a:cubicBezTo>
                  <a:pt x="970217" y="38842"/>
                  <a:pt x="967533" y="45973"/>
                  <a:pt x="962165" y="51807"/>
                </a:cubicBezTo>
                <a:cubicBezTo>
                  <a:pt x="956797" y="57642"/>
                  <a:pt x="947099" y="60559"/>
                  <a:pt x="933070" y="60559"/>
                </a:cubicBezTo>
                <a:lnTo>
                  <a:pt x="907628" y="60559"/>
                </a:lnTo>
                <a:lnTo>
                  <a:pt x="907628" y="100955"/>
                </a:lnTo>
                <a:lnTo>
                  <a:pt x="894501" y="100955"/>
                </a:lnTo>
                <a:moveTo>
                  <a:pt x="907628" y="48854"/>
                </a:moveTo>
                <a:lnTo>
                  <a:pt x="933273" y="48854"/>
                </a:lnTo>
                <a:cubicBezTo>
                  <a:pt x="941753" y="48854"/>
                  <a:pt x="947775" y="47278"/>
                  <a:pt x="951339" y="44128"/>
                </a:cubicBezTo>
                <a:cubicBezTo>
                  <a:pt x="954903" y="40976"/>
                  <a:pt x="956685" y="36540"/>
                  <a:pt x="956685" y="30821"/>
                </a:cubicBezTo>
                <a:cubicBezTo>
                  <a:pt x="956685" y="26679"/>
                  <a:pt x="955636" y="23134"/>
                  <a:pt x="953538" y="20185"/>
                </a:cubicBezTo>
                <a:cubicBezTo>
                  <a:pt x="951441" y="17236"/>
                  <a:pt x="948678" y="15289"/>
                  <a:pt x="945249" y="14343"/>
                </a:cubicBezTo>
                <a:cubicBezTo>
                  <a:pt x="943039" y="13758"/>
                  <a:pt x="938957" y="13465"/>
                  <a:pt x="933002" y="13465"/>
                </a:cubicBezTo>
                <a:lnTo>
                  <a:pt x="907628" y="13465"/>
                </a:lnTo>
                <a:lnTo>
                  <a:pt x="907628" y="48854"/>
                </a:lnTo>
                <a:close/>
                <a:moveTo>
                  <a:pt x="984834" y="128697"/>
                </a:moveTo>
                <a:lnTo>
                  <a:pt x="983481" y="117262"/>
                </a:lnTo>
                <a:cubicBezTo>
                  <a:pt x="986142" y="117984"/>
                  <a:pt x="988465" y="118345"/>
                  <a:pt x="990450" y="118345"/>
                </a:cubicBezTo>
                <a:cubicBezTo>
                  <a:pt x="993157" y="118345"/>
                  <a:pt x="995322" y="117888"/>
                  <a:pt x="996946" y="116974"/>
                </a:cubicBezTo>
                <a:cubicBezTo>
                  <a:pt x="998570" y="116062"/>
                  <a:pt x="999901" y="114784"/>
                  <a:pt x="1000938" y="113141"/>
                </a:cubicBezTo>
                <a:cubicBezTo>
                  <a:pt x="1001705" y="111909"/>
                  <a:pt x="1002945" y="108851"/>
                  <a:pt x="1004660" y="103968"/>
                </a:cubicBezTo>
                <a:cubicBezTo>
                  <a:pt x="1004885" y="103283"/>
                  <a:pt x="1005246" y="102279"/>
                  <a:pt x="1005742" y="100955"/>
                </a:cubicBezTo>
                <a:lnTo>
                  <a:pt x="978474" y="29096"/>
                </a:lnTo>
                <a:lnTo>
                  <a:pt x="991600" y="29096"/>
                </a:lnTo>
                <a:lnTo>
                  <a:pt x="1006554" y="70612"/>
                </a:lnTo>
                <a:cubicBezTo>
                  <a:pt x="1008494" y="75878"/>
                  <a:pt x="1010231" y="81414"/>
                  <a:pt x="1011764" y="87219"/>
                </a:cubicBezTo>
                <a:cubicBezTo>
                  <a:pt x="1013163" y="81638"/>
                  <a:pt x="1014832" y="76193"/>
                  <a:pt x="1016771" y="70882"/>
                </a:cubicBezTo>
                <a:lnTo>
                  <a:pt x="1032131" y="29096"/>
                </a:lnTo>
                <a:lnTo>
                  <a:pt x="1044311" y="29096"/>
                </a:lnTo>
                <a:lnTo>
                  <a:pt x="1016974" y="102222"/>
                </a:lnTo>
                <a:cubicBezTo>
                  <a:pt x="1014042" y="110121"/>
                  <a:pt x="1011764" y="115561"/>
                  <a:pt x="1010140" y="118539"/>
                </a:cubicBezTo>
                <a:cubicBezTo>
                  <a:pt x="1007975" y="122557"/>
                  <a:pt x="1005494" y="125502"/>
                  <a:pt x="1002697" y="127376"/>
                </a:cubicBezTo>
                <a:cubicBezTo>
                  <a:pt x="999901" y="129249"/>
                  <a:pt x="996562" y="130186"/>
                  <a:pt x="992683" y="130186"/>
                </a:cubicBezTo>
                <a:cubicBezTo>
                  <a:pt x="990337" y="130186"/>
                  <a:pt x="987721" y="129690"/>
                  <a:pt x="984834" y="128697"/>
                </a:cubicBezTo>
                <a:close/>
                <a:moveTo>
                  <a:pt x="1081255" y="90196"/>
                </a:moveTo>
                <a:lnTo>
                  <a:pt x="1083015" y="100955"/>
                </a:lnTo>
                <a:cubicBezTo>
                  <a:pt x="1079586" y="101586"/>
                  <a:pt x="1076519" y="101902"/>
                  <a:pt x="1073812" y="101902"/>
                </a:cubicBezTo>
                <a:cubicBezTo>
                  <a:pt x="1069392" y="101902"/>
                  <a:pt x="1065963" y="101203"/>
                  <a:pt x="1063527" y="99805"/>
                </a:cubicBezTo>
                <a:cubicBezTo>
                  <a:pt x="1061091" y="98406"/>
                  <a:pt x="1059377" y="96568"/>
                  <a:pt x="1058385" y="94290"/>
                </a:cubicBezTo>
                <a:cubicBezTo>
                  <a:pt x="1057392" y="92012"/>
                  <a:pt x="1056896" y="87219"/>
                  <a:pt x="1056896" y="79911"/>
                </a:cubicBezTo>
                <a:lnTo>
                  <a:pt x="1056896" y="38569"/>
                </a:lnTo>
                <a:lnTo>
                  <a:pt x="1047965" y="38569"/>
                </a:lnTo>
                <a:lnTo>
                  <a:pt x="1047965" y="29096"/>
                </a:lnTo>
                <a:lnTo>
                  <a:pt x="1056896" y="29096"/>
                </a:lnTo>
                <a:lnTo>
                  <a:pt x="1056896" y="11251"/>
                </a:lnTo>
                <a:lnTo>
                  <a:pt x="1069008" y="3925"/>
                </a:lnTo>
                <a:lnTo>
                  <a:pt x="1069008" y="29096"/>
                </a:lnTo>
                <a:lnTo>
                  <a:pt x="1081255" y="29096"/>
                </a:lnTo>
                <a:lnTo>
                  <a:pt x="1081255" y="38569"/>
                </a:lnTo>
                <a:lnTo>
                  <a:pt x="1069008" y="38569"/>
                </a:lnTo>
                <a:lnTo>
                  <a:pt x="1069008" y="80588"/>
                </a:lnTo>
                <a:cubicBezTo>
                  <a:pt x="1069008" y="84061"/>
                  <a:pt x="1069222" y="86294"/>
                  <a:pt x="1069651" y="87287"/>
                </a:cubicBezTo>
                <a:cubicBezTo>
                  <a:pt x="1070080" y="88279"/>
                  <a:pt x="1070779" y="89069"/>
                  <a:pt x="1071749" y="89655"/>
                </a:cubicBezTo>
                <a:cubicBezTo>
                  <a:pt x="1072718" y="90241"/>
                  <a:pt x="1074106" y="90535"/>
                  <a:pt x="1075910" y="90535"/>
                </a:cubicBezTo>
                <a:cubicBezTo>
                  <a:pt x="1077263" y="90535"/>
                  <a:pt x="1079045" y="90422"/>
                  <a:pt x="1081255" y="90196"/>
                </a:cubicBezTo>
                <a:close/>
                <a:moveTo>
                  <a:pt x="1093187" y="100955"/>
                </a:moveTo>
                <a:lnTo>
                  <a:pt x="1093187" y="1759"/>
                </a:lnTo>
                <a:lnTo>
                  <a:pt x="1105367" y="1759"/>
                </a:lnTo>
                <a:lnTo>
                  <a:pt x="1105367" y="37351"/>
                </a:lnTo>
                <a:cubicBezTo>
                  <a:pt x="1111051" y="30765"/>
                  <a:pt x="1118223" y="27472"/>
                  <a:pt x="1126884" y="27472"/>
                </a:cubicBezTo>
                <a:cubicBezTo>
                  <a:pt x="1132207" y="27472"/>
                  <a:pt x="1136831" y="28520"/>
                  <a:pt x="1140755" y="30618"/>
                </a:cubicBezTo>
                <a:cubicBezTo>
                  <a:pt x="1144680" y="32716"/>
                  <a:pt x="1147488" y="35614"/>
                  <a:pt x="1149179" y="39313"/>
                </a:cubicBezTo>
                <a:cubicBezTo>
                  <a:pt x="1150871" y="43012"/>
                  <a:pt x="1151717" y="48380"/>
                  <a:pt x="1151717" y="55417"/>
                </a:cubicBezTo>
                <a:lnTo>
                  <a:pt x="1151717" y="100955"/>
                </a:lnTo>
                <a:lnTo>
                  <a:pt x="1139537" y="100955"/>
                </a:lnTo>
                <a:lnTo>
                  <a:pt x="1139537" y="55417"/>
                </a:lnTo>
                <a:cubicBezTo>
                  <a:pt x="1139537" y="49327"/>
                  <a:pt x="1138218" y="44895"/>
                  <a:pt x="1135579" y="42121"/>
                </a:cubicBezTo>
                <a:cubicBezTo>
                  <a:pt x="1132940" y="39347"/>
                  <a:pt x="1129207" y="37960"/>
                  <a:pt x="1124381" y="37960"/>
                </a:cubicBezTo>
                <a:cubicBezTo>
                  <a:pt x="1120772" y="37960"/>
                  <a:pt x="1117377" y="38896"/>
                  <a:pt x="1114197" y="40768"/>
                </a:cubicBezTo>
                <a:cubicBezTo>
                  <a:pt x="1111017" y="42640"/>
                  <a:pt x="1108750" y="45177"/>
                  <a:pt x="1107397" y="48380"/>
                </a:cubicBezTo>
                <a:cubicBezTo>
                  <a:pt x="1106044" y="51583"/>
                  <a:pt x="1105367" y="56003"/>
                  <a:pt x="1105367" y="61642"/>
                </a:cubicBezTo>
                <a:lnTo>
                  <a:pt x="1105367" y="100955"/>
                </a:lnTo>
                <a:lnTo>
                  <a:pt x="1093187" y="100955"/>
                </a:lnTo>
                <a:close/>
                <a:moveTo>
                  <a:pt x="1165702" y="65025"/>
                </a:moveTo>
                <a:cubicBezTo>
                  <a:pt x="1165702" y="51718"/>
                  <a:pt x="1169401" y="41862"/>
                  <a:pt x="1176799" y="35456"/>
                </a:cubicBezTo>
                <a:cubicBezTo>
                  <a:pt x="1182979" y="30133"/>
                  <a:pt x="1190513" y="27472"/>
                  <a:pt x="1199399" y="27472"/>
                </a:cubicBezTo>
                <a:cubicBezTo>
                  <a:pt x="1209278" y="27472"/>
                  <a:pt x="1217353" y="30708"/>
                  <a:pt x="1223623" y="37181"/>
                </a:cubicBezTo>
                <a:cubicBezTo>
                  <a:pt x="1229893" y="43655"/>
                  <a:pt x="1233028" y="52598"/>
                  <a:pt x="1233028" y="64010"/>
                </a:cubicBezTo>
                <a:cubicBezTo>
                  <a:pt x="1233028" y="73258"/>
                  <a:pt x="1231641" y="80532"/>
                  <a:pt x="1228867" y="85832"/>
                </a:cubicBezTo>
                <a:cubicBezTo>
                  <a:pt x="1226093" y="91132"/>
                  <a:pt x="1222055" y="95249"/>
                  <a:pt x="1216755" y="98181"/>
                </a:cubicBezTo>
                <a:cubicBezTo>
                  <a:pt x="1211455" y="101113"/>
                  <a:pt x="1205669" y="102579"/>
                  <a:pt x="1199399" y="102579"/>
                </a:cubicBezTo>
                <a:cubicBezTo>
                  <a:pt x="1189340" y="102579"/>
                  <a:pt x="1181209" y="99354"/>
                  <a:pt x="1175006" y="92903"/>
                </a:cubicBezTo>
                <a:cubicBezTo>
                  <a:pt x="1168804" y="86452"/>
                  <a:pt x="1165702" y="77160"/>
                  <a:pt x="1165702" y="65025"/>
                </a:cubicBezTo>
                <a:moveTo>
                  <a:pt x="1178220" y="64991"/>
                </a:moveTo>
                <a:cubicBezTo>
                  <a:pt x="1178220" y="74160"/>
                  <a:pt x="1180228" y="81025"/>
                  <a:pt x="1184242" y="85587"/>
                </a:cubicBezTo>
                <a:cubicBezTo>
                  <a:pt x="1188257" y="90148"/>
                  <a:pt x="1193309" y="92429"/>
                  <a:pt x="1199399" y="92429"/>
                </a:cubicBezTo>
                <a:cubicBezTo>
                  <a:pt x="1205444" y="92429"/>
                  <a:pt x="1210473" y="90137"/>
                  <a:pt x="1214488" y="85553"/>
                </a:cubicBezTo>
                <a:cubicBezTo>
                  <a:pt x="1218503" y="80969"/>
                  <a:pt x="1220510" y="73980"/>
                  <a:pt x="1220510" y="64588"/>
                </a:cubicBezTo>
                <a:cubicBezTo>
                  <a:pt x="1220510" y="55733"/>
                  <a:pt x="1218492" y="49025"/>
                  <a:pt x="1214454" y="44464"/>
                </a:cubicBezTo>
                <a:cubicBezTo>
                  <a:pt x="1210417" y="39902"/>
                  <a:pt x="1205399" y="37621"/>
                  <a:pt x="1199399" y="37621"/>
                </a:cubicBezTo>
                <a:cubicBezTo>
                  <a:pt x="1193309" y="37621"/>
                  <a:pt x="1188257" y="39891"/>
                  <a:pt x="1184242" y="44430"/>
                </a:cubicBezTo>
                <a:cubicBezTo>
                  <a:pt x="1180228" y="48969"/>
                  <a:pt x="1178220" y="55823"/>
                  <a:pt x="1178220" y="64991"/>
                </a:cubicBezTo>
                <a:close/>
                <a:moveTo>
                  <a:pt x="1247284" y="100955"/>
                </a:moveTo>
                <a:lnTo>
                  <a:pt x="1247284" y="29096"/>
                </a:lnTo>
                <a:lnTo>
                  <a:pt x="1258246" y="29096"/>
                </a:lnTo>
                <a:lnTo>
                  <a:pt x="1258246" y="39245"/>
                </a:lnTo>
                <a:cubicBezTo>
                  <a:pt x="1263524" y="31396"/>
                  <a:pt x="1271147" y="27472"/>
                  <a:pt x="1281116" y="27472"/>
                </a:cubicBezTo>
                <a:cubicBezTo>
                  <a:pt x="1285447" y="27472"/>
                  <a:pt x="1289428" y="28250"/>
                  <a:pt x="1293059" y="29806"/>
                </a:cubicBezTo>
                <a:cubicBezTo>
                  <a:pt x="1296690" y="31362"/>
                  <a:pt x="1299408" y="33404"/>
                  <a:pt x="1301213" y="35930"/>
                </a:cubicBezTo>
                <a:cubicBezTo>
                  <a:pt x="1303017" y="38456"/>
                  <a:pt x="1304280" y="41456"/>
                  <a:pt x="1305002" y="44929"/>
                </a:cubicBezTo>
                <a:cubicBezTo>
                  <a:pt x="1305453" y="47184"/>
                  <a:pt x="1305678" y="51132"/>
                  <a:pt x="1305678" y="56770"/>
                </a:cubicBezTo>
                <a:lnTo>
                  <a:pt x="1305678" y="100955"/>
                </a:lnTo>
                <a:lnTo>
                  <a:pt x="1293499" y="100955"/>
                </a:lnTo>
                <a:lnTo>
                  <a:pt x="1293499" y="57197"/>
                </a:lnTo>
                <a:cubicBezTo>
                  <a:pt x="1293499" y="52230"/>
                  <a:pt x="1293025" y="48515"/>
                  <a:pt x="1292078" y="46054"/>
                </a:cubicBezTo>
                <a:cubicBezTo>
                  <a:pt x="1291131" y="43593"/>
                  <a:pt x="1289450" y="41628"/>
                  <a:pt x="1287037" y="40161"/>
                </a:cubicBezTo>
                <a:cubicBezTo>
                  <a:pt x="1284624" y="38693"/>
                  <a:pt x="1281793" y="37960"/>
                  <a:pt x="1278545" y="37960"/>
                </a:cubicBezTo>
                <a:cubicBezTo>
                  <a:pt x="1273358" y="37960"/>
                  <a:pt x="1268880" y="39608"/>
                  <a:pt x="1265114" y="42905"/>
                </a:cubicBezTo>
                <a:cubicBezTo>
                  <a:pt x="1261347" y="46201"/>
                  <a:pt x="1259464" y="52455"/>
                  <a:pt x="1259464" y="61667"/>
                </a:cubicBezTo>
                <a:lnTo>
                  <a:pt x="1259464" y="100955"/>
                </a:lnTo>
                <a:lnTo>
                  <a:pt x="1247284" y="100955"/>
                </a:lnTo>
                <a:close/>
                <a:moveTo>
                  <a:pt x="1313100" y="128562"/>
                </a:moveTo>
                <a:lnTo>
                  <a:pt x="1313100" y="119766"/>
                </a:lnTo>
                <a:lnTo>
                  <a:pt x="1393824" y="119766"/>
                </a:lnTo>
                <a:lnTo>
                  <a:pt x="1393824" y="128562"/>
                </a:lnTo>
                <a:lnTo>
                  <a:pt x="1313100" y="128562"/>
                </a:lnTo>
                <a:close/>
                <a:moveTo>
                  <a:pt x="1398809" y="14683"/>
                </a:moveTo>
                <a:lnTo>
                  <a:pt x="1398809" y="2977"/>
                </a:lnTo>
                <a:lnTo>
                  <a:pt x="1463023" y="2977"/>
                </a:lnTo>
                <a:lnTo>
                  <a:pt x="1463023" y="12450"/>
                </a:lnTo>
                <a:cubicBezTo>
                  <a:pt x="1456707" y="19177"/>
                  <a:pt x="1450448" y="28116"/>
                  <a:pt x="1444246" y="39266"/>
                </a:cubicBezTo>
                <a:cubicBezTo>
                  <a:pt x="1438043" y="50417"/>
                  <a:pt x="1433251" y="61883"/>
                  <a:pt x="1429867" y="73665"/>
                </a:cubicBezTo>
                <a:cubicBezTo>
                  <a:pt x="1427431" y="81972"/>
                  <a:pt x="1425875" y="91069"/>
                  <a:pt x="1425198" y="100955"/>
                </a:cubicBezTo>
                <a:lnTo>
                  <a:pt x="1412681" y="100955"/>
                </a:lnTo>
                <a:cubicBezTo>
                  <a:pt x="1412816" y="93145"/>
                  <a:pt x="1414350" y="83710"/>
                  <a:pt x="1417282" y="72650"/>
                </a:cubicBezTo>
                <a:cubicBezTo>
                  <a:pt x="1420214" y="61588"/>
                  <a:pt x="1424420" y="50923"/>
                  <a:pt x="1429901" y="40653"/>
                </a:cubicBezTo>
                <a:cubicBezTo>
                  <a:pt x="1435382" y="30383"/>
                  <a:pt x="1441212" y="21726"/>
                  <a:pt x="1447392" y="14683"/>
                </a:cubicBezTo>
                <a:lnTo>
                  <a:pt x="1398809" y="14683"/>
                </a:lnTo>
                <a:close/>
                <a:moveTo>
                  <a:pt x="1479444" y="100955"/>
                </a:moveTo>
                <a:lnTo>
                  <a:pt x="1479444" y="1759"/>
                </a:lnTo>
                <a:lnTo>
                  <a:pt x="1516659" y="1759"/>
                </a:lnTo>
                <a:cubicBezTo>
                  <a:pt x="1524238" y="1759"/>
                  <a:pt x="1530316" y="2763"/>
                  <a:pt x="1534895" y="4770"/>
                </a:cubicBezTo>
                <a:cubicBezTo>
                  <a:pt x="1539474" y="6778"/>
                  <a:pt x="1543060" y="9868"/>
                  <a:pt x="1545654" y="14040"/>
                </a:cubicBezTo>
                <a:cubicBezTo>
                  <a:pt x="1548247" y="18213"/>
                  <a:pt x="1549544" y="22577"/>
                  <a:pt x="1549544" y="27133"/>
                </a:cubicBezTo>
                <a:cubicBezTo>
                  <a:pt x="1549544" y="31374"/>
                  <a:pt x="1548394" y="35366"/>
                  <a:pt x="1546093" y="39110"/>
                </a:cubicBezTo>
                <a:cubicBezTo>
                  <a:pt x="1543793" y="42854"/>
                  <a:pt x="1540319" y="45876"/>
                  <a:pt x="1535673" y="48177"/>
                </a:cubicBezTo>
                <a:cubicBezTo>
                  <a:pt x="1541673" y="49936"/>
                  <a:pt x="1546285" y="52936"/>
                  <a:pt x="1549510" y="57176"/>
                </a:cubicBezTo>
                <a:cubicBezTo>
                  <a:pt x="1552736" y="61416"/>
                  <a:pt x="1554348" y="66424"/>
                  <a:pt x="1554348" y="72198"/>
                </a:cubicBezTo>
                <a:cubicBezTo>
                  <a:pt x="1554348" y="76844"/>
                  <a:pt x="1553367" y="81163"/>
                  <a:pt x="1551405" y="85155"/>
                </a:cubicBezTo>
                <a:cubicBezTo>
                  <a:pt x="1549443" y="89148"/>
                  <a:pt x="1547018" y="92226"/>
                  <a:pt x="1544131" y="94391"/>
                </a:cubicBezTo>
                <a:cubicBezTo>
                  <a:pt x="1541244" y="96557"/>
                  <a:pt x="1537624" y="98192"/>
                  <a:pt x="1533271" y="99297"/>
                </a:cubicBezTo>
                <a:cubicBezTo>
                  <a:pt x="1528918" y="100402"/>
                  <a:pt x="1523584" y="100955"/>
                  <a:pt x="1517268" y="100955"/>
                </a:cubicBezTo>
                <a:lnTo>
                  <a:pt x="1479444" y="100955"/>
                </a:lnTo>
                <a:moveTo>
                  <a:pt x="1492571" y="43440"/>
                </a:moveTo>
                <a:lnTo>
                  <a:pt x="1514021" y="43440"/>
                </a:lnTo>
                <a:cubicBezTo>
                  <a:pt x="1519840" y="43440"/>
                  <a:pt x="1524012" y="43057"/>
                  <a:pt x="1526538" y="42290"/>
                </a:cubicBezTo>
                <a:cubicBezTo>
                  <a:pt x="1529877" y="41298"/>
                  <a:pt x="1532391" y="39651"/>
                  <a:pt x="1534083" y="37351"/>
                </a:cubicBezTo>
                <a:cubicBezTo>
                  <a:pt x="1535775" y="35050"/>
                  <a:pt x="1536620" y="32163"/>
                  <a:pt x="1536620" y="28690"/>
                </a:cubicBezTo>
                <a:cubicBezTo>
                  <a:pt x="1536620" y="25397"/>
                  <a:pt x="1535831" y="22498"/>
                  <a:pt x="1534252" y="19995"/>
                </a:cubicBezTo>
                <a:cubicBezTo>
                  <a:pt x="1532673" y="17491"/>
                  <a:pt x="1530418" y="15777"/>
                  <a:pt x="1527486" y="14852"/>
                </a:cubicBezTo>
                <a:cubicBezTo>
                  <a:pt x="1524554" y="13928"/>
                  <a:pt x="1519524" y="13465"/>
                  <a:pt x="1512397" y="13465"/>
                </a:cubicBezTo>
                <a:lnTo>
                  <a:pt x="1492571" y="13465"/>
                </a:lnTo>
                <a:lnTo>
                  <a:pt x="1492571" y="43440"/>
                </a:lnTo>
                <a:moveTo>
                  <a:pt x="1492571" y="89249"/>
                </a:moveTo>
                <a:lnTo>
                  <a:pt x="1517268" y="89249"/>
                </a:lnTo>
                <a:cubicBezTo>
                  <a:pt x="1521509" y="89249"/>
                  <a:pt x="1524486" y="89091"/>
                  <a:pt x="1526200" y="88775"/>
                </a:cubicBezTo>
                <a:cubicBezTo>
                  <a:pt x="1529222" y="88234"/>
                  <a:pt x="1531749" y="87332"/>
                  <a:pt x="1533778" y="86069"/>
                </a:cubicBezTo>
                <a:cubicBezTo>
                  <a:pt x="1535808" y="84806"/>
                  <a:pt x="1537477" y="82968"/>
                  <a:pt x="1538786" y="80554"/>
                </a:cubicBezTo>
                <a:cubicBezTo>
                  <a:pt x="1540094" y="78141"/>
                  <a:pt x="1540748" y="75355"/>
                  <a:pt x="1540748" y="72198"/>
                </a:cubicBezTo>
                <a:cubicBezTo>
                  <a:pt x="1540748" y="68499"/>
                  <a:pt x="1539801" y="65285"/>
                  <a:pt x="1537906" y="62556"/>
                </a:cubicBezTo>
                <a:cubicBezTo>
                  <a:pt x="1536011" y="59826"/>
                  <a:pt x="1533384" y="57909"/>
                  <a:pt x="1530023" y="56804"/>
                </a:cubicBezTo>
                <a:cubicBezTo>
                  <a:pt x="1526662" y="55699"/>
                  <a:pt x="1521824" y="55146"/>
                  <a:pt x="1515509" y="55146"/>
                </a:cubicBezTo>
                <a:lnTo>
                  <a:pt x="1492571" y="55146"/>
                </a:lnTo>
                <a:lnTo>
                  <a:pt x="1492571" y="89249"/>
                </a:lnTo>
                <a:close/>
              </a:path>
            </a:pathLst>
          </a:custGeom>
          <a:solidFill xmlns:a="http://schemas.openxmlformats.org/drawingml/2006/main">
            <a:srgbClr val="262626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9843215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2026-09-05T08:53:33.2340000Z</dcterms:created>
  <dcterms:modified xsi:type="dcterms:W3CDTF">2026-09-05T08:53:33.2340000Z</dcterms:modified>
</coreProperties>
</file>