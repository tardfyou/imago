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01184d76614232" /><Relationship Type="http://schemas.openxmlformats.org/officeDocument/2006/relationships/extended-properties" Target="/docProps/app.xml" Id="R60f65b64128d4c26" /><Relationship Type="http://schemas.openxmlformats.org/officeDocument/2006/relationships/officeDocument" Target="/ppt/presentation.xml" Id="R48520c01759b46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de6f3fba2b4ff7"/>
  </p:sldMasterIdLst>
  <p:notesMasterIdLst>
    <p:notesMasterId xmlns:r="http://schemas.openxmlformats.org/officeDocument/2006/relationships" r:id="R15b8946b388c40ae"/>
  </p:notesMasterIdLst>
  <p:sldIdLst>
    <p:sldId xmlns:r="http://schemas.openxmlformats.org/officeDocument/2006/relationships" id="256" r:id="R4cdf820180934876"/>
  </p:sldIdLst>
  <p:sldSz cx="5972175" cy="7658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98140ca22642a4" /><Relationship Type="http://schemas.openxmlformats.org/officeDocument/2006/relationships/slideMaster" Target="/ppt/slideMasters/slideMaster1.xml" Id="R6ade6f3fba2b4ff7" /><Relationship Type="http://schemas.openxmlformats.org/officeDocument/2006/relationships/notesMaster" Target="/ppt/notesMasters/notesMaster1.xml" Id="R15b8946b388c40ae" /><Relationship Type="http://schemas.openxmlformats.org/officeDocument/2006/relationships/presProps" Target="/ppt/presProps.xml" Id="Rf4ea80e1374f4516" /><Relationship Type="http://schemas.openxmlformats.org/officeDocument/2006/relationships/tableStyles" Target="/ppt/tableStyles.xml" Id="R52cf2f0a017445d4" /><Relationship Type="http://schemas.openxmlformats.org/officeDocument/2006/relationships/slide" Target="/ppt/slides/slide1.xml" Id="R4cdf8201809348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16d9dce01742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fe0593d661446d" /><Relationship Type="http://schemas.openxmlformats.org/officeDocument/2006/relationships/notesMaster" Target="/ppt/notesMasters/notesMaster1.xml" Id="R2a3aba669e8841f5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素材ID：SEC-056</ns1:t>
            </ns1:r>
          </ns1:p>
          <ns1:p>
            <ns1:r>
              <ns1:t>论文：Demystifying and Exploiting ASLR on NVIDIA GPUs</ns1:t>
            </ns1:r>
          </ns1:p>
          <ns1:p>
            <ns1:r>
              <ns1:t>会议：IEEE S&amp;P 2026</ns1:t>
            </ns1:r>
          </ns1:p>
          <ns1:p>
            <ns1:r>
              <ns1:t>奖项：Distinguished Paper Award</ns1:t>
            </ns1:r>
          </ns1:p>
          <ns1:p>
            <ns1:r>
              <ns1:t>图号：Figure 3，PDF第8页</ns1:t>
            </ns1:r>
          </ns1:p>
          <ns1:p>
            <ns1:r>
              <ns1:t>类型：实验图表</ns1:t>
            </ns1:r>
          </ns1:p>
          <ns1:p>
            <ns1:r>
              <ns1:t>借鉴点：双列内存区域结合断轴、权限对象及映射方向，并以虚实外边界区分随机化区间，适合跨系统布局对齐。</ns1:t>
            </ns1:r>
          </ns1:p>
          <ns1:p>
            <ns1:r>
              <ns1:t>论文URL：https://wenboshen.org/publications/papers/NVIDIA_ASLR.pdf</ns1:t>
            </ns1:r>
          </ns1:p>
          <ns1:p>
            <ns1:r>
              <ns1:t>官方获奖URL：https://sp2026.ieee-security.org/awards_papers.html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f31571e884f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eddb73790b4717" /><Relationship Type="http://schemas.openxmlformats.org/officeDocument/2006/relationships/slideLayout" Target="/ppt/slideLayouts/slideLayout1.xml" Id="R24903bd6721a49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903bd6721a49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0a1a06b5f49e8" /><Relationship Type="http://schemas.openxmlformats.org/officeDocument/2006/relationships/notesSlide" Target="/ppt/notesSlides/notesSlide1.xml" Id="Rf3fae293eec74d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8E427-455B-4449-B0BD-64FEC96A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510" y="654118"/>
            <a:ext cx="1721540" cy="4075682"/>
          </a:xfrm>
          <a:custGeom xmlns:a="http://schemas.openxmlformats.org/drawingml/2006/main">
            <a:pathLst>
              <a:path w="1721540" h="4075682">
                <a:moveTo>
                  <a:pt x="0" y="73353"/>
                </a:moveTo>
                <a:lnTo>
                  <a:pt x="0" y="116035"/>
                </a:lnTo>
                <a:lnTo>
                  <a:pt x="14228" y="116035"/>
                </a:lnTo>
                <a:lnTo>
                  <a:pt x="14228" y="73353"/>
                </a:lnTo>
                <a:lnTo>
                  <a:pt x="0" y="73353"/>
                </a:lnTo>
                <a:close/>
                <a:moveTo>
                  <a:pt x="0" y="158718"/>
                </a:moveTo>
                <a:lnTo>
                  <a:pt x="0" y="201401"/>
                </a:lnTo>
                <a:lnTo>
                  <a:pt x="14228" y="201401"/>
                </a:lnTo>
                <a:lnTo>
                  <a:pt x="14228" y="158718"/>
                </a:lnTo>
                <a:lnTo>
                  <a:pt x="0" y="158718"/>
                </a:lnTo>
                <a:close/>
                <a:moveTo>
                  <a:pt x="0" y="244084"/>
                </a:moveTo>
                <a:lnTo>
                  <a:pt x="0" y="286767"/>
                </a:lnTo>
                <a:lnTo>
                  <a:pt x="14228" y="286767"/>
                </a:lnTo>
                <a:lnTo>
                  <a:pt x="14228" y="244084"/>
                </a:lnTo>
                <a:lnTo>
                  <a:pt x="0" y="244084"/>
                </a:lnTo>
                <a:close/>
                <a:moveTo>
                  <a:pt x="0" y="329449"/>
                </a:moveTo>
                <a:lnTo>
                  <a:pt x="0" y="372132"/>
                </a:lnTo>
                <a:lnTo>
                  <a:pt x="14228" y="372132"/>
                </a:lnTo>
                <a:lnTo>
                  <a:pt x="14228" y="329449"/>
                </a:lnTo>
                <a:lnTo>
                  <a:pt x="0" y="329449"/>
                </a:lnTo>
                <a:close/>
                <a:moveTo>
                  <a:pt x="0" y="414815"/>
                </a:moveTo>
                <a:lnTo>
                  <a:pt x="0" y="457498"/>
                </a:lnTo>
                <a:lnTo>
                  <a:pt x="14228" y="457498"/>
                </a:lnTo>
                <a:lnTo>
                  <a:pt x="14228" y="414815"/>
                </a:lnTo>
                <a:lnTo>
                  <a:pt x="0" y="414815"/>
                </a:lnTo>
                <a:close/>
                <a:moveTo>
                  <a:pt x="0" y="500181"/>
                </a:moveTo>
                <a:lnTo>
                  <a:pt x="0" y="542863"/>
                </a:lnTo>
                <a:lnTo>
                  <a:pt x="14228" y="542863"/>
                </a:lnTo>
                <a:lnTo>
                  <a:pt x="14228" y="500181"/>
                </a:lnTo>
                <a:lnTo>
                  <a:pt x="0" y="500181"/>
                </a:lnTo>
                <a:close/>
                <a:moveTo>
                  <a:pt x="0" y="585546"/>
                </a:moveTo>
                <a:lnTo>
                  <a:pt x="0" y="628229"/>
                </a:lnTo>
                <a:lnTo>
                  <a:pt x="14228" y="628229"/>
                </a:lnTo>
                <a:lnTo>
                  <a:pt x="14228" y="585546"/>
                </a:lnTo>
                <a:lnTo>
                  <a:pt x="0" y="585546"/>
                </a:lnTo>
                <a:close/>
                <a:moveTo>
                  <a:pt x="0" y="670912"/>
                </a:moveTo>
                <a:lnTo>
                  <a:pt x="0" y="713595"/>
                </a:lnTo>
                <a:lnTo>
                  <a:pt x="14228" y="713595"/>
                </a:lnTo>
                <a:lnTo>
                  <a:pt x="14228" y="670912"/>
                </a:lnTo>
                <a:lnTo>
                  <a:pt x="0" y="670912"/>
                </a:lnTo>
                <a:close/>
                <a:moveTo>
                  <a:pt x="0" y="756278"/>
                </a:moveTo>
                <a:lnTo>
                  <a:pt x="0" y="798960"/>
                </a:lnTo>
                <a:lnTo>
                  <a:pt x="14228" y="798960"/>
                </a:lnTo>
                <a:lnTo>
                  <a:pt x="14228" y="756278"/>
                </a:lnTo>
                <a:lnTo>
                  <a:pt x="0" y="756278"/>
                </a:lnTo>
                <a:close/>
                <a:moveTo>
                  <a:pt x="0" y="841643"/>
                </a:moveTo>
                <a:lnTo>
                  <a:pt x="0" y="884326"/>
                </a:lnTo>
                <a:lnTo>
                  <a:pt x="14228" y="884326"/>
                </a:lnTo>
                <a:lnTo>
                  <a:pt x="14228" y="841643"/>
                </a:lnTo>
                <a:lnTo>
                  <a:pt x="0" y="841643"/>
                </a:lnTo>
                <a:close/>
                <a:moveTo>
                  <a:pt x="0" y="927009"/>
                </a:moveTo>
                <a:lnTo>
                  <a:pt x="0" y="969692"/>
                </a:lnTo>
                <a:lnTo>
                  <a:pt x="14228" y="969692"/>
                </a:lnTo>
                <a:lnTo>
                  <a:pt x="14228" y="927009"/>
                </a:lnTo>
                <a:lnTo>
                  <a:pt x="0" y="927009"/>
                </a:lnTo>
                <a:close/>
                <a:moveTo>
                  <a:pt x="0" y="1012374"/>
                </a:moveTo>
                <a:lnTo>
                  <a:pt x="0" y="1055057"/>
                </a:lnTo>
                <a:lnTo>
                  <a:pt x="14228" y="1055057"/>
                </a:lnTo>
                <a:lnTo>
                  <a:pt x="14228" y="1012374"/>
                </a:lnTo>
                <a:lnTo>
                  <a:pt x="0" y="1012374"/>
                </a:lnTo>
                <a:close/>
                <a:moveTo>
                  <a:pt x="0" y="1097740"/>
                </a:moveTo>
                <a:lnTo>
                  <a:pt x="0" y="1140423"/>
                </a:lnTo>
                <a:lnTo>
                  <a:pt x="14228" y="1140423"/>
                </a:lnTo>
                <a:lnTo>
                  <a:pt x="14228" y="1097740"/>
                </a:lnTo>
                <a:lnTo>
                  <a:pt x="0" y="1097740"/>
                </a:lnTo>
                <a:close/>
                <a:moveTo>
                  <a:pt x="0" y="1183106"/>
                </a:moveTo>
                <a:lnTo>
                  <a:pt x="0" y="1225788"/>
                </a:lnTo>
                <a:lnTo>
                  <a:pt x="14228" y="1225788"/>
                </a:lnTo>
                <a:lnTo>
                  <a:pt x="14228" y="1183106"/>
                </a:lnTo>
                <a:lnTo>
                  <a:pt x="0" y="1183106"/>
                </a:lnTo>
                <a:close/>
                <a:moveTo>
                  <a:pt x="0" y="1268471"/>
                </a:moveTo>
                <a:lnTo>
                  <a:pt x="0" y="1311154"/>
                </a:lnTo>
                <a:lnTo>
                  <a:pt x="14228" y="1311154"/>
                </a:lnTo>
                <a:lnTo>
                  <a:pt x="14228" y="1268471"/>
                </a:lnTo>
                <a:lnTo>
                  <a:pt x="0" y="1268471"/>
                </a:lnTo>
                <a:close/>
                <a:moveTo>
                  <a:pt x="0" y="1396520"/>
                </a:moveTo>
                <a:lnTo>
                  <a:pt x="14228" y="1396520"/>
                </a:lnTo>
                <a:lnTo>
                  <a:pt x="14228" y="1353837"/>
                </a:lnTo>
                <a:lnTo>
                  <a:pt x="0" y="1353837"/>
                </a:lnTo>
                <a:lnTo>
                  <a:pt x="0" y="1396520"/>
                </a:lnTo>
                <a:close/>
                <a:moveTo>
                  <a:pt x="0" y="1481885"/>
                </a:moveTo>
                <a:lnTo>
                  <a:pt x="14228" y="1481885"/>
                </a:lnTo>
                <a:lnTo>
                  <a:pt x="14228" y="1439203"/>
                </a:lnTo>
                <a:lnTo>
                  <a:pt x="0" y="1439203"/>
                </a:lnTo>
                <a:lnTo>
                  <a:pt x="0" y="1481885"/>
                </a:lnTo>
                <a:close/>
                <a:moveTo>
                  <a:pt x="0" y="1524568"/>
                </a:moveTo>
                <a:lnTo>
                  <a:pt x="0" y="1567251"/>
                </a:lnTo>
                <a:lnTo>
                  <a:pt x="14228" y="1567251"/>
                </a:lnTo>
                <a:lnTo>
                  <a:pt x="14228" y="1524568"/>
                </a:lnTo>
                <a:lnTo>
                  <a:pt x="0" y="1524568"/>
                </a:lnTo>
                <a:close/>
                <a:moveTo>
                  <a:pt x="0" y="1609934"/>
                </a:moveTo>
                <a:lnTo>
                  <a:pt x="0" y="1652616"/>
                </a:lnTo>
                <a:lnTo>
                  <a:pt x="14228" y="1652616"/>
                </a:lnTo>
                <a:lnTo>
                  <a:pt x="14228" y="1609934"/>
                </a:lnTo>
                <a:lnTo>
                  <a:pt x="0" y="1609934"/>
                </a:lnTo>
                <a:close/>
                <a:moveTo>
                  <a:pt x="0" y="1695299"/>
                </a:moveTo>
                <a:lnTo>
                  <a:pt x="0" y="1737982"/>
                </a:lnTo>
                <a:lnTo>
                  <a:pt x="14228" y="1737982"/>
                </a:lnTo>
                <a:lnTo>
                  <a:pt x="14228" y="1695299"/>
                </a:lnTo>
                <a:lnTo>
                  <a:pt x="0" y="1695299"/>
                </a:lnTo>
                <a:close/>
                <a:moveTo>
                  <a:pt x="0" y="1780665"/>
                </a:moveTo>
                <a:lnTo>
                  <a:pt x="0" y="1823348"/>
                </a:lnTo>
                <a:lnTo>
                  <a:pt x="14228" y="1823348"/>
                </a:lnTo>
                <a:lnTo>
                  <a:pt x="14228" y="1780665"/>
                </a:lnTo>
                <a:lnTo>
                  <a:pt x="0" y="1780665"/>
                </a:lnTo>
                <a:close/>
                <a:moveTo>
                  <a:pt x="0" y="1866031"/>
                </a:moveTo>
                <a:lnTo>
                  <a:pt x="0" y="1908713"/>
                </a:lnTo>
                <a:lnTo>
                  <a:pt x="14228" y="1908713"/>
                </a:lnTo>
                <a:lnTo>
                  <a:pt x="14228" y="1866031"/>
                </a:lnTo>
                <a:lnTo>
                  <a:pt x="0" y="1866031"/>
                </a:lnTo>
                <a:close/>
                <a:moveTo>
                  <a:pt x="0" y="1951396"/>
                </a:moveTo>
                <a:lnTo>
                  <a:pt x="0" y="1994079"/>
                </a:lnTo>
                <a:lnTo>
                  <a:pt x="14228" y="1994079"/>
                </a:lnTo>
                <a:lnTo>
                  <a:pt x="14228" y="1951396"/>
                </a:lnTo>
                <a:lnTo>
                  <a:pt x="0" y="1951396"/>
                </a:lnTo>
                <a:close/>
                <a:moveTo>
                  <a:pt x="0" y="2036762"/>
                </a:moveTo>
                <a:lnTo>
                  <a:pt x="0" y="2079445"/>
                </a:lnTo>
                <a:lnTo>
                  <a:pt x="14228" y="2079445"/>
                </a:lnTo>
                <a:lnTo>
                  <a:pt x="14228" y="2036762"/>
                </a:lnTo>
                <a:lnTo>
                  <a:pt x="0" y="2036762"/>
                </a:lnTo>
                <a:close/>
                <a:moveTo>
                  <a:pt x="0" y="2122128"/>
                </a:moveTo>
                <a:lnTo>
                  <a:pt x="0" y="2164810"/>
                </a:lnTo>
                <a:lnTo>
                  <a:pt x="14228" y="2164810"/>
                </a:lnTo>
                <a:lnTo>
                  <a:pt x="14228" y="2122128"/>
                </a:lnTo>
                <a:lnTo>
                  <a:pt x="0" y="2122128"/>
                </a:lnTo>
                <a:close/>
                <a:moveTo>
                  <a:pt x="0" y="2207493"/>
                </a:moveTo>
                <a:lnTo>
                  <a:pt x="0" y="2250176"/>
                </a:lnTo>
                <a:lnTo>
                  <a:pt x="14228" y="2250176"/>
                </a:lnTo>
                <a:lnTo>
                  <a:pt x="14228" y="2207493"/>
                </a:lnTo>
                <a:lnTo>
                  <a:pt x="0" y="2207493"/>
                </a:lnTo>
                <a:close/>
                <a:moveTo>
                  <a:pt x="0" y="2292859"/>
                </a:moveTo>
                <a:lnTo>
                  <a:pt x="0" y="2335542"/>
                </a:lnTo>
                <a:lnTo>
                  <a:pt x="14228" y="2335542"/>
                </a:lnTo>
                <a:lnTo>
                  <a:pt x="14228" y="2292859"/>
                </a:lnTo>
                <a:lnTo>
                  <a:pt x="0" y="2292859"/>
                </a:lnTo>
                <a:close/>
                <a:moveTo>
                  <a:pt x="0" y="2378225"/>
                </a:moveTo>
                <a:lnTo>
                  <a:pt x="0" y="2420907"/>
                </a:lnTo>
                <a:lnTo>
                  <a:pt x="14228" y="2420907"/>
                </a:lnTo>
                <a:lnTo>
                  <a:pt x="14228" y="2378225"/>
                </a:lnTo>
                <a:lnTo>
                  <a:pt x="0" y="2378225"/>
                </a:lnTo>
                <a:close/>
                <a:moveTo>
                  <a:pt x="0" y="2463590"/>
                </a:moveTo>
                <a:lnTo>
                  <a:pt x="0" y="2506273"/>
                </a:lnTo>
                <a:lnTo>
                  <a:pt x="14228" y="2506273"/>
                </a:lnTo>
                <a:lnTo>
                  <a:pt x="14228" y="2463590"/>
                </a:lnTo>
                <a:lnTo>
                  <a:pt x="0" y="2463590"/>
                </a:lnTo>
                <a:close/>
                <a:moveTo>
                  <a:pt x="0" y="2548956"/>
                </a:moveTo>
                <a:lnTo>
                  <a:pt x="0" y="2591639"/>
                </a:lnTo>
                <a:lnTo>
                  <a:pt x="14228" y="2591639"/>
                </a:lnTo>
                <a:lnTo>
                  <a:pt x="14228" y="2548956"/>
                </a:lnTo>
                <a:lnTo>
                  <a:pt x="0" y="2548956"/>
                </a:lnTo>
                <a:close/>
                <a:moveTo>
                  <a:pt x="0" y="2634321"/>
                </a:moveTo>
                <a:lnTo>
                  <a:pt x="0" y="2677004"/>
                </a:lnTo>
                <a:lnTo>
                  <a:pt x="14228" y="2677004"/>
                </a:lnTo>
                <a:lnTo>
                  <a:pt x="14228" y="2634321"/>
                </a:lnTo>
                <a:lnTo>
                  <a:pt x="0" y="2634321"/>
                </a:lnTo>
                <a:close/>
                <a:moveTo>
                  <a:pt x="0" y="2719687"/>
                </a:moveTo>
                <a:lnTo>
                  <a:pt x="0" y="2762370"/>
                </a:lnTo>
                <a:lnTo>
                  <a:pt x="14228" y="2762370"/>
                </a:lnTo>
                <a:lnTo>
                  <a:pt x="14228" y="2719687"/>
                </a:lnTo>
                <a:lnTo>
                  <a:pt x="0" y="2719687"/>
                </a:lnTo>
                <a:close/>
                <a:moveTo>
                  <a:pt x="0" y="2847735"/>
                </a:moveTo>
                <a:lnTo>
                  <a:pt x="14228" y="2847735"/>
                </a:lnTo>
                <a:lnTo>
                  <a:pt x="14228" y="2805053"/>
                </a:lnTo>
                <a:lnTo>
                  <a:pt x="0" y="2805053"/>
                </a:lnTo>
                <a:lnTo>
                  <a:pt x="0" y="2847735"/>
                </a:lnTo>
                <a:close/>
                <a:moveTo>
                  <a:pt x="0" y="2933101"/>
                </a:moveTo>
                <a:lnTo>
                  <a:pt x="14228" y="2933101"/>
                </a:lnTo>
                <a:lnTo>
                  <a:pt x="14228" y="2890418"/>
                </a:lnTo>
                <a:lnTo>
                  <a:pt x="0" y="2890418"/>
                </a:lnTo>
                <a:lnTo>
                  <a:pt x="0" y="2933101"/>
                </a:lnTo>
                <a:close/>
                <a:moveTo>
                  <a:pt x="271144" y="14507"/>
                </a:moveTo>
                <a:lnTo>
                  <a:pt x="272908" y="14475"/>
                </a:lnTo>
                <a:lnTo>
                  <a:pt x="274671" y="14447"/>
                </a:lnTo>
                <a:lnTo>
                  <a:pt x="276435" y="14421"/>
                </a:lnTo>
                <a:lnTo>
                  <a:pt x="278198" y="14398"/>
                </a:lnTo>
                <a:lnTo>
                  <a:pt x="279961" y="14378"/>
                </a:lnTo>
                <a:lnTo>
                  <a:pt x="281725" y="14360"/>
                </a:lnTo>
                <a:lnTo>
                  <a:pt x="283488" y="14346"/>
                </a:lnTo>
                <a:lnTo>
                  <a:pt x="285252" y="14334"/>
                </a:lnTo>
                <a:lnTo>
                  <a:pt x="287015" y="14325"/>
                </a:lnTo>
                <a:lnTo>
                  <a:pt x="288779" y="14319"/>
                </a:lnTo>
                <a:lnTo>
                  <a:pt x="290542" y="14316"/>
                </a:lnTo>
                <a:lnTo>
                  <a:pt x="292305" y="14316"/>
                </a:lnTo>
                <a:lnTo>
                  <a:pt x="294069" y="14318"/>
                </a:lnTo>
                <a:lnTo>
                  <a:pt x="295832" y="14323"/>
                </a:lnTo>
                <a:lnTo>
                  <a:pt x="297596" y="14332"/>
                </a:lnTo>
                <a:lnTo>
                  <a:pt x="299359" y="14342"/>
                </a:lnTo>
                <a:lnTo>
                  <a:pt x="301122" y="14356"/>
                </a:lnTo>
                <a:lnTo>
                  <a:pt x="302886" y="14373"/>
                </a:lnTo>
                <a:lnTo>
                  <a:pt x="303031" y="146"/>
                </a:lnTo>
                <a:lnTo>
                  <a:pt x="301245" y="129"/>
                </a:lnTo>
                <a:lnTo>
                  <a:pt x="299459" y="115"/>
                </a:lnTo>
                <a:lnTo>
                  <a:pt x="297672" y="104"/>
                </a:lnTo>
                <a:lnTo>
                  <a:pt x="295886" y="96"/>
                </a:lnTo>
                <a:lnTo>
                  <a:pt x="294100" y="90"/>
                </a:lnTo>
                <a:lnTo>
                  <a:pt x="292314" y="88"/>
                </a:lnTo>
                <a:lnTo>
                  <a:pt x="290528" y="88"/>
                </a:lnTo>
                <a:lnTo>
                  <a:pt x="288741" y="92"/>
                </a:lnTo>
                <a:lnTo>
                  <a:pt x="286955" y="98"/>
                </a:lnTo>
                <a:lnTo>
                  <a:pt x="285169" y="107"/>
                </a:lnTo>
                <a:lnTo>
                  <a:pt x="283383" y="119"/>
                </a:lnTo>
                <a:lnTo>
                  <a:pt x="281597" y="133"/>
                </a:lnTo>
                <a:lnTo>
                  <a:pt x="279810" y="151"/>
                </a:lnTo>
                <a:lnTo>
                  <a:pt x="278024" y="171"/>
                </a:lnTo>
                <a:lnTo>
                  <a:pt x="276238" y="195"/>
                </a:lnTo>
                <a:lnTo>
                  <a:pt x="274452" y="221"/>
                </a:lnTo>
                <a:lnTo>
                  <a:pt x="272666" y="250"/>
                </a:lnTo>
                <a:lnTo>
                  <a:pt x="270879" y="282"/>
                </a:lnTo>
                <a:lnTo>
                  <a:pt x="269093" y="316"/>
                </a:lnTo>
                <a:lnTo>
                  <a:pt x="267307" y="354"/>
                </a:lnTo>
                <a:lnTo>
                  <a:pt x="265521" y="395"/>
                </a:lnTo>
                <a:lnTo>
                  <a:pt x="263734" y="438"/>
                </a:lnTo>
                <a:lnTo>
                  <a:pt x="261948" y="484"/>
                </a:lnTo>
                <a:lnTo>
                  <a:pt x="260162" y="533"/>
                </a:lnTo>
                <a:lnTo>
                  <a:pt x="260564" y="14755"/>
                </a:lnTo>
                <a:lnTo>
                  <a:pt x="262327" y="14707"/>
                </a:lnTo>
                <a:lnTo>
                  <a:pt x="264091" y="14661"/>
                </a:lnTo>
                <a:lnTo>
                  <a:pt x="265854" y="14618"/>
                </a:lnTo>
                <a:lnTo>
                  <a:pt x="267618" y="14578"/>
                </a:lnTo>
                <a:lnTo>
                  <a:pt x="269381" y="14541"/>
                </a:lnTo>
                <a:lnTo>
                  <a:pt x="271144" y="14507"/>
                </a:lnTo>
                <a:close/>
                <a:moveTo>
                  <a:pt x="355788" y="16184"/>
                </a:moveTo>
                <a:lnTo>
                  <a:pt x="357551" y="16288"/>
                </a:lnTo>
                <a:lnTo>
                  <a:pt x="359315" y="16395"/>
                </a:lnTo>
                <a:lnTo>
                  <a:pt x="361078" y="16505"/>
                </a:lnTo>
                <a:lnTo>
                  <a:pt x="362842" y="16618"/>
                </a:lnTo>
                <a:lnTo>
                  <a:pt x="364605" y="16734"/>
                </a:lnTo>
                <a:lnTo>
                  <a:pt x="366369" y="16852"/>
                </a:lnTo>
                <a:lnTo>
                  <a:pt x="368132" y="16973"/>
                </a:lnTo>
                <a:lnTo>
                  <a:pt x="369896" y="17097"/>
                </a:lnTo>
                <a:lnTo>
                  <a:pt x="371659" y="17224"/>
                </a:lnTo>
                <a:lnTo>
                  <a:pt x="373423" y="17353"/>
                </a:lnTo>
                <a:lnTo>
                  <a:pt x="375186" y="17486"/>
                </a:lnTo>
                <a:lnTo>
                  <a:pt x="376949" y="17621"/>
                </a:lnTo>
                <a:lnTo>
                  <a:pt x="378713" y="17759"/>
                </a:lnTo>
                <a:lnTo>
                  <a:pt x="380476" y="17900"/>
                </a:lnTo>
                <a:lnTo>
                  <a:pt x="382240" y="18044"/>
                </a:lnTo>
                <a:lnTo>
                  <a:pt x="384003" y="18191"/>
                </a:lnTo>
                <a:lnTo>
                  <a:pt x="385767" y="18340"/>
                </a:lnTo>
                <a:lnTo>
                  <a:pt x="387530" y="18492"/>
                </a:lnTo>
                <a:lnTo>
                  <a:pt x="388765" y="4318"/>
                </a:lnTo>
                <a:lnTo>
                  <a:pt x="386979" y="4164"/>
                </a:lnTo>
                <a:lnTo>
                  <a:pt x="385193" y="4013"/>
                </a:lnTo>
                <a:lnTo>
                  <a:pt x="383407" y="3864"/>
                </a:lnTo>
                <a:lnTo>
                  <a:pt x="381621" y="3719"/>
                </a:lnTo>
                <a:lnTo>
                  <a:pt x="379835" y="3576"/>
                </a:lnTo>
                <a:lnTo>
                  <a:pt x="378048" y="3436"/>
                </a:lnTo>
                <a:lnTo>
                  <a:pt x="376262" y="3299"/>
                </a:lnTo>
                <a:lnTo>
                  <a:pt x="374476" y="3165"/>
                </a:lnTo>
                <a:lnTo>
                  <a:pt x="372690" y="3034"/>
                </a:lnTo>
                <a:lnTo>
                  <a:pt x="370904" y="2905"/>
                </a:lnTo>
                <a:lnTo>
                  <a:pt x="369118" y="2780"/>
                </a:lnTo>
                <a:lnTo>
                  <a:pt x="367332" y="2657"/>
                </a:lnTo>
                <a:lnTo>
                  <a:pt x="365546" y="2537"/>
                </a:lnTo>
                <a:lnTo>
                  <a:pt x="363760" y="2420"/>
                </a:lnTo>
                <a:lnTo>
                  <a:pt x="361974" y="2306"/>
                </a:lnTo>
                <a:lnTo>
                  <a:pt x="360187" y="2195"/>
                </a:lnTo>
                <a:lnTo>
                  <a:pt x="358401" y="2086"/>
                </a:lnTo>
                <a:lnTo>
                  <a:pt x="356615" y="1981"/>
                </a:lnTo>
                <a:lnTo>
                  <a:pt x="354829" y="1878"/>
                </a:lnTo>
                <a:lnTo>
                  <a:pt x="353043" y="1778"/>
                </a:lnTo>
                <a:lnTo>
                  <a:pt x="351257" y="1681"/>
                </a:lnTo>
                <a:lnTo>
                  <a:pt x="349471" y="1587"/>
                </a:lnTo>
                <a:lnTo>
                  <a:pt x="347685" y="1496"/>
                </a:lnTo>
                <a:lnTo>
                  <a:pt x="345899" y="1408"/>
                </a:lnTo>
                <a:lnTo>
                  <a:pt x="345207" y="15618"/>
                </a:lnTo>
                <a:lnTo>
                  <a:pt x="346971" y="15706"/>
                </a:lnTo>
                <a:lnTo>
                  <a:pt x="348734" y="15796"/>
                </a:lnTo>
                <a:lnTo>
                  <a:pt x="350498" y="15889"/>
                </a:lnTo>
                <a:lnTo>
                  <a:pt x="352261" y="15984"/>
                </a:lnTo>
                <a:lnTo>
                  <a:pt x="354025" y="16083"/>
                </a:lnTo>
                <a:lnTo>
                  <a:pt x="355788" y="16184"/>
                </a:lnTo>
                <a:close/>
                <a:moveTo>
                  <a:pt x="186498" y="19342"/>
                </a:moveTo>
                <a:lnTo>
                  <a:pt x="188261" y="19175"/>
                </a:lnTo>
                <a:lnTo>
                  <a:pt x="190025" y="19011"/>
                </a:lnTo>
                <a:lnTo>
                  <a:pt x="191788" y="18849"/>
                </a:lnTo>
                <a:lnTo>
                  <a:pt x="193552" y="18691"/>
                </a:lnTo>
                <a:lnTo>
                  <a:pt x="195315" y="18535"/>
                </a:lnTo>
                <a:lnTo>
                  <a:pt x="197079" y="18382"/>
                </a:lnTo>
                <a:lnTo>
                  <a:pt x="198842" y="18232"/>
                </a:lnTo>
                <a:lnTo>
                  <a:pt x="200606" y="18084"/>
                </a:lnTo>
                <a:lnTo>
                  <a:pt x="202369" y="17940"/>
                </a:lnTo>
                <a:lnTo>
                  <a:pt x="204133" y="17798"/>
                </a:lnTo>
                <a:lnTo>
                  <a:pt x="205897" y="17659"/>
                </a:lnTo>
                <a:lnTo>
                  <a:pt x="207660" y="17523"/>
                </a:lnTo>
                <a:lnTo>
                  <a:pt x="209424" y="17390"/>
                </a:lnTo>
                <a:lnTo>
                  <a:pt x="211187" y="17259"/>
                </a:lnTo>
                <a:lnTo>
                  <a:pt x="212951" y="17132"/>
                </a:lnTo>
                <a:lnTo>
                  <a:pt x="214715" y="17007"/>
                </a:lnTo>
                <a:lnTo>
                  <a:pt x="216478" y="16885"/>
                </a:lnTo>
                <a:lnTo>
                  <a:pt x="218242" y="16766"/>
                </a:lnTo>
                <a:lnTo>
                  <a:pt x="217295" y="2570"/>
                </a:lnTo>
                <a:lnTo>
                  <a:pt x="215509" y="2690"/>
                </a:lnTo>
                <a:lnTo>
                  <a:pt x="213723" y="2814"/>
                </a:lnTo>
                <a:lnTo>
                  <a:pt x="211937" y="2940"/>
                </a:lnTo>
                <a:lnTo>
                  <a:pt x="210151" y="3069"/>
                </a:lnTo>
                <a:lnTo>
                  <a:pt x="208365" y="3201"/>
                </a:lnTo>
                <a:lnTo>
                  <a:pt x="206579" y="3336"/>
                </a:lnTo>
                <a:lnTo>
                  <a:pt x="204793" y="3474"/>
                </a:lnTo>
                <a:lnTo>
                  <a:pt x="203007" y="3615"/>
                </a:lnTo>
                <a:lnTo>
                  <a:pt x="201221" y="3758"/>
                </a:lnTo>
                <a:lnTo>
                  <a:pt x="199435" y="3905"/>
                </a:lnTo>
                <a:lnTo>
                  <a:pt x="197649" y="4054"/>
                </a:lnTo>
                <a:lnTo>
                  <a:pt x="195863" y="4206"/>
                </a:lnTo>
                <a:lnTo>
                  <a:pt x="194077" y="4361"/>
                </a:lnTo>
                <a:lnTo>
                  <a:pt x="192291" y="4519"/>
                </a:lnTo>
                <a:lnTo>
                  <a:pt x="190504" y="4680"/>
                </a:lnTo>
                <a:lnTo>
                  <a:pt x="188718" y="4843"/>
                </a:lnTo>
                <a:lnTo>
                  <a:pt x="186932" y="5010"/>
                </a:lnTo>
                <a:lnTo>
                  <a:pt x="185146" y="5179"/>
                </a:lnTo>
                <a:lnTo>
                  <a:pt x="183360" y="5351"/>
                </a:lnTo>
                <a:lnTo>
                  <a:pt x="181574" y="5526"/>
                </a:lnTo>
                <a:lnTo>
                  <a:pt x="179788" y="5704"/>
                </a:lnTo>
                <a:lnTo>
                  <a:pt x="178001" y="5885"/>
                </a:lnTo>
                <a:lnTo>
                  <a:pt x="176215" y="6069"/>
                </a:lnTo>
                <a:lnTo>
                  <a:pt x="174429" y="6255"/>
                </a:lnTo>
                <a:lnTo>
                  <a:pt x="175917" y="20405"/>
                </a:lnTo>
                <a:lnTo>
                  <a:pt x="177681" y="20221"/>
                </a:lnTo>
                <a:lnTo>
                  <a:pt x="179444" y="20039"/>
                </a:lnTo>
                <a:lnTo>
                  <a:pt x="181207" y="19861"/>
                </a:lnTo>
                <a:lnTo>
                  <a:pt x="182971" y="19685"/>
                </a:lnTo>
                <a:lnTo>
                  <a:pt x="184734" y="19512"/>
                </a:lnTo>
                <a:lnTo>
                  <a:pt x="186498" y="19342"/>
                </a:lnTo>
                <a:close/>
                <a:moveTo>
                  <a:pt x="440282" y="24354"/>
                </a:moveTo>
                <a:lnTo>
                  <a:pt x="442019" y="24590"/>
                </a:lnTo>
                <a:lnTo>
                  <a:pt x="443757" y="24828"/>
                </a:lnTo>
                <a:lnTo>
                  <a:pt x="445494" y="25070"/>
                </a:lnTo>
                <a:lnTo>
                  <a:pt x="447232" y="25314"/>
                </a:lnTo>
                <a:lnTo>
                  <a:pt x="448969" y="25561"/>
                </a:lnTo>
                <a:lnTo>
                  <a:pt x="450707" y="25811"/>
                </a:lnTo>
                <a:lnTo>
                  <a:pt x="452444" y="26064"/>
                </a:lnTo>
                <a:lnTo>
                  <a:pt x="454182" y="26319"/>
                </a:lnTo>
                <a:lnTo>
                  <a:pt x="455920" y="26577"/>
                </a:lnTo>
                <a:lnTo>
                  <a:pt x="457657" y="26838"/>
                </a:lnTo>
                <a:lnTo>
                  <a:pt x="459395" y="27101"/>
                </a:lnTo>
                <a:lnTo>
                  <a:pt x="461132" y="27368"/>
                </a:lnTo>
                <a:lnTo>
                  <a:pt x="462870" y="27637"/>
                </a:lnTo>
                <a:lnTo>
                  <a:pt x="464608" y="27909"/>
                </a:lnTo>
                <a:lnTo>
                  <a:pt x="466345" y="28183"/>
                </a:lnTo>
                <a:lnTo>
                  <a:pt x="468083" y="28460"/>
                </a:lnTo>
                <a:lnTo>
                  <a:pt x="469820" y="28740"/>
                </a:lnTo>
                <a:lnTo>
                  <a:pt x="471558" y="29023"/>
                </a:lnTo>
                <a:lnTo>
                  <a:pt x="473854" y="14982"/>
                </a:lnTo>
                <a:lnTo>
                  <a:pt x="472095" y="14696"/>
                </a:lnTo>
                <a:lnTo>
                  <a:pt x="470335" y="14412"/>
                </a:lnTo>
                <a:lnTo>
                  <a:pt x="468576" y="14131"/>
                </a:lnTo>
                <a:lnTo>
                  <a:pt x="466817" y="13854"/>
                </a:lnTo>
                <a:lnTo>
                  <a:pt x="465057" y="13578"/>
                </a:lnTo>
                <a:lnTo>
                  <a:pt x="463298" y="13306"/>
                </a:lnTo>
                <a:lnTo>
                  <a:pt x="461539" y="13036"/>
                </a:lnTo>
                <a:lnTo>
                  <a:pt x="459779" y="12770"/>
                </a:lnTo>
                <a:lnTo>
                  <a:pt x="458020" y="12505"/>
                </a:lnTo>
                <a:lnTo>
                  <a:pt x="456261" y="12244"/>
                </a:lnTo>
                <a:lnTo>
                  <a:pt x="454501" y="11986"/>
                </a:lnTo>
                <a:lnTo>
                  <a:pt x="452742" y="11730"/>
                </a:lnTo>
                <a:lnTo>
                  <a:pt x="450983" y="11477"/>
                </a:lnTo>
                <a:lnTo>
                  <a:pt x="449223" y="11227"/>
                </a:lnTo>
                <a:lnTo>
                  <a:pt x="447464" y="10980"/>
                </a:lnTo>
                <a:lnTo>
                  <a:pt x="445705" y="10735"/>
                </a:lnTo>
                <a:lnTo>
                  <a:pt x="443945" y="10493"/>
                </a:lnTo>
                <a:lnTo>
                  <a:pt x="442186" y="10254"/>
                </a:lnTo>
                <a:lnTo>
                  <a:pt x="440426" y="10018"/>
                </a:lnTo>
                <a:lnTo>
                  <a:pt x="438667" y="9784"/>
                </a:lnTo>
                <a:lnTo>
                  <a:pt x="436908" y="9554"/>
                </a:lnTo>
                <a:lnTo>
                  <a:pt x="435148" y="9326"/>
                </a:lnTo>
                <a:lnTo>
                  <a:pt x="433389" y="9100"/>
                </a:lnTo>
                <a:lnTo>
                  <a:pt x="431630" y="8878"/>
                </a:lnTo>
                <a:lnTo>
                  <a:pt x="429856" y="22995"/>
                </a:lnTo>
                <a:lnTo>
                  <a:pt x="431594" y="23214"/>
                </a:lnTo>
                <a:lnTo>
                  <a:pt x="433331" y="23437"/>
                </a:lnTo>
                <a:lnTo>
                  <a:pt x="435069" y="23662"/>
                </a:lnTo>
                <a:lnTo>
                  <a:pt x="436806" y="23890"/>
                </a:lnTo>
                <a:lnTo>
                  <a:pt x="438544" y="24120"/>
                </a:lnTo>
                <a:lnTo>
                  <a:pt x="440282" y="24354"/>
                </a:lnTo>
                <a:close/>
                <a:moveTo>
                  <a:pt x="102619" y="30558"/>
                </a:moveTo>
                <a:lnTo>
                  <a:pt x="104355" y="30261"/>
                </a:lnTo>
                <a:lnTo>
                  <a:pt x="106091" y="29967"/>
                </a:lnTo>
                <a:lnTo>
                  <a:pt x="107826" y="29676"/>
                </a:lnTo>
                <a:lnTo>
                  <a:pt x="109562" y="29387"/>
                </a:lnTo>
                <a:lnTo>
                  <a:pt x="111297" y="29101"/>
                </a:lnTo>
                <a:lnTo>
                  <a:pt x="113033" y="28818"/>
                </a:lnTo>
                <a:lnTo>
                  <a:pt x="114768" y="28538"/>
                </a:lnTo>
                <a:lnTo>
                  <a:pt x="116504" y="28260"/>
                </a:lnTo>
                <a:lnTo>
                  <a:pt x="118239" y="27985"/>
                </a:lnTo>
                <a:lnTo>
                  <a:pt x="119975" y="27713"/>
                </a:lnTo>
                <a:lnTo>
                  <a:pt x="121710" y="27443"/>
                </a:lnTo>
                <a:lnTo>
                  <a:pt x="123446" y="27177"/>
                </a:lnTo>
                <a:lnTo>
                  <a:pt x="125181" y="26913"/>
                </a:lnTo>
                <a:lnTo>
                  <a:pt x="126917" y="26651"/>
                </a:lnTo>
                <a:lnTo>
                  <a:pt x="128652" y="26393"/>
                </a:lnTo>
                <a:lnTo>
                  <a:pt x="130387" y="26137"/>
                </a:lnTo>
                <a:lnTo>
                  <a:pt x="132123" y="25884"/>
                </a:lnTo>
                <a:lnTo>
                  <a:pt x="133858" y="25634"/>
                </a:lnTo>
                <a:lnTo>
                  <a:pt x="131838" y="11550"/>
                </a:lnTo>
                <a:lnTo>
                  <a:pt x="130081" y="11804"/>
                </a:lnTo>
                <a:lnTo>
                  <a:pt x="128324" y="12060"/>
                </a:lnTo>
                <a:lnTo>
                  <a:pt x="126566" y="12319"/>
                </a:lnTo>
                <a:lnTo>
                  <a:pt x="124809" y="12581"/>
                </a:lnTo>
                <a:lnTo>
                  <a:pt x="123052" y="12845"/>
                </a:lnTo>
                <a:lnTo>
                  <a:pt x="121295" y="13112"/>
                </a:lnTo>
                <a:lnTo>
                  <a:pt x="119538" y="13383"/>
                </a:lnTo>
                <a:lnTo>
                  <a:pt x="117780" y="13655"/>
                </a:lnTo>
                <a:lnTo>
                  <a:pt x="116023" y="13931"/>
                </a:lnTo>
                <a:lnTo>
                  <a:pt x="114266" y="14209"/>
                </a:lnTo>
                <a:lnTo>
                  <a:pt x="112509" y="14490"/>
                </a:lnTo>
                <a:lnTo>
                  <a:pt x="110752" y="14774"/>
                </a:lnTo>
                <a:lnTo>
                  <a:pt x="108995" y="15061"/>
                </a:lnTo>
                <a:lnTo>
                  <a:pt x="107238" y="15351"/>
                </a:lnTo>
                <a:lnTo>
                  <a:pt x="105480" y="15643"/>
                </a:lnTo>
                <a:lnTo>
                  <a:pt x="103723" y="15938"/>
                </a:lnTo>
                <a:lnTo>
                  <a:pt x="101966" y="16235"/>
                </a:lnTo>
                <a:lnTo>
                  <a:pt x="100209" y="16536"/>
                </a:lnTo>
                <a:lnTo>
                  <a:pt x="98452" y="16839"/>
                </a:lnTo>
                <a:lnTo>
                  <a:pt x="96695" y="17145"/>
                </a:lnTo>
                <a:lnTo>
                  <a:pt x="94938" y="17454"/>
                </a:lnTo>
                <a:lnTo>
                  <a:pt x="93181" y="17766"/>
                </a:lnTo>
                <a:lnTo>
                  <a:pt x="91424" y="18080"/>
                </a:lnTo>
                <a:lnTo>
                  <a:pt x="89667" y="18397"/>
                </a:lnTo>
                <a:lnTo>
                  <a:pt x="92206" y="32397"/>
                </a:lnTo>
                <a:lnTo>
                  <a:pt x="93941" y="32083"/>
                </a:lnTo>
                <a:lnTo>
                  <a:pt x="95677" y="31773"/>
                </a:lnTo>
                <a:lnTo>
                  <a:pt x="97413" y="31465"/>
                </a:lnTo>
                <a:lnTo>
                  <a:pt x="99148" y="31160"/>
                </a:lnTo>
                <a:lnTo>
                  <a:pt x="100884" y="30858"/>
                </a:lnTo>
                <a:lnTo>
                  <a:pt x="102619" y="30558"/>
                </a:lnTo>
                <a:close/>
                <a:moveTo>
                  <a:pt x="523627" y="38769"/>
                </a:moveTo>
                <a:lnTo>
                  <a:pt x="525362" y="39136"/>
                </a:lnTo>
                <a:lnTo>
                  <a:pt x="527098" y="39506"/>
                </a:lnTo>
                <a:lnTo>
                  <a:pt x="528834" y="39879"/>
                </a:lnTo>
                <a:lnTo>
                  <a:pt x="530570" y="40254"/>
                </a:lnTo>
                <a:lnTo>
                  <a:pt x="532305" y="40633"/>
                </a:lnTo>
                <a:lnTo>
                  <a:pt x="534041" y="41014"/>
                </a:lnTo>
                <a:lnTo>
                  <a:pt x="535777" y="41397"/>
                </a:lnTo>
                <a:lnTo>
                  <a:pt x="537513" y="41784"/>
                </a:lnTo>
                <a:lnTo>
                  <a:pt x="539249" y="42173"/>
                </a:lnTo>
                <a:lnTo>
                  <a:pt x="540985" y="42565"/>
                </a:lnTo>
                <a:lnTo>
                  <a:pt x="542721" y="42960"/>
                </a:lnTo>
                <a:lnTo>
                  <a:pt x="544457" y="43357"/>
                </a:lnTo>
                <a:lnTo>
                  <a:pt x="546193" y="43758"/>
                </a:lnTo>
                <a:lnTo>
                  <a:pt x="547929" y="44161"/>
                </a:lnTo>
                <a:lnTo>
                  <a:pt x="549665" y="44566"/>
                </a:lnTo>
                <a:lnTo>
                  <a:pt x="551401" y="44975"/>
                </a:lnTo>
                <a:lnTo>
                  <a:pt x="553137" y="45386"/>
                </a:lnTo>
                <a:lnTo>
                  <a:pt x="554873" y="45800"/>
                </a:lnTo>
                <a:lnTo>
                  <a:pt x="558183" y="31963"/>
                </a:lnTo>
                <a:lnTo>
                  <a:pt x="556427" y="31544"/>
                </a:lnTo>
                <a:lnTo>
                  <a:pt x="554670" y="31128"/>
                </a:lnTo>
                <a:lnTo>
                  <a:pt x="552914" y="30715"/>
                </a:lnTo>
                <a:lnTo>
                  <a:pt x="551157" y="30304"/>
                </a:lnTo>
                <a:lnTo>
                  <a:pt x="549401" y="29896"/>
                </a:lnTo>
                <a:lnTo>
                  <a:pt x="547644" y="29491"/>
                </a:lnTo>
                <a:lnTo>
                  <a:pt x="545888" y="29089"/>
                </a:lnTo>
                <a:lnTo>
                  <a:pt x="544131" y="28690"/>
                </a:lnTo>
                <a:lnTo>
                  <a:pt x="542374" y="28293"/>
                </a:lnTo>
                <a:lnTo>
                  <a:pt x="540618" y="27899"/>
                </a:lnTo>
                <a:lnTo>
                  <a:pt x="538861" y="27508"/>
                </a:lnTo>
                <a:lnTo>
                  <a:pt x="537104" y="27120"/>
                </a:lnTo>
                <a:lnTo>
                  <a:pt x="535347" y="26734"/>
                </a:lnTo>
                <a:lnTo>
                  <a:pt x="533591" y="26351"/>
                </a:lnTo>
                <a:lnTo>
                  <a:pt x="531834" y="25971"/>
                </a:lnTo>
                <a:lnTo>
                  <a:pt x="530077" y="25594"/>
                </a:lnTo>
                <a:lnTo>
                  <a:pt x="528320" y="25219"/>
                </a:lnTo>
                <a:lnTo>
                  <a:pt x="526563" y="24848"/>
                </a:lnTo>
                <a:lnTo>
                  <a:pt x="524806" y="24478"/>
                </a:lnTo>
                <a:lnTo>
                  <a:pt x="523049" y="24112"/>
                </a:lnTo>
                <a:lnTo>
                  <a:pt x="521292" y="23749"/>
                </a:lnTo>
                <a:lnTo>
                  <a:pt x="519535" y="23388"/>
                </a:lnTo>
                <a:lnTo>
                  <a:pt x="517778" y="23030"/>
                </a:lnTo>
                <a:lnTo>
                  <a:pt x="516021" y="22675"/>
                </a:lnTo>
                <a:lnTo>
                  <a:pt x="513213" y="36622"/>
                </a:lnTo>
                <a:lnTo>
                  <a:pt x="514949" y="36973"/>
                </a:lnTo>
                <a:lnTo>
                  <a:pt x="516684" y="37327"/>
                </a:lnTo>
                <a:lnTo>
                  <a:pt x="518420" y="37683"/>
                </a:lnTo>
                <a:lnTo>
                  <a:pt x="520155" y="38042"/>
                </a:lnTo>
                <a:lnTo>
                  <a:pt x="521891" y="38404"/>
                </a:lnTo>
                <a:lnTo>
                  <a:pt x="523627" y="38769"/>
                </a:lnTo>
                <a:close/>
                <a:moveTo>
                  <a:pt x="19300" y="48029"/>
                </a:moveTo>
                <a:lnTo>
                  <a:pt x="21036" y="47601"/>
                </a:lnTo>
                <a:lnTo>
                  <a:pt x="22772" y="47175"/>
                </a:lnTo>
                <a:lnTo>
                  <a:pt x="24508" y="46752"/>
                </a:lnTo>
                <a:lnTo>
                  <a:pt x="26244" y="46332"/>
                </a:lnTo>
                <a:lnTo>
                  <a:pt x="27980" y="45915"/>
                </a:lnTo>
                <a:lnTo>
                  <a:pt x="29716" y="45500"/>
                </a:lnTo>
                <a:lnTo>
                  <a:pt x="31452" y="45088"/>
                </a:lnTo>
                <a:lnTo>
                  <a:pt x="33188" y="44679"/>
                </a:lnTo>
                <a:lnTo>
                  <a:pt x="34924" y="44272"/>
                </a:lnTo>
                <a:lnTo>
                  <a:pt x="36660" y="43869"/>
                </a:lnTo>
                <a:lnTo>
                  <a:pt x="38396" y="43468"/>
                </a:lnTo>
                <a:lnTo>
                  <a:pt x="40132" y="43069"/>
                </a:lnTo>
                <a:lnTo>
                  <a:pt x="41868" y="42674"/>
                </a:lnTo>
                <a:lnTo>
                  <a:pt x="43604" y="42281"/>
                </a:lnTo>
                <a:lnTo>
                  <a:pt x="45340" y="41891"/>
                </a:lnTo>
                <a:lnTo>
                  <a:pt x="47076" y="41504"/>
                </a:lnTo>
                <a:lnTo>
                  <a:pt x="48812" y="41119"/>
                </a:lnTo>
                <a:lnTo>
                  <a:pt x="50548" y="40737"/>
                </a:lnTo>
                <a:lnTo>
                  <a:pt x="47503" y="26840"/>
                </a:lnTo>
                <a:lnTo>
                  <a:pt x="45746" y="27226"/>
                </a:lnTo>
                <a:lnTo>
                  <a:pt x="43990" y="27615"/>
                </a:lnTo>
                <a:lnTo>
                  <a:pt x="42233" y="28007"/>
                </a:lnTo>
                <a:lnTo>
                  <a:pt x="40477" y="28402"/>
                </a:lnTo>
                <a:lnTo>
                  <a:pt x="38720" y="28799"/>
                </a:lnTo>
                <a:lnTo>
                  <a:pt x="36963" y="29199"/>
                </a:lnTo>
                <a:lnTo>
                  <a:pt x="35207" y="29602"/>
                </a:lnTo>
                <a:lnTo>
                  <a:pt x="33450" y="30008"/>
                </a:lnTo>
                <a:lnTo>
                  <a:pt x="31693" y="30416"/>
                </a:lnTo>
                <a:lnTo>
                  <a:pt x="29937" y="30828"/>
                </a:lnTo>
                <a:lnTo>
                  <a:pt x="28180" y="31242"/>
                </a:lnTo>
                <a:lnTo>
                  <a:pt x="26423" y="31659"/>
                </a:lnTo>
                <a:lnTo>
                  <a:pt x="24667" y="32078"/>
                </a:lnTo>
                <a:lnTo>
                  <a:pt x="22910" y="32501"/>
                </a:lnTo>
                <a:lnTo>
                  <a:pt x="21153" y="32926"/>
                </a:lnTo>
                <a:lnTo>
                  <a:pt x="19397" y="33354"/>
                </a:lnTo>
                <a:lnTo>
                  <a:pt x="17640" y="33784"/>
                </a:lnTo>
                <a:lnTo>
                  <a:pt x="15883" y="34218"/>
                </a:lnTo>
                <a:lnTo>
                  <a:pt x="14127" y="34654"/>
                </a:lnTo>
                <a:lnTo>
                  <a:pt x="12370" y="35093"/>
                </a:lnTo>
                <a:lnTo>
                  <a:pt x="10613" y="35535"/>
                </a:lnTo>
                <a:lnTo>
                  <a:pt x="8857" y="35979"/>
                </a:lnTo>
                <a:lnTo>
                  <a:pt x="7100" y="36427"/>
                </a:lnTo>
                <a:lnTo>
                  <a:pt x="5343" y="36877"/>
                </a:lnTo>
                <a:lnTo>
                  <a:pt x="8885" y="50656"/>
                </a:lnTo>
                <a:lnTo>
                  <a:pt x="10621" y="50212"/>
                </a:lnTo>
                <a:lnTo>
                  <a:pt x="12356" y="49770"/>
                </a:lnTo>
                <a:lnTo>
                  <a:pt x="14092" y="49330"/>
                </a:lnTo>
                <a:lnTo>
                  <a:pt x="15828" y="48894"/>
                </a:lnTo>
                <a:lnTo>
                  <a:pt x="17564" y="48460"/>
                </a:lnTo>
                <a:lnTo>
                  <a:pt x="19300" y="48029"/>
                </a:lnTo>
                <a:close/>
                <a:moveTo>
                  <a:pt x="607336" y="58639"/>
                </a:moveTo>
                <a:lnTo>
                  <a:pt x="609093" y="59038"/>
                </a:lnTo>
                <a:lnTo>
                  <a:pt x="610850" y="59434"/>
                </a:lnTo>
                <a:lnTo>
                  <a:pt x="612606" y="59827"/>
                </a:lnTo>
                <a:lnTo>
                  <a:pt x="614363" y="60218"/>
                </a:lnTo>
                <a:lnTo>
                  <a:pt x="616120" y="60606"/>
                </a:lnTo>
                <a:lnTo>
                  <a:pt x="617876" y="60991"/>
                </a:lnTo>
                <a:lnTo>
                  <a:pt x="619633" y="61373"/>
                </a:lnTo>
                <a:lnTo>
                  <a:pt x="621390" y="61753"/>
                </a:lnTo>
                <a:lnTo>
                  <a:pt x="623146" y="62129"/>
                </a:lnTo>
                <a:lnTo>
                  <a:pt x="624903" y="62503"/>
                </a:lnTo>
                <a:lnTo>
                  <a:pt x="626659" y="62875"/>
                </a:lnTo>
                <a:lnTo>
                  <a:pt x="628416" y="63243"/>
                </a:lnTo>
                <a:lnTo>
                  <a:pt x="630172" y="63609"/>
                </a:lnTo>
                <a:lnTo>
                  <a:pt x="631929" y="63972"/>
                </a:lnTo>
                <a:lnTo>
                  <a:pt x="633685" y="64332"/>
                </a:lnTo>
                <a:lnTo>
                  <a:pt x="635442" y="64689"/>
                </a:lnTo>
                <a:lnTo>
                  <a:pt x="637198" y="65043"/>
                </a:lnTo>
                <a:lnTo>
                  <a:pt x="638955" y="65395"/>
                </a:lnTo>
                <a:lnTo>
                  <a:pt x="641739" y="51442"/>
                </a:lnTo>
                <a:lnTo>
                  <a:pt x="640003" y="51095"/>
                </a:lnTo>
                <a:lnTo>
                  <a:pt x="638267" y="50744"/>
                </a:lnTo>
                <a:lnTo>
                  <a:pt x="636531" y="50391"/>
                </a:lnTo>
                <a:lnTo>
                  <a:pt x="634795" y="50035"/>
                </a:lnTo>
                <a:lnTo>
                  <a:pt x="633059" y="49677"/>
                </a:lnTo>
                <a:lnTo>
                  <a:pt x="631323" y="49315"/>
                </a:lnTo>
                <a:lnTo>
                  <a:pt x="629587" y="48951"/>
                </a:lnTo>
                <a:lnTo>
                  <a:pt x="627851" y="48585"/>
                </a:lnTo>
                <a:lnTo>
                  <a:pt x="626115" y="48215"/>
                </a:lnTo>
                <a:lnTo>
                  <a:pt x="624380" y="47843"/>
                </a:lnTo>
                <a:lnTo>
                  <a:pt x="622644" y="47468"/>
                </a:lnTo>
                <a:lnTo>
                  <a:pt x="620908" y="47090"/>
                </a:lnTo>
                <a:lnTo>
                  <a:pt x="619173" y="46709"/>
                </a:lnTo>
                <a:lnTo>
                  <a:pt x="617437" y="46326"/>
                </a:lnTo>
                <a:lnTo>
                  <a:pt x="615701" y="45940"/>
                </a:lnTo>
                <a:lnTo>
                  <a:pt x="613966" y="45552"/>
                </a:lnTo>
                <a:lnTo>
                  <a:pt x="612230" y="45160"/>
                </a:lnTo>
                <a:lnTo>
                  <a:pt x="610494" y="44766"/>
                </a:lnTo>
                <a:lnTo>
                  <a:pt x="608759" y="44369"/>
                </a:lnTo>
                <a:lnTo>
                  <a:pt x="607023" y="43969"/>
                </a:lnTo>
                <a:lnTo>
                  <a:pt x="605288" y="43567"/>
                </a:lnTo>
                <a:lnTo>
                  <a:pt x="603552" y="43162"/>
                </a:lnTo>
                <a:lnTo>
                  <a:pt x="601817" y="42754"/>
                </a:lnTo>
                <a:lnTo>
                  <a:pt x="600081" y="42343"/>
                </a:lnTo>
                <a:lnTo>
                  <a:pt x="596795" y="56186"/>
                </a:lnTo>
                <a:lnTo>
                  <a:pt x="598552" y="56602"/>
                </a:lnTo>
                <a:lnTo>
                  <a:pt x="600309" y="57015"/>
                </a:lnTo>
                <a:lnTo>
                  <a:pt x="602066" y="57425"/>
                </a:lnTo>
                <a:lnTo>
                  <a:pt x="603823" y="57832"/>
                </a:lnTo>
                <a:lnTo>
                  <a:pt x="605579" y="58237"/>
                </a:lnTo>
                <a:lnTo>
                  <a:pt x="607336" y="58639"/>
                </a:lnTo>
                <a:close/>
                <a:moveTo>
                  <a:pt x="691688" y="74663"/>
                </a:moveTo>
                <a:lnTo>
                  <a:pt x="693449" y="74929"/>
                </a:lnTo>
                <a:lnTo>
                  <a:pt x="695210" y="75193"/>
                </a:lnTo>
                <a:lnTo>
                  <a:pt x="696971" y="75454"/>
                </a:lnTo>
                <a:lnTo>
                  <a:pt x="698732" y="75712"/>
                </a:lnTo>
                <a:lnTo>
                  <a:pt x="700493" y="75967"/>
                </a:lnTo>
                <a:lnTo>
                  <a:pt x="702254" y="76219"/>
                </a:lnTo>
                <a:lnTo>
                  <a:pt x="704015" y="76469"/>
                </a:lnTo>
                <a:lnTo>
                  <a:pt x="705776" y="76716"/>
                </a:lnTo>
                <a:lnTo>
                  <a:pt x="707537" y="76960"/>
                </a:lnTo>
                <a:lnTo>
                  <a:pt x="709298" y="77201"/>
                </a:lnTo>
                <a:lnTo>
                  <a:pt x="711059" y="77440"/>
                </a:lnTo>
                <a:lnTo>
                  <a:pt x="712820" y="77675"/>
                </a:lnTo>
                <a:lnTo>
                  <a:pt x="714581" y="77908"/>
                </a:lnTo>
                <a:lnTo>
                  <a:pt x="716342" y="78138"/>
                </a:lnTo>
                <a:lnTo>
                  <a:pt x="718102" y="78366"/>
                </a:lnTo>
                <a:lnTo>
                  <a:pt x="719863" y="78590"/>
                </a:lnTo>
                <a:lnTo>
                  <a:pt x="721624" y="78812"/>
                </a:lnTo>
                <a:lnTo>
                  <a:pt x="723385" y="79031"/>
                </a:lnTo>
                <a:lnTo>
                  <a:pt x="725128" y="64910"/>
                </a:lnTo>
                <a:lnTo>
                  <a:pt x="723389" y="64694"/>
                </a:lnTo>
                <a:lnTo>
                  <a:pt x="721650" y="64475"/>
                </a:lnTo>
                <a:lnTo>
                  <a:pt x="719911" y="64253"/>
                </a:lnTo>
                <a:lnTo>
                  <a:pt x="718172" y="64029"/>
                </a:lnTo>
                <a:lnTo>
                  <a:pt x="716432" y="63802"/>
                </a:lnTo>
                <a:lnTo>
                  <a:pt x="714693" y="63572"/>
                </a:lnTo>
                <a:lnTo>
                  <a:pt x="712954" y="63339"/>
                </a:lnTo>
                <a:lnTo>
                  <a:pt x="711215" y="63103"/>
                </a:lnTo>
                <a:lnTo>
                  <a:pt x="709476" y="62865"/>
                </a:lnTo>
                <a:lnTo>
                  <a:pt x="707737" y="62624"/>
                </a:lnTo>
                <a:lnTo>
                  <a:pt x="705997" y="62380"/>
                </a:lnTo>
                <a:lnTo>
                  <a:pt x="704258" y="62134"/>
                </a:lnTo>
                <a:lnTo>
                  <a:pt x="702519" y="61884"/>
                </a:lnTo>
                <a:lnTo>
                  <a:pt x="700780" y="61632"/>
                </a:lnTo>
                <a:lnTo>
                  <a:pt x="699041" y="61378"/>
                </a:lnTo>
                <a:lnTo>
                  <a:pt x="697302" y="61120"/>
                </a:lnTo>
                <a:lnTo>
                  <a:pt x="695563" y="60860"/>
                </a:lnTo>
                <a:lnTo>
                  <a:pt x="693823" y="60597"/>
                </a:lnTo>
                <a:lnTo>
                  <a:pt x="692084" y="60331"/>
                </a:lnTo>
                <a:lnTo>
                  <a:pt x="690345" y="60063"/>
                </a:lnTo>
                <a:lnTo>
                  <a:pt x="688606" y="59791"/>
                </a:lnTo>
                <a:lnTo>
                  <a:pt x="686867" y="59517"/>
                </a:lnTo>
                <a:lnTo>
                  <a:pt x="685128" y="59240"/>
                </a:lnTo>
                <a:lnTo>
                  <a:pt x="683389" y="58961"/>
                </a:lnTo>
                <a:lnTo>
                  <a:pt x="681121" y="73006"/>
                </a:lnTo>
                <a:lnTo>
                  <a:pt x="682882" y="73289"/>
                </a:lnTo>
                <a:lnTo>
                  <a:pt x="684643" y="73570"/>
                </a:lnTo>
                <a:lnTo>
                  <a:pt x="686404" y="73847"/>
                </a:lnTo>
                <a:lnTo>
                  <a:pt x="688165" y="74122"/>
                </a:lnTo>
                <a:lnTo>
                  <a:pt x="689927" y="74394"/>
                </a:lnTo>
                <a:lnTo>
                  <a:pt x="691688" y="74663"/>
                </a:lnTo>
                <a:close/>
                <a:moveTo>
                  <a:pt x="776964" y="84359"/>
                </a:moveTo>
                <a:lnTo>
                  <a:pt x="778750" y="84492"/>
                </a:lnTo>
                <a:lnTo>
                  <a:pt x="780536" y="84622"/>
                </a:lnTo>
                <a:lnTo>
                  <a:pt x="782322" y="84750"/>
                </a:lnTo>
                <a:lnTo>
                  <a:pt x="784108" y="84874"/>
                </a:lnTo>
                <a:lnTo>
                  <a:pt x="785894" y="84996"/>
                </a:lnTo>
                <a:lnTo>
                  <a:pt x="787680" y="85115"/>
                </a:lnTo>
                <a:lnTo>
                  <a:pt x="789466" y="85231"/>
                </a:lnTo>
                <a:lnTo>
                  <a:pt x="791252" y="85344"/>
                </a:lnTo>
                <a:lnTo>
                  <a:pt x="793038" y="85454"/>
                </a:lnTo>
                <a:lnTo>
                  <a:pt x="794825" y="85561"/>
                </a:lnTo>
                <a:lnTo>
                  <a:pt x="796611" y="85666"/>
                </a:lnTo>
                <a:lnTo>
                  <a:pt x="798397" y="85767"/>
                </a:lnTo>
                <a:lnTo>
                  <a:pt x="800183" y="85866"/>
                </a:lnTo>
                <a:lnTo>
                  <a:pt x="801970" y="85962"/>
                </a:lnTo>
                <a:lnTo>
                  <a:pt x="803756" y="86055"/>
                </a:lnTo>
                <a:lnTo>
                  <a:pt x="805542" y="86145"/>
                </a:lnTo>
                <a:lnTo>
                  <a:pt x="807329" y="86232"/>
                </a:lnTo>
                <a:lnTo>
                  <a:pt x="809115" y="86317"/>
                </a:lnTo>
                <a:lnTo>
                  <a:pt x="809775" y="72105"/>
                </a:lnTo>
                <a:lnTo>
                  <a:pt x="808012" y="72021"/>
                </a:lnTo>
                <a:lnTo>
                  <a:pt x="806249" y="71935"/>
                </a:lnTo>
                <a:lnTo>
                  <a:pt x="804486" y="71846"/>
                </a:lnTo>
                <a:lnTo>
                  <a:pt x="802723" y="71754"/>
                </a:lnTo>
                <a:lnTo>
                  <a:pt x="800959" y="71660"/>
                </a:lnTo>
                <a:lnTo>
                  <a:pt x="799196" y="71562"/>
                </a:lnTo>
                <a:lnTo>
                  <a:pt x="797433" y="71462"/>
                </a:lnTo>
                <a:lnTo>
                  <a:pt x="795670" y="71359"/>
                </a:lnTo>
                <a:lnTo>
                  <a:pt x="793906" y="71253"/>
                </a:lnTo>
                <a:lnTo>
                  <a:pt x="792143" y="71144"/>
                </a:lnTo>
                <a:lnTo>
                  <a:pt x="790380" y="71032"/>
                </a:lnTo>
                <a:lnTo>
                  <a:pt x="788616" y="70918"/>
                </a:lnTo>
                <a:lnTo>
                  <a:pt x="786853" y="70801"/>
                </a:lnTo>
                <a:lnTo>
                  <a:pt x="785089" y="70680"/>
                </a:lnTo>
                <a:lnTo>
                  <a:pt x="783326" y="70557"/>
                </a:lnTo>
                <a:lnTo>
                  <a:pt x="781563" y="70432"/>
                </a:lnTo>
                <a:lnTo>
                  <a:pt x="779799" y="70303"/>
                </a:lnTo>
                <a:lnTo>
                  <a:pt x="778036" y="70171"/>
                </a:lnTo>
                <a:lnTo>
                  <a:pt x="776272" y="70037"/>
                </a:lnTo>
                <a:lnTo>
                  <a:pt x="774508" y="69900"/>
                </a:lnTo>
                <a:lnTo>
                  <a:pt x="772745" y="69760"/>
                </a:lnTo>
                <a:lnTo>
                  <a:pt x="770981" y="69617"/>
                </a:lnTo>
                <a:lnTo>
                  <a:pt x="769218" y="69472"/>
                </a:lnTo>
                <a:lnTo>
                  <a:pt x="767454" y="69323"/>
                </a:lnTo>
                <a:lnTo>
                  <a:pt x="766249" y="83500"/>
                </a:lnTo>
                <a:lnTo>
                  <a:pt x="768034" y="83650"/>
                </a:lnTo>
                <a:lnTo>
                  <a:pt x="769820" y="83798"/>
                </a:lnTo>
                <a:lnTo>
                  <a:pt x="771606" y="83942"/>
                </a:lnTo>
                <a:lnTo>
                  <a:pt x="773392" y="84084"/>
                </a:lnTo>
                <a:lnTo>
                  <a:pt x="775178" y="84223"/>
                </a:lnTo>
                <a:lnTo>
                  <a:pt x="776964" y="84359"/>
                </a:lnTo>
                <a:close/>
                <a:moveTo>
                  <a:pt x="0" y="2975784"/>
                </a:moveTo>
                <a:lnTo>
                  <a:pt x="0" y="3018467"/>
                </a:lnTo>
                <a:lnTo>
                  <a:pt x="14228" y="3018467"/>
                </a:lnTo>
                <a:lnTo>
                  <a:pt x="14228" y="2975784"/>
                </a:lnTo>
                <a:lnTo>
                  <a:pt x="0" y="2975784"/>
                </a:lnTo>
                <a:close/>
                <a:moveTo>
                  <a:pt x="0" y="3061150"/>
                </a:moveTo>
                <a:lnTo>
                  <a:pt x="0" y="3103832"/>
                </a:lnTo>
                <a:lnTo>
                  <a:pt x="14228" y="3103832"/>
                </a:lnTo>
                <a:lnTo>
                  <a:pt x="14228" y="3061150"/>
                </a:lnTo>
                <a:lnTo>
                  <a:pt x="0" y="3061150"/>
                </a:lnTo>
                <a:close/>
                <a:moveTo>
                  <a:pt x="0" y="3146515"/>
                </a:moveTo>
                <a:lnTo>
                  <a:pt x="0" y="3189198"/>
                </a:lnTo>
                <a:lnTo>
                  <a:pt x="14228" y="3189198"/>
                </a:lnTo>
                <a:lnTo>
                  <a:pt x="14228" y="3146515"/>
                </a:lnTo>
                <a:lnTo>
                  <a:pt x="0" y="3146515"/>
                </a:lnTo>
                <a:close/>
                <a:moveTo>
                  <a:pt x="0" y="3231881"/>
                </a:moveTo>
                <a:lnTo>
                  <a:pt x="0" y="3274564"/>
                </a:lnTo>
                <a:lnTo>
                  <a:pt x="14228" y="3274564"/>
                </a:lnTo>
                <a:lnTo>
                  <a:pt x="14228" y="3231881"/>
                </a:lnTo>
                <a:lnTo>
                  <a:pt x="0" y="3231881"/>
                </a:lnTo>
                <a:close/>
                <a:moveTo>
                  <a:pt x="0" y="3317246"/>
                </a:moveTo>
                <a:lnTo>
                  <a:pt x="0" y="3359929"/>
                </a:lnTo>
                <a:lnTo>
                  <a:pt x="14228" y="3359929"/>
                </a:lnTo>
                <a:lnTo>
                  <a:pt x="14228" y="3317246"/>
                </a:lnTo>
                <a:lnTo>
                  <a:pt x="0" y="3317246"/>
                </a:lnTo>
                <a:close/>
                <a:moveTo>
                  <a:pt x="0" y="3445295"/>
                </a:moveTo>
                <a:lnTo>
                  <a:pt x="14228" y="3445295"/>
                </a:lnTo>
                <a:lnTo>
                  <a:pt x="14228" y="3402612"/>
                </a:lnTo>
                <a:lnTo>
                  <a:pt x="0" y="3402612"/>
                </a:lnTo>
                <a:lnTo>
                  <a:pt x="0" y="3445295"/>
                </a:lnTo>
                <a:close/>
                <a:moveTo>
                  <a:pt x="0" y="3530660"/>
                </a:moveTo>
                <a:lnTo>
                  <a:pt x="14228" y="3530660"/>
                </a:lnTo>
                <a:lnTo>
                  <a:pt x="14228" y="3487978"/>
                </a:lnTo>
                <a:lnTo>
                  <a:pt x="0" y="3487978"/>
                </a:lnTo>
                <a:lnTo>
                  <a:pt x="0" y="3530660"/>
                </a:lnTo>
                <a:close/>
                <a:moveTo>
                  <a:pt x="0" y="3573343"/>
                </a:moveTo>
                <a:lnTo>
                  <a:pt x="0" y="3616026"/>
                </a:lnTo>
                <a:lnTo>
                  <a:pt x="14228" y="3616026"/>
                </a:lnTo>
                <a:lnTo>
                  <a:pt x="14228" y="3573343"/>
                </a:lnTo>
                <a:lnTo>
                  <a:pt x="0" y="3573343"/>
                </a:lnTo>
                <a:close/>
                <a:moveTo>
                  <a:pt x="0" y="3658709"/>
                </a:moveTo>
                <a:lnTo>
                  <a:pt x="0" y="3701392"/>
                </a:lnTo>
                <a:lnTo>
                  <a:pt x="14228" y="3701392"/>
                </a:lnTo>
                <a:lnTo>
                  <a:pt x="14228" y="3658709"/>
                </a:lnTo>
                <a:lnTo>
                  <a:pt x="0" y="3658709"/>
                </a:lnTo>
                <a:close/>
                <a:moveTo>
                  <a:pt x="0" y="3744075"/>
                </a:moveTo>
                <a:lnTo>
                  <a:pt x="0" y="3786757"/>
                </a:lnTo>
                <a:lnTo>
                  <a:pt x="14228" y="3786757"/>
                </a:lnTo>
                <a:lnTo>
                  <a:pt x="14228" y="3744075"/>
                </a:lnTo>
                <a:lnTo>
                  <a:pt x="0" y="3744075"/>
                </a:lnTo>
                <a:close/>
                <a:moveTo>
                  <a:pt x="0" y="3829440"/>
                </a:moveTo>
                <a:lnTo>
                  <a:pt x="0" y="3872123"/>
                </a:lnTo>
                <a:lnTo>
                  <a:pt x="14228" y="3872123"/>
                </a:lnTo>
                <a:lnTo>
                  <a:pt x="14228" y="3829440"/>
                </a:lnTo>
                <a:lnTo>
                  <a:pt x="0" y="3829440"/>
                </a:lnTo>
                <a:close/>
                <a:moveTo>
                  <a:pt x="0" y="3914806"/>
                </a:moveTo>
                <a:lnTo>
                  <a:pt x="0" y="3957489"/>
                </a:lnTo>
                <a:lnTo>
                  <a:pt x="14228" y="3957489"/>
                </a:lnTo>
                <a:lnTo>
                  <a:pt x="14228" y="3914806"/>
                </a:lnTo>
                <a:lnTo>
                  <a:pt x="0" y="3914806"/>
                </a:lnTo>
                <a:close/>
                <a:moveTo>
                  <a:pt x="260437" y="3988665"/>
                </a:moveTo>
                <a:lnTo>
                  <a:pt x="258650" y="3988717"/>
                </a:lnTo>
                <a:lnTo>
                  <a:pt x="256864" y="3988771"/>
                </a:lnTo>
                <a:lnTo>
                  <a:pt x="255078" y="3988828"/>
                </a:lnTo>
                <a:lnTo>
                  <a:pt x="253291" y="3988889"/>
                </a:lnTo>
                <a:lnTo>
                  <a:pt x="251505" y="3988951"/>
                </a:lnTo>
                <a:lnTo>
                  <a:pt x="249719" y="3989017"/>
                </a:lnTo>
                <a:lnTo>
                  <a:pt x="247933" y="3989086"/>
                </a:lnTo>
                <a:lnTo>
                  <a:pt x="246147" y="3989157"/>
                </a:lnTo>
                <a:lnTo>
                  <a:pt x="244361" y="3989232"/>
                </a:lnTo>
                <a:lnTo>
                  <a:pt x="242575" y="3989309"/>
                </a:lnTo>
                <a:lnTo>
                  <a:pt x="240789" y="3989389"/>
                </a:lnTo>
                <a:lnTo>
                  <a:pt x="239003" y="3989472"/>
                </a:lnTo>
                <a:lnTo>
                  <a:pt x="237217" y="3989558"/>
                </a:lnTo>
                <a:lnTo>
                  <a:pt x="235431" y="3989647"/>
                </a:lnTo>
                <a:lnTo>
                  <a:pt x="233646" y="3989738"/>
                </a:lnTo>
                <a:lnTo>
                  <a:pt x="231860" y="3989833"/>
                </a:lnTo>
                <a:lnTo>
                  <a:pt x="230074" y="3989930"/>
                </a:lnTo>
                <a:lnTo>
                  <a:pt x="228289" y="3990030"/>
                </a:lnTo>
                <a:lnTo>
                  <a:pt x="229096" y="4004235"/>
                </a:lnTo>
                <a:lnTo>
                  <a:pt x="230860" y="4004136"/>
                </a:lnTo>
                <a:lnTo>
                  <a:pt x="232624" y="4004040"/>
                </a:lnTo>
                <a:lnTo>
                  <a:pt x="234388" y="4003947"/>
                </a:lnTo>
                <a:lnTo>
                  <a:pt x="236152" y="4003856"/>
                </a:lnTo>
                <a:lnTo>
                  <a:pt x="237916" y="4003769"/>
                </a:lnTo>
                <a:lnTo>
                  <a:pt x="239680" y="4003684"/>
                </a:lnTo>
                <a:lnTo>
                  <a:pt x="241444" y="4003602"/>
                </a:lnTo>
                <a:lnTo>
                  <a:pt x="243207" y="4003523"/>
                </a:lnTo>
                <a:lnTo>
                  <a:pt x="244971" y="4003446"/>
                </a:lnTo>
                <a:lnTo>
                  <a:pt x="246734" y="4003373"/>
                </a:lnTo>
                <a:lnTo>
                  <a:pt x="248498" y="4003302"/>
                </a:lnTo>
                <a:lnTo>
                  <a:pt x="250261" y="4003235"/>
                </a:lnTo>
                <a:lnTo>
                  <a:pt x="252025" y="4003170"/>
                </a:lnTo>
                <a:lnTo>
                  <a:pt x="253788" y="4003107"/>
                </a:lnTo>
                <a:lnTo>
                  <a:pt x="255551" y="4003048"/>
                </a:lnTo>
                <a:lnTo>
                  <a:pt x="257315" y="4002992"/>
                </a:lnTo>
                <a:lnTo>
                  <a:pt x="259078" y="4002938"/>
                </a:lnTo>
                <a:lnTo>
                  <a:pt x="260841" y="4002887"/>
                </a:lnTo>
                <a:lnTo>
                  <a:pt x="262604" y="4002839"/>
                </a:lnTo>
                <a:lnTo>
                  <a:pt x="264367" y="4002794"/>
                </a:lnTo>
                <a:lnTo>
                  <a:pt x="266130" y="4002752"/>
                </a:lnTo>
                <a:lnTo>
                  <a:pt x="267893" y="4002712"/>
                </a:lnTo>
                <a:lnTo>
                  <a:pt x="269656" y="4002675"/>
                </a:lnTo>
                <a:lnTo>
                  <a:pt x="271419" y="4002641"/>
                </a:lnTo>
                <a:lnTo>
                  <a:pt x="271157" y="3988417"/>
                </a:lnTo>
                <a:lnTo>
                  <a:pt x="269370" y="3988451"/>
                </a:lnTo>
                <a:lnTo>
                  <a:pt x="267583" y="3988488"/>
                </a:lnTo>
                <a:lnTo>
                  <a:pt x="265797" y="3988528"/>
                </a:lnTo>
                <a:lnTo>
                  <a:pt x="264010" y="3988571"/>
                </a:lnTo>
                <a:lnTo>
                  <a:pt x="262223" y="3988617"/>
                </a:lnTo>
                <a:lnTo>
                  <a:pt x="260437" y="3988665"/>
                </a:lnTo>
                <a:close/>
                <a:moveTo>
                  <a:pt x="346175" y="3989561"/>
                </a:moveTo>
                <a:lnTo>
                  <a:pt x="344389" y="3989475"/>
                </a:lnTo>
                <a:lnTo>
                  <a:pt x="342603" y="3989392"/>
                </a:lnTo>
                <a:lnTo>
                  <a:pt x="340816" y="3989312"/>
                </a:lnTo>
                <a:lnTo>
                  <a:pt x="339030" y="3989234"/>
                </a:lnTo>
                <a:lnTo>
                  <a:pt x="337244" y="3989160"/>
                </a:lnTo>
                <a:lnTo>
                  <a:pt x="335458" y="3989088"/>
                </a:lnTo>
                <a:lnTo>
                  <a:pt x="333672" y="3989019"/>
                </a:lnTo>
                <a:lnTo>
                  <a:pt x="331886" y="3988953"/>
                </a:lnTo>
                <a:lnTo>
                  <a:pt x="330099" y="3988890"/>
                </a:lnTo>
                <a:lnTo>
                  <a:pt x="328313" y="3988830"/>
                </a:lnTo>
                <a:lnTo>
                  <a:pt x="326527" y="3988773"/>
                </a:lnTo>
                <a:lnTo>
                  <a:pt x="324741" y="3988719"/>
                </a:lnTo>
                <a:lnTo>
                  <a:pt x="322955" y="3988667"/>
                </a:lnTo>
                <a:lnTo>
                  <a:pt x="321169" y="3988618"/>
                </a:lnTo>
                <a:lnTo>
                  <a:pt x="319383" y="3988572"/>
                </a:lnTo>
                <a:lnTo>
                  <a:pt x="317597" y="3988529"/>
                </a:lnTo>
                <a:lnTo>
                  <a:pt x="315811" y="3988489"/>
                </a:lnTo>
                <a:lnTo>
                  <a:pt x="314026" y="3988452"/>
                </a:lnTo>
                <a:lnTo>
                  <a:pt x="313740" y="4002677"/>
                </a:lnTo>
                <a:lnTo>
                  <a:pt x="315504" y="4002714"/>
                </a:lnTo>
                <a:lnTo>
                  <a:pt x="317267" y="4002753"/>
                </a:lnTo>
                <a:lnTo>
                  <a:pt x="319031" y="4002796"/>
                </a:lnTo>
                <a:lnTo>
                  <a:pt x="320795" y="4002841"/>
                </a:lnTo>
                <a:lnTo>
                  <a:pt x="322558" y="4002889"/>
                </a:lnTo>
                <a:lnTo>
                  <a:pt x="324322" y="4002940"/>
                </a:lnTo>
                <a:lnTo>
                  <a:pt x="326085" y="4002994"/>
                </a:lnTo>
                <a:lnTo>
                  <a:pt x="327849" y="4003051"/>
                </a:lnTo>
                <a:lnTo>
                  <a:pt x="329612" y="4003110"/>
                </a:lnTo>
                <a:lnTo>
                  <a:pt x="331376" y="4003172"/>
                </a:lnTo>
                <a:lnTo>
                  <a:pt x="333139" y="4003237"/>
                </a:lnTo>
                <a:lnTo>
                  <a:pt x="334903" y="4003305"/>
                </a:lnTo>
                <a:lnTo>
                  <a:pt x="336666" y="4003376"/>
                </a:lnTo>
                <a:lnTo>
                  <a:pt x="338430" y="4003449"/>
                </a:lnTo>
                <a:lnTo>
                  <a:pt x="340193" y="4003526"/>
                </a:lnTo>
                <a:lnTo>
                  <a:pt x="341956" y="4003605"/>
                </a:lnTo>
                <a:lnTo>
                  <a:pt x="343720" y="4003687"/>
                </a:lnTo>
                <a:lnTo>
                  <a:pt x="345483" y="4003772"/>
                </a:lnTo>
                <a:lnTo>
                  <a:pt x="347246" y="4003859"/>
                </a:lnTo>
                <a:lnTo>
                  <a:pt x="349010" y="4003950"/>
                </a:lnTo>
                <a:lnTo>
                  <a:pt x="350773" y="4004043"/>
                </a:lnTo>
                <a:lnTo>
                  <a:pt x="352536" y="4004139"/>
                </a:lnTo>
                <a:lnTo>
                  <a:pt x="354299" y="4004238"/>
                </a:lnTo>
                <a:lnTo>
                  <a:pt x="356062" y="4004340"/>
                </a:lnTo>
                <a:lnTo>
                  <a:pt x="356893" y="3990137"/>
                </a:lnTo>
                <a:lnTo>
                  <a:pt x="355107" y="3990034"/>
                </a:lnTo>
                <a:lnTo>
                  <a:pt x="353321" y="3989933"/>
                </a:lnTo>
                <a:lnTo>
                  <a:pt x="351534" y="3989836"/>
                </a:lnTo>
                <a:lnTo>
                  <a:pt x="349748" y="3989741"/>
                </a:lnTo>
                <a:lnTo>
                  <a:pt x="347961" y="3989650"/>
                </a:lnTo>
                <a:lnTo>
                  <a:pt x="346175" y="3989561"/>
                </a:lnTo>
                <a:close/>
                <a:moveTo>
                  <a:pt x="174732" y="3994363"/>
                </a:moveTo>
                <a:lnTo>
                  <a:pt x="172951" y="3994551"/>
                </a:lnTo>
                <a:lnTo>
                  <a:pt x="171169" y="3994743"/>
                </a:lnTo>
                <a:lnTo>
                  <a:pt x="169387" y="3994937"/>
                </a:lnTo>
                <a:lnTo>
                  <a:pt x="167605" y="3995134"/>
                </a:lnTo>
                <a:lnTo>
                  <a:pt x="165823" y="3995334"/>
                </a:lnTo>
                <a:lnTo>
                  <a:pt x="164041" y="3995536"/>
                </a:lnTo>
                <a:lnTo>
                  <a:pt x="162259" y="3995742"/>
                </a:lnTo>
                <a:lnTo>
                  <a:pt x="160477" y="3995950"/>
                </a:lnTo>
                <a:lnTo>
                  <a:pt x="158695" y="3996162"/>
                </a:lnTo>
                <a:lnTo>
                  <a:pt x="156912" y="3996376"/>
                </a:lnTo>
                <a:lnTo>
                  <a:pt x="155130" y="3996593"/>
                </a:lnTo>
                <a:lnTo>
                  <a:pt x="153348" y="3996812"/>
                </a:lnTo>
                <a:lnTo>
                  <a:pt x="151566" y="3997035"/>
                </a:lnTo>
                <a:lnTo>
                  <a:pt x="149784" y="3997261"/>
                </a:lnTo>
                <a:lnTo>
                  <a:pt x="148001" y="3997489"/>
                </a:lnTo>
                <a:lnTo>
                  <a:pt x="146219" y="3997720"/>
                </a:lnTo>
                <a:lnTo>
                  <a:pt x="144437" y="3997954"/>
                </a:lnTo>
                <a:lnTo>
                  <a:pt x="142654" y="3998191"/>
                </a:lnTo>
                <a:lnTo>
                  <a:pt x="144541" y="4012293"/>
                </a:lnTo>
                <a:lnTo>
                  <a:pt x="146300" y="4012059"/>
                </a:lnTo>
                <a:lnTo>
                  <a:pt x="148060" y="4011828"/>
                </a:lnTo>
                <a:lnTo>
                  <a:pt x="149819" y="4011600"/>
                </a:lnTo>
                <a:lnTo>
                  <a:pt x="151579" y="4011374"/>
                </a:lnTo>
                <a:lnTo>
                  <a:pt x="153338" y="4011151"/>
                </a:lnTo>
                <a:lnTo>
                  <a:pt x="155098" y="4010932"/>
                </a:lnTo>
                <a:lnTo>
                  <a:pt x="156857" y="4010715"/>
                </a:lnTo>
                <a:lnTo>
                  <a:pt x="158617" y="4010500"/>
                </a:lnTo>
                <a:lnTo>
                  <a:pt x="160376" y="4010289"/>
                </a:lnTo>
                <a:lnTo>
                  <a:pt x="162136" y="4010080"/>
                </a:lnTo>
                <a:lnTo>
                  <a:pt x="163896" y="4009875"/>
                </a:lnTo>
                <a:lnTo>
                  <a:pt x="165655" y="4009672"/>
                </a:lnTo>
                <a:lnTo>
                  <a:pt x="167415" y="4009472"/>
                </a:lnTo>
                <a:lnTo>
                  <a:pt x="169175" y="4009274"/>
                </a:lnTo>
                <a:lnTo>
                  <a:pt x="170934" y="4009080"/>
                </a:lnTo>
                <a:lnTo>
                  <a:pt x="172694" y="4008888"/>
                </a:lnTo>
                <a:lnTo>
                  <a:pt x="174454" y="4008699"/>
                </a:lnTo>
                <a:lnTo>
                  <a:pt x="176214" y="4008513"/>
                </a:lnTo>
                <a:lnTo>
                  <a:pt x="177974" y="4008330"/>
                </a:lnTo>
                <a:lnTo>
                  <a:pt x="179734" y="4008149"/>
                </a:lnTo>
                <a:lnTo>
                  <a:pt x="181494" y="4007972"/>
                </a:lnTo>
                <a:lnTo>
                  <a:pt x="183253" y="4007797"/>
                </a:lnTo>
                <a:lnTo>
                  <a:pt x="185013" y="4007625"/>
                </a:lnTo>
                <a:lnTo>
                  <a:pt x="186773" y="4007456"/>
                </a:lnTo>
                <a:lnTo>
                  <a:pt x="185423" y="3993292"/>
                </a:lnTo>
                <a:lnTo>
                  <a:pt x="183641" y="3993464"/>
                </a:lnTo>
                <a:lnTo>
                  <a:pt x="181860" y="3993638"/>
                </a:lnTo>
                <a:lnTo>
                  <a:pt x="180078" y="3993815"/>
                </a:lnTo>
                <a:lnTo>
                  <a:pt x="178296" y="3993995"/>
                </a:lnTo>
                <a:lnTo>
                  <a:pt x="176514" y="3994177"/>
                </a:lnTo>
                <a:lnTo>
                  <a:pt x="174732" y="3994363"/>
                </a:lnTo>
                <a:close/>
                <a:moveTo>
                  <a:pt x="431816" y="3997041"/>
                </a:moveTo>
                <a:lnTo>
                  <a:pt x="430036" y="3996819"/>
                </a:lnTo>
                <a:lnTo>
                  <a:pt x="428255" y="3996599"/>
                </a:lnTo>
                <a:lnTo>
                  <a:pt x="426474" y="3996382"/>
                </a:lnTo>
                <a:lnTo>
                  <a:pt x="424694" y="3996168"/>
                </a:lnTo>
                <a:lnTo>
                  <a:pt x="422913" y="3995957"/>
                </a:lnTo>
                <a:lnTo>
                  <a:pt x="421132" y="3995749"/>
                </a:lnTo>
                <a:lnTo>
                  <a:pt x="419352" y="3995543"/>
                </a:lnTo>
                <a:lnTo>
                  <a:pt x="417571" y="3995340"/>
                </a:lnTo>
                <a:lnTo>
                  <a:pt x="415790" y="3995141"/>
                </a:lnTo>
                <a:lnTo>
                  <a:pt x="414009" y="3994944"/>
                </a:lnTo>
                <a:lnTo>
                  <a:pt x="412228" y="3994750"/>
                </a:lnTo>
                <a:lnTo>
                  <a:pt x="410447" y="3994558"/>
                </a:lnTo>
                <a:lnTo>
                  <a:pt x="408666" y="3994370"/>
                </a:lnTo>
                <a:lnTo>
                  <a:pt x="406885" y="3994184"/>
                </a:lnTo>
                <a:lnTo>
                  <a:pt x="405104" y="3994002"/>
                </a:lnTo>
                <a:lnTo>
                  <a:pt x="403322" y="3993822"/>
                </a:lnTo>
                <a:lnTo>
                  <a:pt x="401541" y="3993645"/>
                </a:lnTo>
                <a:lnTo>
                  <a:pt x="399760" y="3993470"/>
                </a:lnTo>
                <a:lnTo>
                  <a:pt x="398386" y="4007631"/>
                </a:lnTo>
                <a:lnTo>
                  <a:pt x="400144" y="4007803"/>
                </a:lnTo>
                <a:lnTo>
                  <a:pt x="401902" y="4007978"/>
                </a:lnTo>
                <a:lnTo>
                  <a:pt x="403660" y="4008156"/>
                </a:lnTo>
                <a:lnTo>
                  <a:pt x="405418" y="4008336"/>
                </a:lnTo>
                <a:lnTo>
                  <a:pt x="407176" y="4008519"/>
                </a:lnTo>
                <a:lnTo>
                  <a:pt x="408935" y="4008705"/>
                </a:lnTo>
                <a:lnTo>
                  <a:pt x="410693" y="4008894"/>
                </a:lnTo>
                <a:lnTo>
                  <a:pt x="412451" y="4009086"/>
                </a:lnTo>
                <a:lnTo>
                  <a:pt x="414209" y="4009280"/>
                </a:lnTo>
                <a:lnTo>
                  <a:pt x="415968" y="4009478"/>
                </a:lnTo>
                <a:lnTo>
                  <a:pt x="417726" y="4009678"/>
                </a:lnTo>
                <a:lnTo>
                  <a:pt x="419485" y="4009881"/>
                </a:lnTo>
                <a:lnTo>
                  <a:pt x="421243" y="4010086"/>
                </a:lnTo>
                <a:lnTo>
                  <a:pt x="423002" y="4010295"/>
                </a:lnTo>
                <a:lnTo>
                  <a:pt x="424760" y="4010506"/>
                </a:lnTo>
                <a:lnTo>
                  <a:pt x="426519" y="4010720"/>
                </a:lnTo>
                <a:lnTo>
                  <a:pt x="428277" y="4010937"/>
                </a:lnTo>
                <a:lnTo>
                  <a:pt x="430036" y="4011157"/>
                </a:lnTo>
                <a:lnTo>
                  <a:pt x="431795" y="4011380"/>
                </a:lnTo>
                <a:lnTo>
                  <a:pt x="433554" y="4011605"/>
                </a:lnTo>
                <a:lnTo>
                  <a:pt x="435313" y="4011833"/>
                </a:lnTo>
                <a:lnTo>
                  <a:pt x="437072" y="4012064"/>
                </a:lnTo>
                <a:lnTo>
                  <a:pt x="438830" y="4012298"/>
                </a:lnTo>
                <a:lnTo>
                  <a:pt x="440589" y="4012535"/>
                </a:lnTo>
                <a:lnTo>
                  <a:pt x="442498" y="3998436"/>
                </a:lnTo>
                <a:lnTo>
                  <a:pt x="440718" y="3998196"/>
                </a:lnTo>
                <a:lnTo>
                  <a:pt x="438938" y="3997959"/>
                </a:lnTo>
                <a:lnTo>
                  <a:pt x="437157" y="3997726"/>
                </a:lnTo>
                <a:lnTo>
                  <a:pt x="435377" y="3997495"/>
                </a:lnTo>
                <a:lnTo>
                  <a:pt x="433597" y="3997266"/>
                </a:lnTo>
                <a:lnTo>
                  <a:pt x="431816" y="3997041"/>
                </a:lnTo>
                <a:close/>
                <a:moveTo>
                  <a:pt x="89941" y="4006487"/>
                </a:moveTo>
                <a:lnTo>
                  <a:pt x="88184" y="4006807"/>
                </a:lnTo>
                <a:lnTo>
                  <a:pt x="86428" y="4007129"/>
                </a:lnTo>
                <a:lnTo>
                  <a:pt x="84671" y="4007454"/>
                </a:lnTo>
                <a:lnTo>
                  <a:pt x="82914" y="4007782"/>
                </a:lnTo>
                <a:lnTo>
                  <a:pt x="81157" y="4008113"/>
                </a:lnTo>
                <a:lnTo>
                  <a:pt x="79400" y="4008446"/>
                </a:lnTo>
                <a:lnTo>
                  <a:pt x="77643" y="4008782"/>
                </a:lnTo>
                <a:lnTo>
                  <a:pt x="75886" y="4009121"/>
                </a:lnTo>
                <a:lnTo>
                  <a:pt x="74129" y="4009463"/>
                </a:lnTo>
                <a:lnTo>
                  <a:pt x="72372" y="4009807"/>
                </a:lnTo>
                <a:lnTo>
                  <a:pt x="70615" y="4010154"/>
                </a:lnTo>
                <a:lnTo>
                  <a:pt x="68858" y="4010504"/>
                </a:lnTo>
                <a:lnTo>
                  <a:pt x="67101" y="4010857"/>
                </a:lnTo>
                <a:lnTo>
                  <a:pt x="65345" y="4011212"/>
                </a:lnTo>
                <a:lnTo>
                  <a:pt x="63588" y="4011571"/>
                </a:lnTo>
                <a:lnTo>
                  <a:pt x="61831" y="4011932"/>
                </a:lnTo>
                <a:lnTo>
                  <a:pt x="60074" y="4012295"/>
                </a:lnTo>
                <a:lnTo>
                  <a:pt x="58317" y="4012662"/>
                </a:lnTo>
                <a:lnTo>
                  <a:pt x="61234" y="4026588"/>
                </a:lnTo>
                <a:lnTo>
                  <a:pt x="62969" y="4026225"/>
                </a:lnTo>
                <a:lnTo>
                  <a:pt x="64705" y="4025866"/>
                </a:lnTo>
                <a:lnTo>
                  <a:pt x="66441" y="4025509"/>
                </a:lnTo>
                <a:lnTo>
                  <a:pt x="68176" y="4025155"/>
                </a:lnTo>
                <a:lnTo>
                  <a:pt x="69912" y="4024804"/>
                </a:lnTo>
                <a:lnTo>
                  <a:pt x="71648" y="4024456"/>
                </a:lnTo>
                <a:lnTo>
                  <a:pt x="73384" y="4024110"/>
                </a:lnTo>
                <a:lnTo>
                  <a:pt x="75119" y="4023767"/>
                </a:lnTo>
                <a:lnTo>
                  <a:pt x="76855" y="4023427"/>
                </a:lnTo>
                <a:lnTo>
                  <a:pt x="78590" y="4023089"/>
                </a:lnTo>
                <a:lnTo>
                  <a:pt x="80326" y="4022754"/>
                </a:lnTo>
                <a:lnTo>
                  <a:pt x="82062" y="4022422"/>
                </a:lnTo>
                <a:lnTo>
                  <a:pt x="83797" y="4022093"/>
                </a:lnTo>
                <a:lnTo>
                  <a:pt x="85533" y="4021766"/>
                </a:lnTo>
                <a:lnTo>
                  <a:pt x="87269" y="4021443"/>
                </a:lnTo>
                <a:lnTo>
                  <a:pt x="89004" y="4021121"/>
                </a:lnTo>
                <a:lnTo>
                  <a:pt x="90740" y="4020803"/>
                </a:lnTo>
                <a:lnTo>
                  <a:pt x="92476" y="4020488"/>
                </a:lnTo>
                <a:lnTo>
                  <a:pt x="94211" y="4020175"/>
                </a:lnTo>
                <a:lnTo>
                  <a:pt x="95947" y="4019865"/>
                </a:lnTo>
                <a:lnTo>
                  <a:pt x="97682" y="4019557"/>
                </a:lnTo>
                <a:lnTo>
                  <a:pt x="99418" y="4019253"/>
                </a:lnTo>
                <a:lnTo>
                  <a:pt x="101154" y="4018951"/>
                </a:lnTo>
                <a:lnTo>
                  <a:pt x="102889" y="4018651"/>
                </a:lnTo>
                <a:lnTo>
                  <a:pt x="100483" y="4004629"/>
                </a:lnTo>
                <a:lnTo>
                  <a:pt x="98726" y="4004932"/>
                </a:lnTo>
                <a:lnTo>
                  <a:pt x="96969" y="4005237"/>
                </a:lnTo>
                <a:lnTo>
                  <a:pt x="95212" y="4005546"/>
                </a:lnTo>
                <a:lnTo>
                  <a:pt x="93455" y="4005857"/>
                </a:lnTo>
                <a:lnTo>
                  <a:pt x="91698" y="4006171"/>
                </a:lnTo>
                <a:lnTo>
                  <a:pt x="89941" y="4006487"/>
                </a:lnTo>
                <a:close/>
                <a:moveTo>
                  <a:pt x="516294" y="4010869"/>
                </a:moveTo>
                <a:lnTo>
                  <a:pt x="514537" y="4010517"/>
                </a:lnTo>
                <a:lnTo>
                  <a:pt x="512780" y="4010167"/>
                </a:lnTo>
                <a:lnTo>
                  <a:pt x="511023" y="4009819"/>
                </a:lnTo>
                <a:lnTo>
                  <a:pt x="509266" y="4009475"/>
                </a:lnTo>
                <a:lnTo>
                  <a:pt x="507509" y="4009133"/>
                </a:lnTo>
                <a:lnTo>
                  <a:pt x="505752" y="4008794"/>
                </a:lnTo>
                <a:lnTo>
                  <a:pt x="503995" y="4008458"/>
                </a:lnTo>
                <a:lnTo>
                  <a:pt x="502238" y="4008124"/>
                </a:lnTo>
                <a:lnTo>
                  <a:pt x="500481" y="4007794"/>
                </a:lnTo>
                <a:lnTo>
                  <a:pt x="498724" y="4007466"/>
                </a:lnTo>
                <a:lnTo>
                  <a:pt x="496967" y="4007141"/>
                </a:lnTo>
                <a:lnTo>
                  <a:pt x="495210" y="4006819"/>
                </a:lnTo>
                <a:lnTo>
                  <a:pt x="493453" y="4006499"/>
                </a:lnTo>
                <a:lnTo>
                  <a:pt x="491696" y="4006182"/>
                </a:lnTo>
                <a:lnTo>
                  <a:pt x="489939" y="4005868"/>
                </a:lnTo>
                <a:lnTo>
                  <a:pt x="488183" y="4005557"/>
                </a:lnTo>
                <a:lnTo>
                  <a:pt x="486426" y="4005248"/>
                </a:lnTo>
                <a:lnTo>
                  <a:pt x="484669" y="4004943"/>
                </a:lnTo>
                <a:lnTo>
                  <a:pt x="482240" y="4018962"/>
                </a:lnTo>
                <a:lnTo>
                  <a:pt x="483976" y="4019264"/>
                </a:lnTo>
                <a:lnTo>
                  <a:pt x="485712" y="4019569"/>
                </a:lnTo>
                <a:lnTo>
                  <a:pt x="487448" y="4019876"/>
                </a:lnTo>
                <a:lnTo>
                  <a:pt x="489183" y="4020186"/>
                </a:lnTo>
                <a:lnTo>
                  <a:pt x="490919" y="4020499"/>
                </a:lnTo>
                <a:lnTo>
                  <a:pt x="492655" y="4020815"/>
                </a:lnTo>
                <a:lnTo>
                  <a:pt x="494391" y="4021133"/>
                </a:lnTo>
                <a:lnTo>
                  <a:pt x="496126" y="4021455"/>
                </a:lnTo>
                <a:lnTo>
                  <a:pt x="497862" y="4021779"/>
                </a:lnTo>
                <a:lnTo>
                  <a:pt x="499598" y="4022105"/>
                </a:lnTo>
                <a:lnTo>
                  <a:pt x="501333" y="4022435"/>
                </a:lnTo>
                <a:lnTo>
                  <a:pt x="503069" y="4022767"/>
                </a:lnTo>
                <a:lnTo>
                  <a:pt x="504805" y="4023102"/>
                </a:lnTo>
                <a:lnTo>
                  <a:pt x="506541" y="4023439"/>
                </a:lnTo>
                <a:lnTo>
                  <a:pt x="508276" y="4023780"/>
                </a:lnTo>
                <a:lnTo>
                  <a:pt x="510012" y="4024123"/>
                </a:lnTo>
                <a:lnTo>
                  <a:pt x="511748" y="4024468"/>
                </a:lnTo>
                <a:lnTo>
                  <a:pt x="513483" y="4024817"/>
                </a:lnTo>
                <a:lnTo>
                  <a:pt x="515219" y="4025168"/>
                </a:lnTo>
                <a:lnTo>
                  <a:pt x="516955" y="4025522"/>
                </a:lnTo>
                <a:lnTo>
                  <a:pt x="518690" y="4025879"/>
                </a:lnTo>
                <a:lnTo>
                  <a:pt x="520426" y="4026239"/>
                </a:lnTo>
                <a:lnTo>
                  <a:pt x="522161" y="4026601"/>
                </a:lnTo>
                <a:lnTo>
                  <a:pt x="523897" y="4026966"/>
                </a:lnTo>
                <a:lnTo>
                  <a:pt x="526835" y="4013045"/>
                </a:lnTo>
                <a:lnTo>
                  <a:pt x="525078" y="4012675"/>
                </a:lnTo>
                <a:lnTo>
                  <a:pt x="523321" y="4012309"/>
                </a:lnTo>
                <a:lnTo>
                  <a:pt x="521564" y="4011945"/>
                </a:lnTo>
                <a:lnTo>
                  <a:pt x="519808" y="4011583"/>
                </a:lnTo>
                <a:lnTo>
                  <a:pt x="518051" y="4011225"/>
                </a:lnTo>
                <a:lnTo>
                  <a:pt x="516294" y="4010869"/>
                </a:lnTo>
                <a:close/>
                <a:moveTo>
                  <a:pt x="10214" y="4038455"/>
                </a:moveTo>
                <a:lnTo>
                  <a:pt x="10657" y="4038342"/>
                </a:lnTo>
                <a:lnTo>
                  <a:pt x="11101" y="4038229"/>
                </a:lnTo>
                <a:lnTo>
                  <a:pt x="11545" y="4038116"/>
                </a:lnTo>
                <a:lnTo>
                  <a:pt x="11989" y="4038003"/>
                </a:lnTo>
                <a:lnTo>
                  <a:pt x="12433" y="4037890"/>
                </a:lnTo>
                <a:lnTo>
                  <a:pt x="12878" y="4037777"/>
                </a:lnTo>
                <a:lnTo>
                  <a:pt x="13322" y="4037665"/>
                </a:lnTo>
                <a:lnTo>
                  <a:pt x="13767" y="4037552"/>
                </a:lnTo>
                <a:lnTo>
                  <a:pt x="14213" y="4037440"/>
                </a:lnTo>
                <a:lnTo>
                  <a:pt x="14658" y="4037328"/>
                </a:lnTo>
                <a:lnTo>
                  <a:pt x="15104" y="4037216"/>
                </a:lnTo>
                <a:lnTo>
                  <a:pt x="15549" y="4037104"/>
                </a:lnTo>
                <a:lnTo>
                  <a:pt x="15995" y="4036992"/>
                </a:lnTo>
                <a:lnTo>
                  <a:pt x="16442" y="4036880"/>
                </a:lnTo>
                <a:lnTo>
                  <a:pt x="16888" y="4036769"/>
                </a:lnTo>
                <a:lnTo>
                  <a:pt x="17335" y="4036657"/>
                </a:lnTo>
                <a:lnTo>
                  <a:pt x="17782" y="4036546"/>
                </a:lnTo>
                <a:lnTo>
                  <a:pt x="18229" y="4036435"/>
                </a:lnTo>
                <a:lnTo>
                  <a:pt x="18676" y="4036323"/>
                </a:lnTo>
                <a:lnTo>
                  <a:pt x="19124" y="4036212"/>
                </a:lnTo>
                <a:lnTo>
                  <a:pt x="19571" y="4036102"/>
                </a:lnTo>
                <a:lnTo>
                  <a:pt x="16155" y="4022290"/>
                </a:lnTo>
                <a:lnTo>
                  <a:pt x="15707" y="4022401"/>
                </a:lnTo>
                <a:lnTo>
                  <a:pt x="15259" y="4022512"/>
                </a:lnTo>
                <a:lnTo>
                  <a:pt x="14811" y="4022623"/>
                </a:lnTo>
                <a:lnTo>
                  <a:pt x="14362" y="4022735"/>
                </a:lnTo>
                <a:lnTo>
                  <a:pt x="14228" y="4022768"/>
                </a:lnTo>
                <a:lnTo>
                  <a:pt x="14228" y="4000171"/>
                </a:lnTo>
                <a:lnTo>
                  <a:pt x="0" y="4000171"/>
                </a:lnTo>
                <a:lnTo>
                  <a:pt x="0" y="4041079"/>
                </a:lnTo>
                <a:lnTo>
                  <a:pt x="8885" y="4038796"/>
                </a:lnTo>
                <a:lnTo>
                  <a:pt x="9327" y="4038682"/>
                </a:lnTo>
                <a:lnTo>
                  <a:pt x="9770" y="4038569"/>
                </a:lnTo>
                <a:lnTo>
                  <a:pt x="10214" y="4038455"/>
                </a:lnTo>
                <a:close/>
                <a:moveTo>
                  <a:pt x="602571" y="4031072"/>
                </a:moveTo>
                <a:lnTo>
                  <a:pt x="601206" y="4030750"/>
                </a:lnTo>
                <a:lnTo>
                  <a:pt x="599840" y="4030426"/>
                </a:lnTo>
                <a:lnTo>
                  <a:pt x="598474" y="4030101"/>
                </a:lnTo>
                <a:lnTo>
                  <a:pt x="597108" y="4029774"/>
                </a:lnTo>
                <a:lnTo>
                  <a:pt x="595743" y="4029445"/>
                </a:lnTo>
                <a:lnTo>
                  <a:pt x="594377" y="4029114"/>
                </a:lnTo>
                <a:lnTo>
                  <a:pt x="593011" y="4028782"/>
                </a:lnTo>
                <a:lnTo>
                  <a:pt x="591646" y="4028449"/>
                </a:lnTo>
                <a:lnTo>
                  <a:pt x="590280" y="4028113"/>
                </a:lnTo>
                <a:lnTo>
                  <a:pt x="588915" y="4027776"/>
                </a:lnTo>
                <a:lnTo>
                  <a:pt x="587549" y="4027437"/>
                </a:lnTo>
                <a:lnTo>
                  <a:pt x="586184" y="4027096"/>
                </a:lnTo>
                <a:lnTo>
                  <a:pt x="584819" y="4026754"/>
                </a:lnTo>
                <a:lnTo>
                  <a:pt x="583453" y="4026410"/>
                </a:lnTo>
                <a:lnTo>
                  <a:pt x="582088" y="4026065"/>
                </a:lnTo>
                <a:lnTo>
                  <a:pt x="580723" y="4025717"/>
                </a:lnTo>
                <a:lnTo>
                  <a:pt x="579357" y="4025368"/>
                </a:lnTo>
                <a:lnTo>
                  <a:pt x="577992" y="4025018"/>
                </a:lnTo>
                <a:lnTo>
                  <a:pt x="569023" y="4022748"/>
                </a:lnTo>
                <a:lnTo>
                  <a:pt x="565533" y="4036542"/>
                </a:lnTo>
                <a:lnTo>
                  <a:pt x="574444" y="4038795"/>
                </a:lnTo>
                <a:lnTo>
                  <a:pt x="575826" y="4039150"/>
                </a:lnTo>
                <a:lnTo>
                  <a:pt x="577208" y="4039503"/>
                </a:lnTo>
                <a:lnTo>
                  <a:pt x="578590" y="4039855"/>
                </a:lnTo>
                <a:lnTo>
                  <a:pt x="579972" y="4040205"/>
                </a:lnTo>
                <a:lnTo>
                  <a:pt x="581354" y="4040553"/>
                </a:lnTo>
                <a:lnTo>
                  <a:pt x="582736" y="4040899"/>
                </a:lnTo>
                <a:lnTo>
                  <a:pt x="584118" y="4041244"/>
                </a:lnTo>
                <a:lnTo>
                  <a:pt x="585500" y="4041587"/>
                </a:lnTo>
                <a:lnTo>
                  <a:pt x="586882" y="4041928"/>
                </a:lnTo>
                <a:lnTo>
                  <a:pt x="588264" y="4042268"/>
                </a:lnTo>
                <a:lnTo>
                  <a:pt x="589646" y="4042606"/>
                </a:lnTo>
                <a:lnTo>
                  <a:pt x="591028" y="4042942"/>
                </a:lnTo>
                <a:lnTo>
                  <a:pt x="592410" y="4043276"/>
                </a:lnTo>
                <a:lnTo>
                  <a:pt x="593792" y="4043609"/>
                </a:lnTo>
                <a:lnTo>
                  <a:pt x="595173" y="4043940"/>
                </a:lnTo>
                <a:lnTo>
                  <a:pt x="596555" y="4044269"/>
                </a:lnTo>
                <a:lnTo>
                  <a:pt x="597937" y="4044596"/>
                </a:lnTo>
                <a:lnTo>
                  <a:pt x="599318" y="4044922"/>
                </a:lnTo>
                <a:lnTo>
                  <a:pt x="600700" y="4045246"/>
                </a:lnTo>
                <a:lnTo>
                  <a:pt x="602082" y="4045568"/>
                </a:lnTo>
                <a:lnTo>
                  <a:pt x="603463" y="4045889"/>
                </a:lnTo>
                <a:lnTo>
                  <a:pt x="604845" y="4046208"/>
                </a:lnTo>
                <a:lnTo>
                  <a:pt x="606226" y="4046525"/>
                </a:lnTo>
                <a:lnTo>
                  <a:pt x="607608" y="4046840"/>
                </a:lnTo>
                <a:lnTo>
                  <a:pt x="610767" y="4032968"/>
                </a:lnTo>
                <a:lnTo>
                  <a:pt x="609401" y="4032656"/>
                </a:lnTo>
                <a:lnTo>
                  <a:pt x="608035" y="4032343"/>
                </a:lnTo>
                <a:lnTo>
                  <a:pt x="606669" y="4032028"/>
                </a:lnTo>
                <a:lnTo>
                  <a:pt x="605303" y="4031711"/>
                </a:lnTo>
                <a:lnTo>
                  <a:pt x="603937" y="4031392"/>
                </a:lnTo>
                <a:lnTo>
                  <a:pt x="602571" y="4031072"/>
                </a:lnTo>
                <a:close/>
                <a:moveTo>
                  <a:pt x="683661" y="4047145"/>
                </a:moveTo>
                <a:lnTo>
                  <a:pt x="681926" y="4046863"/>
                </a:lnTo>
                <a:lnTo>
                  <a:pt x="680191" y="4046579"/>
                </a:lnTo>
                <a:lnTo>
                  <a:pt x="678455" y="4046293"/>
                </a:lnTo>
                <a:lnTo>
                  <a:pt x="676720" y="4046003"/>
                </a:lnTo>
                <a:lnTo>
                  <a:pt x="674984" y="4045711"/>
                </a:lnTo>
                <a:lnTo>
                  <a:pt x="673249" y="4045416"/>
                </a:lnTo>
                <a:lnTo>
                  <a:pt x="671514" y="4045118"/>
                </a:lnTo>
                <a:lnTo>
                  <a:pt x="669778" y="4044817"/>
                </a:lnTo>
                <a:lnTo>
                  <a:pt x="668042" y="4044514"/>
                </a:lnTo>
                <a:lnTo>
                  <a:pt x="666307" y="4044208"/>
                </a:lnTo>
                <a:lnTo>
                  <a:pt x="664571" y="4043899"/>
                </a:lnTo>
                <a:lnTo>
                  <a:pt x="662836" y="4043588"/>
                </a:lnTo>
                <a:lnTo>
                  <a:pt x="661100" y="4043274"/>
                </a:lnTo>
                <a:lnTo>
                  <a:pt x="659364" y="4042957"/>
                </a:lnTo>
                <a:lnTo>
                  <a:pt x="657628" y="4042637"/>
                </a:lnTo>
                <a:lnTo>
                  <a:pt x="655893" y="4042314"/>
                </a:lnTo>
                <a:lnTo>
                  <a:pt x="654157" y="4041989"/>
                </a:lnTo>
                <a:lnTo>
                  <a:pt x="652421" y="4041661"/>
                </a:lnTo>
                <a:lnTo>
                  <a:pt x="649769" y="4055639"/>
                </a:lnTo>
                <a:lnTo>
                  <a:pt x="651526" y="4055971"/>
                </a:lnTo>
                <a:lnTo>
                  <a:pt x="653282" y="4056300"/>
                </a:lnTo>
                <a:lnTo>
                  <a:pt x="655039" y="4056627"/>
                </a:lnTo>
                <a:lnTo>
                  <a:pt x="656796" y="4056950"/>
                </a:lnTo>
                <a:lnTo>
                  <a:pt x="658552" y="4057271"/>
                </a:lnTo>
                <a:lnTo>
                  <a:pt x="660309" y="4057589"/>
                </a:lnTo>
                <a:lnTo>
                  <a:pt x="662066" y="4057904"/>
                </a:lnTo>
                <a:lnTo>
                  <a:pt x="663823" y="4058217"/>
                </a:lnTo>
                <a:lnTo>
                  <a:pt x="665579" y="4058527"/>
                </a:lnTo>
                <a:lnTo>
                  <a:pt x="667336" y="4058834"/>
                </a:lnTo>
                <a:lnTo>
                  <a:pt x="669093" y="4059138"/>
                </a:lnTo>
                <a:lnTo>
                  <a:pt x="670850" y="4059439"/>
                </a:lnTo>
                <a:lnTo>
                  <a:pt x="672607" y="4059738"/>
                </a:lnTo>
                <a:lnTo>
                  <a:pt x="674364" y="4060034"/>
                </a:lnTo>
                <a:lnTo>
                  <a:pt x="676121" y="4060327"/>
                </a:lnTo>
                <a:lnTo>
                  <a:pt x="677878" y="4060617"/>
                </a:lnTo>
                <a:lnTo>
                  <a:pt x="679635" y="4060905"/>
                </a:lnTo>
                <a:lnTo>
                  <a:pt x="681392" y="4061190"/>
                </a:lnTo>
                <a:lnTo>
                  <a:pt x="683149" y="4061472"/>
                </a:lnTo>
                <a:lnTo>
                  <a:pt x="684906" y="4061751"/>
                </a:lnTo>
                <a:lnTo>
                  <a:pt x="686664" y="4062028"/>
                </a:lnTo>
                <a:lnTo>
                  <a:pt x="688421" y="4062301"/>
                </a:lnTo>
                <a:lnTo>
                  <a:pt x="690178" y="4062572"/>
                </a:lnTo>
                <a:lnTo>
                  <a:pt x="691935" y="4062841"/>
                </a:lnTo>
                <a:lnTo>
                  <a:pt x="694072" y="4048774"/>
                </a:lnTo>
                <a:lnTo>
                  <a:pt x="692337" y="4048510"/>
                </a:lnTo>
                <a:lnTo>
                  <a:pt x="690602" y="4048242"/>
                </a:lnTo>
                <a:lnTo>
                  <a:pt x="688867" y="4047972"/>
                </a:lnTo>
                <a:lnTo>
                  <a:pt x="687132" y="4047699"/>
                </a:lnTo>
                <a:lnTo>
                  <a:pt x="685396" y="4047423"/>
                </a:lnTo>
                <a:lnTo>
                  <a:pt x="683661" y="4047145"/>
                </a:lnTo>
                <a:close/>
                <a:moveTo>
                  <a:pt x="765963" y="4057335"/>
                </a:moveTo>
                <a:lnTo>
                  <a:pt x="764199" y="4057182"/>
                </a:lnTo>
                <a:lnTo>
                  <a:pt x="762435" y="4057025"/>
                </a:lnTo>
                <a:lnTo>
                  <a:pt x="760672" y="4056866"/>
                </a:lnTo>
                <a:lnTo>
                  <a:pt x="758908" y="4056703"/>
                </a:lnTo>
                <a:lnTo>
                  <a:pt x="757145" y="4056538"/>
                </a:lnTo>
                <a:lnTo>
                  <a:pt x="755381" y="4056371"/>
                </a:lnTo>
                <a:lnTo>
                  <a:pt x="753618" y="4056200"/>
                </a:lnTo>
                <a:lnTo>
                  <a:pt x="751854" y="4056026"/>
                </a:lnTo>
                <a:lnTo>
                  <a:pt x="750091" y="4055850"/>
                </a:lnTo>
                <a:lnTo>
                  <a:pt x="748328" y="4055671"/>
                </a:lnTo>
                <a:lnTo>
                  <a:pt x="746564" y="4055489"/>
                </a:lnTo>
                <a:lnTo>
                  <a:pt x="744801" y="4055304"/>
                </a:lnTo>
                <a:lnTo>
                  <a:pt x="743037" y="4055116"/>
                </a:lnTo>
                <a:lnTo>
                  <a:pt x="741274" y="4054926"/>
                </a:lnTo>
                <a:lnTo>
                  <a:pt x="739511" y="4054733"/>
                </a:lnTo>
                <a:lnTo>
                  <a:pt x="737747" y="4054536"/>
                </a:lnTo>
                <a:lnTo>
                  <a:pt x="735984" y="4054337"/>
                </a:lnTo>
                <a:lnTo>
                  <a:pt x="734378" y="4068474"/>
                </a:lnTo>
                <a:lnTo>
                  <a:pt x="736164" y="4068676"/>
                </a:lnTo>
                <a:lnTo>
                  <a:pt x="737950" y="4068874"/>
                </a:lnTo>
                <a:lnTo>
                  <a:pt x="739736" y="4069070"/>
                </a:lnTo>
                <a:lnTo>
                  <a:pt x="741523" y="4069263"/>
                </a:lnTo>
                <a:lnTo>
                  <a:pt x="743309" y="4069453"/>
                </a:lnTo>
                <a:lnTo>
                  <a:pt x="745095" y="4069640"/>
                </a:lnTo>
                <a:lnTo>
                  <a:pt x="746881" y="4069825"/>
                </a:lnTo>
                <a:lnTo>
                  <a:pt x="748667" y="4070006"/>
                </a:lnTo>
                <a:lnTo>
                  <a:pt x="750453" y="4070185"/>
                </a:lnTo>
                <a:lnTo>
                  <a:pt x="752240" y="4070361"/>
                </a:lnTo>
                <a:lnTo>
                  <a:pt x="754026" y="4070533"/>
                </a:lnTo>
                <a:lnTo>
                  <a:pt x="755812" y="4070703"/>
                </a:lnTo>
                <a:lnTo>
                  <a:pt x="757598" y="4070871"/>
                </a:lnTo>
                <a:lnTo>
                  <a:pt x="759384" y="4071035"/>
                </a:lnTo>
                <a:lnTo>
                  <a:pt x="761170" y="4071196"/>
                </a:lnTo>
                <a:lnTo>
                  <a:pt x="762956" y="4071355"/>
                </a:lnTo>
                <a:lnTo>
                  <a:pt x="764742" y="4071510"/>
                </a:lnTo>
                <a:lnTo>
                  <a:pt x="766527" y="4071663"/>
                </a:lnTo>
                <a:lnTo>
                  <a:pt x="768313" y="4071813"/>
                </a:lnTo>
                <a:lnTo>
                  <a:pt x="770099" y="4071960"/>
                </a:lnTo>
                <a:lnTo>
                  <a:pt x="771885" y="4072104"/>
                </a:lnTo>
                <a:lnTo>
                  <a:pt x="773671" y="4072246"/>
                </a:lnTo>
                <a:lnTo>
                  <a:pt x="775457" y="4072384"/>
                </a:lnTo>
                <a:lnTo>
                  <a:pt x="777242" y="4072519"/>
                </a:lnTo>
                <a:lnTo>
                  <a:pt x="778308" y="4058332"/>
                </a:lnTo>
                <a:lnTo>
                  <a:pt x="776545" y="4058198"/>
                </a:lnTo>
                <a:lnTo>
                  <a:pt x="774781" y="4058061"/>
                </a:lnTo>
                <a:lnTo>
                  <a:pt x="773017" y="4057922"/>
                </a:lnTo>
                <a:lnTo>
                  <a:pt x="771253" y="4057779"/>
                </a:lnTo>
                <a:lnTo>
                  <a:pt x="769490" y="4057634"/>
                </a:lnTo>
                <a:lnTo>
                  <a:pt x="767726" y="4057486"/>
                </a:lnTo>
                <a:lnTo>
                  <a:pt x="765963" y="4057335"/>
                </a:lnTo>
                <a:close/>
                <a:moveTo>
                  <a:pt x="850607" y="4061381"/>
                </a:moveTo>
                <a:lnTo>
                  <a:pt x="848844" y="4061364"/>
                </a:lnTo>
                <a:lnTo>
                  <a:pt x="847080" y="4061343"/>
                </a:lnTo>
                <a:lnTo>
                  <a:pt x="845317" y="4061320"/>
                </a:lnTo>
                <a:lnTo>
                  <a:pt x="843554" y="4061293"/>
                </a:lnTo>
                <a:lnTo>
                  <a:pt x="841790" y="4061264"/>
                </a:lnTo>
                <a:lnTo>
                  <a:pt x="840027" y="4061232"/>
                </a:lnTo>
                <a:lnTo>
                  <a:pt x="838264" y="4061198"/>
                </a:lnTo>
                <a:lnTo>
                  <a:pt x="836500" y="4061160"/>
                </a:lnTo>
                <a:lnTo>
                  <a:pt x="834737" y="4061120"/>
                </a:lnTo>
                <a:lnTo>
                  <a:pt x="832974" y="4061076"/>
                </a:lnTo>
                <a:lnTo>
                  <a:pt x="831210" y="4061030"/>
                </a:lnTo>
                <a:lnTo>
                  <a:pt x="829447" y="4060981"/>
                </a:lnTo>
                <a:lnTo>
                  <a:pt x="827684" y="4060930"/>
                </a:lnTo>
                <a:lnTo>
                  <a:pt x="825921" y="4060875"/>
                </a:lnTo>
                <a:lnTo>
                  <a:pt x="824157" y="4060818"/>
                </a:lnTo>
                <a:lnTo>
                  <a:pt x="822394" y="4060758"/>
                </a:lnTo>
                <a:lnTo>
                  <a:pt x="820631" y="4060695"/>
                </a:lnTo>
                <a:lnTo>
                  <a:pt x="820112" y="4074913"/>
                </a:lnTo>
                <a:lnTo>
                  <a:pt x="821898" y="4074977"/>
                </a:lnTo>
                <a:lnTo>
                  <a:pt x="823684" y="4075038"/>
                </a:lnTo>
                <a:lnTo>
                  <a:pt x="825471" y="4075096"/>
                </a:lnTo>
                <a:lnTo>
                  <a:pt x="827257" y="4075151"/>
                </a:lnTo>
                <a:lnTo>
                  <a:pt x="829043" y="4075203"/>
                </a:lnTo>
                <a:lnTo>
                  <a:pt x="830829" y="4075253"/>
                </a:lnTo>
                <a:lnTo>
                  <a:pt x="832615" y="4075300"/>
                </a:lnTo>
                <a:lnTo>
                  <a:pt x="834401" y="4075343"/>
                </a:lnTo>
                <a:lnTo>
                  <a:pt x="836188" y="4075384"/>
                </a:lnTo>
                <a:lnTo>
                  <a:pt x="837974" y="4075422"/>
                </a:lnTo>
                <a:lnTo>
                  <a:pt x="839760" y="4075457"/>
                </a:lnTo>
                <a:lnTo>
                  <a:pt x="841546" y="4075490"/>
                </a:lnTo>
                <a:lnTo>
                  <a:pt x="843332" y="4075519"/>
                </a:lnTo>
                <a:lnTo>
                  <a:pt x="845118" y="4075546"/>
                </a:lnTo>
                <a:lnTo>
                  <a:pt x="846904" y="4075570"/>
                </a:lnTo>
                <a:lnTo>
                  <a:pt x="848690" y="4075590"/>
                </a:lnTo>
                <a:lnTo>
                  <a:pt x="850476" y="4075608"/>
                </a:lnTo>
                <a:lnTo>
                  <a:pt x="852262" y="4075623"/>
                </a:lnTo>
                <a:lnTo>
                  <a:pt x="854048" y="4075636"/>
                </a:lnTo>
                <a:lnTo>
                  <a:pt x="855834" y="4075645"/>
                </a:lnTo>
                <a:lnTo>
                  <a:pt x="857620" y="4075652"/>
                </a:lnTo>
                <a:lnTo>
                  <a:pt x="859406" y="4075655"/>
                </a:lnTo>
                <a:lnTo>
                  <a:pt x="861192" y="4075656"/>
                </a:lnTo>
                <a:lnTo>
                  <a:pt x="862978" y="4075654"/>
                </a:lnTo>
                <a:lnTo>
                  <a:pt x="862951" y="4061426"/>
                </a:lnTo>
                <a:lnTo>
                  <a:pt x="861187" y="4061428"/>
                </a:lnTo>
                <a:lnTo>
                  <a:pt x="859424" y="4061428"/>
                </a:lnTo>
                <a:lnTo>
                  <a:pt x="857661" y="4061424"/>
                </a:lnTo>
                <a:lnTo>
                  <a:pt x="855897" y="4061418"/>
                </a:lnTo>
                <a:lnTo>
                  <a:pt x="854134" y="4061408"/>
                </a:lnTo>
                <a:lnTo>
                  <a:pt x="852371" y="4061396"/>
                </a:lnTo>
                <a:lnTo>
                  <a:pt x="850607" y="4061381"/>
                </a:lnTo>
                <a:close/>
                <a:moveTo>
                  <a:pt x="1454209" y="14584"/>
                </a:moveTo>
                <a:lnTo>
                  <a:pt x="1455973" y="14625"/>
                </a:lnTo>
                <a:lnTo>
                  <a:pt x="1457736" y="14668"/>
                </a:lnTo>
                <a:lnTo>
                  <a:pt x="1459499" y="14714"/>
                </a:lnTo>
                <a:lnTo>
                  <a:pt x="1461263" y="14763"/>
                </a:lnTo>
                <a:lnTo>
                  <a:pt x="1463026" y="14815"/>
                </a:lnTo>
                <a:lnTo>
                  <a:pt x="1464790" y="14869"/>
                </a:lnTo>
                <a:lnTo>
                  <a:pt x="1466553" y="14927"/>
                </a:lnTo>
                <a:lnTo>
                  <a:pt x="1468316" y="14987"/>
                </a:lnTo>
                <a:lnTo>
                  <a:pt x="1470080" y="15050"/>
                </a:lnTo>
                <a:lnTo>
                  <a:pt x="1471843" y="15116"/>
                </a:lnTo>
                <a:lnTo>
                  <a:pt x="1473606" y="15185"/>
                </a:lnTo>
                <a:lnTo>
                  <a:pt x="1475370" y="15256"/>
                </a:lnTo>
                <a:lnTo>
                  <a:pt x="1477133" y="15330"/>
                </a:lnTo>
                <a:lnTo>
                  <a:pt x="1478897" y="15408"/>
                </a:lnTo>
                <a:lnTo>
                  <a:pt x="1480660" y="15488"/>
                </a:lnTo>
                <a:lnTo>
                  <a:pt x="1482424" y="15570"/>
                </a:lnTo>
                <a:lnTo>
                  <a:pt x="1484187" y="15656"/>
                </a:lnTo>
                <a:lnTo>
                  <a:pt x="1485950" y="15745"/>
                </a:lnTo>
                <a:lnTo>
                  <a:pt x="1486675" y="1535"/>
                </a:lnTo>
                <a:lnTo>
                  <a:pt x="1484888" y="1446"/>
                </a:lnTo>
                <a:lnTo>
                  <a:pt x="1483102" y="1359"/>
                </a:lnTo>
                <a:lnTo>
                  <a:pt x="1481316" y="1275"/>
                </a:lnTo>
                <a:lnTo>
                  <a:pt x="1479530" y="1194"/>
                </a:lnTo>
                <a:lnTo>
                  <a:pt x="1477743" y="1116"/>
                </a:lnTo>
                <a:lnTo>
                  <a:pt x="1475957" y="1041"/>
                </a:lnTo>
                <a:lnTo>
                  <a:pt x="1474171" y="968"/>
                </a:lnTo>
                <a:lnTo>
                  <a:pt x="1472385" y="899"/>
                </a:lnTo>
                <a:lnTo>
                  <a:pt x="1470599" y="832"/>
                </a:lnTo>
                <a:lnTo>
                  <a:pt x="1468812" y="768"/>
                </a:lnTo>
                <a:lnTo>
                  <a:pt x="1467026" y="707"/>
                </a:lnTo>
                <a:lnTo>
                  <a:pt x="1465240" y="649"/>
                </a:lnTo>
                <a:lnTo>
                  <a:pt x="1463454" y="594"/>
                </a:lnTo>
                <a:lnTo>
                  <a:pt x="1461667" y="541"/>
                </a:lnTo>
                <a:lnTo>
                  <a:pt x="1459881" y="492"/>
                </a:lnTo>
                <a:lnTo>
                  <a:pt x="1458095" y="445"/>
                </a:lnTo>
                <a:lnTo>
                  <a:pt x="1456309" y="401"/>
                </a:lnTo>
                <a:lnTo>
                  <a:pt x="1454523" y="360"/>
                </a:lnTo>
                <a:lnTo>
                  <a:pt x="1452737" y="322"/>
                </a:lnTo>
                <a:lnTo>
                  <a:pt x="1450950" y="287"/>
                </a:lnTo>
                <a:lnTo>
                  <a:pt x="1449164" y="255"/>
                </a:lnTo>
                <a:lnTo>
                  <a:pt x="1447378" y="225"/>
                </a:lnTo>
                <a:lnTo>
                  <a:pt x="1445592" y="199"/>
                </a:lnTo>
                <a:lnTo>
                  <a:pt x="1443806" y="175"/>
                </a:lnTo>
                <a:lnTo>
                  <a:pt x="1443629" y="14401"/>
                </a:lnTo>
                <a:lnTo>
                  <a:pt x="1445392" y="14425"/>
                </a:lnTo>
                <a:lnTo>
                  <a:pt x="1447156" y="14451"/>
                </a:lnTo>
                <a:lnTo>
                  <a:pt x="1448919" y="14480"/>
                </a:lnTo>
                <a:lnTo>
                  <a:pt x="1450682" y="14512"/>
                </a:lnTo>
                <a:lnTo>
                  <a:pt x="1452446" y="14547"/>
                </a:lnTo>
                <a:lnTo>
                  <a:pt x="1454209" y="14584"/>
                </a:lnTo>
                <a:close/>
                <a:moveTo>
                  <a:pt x="1369566" y="15968"/>
                </a:moveTo>
                <a:lnTo>
                  <a:pt x="1371329" y="15873"/>
                </a:lnTo>
                <a:lnTo>
                  <a:pt x="1373092" y="15781"/>
                </a:lnTo>
                <a:lnTo>
                  <a:pt x="1374856" y="15691"/>
                </a:lnTo>
                <a:lnTo>
                  <a:pt x="1376619" y="15604"/>
                </a:lnTo>
                <a:lnTo>
                  <a:pt x="1378383" y="15520"/>
                </a:lnTo>
                <a:lnTo>
                  <a:pt x="1380146" y="15439"/>
                </a:lnTo>
                <a:lnTo>
                  <a:pt x="1381909" y="15361"/>
                </a:lnTo>
                <a:lnTo>
                  <a:pt x="1383673" y="15286"/>
                </a:lnTo>
                <a:lnTo>
                  <a:pt x="1385436" y="15213"/>
                </a:lnTo>
                <a:lnTo>
                  <a:pt x="1387200" y="15143"/>
                </a:lnTo>
                <a:lnTo>
                  <a:pt x="1388963" y="15076"/>
                </a:lnTo>
                <a:lnTo>
                  <a:pt x="1390726" y="15012"/>
                </a:lnTo>
                <a:lnTo>
                  <a:pt x="1392490" y="14951"/>
                </a:lnTo>
                <a:lnTo>
                  <a:pt x="1394253" y="14892"/>
                </a:lnTo>
                <a:lnTo>
                  <a:pt x="1396016" y="14836"/>
                </a:lnTo>
                <a:lnTo>
                  <a:pt x="1397780" y="14784"/>
                </a:lnTo>
                <a:lnTo>
                  <a:pt x="1399543" y="14734"/>
                </a:lnTo>
                <a:lnTo>
                  <a:pt x="1401307" y="14686"/>
                </a:lnTo>
                <a:lnTo>
                  <a:pt x="1400937" y="463"/>
                </a:lnTo>
                <a:lnTo>
                  <a:pt x="1399151" y="511"/>
                </a:lnTo>
                <a:lnTo>
                  <a:pt x="1397365" y="562"/>
                </a:lnTo>
                <a:lnTo>
                  <a:pt x="1395579" y="615"/>
                </a:lnTo>
                <a:lnTo>
                  <a:pt x="1393793" y="672"/>
                </a:lnTo>
                <a:lnTo>
                  <a:pt x="1392007" y="731"/>
                </a:lnTo>
                <a:lnTo>
                  <a:pt x="1390221" y="793"/>
                </a:lnTo>
                <a:lnTo>
                  <a:pt x="1388434" y="858"/>
                </a:lnTo>
                <a:lnTo>
                  <a:pt x="1386648" y="926"/>
                </a:lnTo>
                <a:lnTo>
                  <a:pt x="1384862" y="997"/>
                </a:lnTo>
                <a:lnTo>
                  <a:pt x="1383076" y="1070"/>
                </a:lnTo>
                <a:lnTo>
                  <a:pt x="1381290" y="1147"/>
                </a:lnTo>
                <a:lnTo>
                  <a:pt x="1379504" y="1226"/>
                </a:lnTo>
                <a:lnTo>
                  <a:pt x="1377718" y="1308"/>
                </a:lnTo>
                <a:lnTo>
                  <a:pt x="1375932" y="1393"/>
                </a:lnTo>
                <a:lnTo>
                  <a:pt x="1374146" y="1481"/>
                </a:lnTo>
                <a:lnTo>
                  <a:pt x="1372359" y="1572"/>
                </a:lnTo>
                <a:lnTo>
                  <a:pt x="1370573" y="1666"/>
                </a:lnTo>
                <a:lnTo>
                  <a:pt x="1368787" y="1762"/>
                </a:lnTo>
                <a:lnTo>
                  <a:pt x="1367001" y="1861"/>
                </a:lnTo>
                <a:lnTo>
                  <a:pt x="1365215" y="1964"/>
                </a:lnTo>
                <a:lnTo>
                  <a:pt x="1363429" y="2069"/>
                </a:lnTo>
                <a:lnTo>
                  <a:pt x="1361643" y="2177"/>
                </a:lnTo>
                <a:lnTo>
                  <a:pt x="1359856" y="2288"/>
                </a:lnTo>
                <a:lnTo>
                  <a:pt x="1358070" y="2401"/>
                </a:lnTo>
                <a:lnTo>
                  <a:pt x="1358985" y="16599"/>
                </a:lnTo>
                <a:lnTo>
                  <a:pt x="1360749" y="16487"/>
                </a:lnTo>
                <a:lnTo>
                  <a:pt x="1362512" y="16378"/>
                </a:lnTo>
                <a:lnTo>
                  <a:pt x="1364275" y="16271"/>
                </a:lnTo>
                <a:lnTo>
                  <a:pt x="1366039" y="16167"/>
                </a:lnTo>
                <a:lnTo>
                  <a:pt x="1367802" y="16067"/>
                </a:lnTo>
                <a:lnTo>
                  <a:pt x="1369566" y="15968"/>
                </a:lnTo>
                <a:close/>
                <a:moveTo>
                  <a:pt x="1538856" y="19713"/>
                </a:moveTo>
                <a:lnTo>
                  <a:pt x="1540620" y="19889"/>
                </a:lnTo>
                <a:lnTo>
                  <a:pt x="1542384" y="20068"/>
                </a:lnTo>
                <a:lnTo>
                  <a:pt x="1544147" y="20250"/>
                </a:lnTo>
                <a:lnTo>
                  <a:pt x="1545911" y="20435"/>
                </a:lnTo>
                <a:lnTo>
                  <a:pt x="1547674" y="20622"/>
                </a:lnTo>
                <a:lnTo>
                  <a:pt x="1549438" y="20812"/>
                </a:lnTo>
                <a:lnTo>
                  <a:pt x="1551202" y="21006"/>
                </a:lnTo>
                <a:lnTo>
                  <a:pt x="1552965" y="21201"/>
                </a:lnTo>
                <a:lnTo>
                  <a:pt x="1554729" y="21400"/>
                </a:lnTo>
                <a:lnTo>
                  <a:pt x="1556492" y="21602"/>
                </a:lnTo>
                <a:lnTo>
                  <a:pt x="1558256" y="21806"/>
                </a:lnTo>
                <a:lnTo>
                  <a:pt x="1560020" y="22013"/>
                </a:lnTo>
                <a:lnTo>
                  <a:pt x="1561783" y="22223"/>
                </a:lnTo>
                <a:lnTo>
                  <a:pt x="1563547" y="22436"/>
                </a:lnTo>
                <a:lnTo>
                  <a:pt x="1565310" y="22652"/>
                </a:lnTo>
                <a:lnTo>
                  <a:pt x="1567074" y="22870"/>
                </a:lnTo>
                <a:lnTo>
                  <a:pt x="1568837" y="23092"/>
                </a:lnTo>
                <a:lnTo>
                  <a:pt x="1570601" y="23316"/>
                </a:lnTo>
                <a:lnTo>
                  <a:pt x="1572405" y="9203"/>
                </a:lnTo>
                <a:lnTo>
                  <a:pt x="1570619" y="8976"/>
                </a:lnTo>
                <a:lnTo>
                  <a:pt x="1568833" y="8752"/>
                </a:lnTo>
                <a:lnTo>
                  <a:pt x="1567047" y="8531"/>
                </a:lnTo>
                <a:lnTo>
                  <a:pt x="1565261" y="8312"/>
                </a:lnTo>
                <a:lnTo>
                  <a:pt x="1563475" y="8097"/>
                </a:lnTo>
                <a:lnTo>
                  <a:pt x="1561689" y="7884"/>
                </a:lnTo>
                <a:lnTo>
                  <a:pt x="1559903" y="7674"/>
                </a:lnTo>
                <a:lnTo>
                  <a:pt x="1558117" y="7467"/>
                </a:lnTo>
                <a:lnTo>
                  <a:pt x="1556331" y="7263"/>
                </a:lnTo>
                <a:lnTo>
                  <a:pt x="1554545" y="7062"/>
                </a:lnTo>
                <a:lnTo>
                  <a:pt x="1552759" y="6864"/>
                </a:lnTo>
                <a:lnTo>
                  <a:pt x="1550973" y="6668"/>
                </a:lnTo>
                <a:lnTo>
                  <a:pt x="1549187" y="6475"/>
                </a:lnTo>
                <a:lnTo>
                  <a:pt x="1547401" y="6286"/>
                </a:lnTo>
                <a:lnTo>
                  <a:pt x="1545615" y="6099"/>
                </a:lnTo>
                <a:lnTo>
                  <a:pt x="1543829" y="5915"/>
                </a:lnTo>
                <a:lnTo>
                  <a:pt x="1542043" y="5733"/>
                </a:lnTo>
                <a:lnTo>
                  <a:pt x="1540257" y="5555"/>
                </a:lnTo>
                <a:lnTo>
                  <a:pt x="1538471" y="5380"/>
                </a:lnTo>
                <a:lnTo>
                  <a:pt x="1536685" y="5207"/>
                </a:lnTo>
                <a:lnTo>
                  <a:pt x="1534899" y="5037"/>
                </a:lnTo>
                <a:lnTo>
                  <a:pt x="1533113" y="4870"/>
                </a:lnTo>
                <a:lnTo>
                  <a:pt x="1531327" y="4706"/>
                </a:lnTo>
                <a:lnTo>
                  <a:pt x="1529541" y="4545"/>
                </a:lnTo>
                <a:lnTo>
                  <a:pt x="1528274" y="18716"/>
                </a:lnTo>
                <a:lnTo>
                  <a:pt x="1530038" y="18875"/>
                </a:lnTo>
                <a:lnTo>
                  <a:pt x="1531801" y="19037"/>
                </a:lnTo>
                <a:lnTo>
                  <a:pt x="1533565" y="19202"/>
                </a:lnTo>
                <a:lnTo>
                  <a:pt x="1535329" y="19370"/>
                </a:lnTo>
                <a:lnTo>
                  <a:pt x="1537092" y="19540"/>
                </a:lnTo>
                <a:lnTo>
                  <a:pt x="1538856" y="19713"/>
                </a:lnTo>
                <a:close/>
                <a:moveTo>
                  <a:pt x="1285086" y="23843"/>
                </a:moveTo>
                <a:lnTo>
                  <a:pt x="1286840" y="23614"/>
                </a:lnTo>
                <a:lnTo>
                  <a:pt x="1288594" y="23387"/>
                </a:lnTo>
                <a:lnTo>
                  <a:pt x="1290348" y="23163"/>
                </a:lnTo>
                <a:lnTo>
                  <a:pt x="1292103" y="22942"/>
                </a:lnTo>
                <a:lnTo>
                  <a:pt x="1293857" y="22724"/>
                </a:lnTo>
                <a:lnTo>
                  <a:pt x="1295611" y="22509"/>
                </a:lnTo>
                <a:lnTo>
                  <a:pt x="1297365" y="22296"/>
                </a:lnTo>
                <a:lnTo>
                  <a:pt x="1299120" y="22086"/>
                </a:lnTo>
                <a:lnTo>
                  <a:pt x="1300874" y="21879"/>
                </a:lnTo>
                <a:lnTo>
                  <a:pt x="1302628" y="21675"/>
                </a:lnTo>
                <a:lnTo>
                  <a:pt x="1304382" y="21473"/>
                </a:lnTo>
                <a:lnTo>
                  <a:pt x="1306137" y="21274"/>
                </a:lnTo>
                <a:lnTo>
                  <a:pt x="1307891" y="21078"/>
                </a:lnTo>
                <a:lnTo>
                  <a:pt x="1309645" y="20885"/>
                </a:lnTo>
                <a:lnTo>
                  <a:pt x="1311400" y="20695"/>
                </a:lnTo>
                <a:lnTo>
                  <a:pt x="1313154" y="20508"/>
                </a:lnTo>
                <a:lnTo>
                  <a:pt x="1314908" y="20323"/>
                </a:lnTo>
                <a:lnTo>
                  <a:pt x="1316662" y="20141"/>
                </a:lnTo>
                <a:lnTo>
                  <a:pt x="1315205" y="5988"/>
                </a:lnTo>
                <a:lnTo>
                  <a:pt x="1313429" y="6172"/>
                </a:lnTo>
                <a:lnTo>
                  <a:pt x="1311653" y="6359"/>
                </a:lnTo>
                <a:lnTo>
                  <a:pt x="1309876" y="6549"/>
                </a:lnTo>
                <a:lnTo>
                  <a:pt x="1308100" y="6742"/>
                </a:lnTo>
                <a:lnTo>
                  <a:pt x="1306324" y="6937"/>
                </a:lnTo>
                <a:lnTo>
                  <a:pt x="1304547" y="7136"/>
                </a:lnTo>
                <a:lnTo>
                  <a:pt x="1302771" y="7337"/>
                </a:lnTo>
                <a:lnTo>
                  <a:pt x="1300995" y="7541"/>
                </a:lnTo>
                <a:lnTo>
                  <a:pt x="1299218" y="7748"/>
                </a:lnTo>
                <a:lnTo>
                  <a:pt x="1297442" y="7957"/>
                </a:lnTo>
                <a:lnTo>
                  <a:pt x="1295666" y="8170"/>
                </a:lnTo>
                <a:lnTo>
                  <a:pt x="1293889" y="8385"/>
                </a:lnTo>
                <a:lnTo>
                  <a:pt x="1292113" y="8604"/>
                </a:lnTo>
                <a:lnTo>
                  <a:pt x="1290336" y="8825"/>
                </a:lnTo>
                <a:lnTo>
                  <a:pt x="1288560" y="9048"/>
                </a:lnTo>
                <a:lnTo>
                  <a:pt x="1286784" y="9275"/>
                </a:lnTo>
                <a:lnTo>
                  <a:pt x="1285007" y="9505"/>
                </a:lnTo>
                <a:lnTo>
                  <a:pt x="1283231" y="9737"/>
                </a:lnTo>
                <a:lnTo>
                  <a:pt x="1281454" y="9972"/>
                </a:lnTo>
                <a:lnTo>
                  <a:pt x="1279678" y="10210"/>
                </a:lnTo>
                <a:lnTo>
                  <a:pt x="1277901" y="10451"/>
                </a:lnTo>
                <a:lnTo>
                  <a:pt x="1276125" y="10695"/>
                </a:lnTo>
                <a:lnTo>
                  <a:pt x="1274348" y="10941"/>
                </a:lnTo>
                <a:lnTo>
                  <a:pt x="1272572" y="11191"/>
                </a:lnTo>
                <a:lnTo>
                  <a:pt x="1274560" y="25279"/>
                </a:lnTo>
                <a:lnTo>
                  <a:pt x="1276314" y="25033"/>
                </a:lnTo>
                <a:lnTo>
                  <a:pt x="1278069" y="24789"/>
                </a:lnTo>
                <a:lnTo>
                  <a:pt x="1279823" y="24549"/>
                </a:lnTo>
                <a:lnTo>
                  <a:pt x="1281577" y="24311"/>
                </a:lnTo>
                <a:lnTo>
                  <a:pt x="1283331" y="24076"/>
                </a:lnTo>
                <a:lnTo>
                  <a:pt x="1285086" y="23843"/>
                </a:lnTo>
                <a:close/>
                <a:moveTo>
                  <a:pt x="1622675" y="31209"/>
                </a:moveTo>
                <a:lnTo>
                  <a:pt x="1624411" y="31515"/>
                </a:lnTo>
                <a:lnTo>
                  <a:pt x="1626146" y="31823"/>
                </a:lnTo>
                <a:lnTo>
                  <a:pt x="1627882" y="32134"/>
                </a:lnTo>
                <a:lnTo>
                  <a:pt x="1629618" y="32448"/>
                </a:lnTo>
                <a:lnTo>
                  <a:pt x="1631353" y="32764"/>
                </a:lnTo>
                <a:lnTo>
                  <a:pt x="1633089" y="33084"/>
                </a:lnTo>
                <a:lnTo>
                  <a:pt x="1634825" y="33406"/>
                </a:lnTo>
                <a:lnTo>
                  <a:pt x="1636560" y="33730"/>
                </a:lnTo>
                <a:lnTo>
                  <a:pt x="1638296" y="34058"/>
                </a:lnTo>
                <a:lnTo>
                  <a:pt x="1640031" y="34388"/>
                </a:lnTo>
                <a:lnTo>
                  <a:pt x="1641767" y="34721"/>
                </a:lnTo>
                <a:lnTo>
                  <a:pt x="1643503" y="35056"/>
                </a:lnTo>
                <a:lnTo>
                  <a:pt x="1645238" y="35395"/>
                </a:lnTo>
                <a:lnTo>
                  <a:pt x="1646974" y="35736"/>
                </a:lnTo>
                <a:lnTo>
                  <a:pt x="1648709" y="36080"/>
                </a:lnTo>
                <a:lnTo>
                  <a:pt x="1650445" y="36426"/>
                </a:lnTo>
                <a:lnTo>
                  <a:pt x="1652181" y="36776"/>
                </a:lnTo>
                <a:lnTo>
                  <a:pt x="1653916" y="37128"/>
                </a:lnTo>
                <a:lnTo>
                  <a:pt x="1656756" y="23186"/>
                </a:lnTo>
                <a:lnTo>
                  <a:pt x="1654999" y="22830"/>
                </a:lnTo>
                <a:lnTo>
                  <a:pt x="1653242" y="22476"/>
                </a:lnTo>
                <a:lnTo>
                  <a:pt x="1651485" y="22125"/>
                </a:lnTo>
                <a:lnTo>
                  <a:pt x="1649728" y="21777"/>
                </a:lnTo>
                <a:lnTo>
                  <a:pt x="1647971" y="21432"/>
                </a:lnTo>
                <a:lnTo>
                  <a:pt x="1646214" y="21089"/>
                </a:lnTo>
                <a:lnTo>
                  <a:pt x="1644457" y="20750"/>
                </a:lnTo>
                <a:lnTo>
                  <a:pt x="1642700" y="20413"/>
                </a:lnTo>
                <a:lnTo>
                  <a:pt x="1640943" y="20078"/>
                </a:lnTo>
                <a:lnTo>
                  <a:pt x="1639186" y="19747"/>
                </a:lnTo>
                <a:lnTo>
                  <a:pt x="1637429" y="19418"/>
                </a:lnTo>
                <a:lnTo>
                  <a:pt x="1635672" y="19092"/>
                </a:lnTo>
                <a:lnTo>
                  <a:pt x="1633915" y="18769"/>
                </a:lnTo>
                <a:lnTo>
                  <a:pt x="1632158" y="18449"/>
                </a:lnTo>
                <a:lnTo>
                  <a:pt x="1630401" y="18131"/>
                </a:lnTo>
                <a:lnTo>
                  <a:pt x="1628644" y="17816"/>
                </a:lnTo>
                <a:lnTo>
                  <a:pt x="1626887" y="17504"/>
                </a:lnTo>
                <a:lnTo>
                  <a:pt x="1625130" y="17195"/>
                </a:lnTo>
                <a:lnTo>
                  <a:pt x="1623373" y="16889"/>
                </a:lnTo>
                <a:lnTo>
                  <a:pt x="1621616" y="16585"/>
                </a:lnTo>
                <a:lnTo>
                  <a:pt x="1619859" y="16284"/>
                </a:lnTo>
                <a:lnTo>
                  <a:pt x="1618102" y="15986"/>
                </a:lnTo>
                <a:lnTo>
                  <a:pt x="1616345" y="15690"/>
                </a:lnTo>
                <a:lnTo>
                  <a:pt x="1614588" y="15398"/>
                </a:lnTo>
                <a:lnTo>
                  <a:pt x="1612261" y="29434"/>
                </a:lnTo>
                <a:lnTo>
                  <a:pt x="1613996" y="29723"/>
                </a:lnTo>
                <a:lnTo>
                  <a:pt x="1615732" y="30015"/>
                </a:lnTo>
                <a:lnTo>
                  <a:pt x="1617468" y="30309"/>
                </a:lnTo>
                <a:lnTo>
                  <a:pt x="1619204" y="30607"/>
                </a:lnTo>
                <a:lnTo>
                  <a:pt x="1620939" y="30907"/>
                </a:lnTo>
                <a:lnTo>
                  <a:pt x="1622675" y="31209"/>
                </a:lnTo>
                <a:close/>
                <a:moveTo>
                  <a:pt x="1201665" y="37984"/>
                </a:moveTo>
                <a:lnTo>
                  <a:pt x="1203401" y="37626"/>
                </a:lnTo>
                <a:lnTo>
                  <a:pt x="1205136" y="37270"/>
                </a:lnTo>
                <a:lnTo>
                  <a:pt x="1206872" y="36917"/>
                </a:lnTo>
                <a:lnTo>
                  <a:pt x="1208608" y="36566"/>
                </a:lnTo>
                <a:lnTo>
                  <a:pt x="1210344" y="36218"/>
                </a:lnTo>
                <a:lnTo>
                  <a:pt x="1212079" y="35873"/>
                </a:lnTo>
                <a:lnTo>
                  <a:pt x="1213815" y="35531"/>
                </a:lnTo>
                <a:lnTo>
                  <a:pt x="1215551" y="35192"/>
                </a:lnTo>
                <a:lnTo>
                  <a:pt x="1217287" y="34855"/>
                </a:lnTo>
                <a:lnTo>
                  <a:pt x="1219022" y="34521"/>
                </a:lnTo>
                <a:lnTo>
                  <a:pt x="1220758" y="34190"/>
                </a:lnTo>
                <a:lnTo>
                  <a:pt x="1222494" y="33861"/>
                </a:lnTo>
                <a:lnTo>
                  <a:pt x="1224230" y="33535"/>
                </a:lnTo>
                <a:lnTo>
                  <a:pt x="1225965" y="33212"/>
                </a:lnTo>
                <a:lnTo>
                  <a:pt x="1227701" y="32892"/>
                </a:lnTo>
                <a:lnTo>
                  <a:pt x="1229437" y="32574"/>
                </a:lnTo>
                <a:lnTo>
                  <a:pt x="1231173" y="32259"/>
                </a:lnTo>
                <a:lnTo>
                  <a:pt x="1232909" y="31947"/>
                </a:lnTo>
                <a:lnTo>
                  <a:pt x="1230401" y="17942"/>
                </a:lnTo>
                <a:lnTo>
                  <a:pt x="1228645" y="18258"/>
                </a:lnTo>
                <a:lnTo>
                  <a:pt x="1226888" y="18577"/>
                </a:lnTo>
                <a:lnTo>
                  <a:pt x="1225131" y="18898"/>
                </a:lnTo>
                <a:lnTo>
                  <a:pt x="1223374" y="19223"/>
                </a:lnTo>
                <a:lnTo>
                  <a:pt x="1221618" y="19550"/>
                </a:lnTo>
                <a:lnTo>
                  <a:pt x="1219861" y="19879"/>
                </a:lnTo>
                <a:lnTo>
                  <a:pt x="1218104" y="20212"/>
                </a:lnTo>
                <a:lnTo>
                  <a:pt x="1216347" y="20547"/>
                </a:lnTo>
                <a:lnTo>
                  <a:pt x="1214590" y="20885"/>
                </a:lnTo>
                <a:lnTo>
                  <a:pt x="1212833" y="21226"/>
                </a:lnTo>
                <a:lnTo>
                  <a:pt x="1211077" y="21570"/>
                </a:lnTo>
                <a:lnTo>
                  <a:pt x="1209320" y="21916"/>
                </a:lnTo>
                <a:lnTo>
                  <a:pt x="1207563" y="22265"/>
                </a:lnTo>
                <a:lnTo>
                  <a:pt x="1205806" y="22617"/>
                </a:lnTo>
                <a:lnTo>
                  <a:pt x="1204049" y="22972"/>
                </a:lnTo>
                <a:lnTo>
                  <a:pt x="1202292" y="23329"/>
                </a:lnTo>
                <a:lnTo>
                  <a:pt x="1200535" y="23690"/>
                </a:lnTo>
                <a:lnTo>
                  <a:pt x="1198778" y="24053"/>
                </a:lnTo>
                <a:lnTo>
                  <a:pt x="1197021" y="24418"/>
                </a:lnTo>
                <a:lnTo>
                  <a:pt x="1195264" y="24787"/>
                </a:lnTo>
                <a:lnTo>
                  <a:pt x="1193507" y="25158"/>
                </a:lnTo>
                <a:lnTo>
                  <a:pt x="1191750" y="25532"/>
                </a:lnTo>
                <a:lnTo>
                  <a:pt x="1189993" y="25909"/>
                </a:lnTo>
                <a:lnTo>
                  <a:pt x="1188236" y="26289"/>
                </a:lnTo>
                <a:lnTo>
                  <a:pt x="1191251" y="40193"/>
                </a:lnTo>
                <a:lnTo>
                  <a:pt x="1192987" y="39818"/>
                </a:lnTo>
                <a:lnTo>
                  <a:pt x="1194722" y="39446"/>
                </a:lnTo>
                <a:lnTo>
                  <a:pt x="1196458" y="39077"/>
                </a:lnTo>
                <a:lnTo>
                  <a:pt x="1198194" y="38710"/>
                </a:lnTo>
                <a:lnTo>
                  <a:pt x="1199929" y="38346"/>
                </a:lnTo>
                <a:lnTo>
                  <a:pt x="1201665" y="37984"/>
                </a:lnTo>
                <a:close/>
                <a:moveTo>
                  <a:pt x="1117374" y="57912"/>
                </a:moveTo>
                <a:lnTo>
                  <a:pt x="1119026" y="57529"/>
                </a:lnTo>
                <a:lnTo>
                  <a:pt x="1120677" y="57144"/>
                </a:lnTo>
                <a:lnTo>
                  <a:pt x="1122329" y="56757"/>
                </a:lnTo>
                <a:lnTo>
                  <a:pt x="1123980" y="56368"/>
                </a:lnTo>
                <a:lnTo>
                  <a:pt x="1125631" y="55975"/>
                </a:lnTo>
                <a:lnTo>
                  <a:pt x="1127283" y="55581"/>
                </a:lnTo>
                <a:lnTo>
                  <a:pt x="1128934" y="55184"/>
                </a:lnTo>
                <a:lnTo>
                  <a:pt x="1130585" y="54784"/>
                </a:lnTo>
                <a:lnTo>
                  <a:pt x="1132237" y="54383"/>
                </a:lnTo>
                <a:lnTo>
                  <a:pt x="1133888" y="53978"/>
                </a:lnTo>
                <a:lnTo>
                  <a:pt x="1135539" y="53571"/>
                </a:lnTo>
                <a:lnTo>
                  <a:pt x="1137190" y="53162"/>
                </a:lnTo>
                <a:lnTo>
                  <a:pt x="1138841" y="52751"/>
                </a:lnTo>
                <a:lnTo>
                  <a:pt x="1140492" y="52337"/>
                </a:lnTo>
                <a:lnTo>
                  <a:pt x="1142143" y="51920"/>
                </a:lnTo>
                <a:lnTo>
                  <a:pt x="1143794" y="51501"/>
                </a:lnTo>
                <a:lnTo>
                  <a:pt x="1145445" y="51080"/>
                </a:lnTo>
                <a:lnTo>
                  <a:pt x="1147096" y="50656"/>
                </a:lnTo>
                <a:lnTo>
                  <a:pt x="1149596" y="50016"/>
                </a:lnTo>
                <a:lnTo>
                  <a:pt x="1146068" y="36233"/>
                </a:lnTo>
                <a:lnTo>
                  <a:pt x="1143548" y="36877"/>
                </a:lnTo>
                <a:lnTo>
                  <a:pt x="1141916" y="37296"/>
                </a:lnTo>
                <a:lnTo>
                  <a:pt x="1140283" y="37713"/>
                </a:lnTo>
                <a:lnTo>
                  <a:pt x="1138651" y="38127"/>
                </a:lnTo>
                <a:lnTo>
                  <a:pt x="1137019" y="38539"/>
                </a:lnTo>
                <a:lnTo>
                  <a:pt x="1135387" y="38949"/>
                </a:lnTo>
                <a:lnTo>
                  <a:pt x="1133755" y="39356"/>
                </a:lnTo>
                <a:lnTo>
                  <a:pt x="1132123" y="39760"/>
                </a:lnTo>
                <a:lnTo>
                  <a:pt x="1130491" y="40162"/>
                </a:lnTo>
                <a:lnTo>
                  <a:pt x="1128859" y="40562"/>
                </a:lnTo>
                <a:lnTo>
                  <a:pt x="1127227" y="40959"/>
                </a:lnTo>
                <a:lnTo>
                  <a:pt x="1125595" y="41354"/>
                </a:lnTo>
                <a:lnTo>
                  <a:pt x="1123963" y="41746"/>
                </a:lnTo>
                <a:lnTo>
                  <a:pt x="1122331" y="42136"/>
                </a:lnTo>
                <a:lnTo>
                  <a:pt x="1120699" y="42524"/>
                </a:lnTo>
                <a:lnTo>
                  <a:pt x="1119067" y="42909"/>
                </a:lnTo>
                <a:lnTo>
                  <a:pt x="1117436" y="43291"/>
                </a:lnTo>
                <a:lnTo>
                  <a:pt x="1115804" y="43671"/>
                </a:lnTo>
                <a:lnTo>
                  <a:pt x="1114172" y="44049"/>
                </a:lnTo>
                <a:lnTo>
                  <a:pt x="1112541" y="44424"/>
                </a:lnTo>
                <a:lnTo>
                  <a:pt x="1110909" y="44797"/>
                </a:lnTo>
                <a:lnTo>
                  <a:pt x="1109278" y="45168"/>
                </a:lnTo>
                <a:lnTo>
                  <a:pt x="1107646" y="45536"/>
                </a:lnTo>
                <a:lnTo>
                  <a:pt x="1106015" y="45901"/>
                </a:lnTo>
                <a:lnTo>
                  <a:pt x="1104383" y="46264"/>
                </a:lnTo>
                <a:lnTo>
                  <a:pt x="1107464" y="60154"/>
                </a:lnTo>
                <a:lnTo>
                  <a:pt x="1109116" y="59787"/>
                </a:lnTo>
                <a:lnTo>
                  <a:pt x="1110767" y="59416"/>
                </a:lnTo>
                <a:lnTo>
                  <a:pt x="1112419" y="59044"/>
                </a:lnTo>
                <a:lnTo>
                  <a:pt x="1114071" y="58669"/>
                </a:lnTo>
                <a:lnTo>
                  <a:pt x="1115722" y="58291"/>
                </a:lnTo>
                <a:lnTo>
                  <a:pt x="1117374" y="57912"/>
                </a:lnTo>
                <a:close/>
                <a:moveTo>
                  <a:pt x="1714038" y="36324"/>
                </a:moveTo>
                <a:lnTo>
                  <a:pt x="1713318" y="36140"/>
                </a:lnTo>
                <a:lnTo>
                  <a:pt x="1712598" y="35957"/>
                </a:lnTo>
                <a:lnTo>
                  <a:pt x="1711878" y="35775"/>
                </a:lnTo>
                <a:lnTo>
                  <a:pt x="1711158" y="35593"/>
                </a:lnTo>
                <a:lnTo>
                  <a:pt x="1710438" y="35411"/>
                </a:lnTo>
                <a:lnTo>
                  <a:pt x="1709718" y="35230"/>
                </a:lnTo>
                <a:lnTo>
                  <a:pt x="1708998" y="35050"/>
                </a:lnTo>
                <a:lnTo>
                  <a:pt x="1708278" y="34870"/>
                </a:lnTo>
                <a:lnTo>
                  <a:pt x="1707558" y="34690"/>
                </a:lnTo>
                <a:lnTo>
                  <a:pt x="1706838" y="34511"/>
                </a:lnTo>
                <a:lnTo>
                  <a:pt x="1706118" y="34332"/>
                </a:lnTo>
                <a:lnTo>
                  <a:pt x="1705397" y="34154"/>
                </a:lnTo>
                <a:lnTo>
                  <a:pt x="1704677" y="33976"/>
                </a:lnTo>
                <a:lnTo>
                  <a:pt x="1703957" y="33798"/>
                </a:lnTo>
                <a:lnTo>
                  <a:pt x="1703237" y="33621"/>
                </a:lnTo>
                <a:lnTo>
                  <a:pt x="1702517" y="33445"/>
                </a:lnTo>
                <a:lnTo>
                  <a:pt x="1701797" y="33269"/>
                </a:lnTo>
                <a:lnTo>
                  <a:pt x="1701077" y="33093"/>
                </a:lnTo>
                <a:lnTo>
                  <a:pt x="1700357" y="32918"/>
                </a:lnTo>
                <a:lnTo>
                  <a:pt x="1699637" y="32744"/>
                </a:lnTo>
                <a:lnTo>
                  <a:pt x="1698917" y="32570"/>
                </a:lnTo>
                <a:lnTo>
                  <a:pt x="1695578" y="46400"/>
                </a:lnTo>
                <a:lnTo>
                  <a:pt x="1696289" y="46572"/>
                </a:lnTo>
                <a:lnTo>
                  <a:pt x="1697000" y="46744"/>
                </a:lnTo>
                <a:lnTo>
                  <a:pt x="1697712" y="46917"/>
                </a:lnTo>
                <a:lnTo>
                  <a:pt x="1698423" y="47091"/>
                </a:lnTo>
                <a:lnTo>
                  <a:pt x="1699135" y="47265"/>
                </a:lnTo>
                <a:lnTo>
                  <a:pt x="1699846" y="47439"/>
                </a:lnTo>
                <a:lnTo>
                  <a:pt x="1700558" y="47614"/>
                </a:lnTo>
                <a:lnTo>
                  <a:pt x="1701269" y="47789"/>
                </a:lnTo>
                <a:lnTo>
                  <a:pt x="1701981" y="47965"/>
                </a:lnTo>
                <a:lnTo>
                  <a:pt x="1702692" y="48141"/>
                </a:lnTo>
                <a:lnTo>
                  <a:pt x="1703404" y="48318"/>
                </a:lnTo>
                <a:lnTo>
                  <a:pt x="1704116" y="48495"/>
                </a:lnTo>
                <a:lnTo>
                  <a:pt x="1704827" y="48672"/>
                </a:lnTo>
                <a:lnTo>
                  <a:pt x="1705539" y="48850"/>
                </a:lnTo>
                <a:lnTo>
                  <a:pt x="1706251" y="49029"/>
                </a:lnTo>
                <a:lnTo>
                  <a:pt x="1706962" y="49208"/>
                </a:lnTo>
                <a:lnTo>
                  <a:pt x="1707312" y="49296"/>
                </a:lnTo>
                <a:lnTo>
                  <a:pt x="1707312" y="68954"/>
                </a:lnTo>
                <a:lnTo>
                  <a:pt x="1721540" y="68954"/>
                </a:lnTo>
                <a:lnTo>
                  <a:pt x="1721540" y="38250"/>
                </a:lnTo>
                <a:lnTo>
                  <a:pt x="1716197" y="36877"/>
                </a:lnTo>
                <a:lnTo>
                  <a:pt x="1715477" y="36692"/>
                </a:lnTo>
                <a:lnTo>
                  <a:pt x="1714758" y="36507"/>
                </a:lnTo>
                <a:lnTo>
                  <a:pt x="1714038" y="36324"/>
                </a:lnTo>
                <a:close/>
                <a:moveTo>
                  <a:pt x="1033678" y="74075"/>
                </a:moveTo>
                <a:lnTo>
                  <a:pt x="1035435" y="73800"/>
                </a:lnTo>
                <a:lnTo>
                  <a:pt x="1037192" y="73523"/>
                </a:lnTo>
                <a:lnTo>
                  <a:pt x="1038950" y="73243"/>
                </a:lnTo>
                <a:lnTo>
                  <a:pt x="1040707" y="72960"/>
                </a:lnTo>
                <a:lnTo>
                  <a:pt x="1042464" y="72674"/>
                </a:lnTo>
                <a:lnTo>
                  <a:pt x="1044221" y="72386"/>
                </a:lnTo>
                <a:lnTo>
                  <a:pt x="1045978" y="72095"/>
                </a:lnTo>
                <a:lnTo>
                  <a:pt x="1047735" y="71801"/>
                </a:lnTo>
                <a:lnTo>
                  <a:pt x="1049492" y="71504"/>
                </a:lnTo>
                <a:lnTo>
                  <a:pt x="1051248" y="71204"/>
                </a:lnTo>
                <a:lnTo>
                  <a:pt x="1053005" y="70902"/>
                </a:lnTo>
                <a:lnTo>
                  <a:pt x="1054762" y="70597"/>
                </a:lnTo>
                <a:lnTo>
                  <a:pt x="1056519" y="70289"/>
                </a:lnTo>
                <a:lnTo>
                  <a:pt x="1058276" y="69979"/>
                </a:lnTo>
                <a:lnTo>
                  <a:pt x="1060033" y="69665"/>
                </a:lnTo>
                <a:lnTo>
                  <a:pt x="1061789" y="69349"/>
                </a:lnTo>
                <a:lnTo>
                  <a:pt x="1063546" y="69030"/>
                </a:lnTo>
                <a:lnTo>
                  <a:pt x="1065303" y="68708"/>
                </a:lnTo>
                <a:lnTo>
                  <a:pt x="1062728" y="54715"/>
                </a:lnTo>
                <a:lnTo>
                  <a:pt x="1060992" y="55033"/>
                </a:lnTo>
                <a:lnTo>
                  <a:pt x="1059257" y="55348"/>
                </a:lnTo>
                <a:lnTo>
                  <a:pt x="1057521" y="55661"/>
                </a:lnTo>
                <a:lnTo>
                  <a:pt x="1055785" y="55970"/>
                </a:lnTo>
                <a:lnTo>
                  <a:pt x="1054050" y="56277"/>
                </a:lnTo>
                <a:lnTo>
                  <a:pt x="1052314" y="56581"/>
                </a:lnTo>
                <a:lnTo>
                  <a:pt x="1050579" y="56883"/>
                </a:lnTo>
                <a:lnTo>
                  <a:pt x="1048843" y="57181"/>
                </a:lnTo>
                <a:lnTo>
                  <a:pt x="1047108" y="57477"/>
                </a:lnTo>
                <a:lnTo>
                  <a:pt x="1045372" y="57770"/>
                </a:lnTo>
                <a:lnTo>
                  <a:pt x="1043637" y="58061"/>
                </a:lnTo>
                <a:lnTo>
                  <a:pt x="1041902" y="58348"/>
                </a:lnTo>
                <a:lnTo>
                  <a:pt x="1040166" y="58633"/>
                </a:lnTo>
                <a:lnTo>
                  <a:pt x="1038431" y="58916"/>
                </a:lnTo>
                <a:lnTo>
                  <a:pt x="1036696" y="59195"/>
                </a:lnTo>
                <a:lnTo>
                  <a:pt x="1034960" y="59472"/>
                </a:lnTo>
                <a:lnTo>
                  <a:pt x="1033225" y="59746"/>
                </a:lnTo>
                <a:lnTo>
                  <a:pt x="1031490" y="60017"/>
                </a:lnTo>
                <a:lnTo>
                  <a:pt x="1029755" y="60285"/>
                </a:lnTo>
                <a:lnTo>
                  <a:pt x="1028020" y="60551"/>
                </a:lnTo>
                <a:lnTo>
                  <a:pt x="1026285" y="60814"/>
                </a:lnTo>
                <a:lnTo>
                  <a:pt x="1024550" y="61074"/>
                </a:lnTo>
                <a:lnTo>
                  <a:pt x="1022815" y="61331"/>
                </a:lnTo>
                <a:lnTo>
                  <a:pt x="1021080" y="61586"/>
                </a:lnTo>
                <a:lnTo>
                  <a:pt x="1023134" y="75664"/>
                </a:lnTo>
                <a:lnTo>
                  <a:pt x="1024891" y="75406"/>
                </a:lnTo>
                <a:lnTo>
                  <a:pt x="1026649" y="75146"/>
                </a:lnTo>
                <a:lnTo>
                  <a:pt x="1028406" y="74882"/>
                </a:lnTo>
                <a:lnTo>
                  <a:pt x="1030164" y="74616"/>
                </a:lnTo>
                <a:lnTo>
                  <a:pt x="1031921" y="74347"/>
                </a:lnTo>
                <a:lnTo>
                  <a:pt x="1033678" y="74075"/>
                </a:lnTo>
                <a:close/>
                <a:moveTo>
                  <a:pt x="948437" y="84061"/>
                </a:moveTo>
                <a:lnTo>
                  <a:pt x="950223" y="83919"/>
                </a:lnTo>
                <a:lnTo>
                  <a:pt x="952010" y="83774"/>
                </a:lnTo>
                <a:lnTo>
                  <a:pt x="953796" y="83626"/>
                </a:lnTo>
                <a:lnTo>
                  <a:pt x="955582" y="83475"/>
                </a:lnTo>
                <a:lnTo>
                  <a:pt x="957368" y="83321"/>
                </a:lnTo>
                <a:lnTo>
                  <a:pt x="959154" y="83165"/>
                </a:lnTo>
                <a:lnTo>
                  <a:pt x="960940" y="83005"/>
                </a:lnTo>
                <a:lnTo>
                  <a:pt x="962726" y="82843"/>
                </a:lnTo>
                <a:lnTo>
                  <a:pt x="964512" y="82678"/>
                </a:lnTo>
                <a:lnTo>
                  <a:pt x="966298" y="82510"/>
                </a:lnTo>
                <a:lnTo>
                  <a:pt x="968085" y="82339"/>
                </a:lnTo>
                <a:lnTo>
                  <a:pt x="969871" y="82165"/>
                </a:lnTo>
                <a:lnTo>
                  <a:pt x="971657" y="81989"/>
                </a:lnTo>
                <a:lnTo>
                  <a:pt x="973443" y="81809"/>
                </a:lnTo>
                <a:lnTo>
                  <a:pt x="975229" y="81627"/>
                </a:lnTo>
                <a:lnTo>
                  <a:pt x="977015" y="81441"/>
                </a:lnTo>
                <a:lnTo>
                  <a:pt x="978800" y="81253"/>
                </a:lnTo>
                <a:lnTo>
                  <a:pt x="980586" y="81062"/>
                </a:lnTo>
                <a:lnTo>
                  <a:pt x="979061" y="66917"/>
                </a:lnTo>
                <a:lnTo>
                  <a:pt x="977298" y="67105"/>
                </a:lnTo>
                <a:lnTo>
                  <a:pt x="975534" y="67291"/>
                </a:lnTo>
                <a:lnTo>
                  <a:pt x="973771" y="67474"/>
                </a:lnTo>
                <a:lnTo>
                  <a:pt x="972007" y="67654"/>
                </a:lnTo>
                <a:lnTo>
                  <a:pt x="970244" y="67831"/>
                </a:lnTo>
                <a:lnTo>
                  <a:pt x="968480" y="68006"/>
                </a:lnTo>
                <a:lnTo>
                  <a:pt x="966717" y="68177"/>
                </a:lnTo>
                <a:lnTo>
                  <a:pt x="964953" y="68346"/>
                </a:lnTo>
                <a:lnTo>
                  <a:pt x="963190" y="68512"/>
                </a:lnTo>
                <a:lnTo>
                  <a:pt x="961427" y="68675"/>
                </a:lnTo>
                <a:lnTo>
                  <a:pt x="959663" y="68835"/>
                </a:lnTo>
                <a:lnTo>
                  <a:pt x="957900" y="68993"/>
                </a:lnTo>
                <a:lnTo>
                  <a:pt x="956136" y="69147"/>
                </a:lnTo>
                <a:lnTo>
                  <a:pt x="954373" y="69299"/>
                </a:lnTo>
                <a:lnTo>
                  <a:pt x="952610" y="69448"/>
                </a:lnTo>
                <a:lnTo>
                  <a:pt x="950846" y="69594"/>
                </a:lnTo>
                <a:lnTo>
                  <a:pt x="949083" y="69737"/>
                </a:lnTo>
                <a:lnTo>
                  <a:pt x="947319" y="69878"/>
                </a:lnTo>
                <a:lnTo>
                  <a:pt x="945556" y="70015"/>
                </a:lnTo>
                <a:lnTo>
                  <a:pt x="943793" y="70150"/>
                </a:lnTo>
                <a:lnTo>
                  <a:pt x="942029" y="70282"/>
                </a:lnTo>
                <a:lnTo>
                  <a:pt x="940266" y="70411"/>
                </a:lnTo>
                <a:lnTo>
                  <a:pt x="938503" y="70537"/>
                </a:lnTo>
                <a:lnTo>
                  <a:pt x="936739" y="70661"/>
                </a:lnTo>
                <a:lnTo>
                  <a:pt x="937720" y="84854"/>
                </a:lnTo>
                <a:lnTo>
                  <a:pt x="939506" y="84729"/>
                </a:lnTo>
                <a:lnTo>
                  <a:pt x="941292" y="84601"/>
                </a:lnTo>
                <a:lnTo>
                  <a:pt x="943079" y="84471"/>
                </a:lnTo>
                <a:lnTo>
                  <a:pt x="944865" y="84337"/>
                </a:lnTo>
                <a:lnTo>
                  <a:pt x="946651" y="84201"/>
                </a:lnTo>
                <a:lnTo>
                  <a:pt x="948437" y="84061"/>
                </a:lnTo>
                <a:close/>
                <a:moveTo>
                  <a:pt x="862701" y="87515"/>
                </a:moveTo>
                <a:lnTo>
                  <a:pt x="864487" y="87510"/>
                </a:lnTo>
                <a:lnTo>
                  <a:pt x="866274" y="87503"/>
                </a:lnTo>
                <a:lnTo>
                  <a:pt x="868060" y="87493"/>
                </a:lnTo>
                <a:lnTo>
                  <a:pt x="869846" y="87479"/>
                </a:lnTo>
                <a:lnTo>
                  <a:pt x="871632" y="87463"/>
                </a:lnTo>
                <a:lnTo>
                  <a:pt x="873418" y="87445"/>
                </a:lnTo>
                <a:lnTo>
                  <a:pt x="875205" y="87423"/>
                </a:lnTo>
                <a:lnTo>
                  <a:pt x="876991" y="87398"/>
                </a:lnTo>
                <a:lnTo>
                  <a:pt x="878777" y="87371"/>
                </a:lnTo>
                <a:lnTo>
                  <a:pt x="880563" y="87340"/>
                </a:lnTo>
                <a:lnTo>
                  <a:pt x="882350" y="87307"/>
                </a:lnTo>
                <a:lnTo>
                  <a:pt x="884136" y="87271"/>
                </a:lnTo>
                <a:lnTo>
                  <a:pt x="885922" y="87232"/>
                </a:lnTo>
                <a:lnTo>
                  <a:pt x="887709" y="87190"/>
                </a:lnTo>
                <a:lnTo>
                  <a:pt x="889495" y="87145"/>
                </a:lnTo>
                <a:lnTo>
                  <a:pt x="891281" y="87098"/>
                </a:lnTo>
                <a:lnTo>
                  <a:pt x="893067" y="87047"/>
                </a:lnTo>
                <a:lnTo>
                  <a:pt x="894854" y="86994"/>
                </a:lnTo>
                <a:lnTo>
                  <a:pt x="894417" y="72773"/>
                </a:lnTo>
                <a:lnTo>
                  <a:pt x="892654" y="72826"/>
                </a:lnTo>
                <a:lnTo>
                  <a:pt x="890891" y="72876"/>
                </a:lnTo>
                <a:lnTo>
                  <a:pt x="889127" y="72923"/>
                </a:lnTo>
                <a:lnTo>
                  <a:pt x="887364" y="72967"/>
                </a:lnTo>
                <a:lnTo>
                  <a:pt x="885601" y="73008"/>
                </a:lnTo>
                <a:lnTo>
                  <a:pt x="883838" y="73046"/>
                </a:lnTo>
                <a:lnTo>
                  <a:pt x="882074" y="73082"/>
                </a:lnTo>
                <a:lnTo>
                  <a:pt x="880311" y="73115"/>
                </a:lnTo>
                <a:lnTo>
                  <a:pt x="878548" y="73145"/>
                </a:lnTo>
                <a:lnTo>
                  <a:pt x="876785" y="73172"/>
                </a:lnTo>
                <a:lnTo>
                  <a:pt x="875021" y="73196"/>
                </a:lnTo>
                <a:lnTo>
                  <a:pt x="873258" y="73218"/>
                </a:lnTo>
                <a:lnTo>
                  <a:pt x="871495" y="73236"/>
                </a:lnTo>
                <a:lnTo>
                  <a:pt x="869731" y="73252"/>
                </a:lnTo>
                <a:lnTo>
                  <a:pt x="867968" y="73265"/>
                </a:lnTo>
                <a:lnTo>
                  <a:pt x="866204" y="73275"/>
                </a:lnTo>
                <a:lnTo>
                  <a:pt x="864441" y="73283"/>
                </a:lnTo>
                <a:lnTo>
                  <a:pt x="862678" y="73287"/>
                </a:lnTo>
                <a:lnTo>
                  <a:pt x="860914" y="73289"/>
                </a:lnTo>
                <a:lnTo>
                  <a:pt x="859151" y="73288"/>
                </a:lnTo>
                <a:lnTo>
                  <a:pt x="857387" y="73284"/>
                </a:lnTo>
                <a:lnTo>
                  <a:pt x="855624" y="73277"/>
                </a:lnTo>
                <a:lnTo>
                  <a:pt x="853860" y="73267"/>
                </a:lnTo>
                <a:lnTo>
                  <a:pt x="852097" y="73255"/>
                </a:lnTo>
                <a:lnTo>
                  <a:pt x="851984" y="87482"/>
                </a:lnTo>
                <a:lnTo>
                  <a:pt x="853770" y="87494"/>
                </a:lnTo>
                <a:lnTo>
                  <a:pt x="855556" y="87504"/>
                </a:lnTo>
                <a:lnTo>
                  <a:pt x="857343" y="87511"/>
                </a:lnTo>
                <a:lnTo>
                  <a:pt x="859129" y="87515"/>
                </a:lnTo>
                <a:lnTo>
                  <a:pt x="860915" y="87516"/>
                </a:lnTo>
                <a:lnTo>
                  <a:pt x="862701" y="87515"/>
                </a:lnTo>
                <a:close/>
                <a:moveTo>
                  <a:pt x="1721540" y="1264072"/>
                </a:moveTo>
                <a:lnTo>
                  <a:pt x="1721540" y="1221390"/>
                </a:lnTo>
                <a:lnTo>
                  <a:pt x="1707312" y="1221390"/>
                </a:lnTo>
                <a:lnTo>
                  <a:pt x="1707312" y="1264072"/>
                </a:lnTo>
                <a:lnTo>
                  <a:pt x="1721540" y="1264072"/>
                </a:lnTo>
                <a:close/>
                <a:moveTo>
                  <a:pt x="1721540" y="1349438"/>
                </a:moveTo>
                <a:lnTo>
                  <a:pt x="1721540" y="1306755"/>
                </a:lnTo>
                <a:lnTo>
                  <a:pt x="1707312" y="1306755"/>
                </a:lnTo>
                <a:lnTo>
                  <a:pt x="1707312" y="1349438"/>
                </a:lnTo>
                <a:lnTo>
                  <a:pt x="1721540" y="1349438"/>
                </a:lnTo>
                <a:close/>
                <a:moveTo>
                  <a:pt x="1721540" y="1434804"/>
                </a:moveTo>
                <a:lnTo>
                  <a:pt x="1721540" y="1392121"/>
                </a:lnTo>
                <a:lnTo>
                  <a:pt x="1707312" y="1392121"/>
                </a:lnTo>
                <a:lnTo>
                  <a:pt x="1707312" y="1434804"/>
                </a:lnTo>
                <a:lnTo>
                  <a:pt x="1721540" y="1434804"/>
                </a:lnTo>
                <a:close/>
                <a:moveTo>
                  <a:pt x="1721540" y="1477486"/>
                </a:moveTo>
                <a:lnTo>
                  <a:pt x="1707312" y="1477486"/>
                </a:lnTo>
                <a:lnTo>
                  <a:pt x="1707312" y="1520169"/>
                </a:lnTo>
                <a:lnTo>
                  <a:pt x="1721540" y="1520169"/>
                </a:lnTo>
                <a:lnTo>
                  <a:pt x="1721540" y="1477486"/>
                </a:lnTo>
                <a:close/>
                <a:moveTo>
                  <a:pt x="1721540" y="1562852"/>
                </a:moveTo>
                <a:lnTo>
                  <a:pt x="1707312" y="1562852"/>
                </a:lnTo>
                <a:lnTo>
                  <a:pt x="1707312" y="1605535"/>
                </a:lnTo>
                <a:lnTo>
                  <a:pt x="1721540" y="1605535"/>
                </a:lnTo>
                <a:lnTo>
                  <a:pt x="1721540" y="1562852"/>
                </a:lnTo>
                <a:close/>
                <a:moveTo>
                  <a:pt x="1721540" y="1690901"/>
                </a:moveTo>
                <a:lnTo>
                  <a:pt x="1721540" y="1648218"/>
                </a:lnTo>
                <a:lnTo>
                  <a:pt x="1707312" y="1648218"/>
                </a:lnTo>
                <a:lnTo>
                  <a:pt x="1707312" y="1690901"/>
                </a:lnTo>
                <a:lnTo>
                  <a:pt x="1721540" y="1690901"/>
                </a:lnTo>
                <a:close/>
                <a:moveTo>
                  <a:pt x="1721540" y="1776266"/>
                </a:moveTo>
                <a:lnTo>
                  <a:pt x="1721540" y="1733583"/>
                </a:lnTo>
                <a:lnTo>
                  <a:pt x="1707312" y="1733583"/>
                </a:lnTo>
                <a:lnTo>
                  <a:pt x="1707312" y="1776266"/>
                </a:lnTo>
                <a:lnTo>
                  <a:pt x="1721540" y="1776266"/>
                </a:lnTo>
                <a:close/>
                <a:moveTo>
                  <a:pt x="1721540" y="1861632"/>
                </a:moveTo>
                <a:lnTo>
                  <a:pt x="1721540" y="1818949"/>
                </a:lnTo>
                <a:lnTo>
                  <a:pt x="1707312" y="1818949"/>
                </a:lnTo>
                <a:lnTo>
                  <a:pt x="1707312" y="1861632"/>
                </a:lnTo>
                <a:lnTo>
                  <a:pt x="1721540" y="1861632"/>
                </a:lnTo>
                <a:close/>
                <a:moveTo>
                  <a:pt x="1721540" y="1946997"/>
                </a:moveTo>
                <a:lnTo>
                  <a:pt x="1721540" y="1904315"/>
                </a:lnTo>
                <a:lnTo>
                  <a:pt x="1707312" y="1904315"/>
                </a:lnTo>
                <a:lnTo>
                  <a:pt x="1707312" y="1946997"/>
                </a:lnTo>
                <a:lnTo>
                  <a:pt x="1721540" y="1946997"/>
                </a:lnTo>
                <a:close/>
                <a:moveTo>
                  <a:pt x="1721540" y="2032363"/>
                </a:moveTo>
                <a:lnTo>
                  <a:pt x="1721540" y="1989680"/>
                </a:lnTo>
                <a:lnTo>
                  <a:pt x="1707312" y="1989680"/>
                </a:lnTo>
                <a:lnTo>
                  <a:pt x="1707312" y="2032363"/>
                </a:lnTo>
                <a:lnTo>
                  <a:pt x="1721540" y="2032363"/>
                </a:lnTo>
                <a:close/>
                <a:moveTo>
                  <a:pt x="1721540" y="2203094"/>
                </a:moveTo>
                <a:lnTo>
                  <a:pt x="1721540" y="2160411"/>
                </a:lnTo>
                <a:lnTo>
                  <a:pt x="1707312" y="2160411"/>
                </a:lnTo>
                <a:lnTo>
                  <a:pt x="1707312" y="2203094"/>
                </a:lnTo>
                <a:lnTo>
                  <a:pt x="1721540" y="2203094"/>
                </a:lnTo>
                <a:close/>
                <a:moveTo>
                  <a:pt x="1721540" y="2886019"/>
                </a:moveTo>
                <a:lnTo>
                  <a:pt x="1721540" y="2843336"/>
                </a:lnTo>
                <a:lnTo>
                  <a:pt x="1707312" y="2843336"/>
                </a:lnTo>
                <a:lnTo>
                  <a:pt x="1707312" y="2886019"/>
                </a:lnTo>
                <a:lnTo>
                  <a:pt x="1721540" y="2886019"/>
                </a:lnTo>
                <a:close/>
                <a:moveTo>
                  <a:pt x="1444084" y="3988318"/>
                </a:moveTo>
                <a:lnTo>
                  <a:pt x="1442297" y="3988297"/>
                </a:lnTo>
                <a:lnTo>
                  <a:pt x="1440511" y="3988278"/>
                </a:lnTo>
                <a:lnTo>
                  <a:pt x="1438725" y="3988263"/>
                </a:lnTo>
                <a:lnTo>
                  <a:pt x="1436939" y="3988250"/>
                </a:lnTo>
                <a:lnTo>
                  <a:pt x="1435153" y="3988240"/>
                </a:lnTo>
                <a:lnTo>
                  <a:pt x="1433367" y="3988233"/>
                </a:lnTo>
                <a:lnTo>
                  <a:pt x="1431581" y="3988229"/>
                </a:lnTo>
                <a:lnTo>
                  <a:pt x="1429795" y="3988228"/>
                </a:lnTo>
                <a:lnTo>
                  <a:pt x="1428009" y="3988229"/>
                </a:lnTo>
                <a:lnTo>
                  <a:pt x="1426222" y="3988234"/>
                </a:lnTo>
                <a:lnTo>
                  <a:pt x="1424436" y="3988241"/>
                </a:lnTo>
                <a:lnTo>
                  <a:pt x="1422650" y="3988251"/>
                </a:lnTo>
                <a:lnTo>
                  <a:pt x="1420864" y="3988264"/>
                </a:lnTo>
                <a:lnTo>
                  <a:pt x="1419078" y="3988280"/>
                </a:lnTo>
                <a:lnTo>
                  <a:pt x="1417292" y="3988299"/>
                </a:lnTo>
                <a:lnTo>
                  <a:pt x="1415506" y="3988320"/>
                </a:lnTo>
                <a:lnTo>
                  <a:pt x="1413719" y="3988345"/>
                </a:lnTo>
                <a:lnTo>
                  <a:pt x="1411933" y="3988372"/>
                </a:lnTo>
                <a:lnTo>
                  <a:pt x="1412162" y="4002598"/>
                </a:lnTo>
                <a:lnTo>
                  <a:pt x="1413926" y="4002571"/>
                </a:lnTo>
                <a:lnTo>
                  <a:pt x="1415689" y="4002547"/>
                </a:lnTo>
                <a:lnTo>
                  <a:pt x="1417453" y="4002526"/>
                </a:lnTo>
                <a:lnTo>
                  <a:pt x="1419216" y="4002507"/>
                </a:lnTo>
                <a:lnTo>
                  <a:pt x="1420979" y="4002491"/>
                </a:lnTo>
                <a:lnTo>
                  <a:pt x="1422743" y="4002479"/>
                </a:lnTo>
                <a:lnTo>
                  <a:pt x="1424506" y="4002469"/>
                </a:lnTo>
                <a:lnTo>
                  <a:pt x="1426270" y="4002461"/>
                </a:lnTo>
                <a:lnTo>
                  <a:pt x="1428033" y="4002457"/>
                </a:lnTo>
                <a:lnTo>
                  <a:pt x="1429796" y="4002455"/>
                </a:lnTo>
                <a:lnTo>
                  <a:pt x="1431560" y="4002457"/>
                </a:lnTo>
                <a:lnTo>
                  <a:pt x="1433323" y="4002461"/>
                </a:lnTo>
                <a:lnTo>
                  <a:pt x="1435086" y="4002468"/>
                </a:lnTo>
                <a:lnTo>
                  <a:pt x="1436850" y="4002477"/>
                </a:lnTo>
                <a:lnTo>
                  <a:pt x="1438613" y="4002490"/>
                </a:lnTo>
                <a:lnTo>
                  <a:pt x="1440376" y="4002505"/>
                </a:lnTo>
                <a:lnTo>
                  <a:pt x="1442140" y="4002524"/>
                </a:lnTo>
                <a:lnTo>
                  <a:pt x="1443903" y="4002545"/>
                </a:lnTo>
                <a:lnTo>
                  <a:pt x="1445666" y="4002569"/>
                </a:lnTo>
                <a:lnTo>
                  <a:pt x="1447429" y="4002595"/>
                </a:lnTo>
                <a:lnTo>
                  <a:pt x="1449193" y="4002625"/>
                </a:lnTo>
                <a:lnTo>
                  <a:pt x="1450956" y="4002657"/>
                </a:lnTo>
                <a:lnTo>
                  <a:pt x="1452719" y="4002692"/>
                </a:lnTo>
                <a:lnTo>
                  <a:pt x="1454482" y="4002730"/>
                </a:lnTo>
                <a:lnTo>
                  <a:pt x="1454801" y="3988506"/>
                </a:lnTo>
                <a:lnTo>
                  <a:pt x="1453014" y="3988468"/>
                </a:lnTo>
                <a:lnTo>
                  <a:pt x="1451228" y="3988432"/>
                </a:lnTo>
                <a:lnTo>
                  <a:pt x="1449442" y="3988399"/>
                </a:lnTo>
                <a:lnTo>
                  <a:pt x="1447656" y="3988369"/>
                </a:lnTo>
                <a:lnTo>
                  <a:pt x="1445870" y="3988342"/>
                </a:lnTo>
                <a:lnTo>
                  <a:pt x="1444084" y="3988318"/>
                </a:lnTo>
                <a:close/>
                <a:moveTo>
                  <a:pt x="1358348" y="3990523"/>
                </a:moveTo>
                <a:lnTo>
                  <a:pt x="1356562" y="3990639"/>
                </a:lnTo>
                <a:lnTo>
                  <a:pt x="1354775" y="3990758"/>
                </a:lnTo>
                <a:lnTo>
                  <a:pt x="1352989" y="3990880"/>
                </a:lnTo>
                <a:lnTo>
                  <a:pt x="1351203" y="3991005"/>
                </a:lnTo>
                <a:lnTo>
                  <a:pt x="1349417" y="3991132"/>
                </a:lnTo>
                <a:lnTo>
                  <a:pt x="1347631" y="3991262"/>
                </a:lnTo>
                <a:lnTo>
                  <a:pt x="1345845" y="3991396"/>
                </a:lnTo>
                <a:lnTo>
                  <a:pt x="1344059" y="3991532"/>
                </a:lnTo>
                <a:lnTo>
                  <a:pt x="1342273" y="3991671"/>
                </a:lnTo>
                <a:lnTo>
                  <a:pt x="1340487" y="3991813"/>
                </a:lnTo>
                <a:lnTo>
                  <a:pt x="1338701" y="3991957"/>
                </a:lnTo>
                <a:lnTo>
                  <a:pt x="1336915" y="3992105"/>
                </a:lnTo>
                <a:lnTo>
                  <a:pt x="1335129" y="3992255"/>
                </a:lnTo>
                <a:lnTo>
                  <a:pt x="1333343" y="3992409"/>
                </a:lnTo>
                <a:lnTo>
                  <a:pt x="1331557" y="3992565"/>
                </a:lnTo>
                <a:lnTo>
                  <a:pt x="1329771" y="3992724"/>
                </a:lnTo>
                <a:lnTo>
                  <a:pt x="1327985" y="3992886"/>
                </a:lnTo>
                <a:lnTo>
                  <a:pt x="1326199" y="3993051"/>
                </a:lnTo>
                <a:lnTo>
                  <a:pt x="1327517" y="4007217"/>
                </a:lnTo>
                <a:lnTo>
                  <a:pt x="1329280" y="4007055"/>
                </a:lnTo>
                <a:lnTo>
                  <a:pt x="1331044" y="4006895"/>
                </a:lnTo>
                <a:lnTo>
                  <a:pt x="1332807" y="4006738"/>
                </a:lnTo>
                <a:lnTo>
                  <a:pt x="1334571" y="4006584"/>
                </a:lnTo>
                <a:lnTo>
                  <a:pt x="1336335" y="4006432"/>
                </a:lnTo>
                <a:lnTo>
                  <a:pt x="1338098" y="4006284"/>
                </a:lnTo>
                <a:lnTo>
                  <a:pt x="1339862" y="4006138"/>
                </a:lnTo>
                <a:lnTo>
                  <a:pt x="1341625" y="4005995"/>
                </a:lnTo>
                <a:lnTo>
                  <a:pt x="1343389" y="4005855"/>
                </a:lnTo>
                <a:lnTo>
                  <a:pt x="1345152" y="4005718"/>
                </a:lnTo>
                <a:lnTo>
                  <a:pt x="1346916" y="4005584"/>
                </a:lnTo>
                <a:lnTo>
                  <a:pt x="1348679" y="4005452"/>
                </a:lnTo>
                <a:lnTo>
                  <a:pt x="1350443" y="4005323"/>
                </a:lnTo>
                <a:lnTo>
                  <a:pt x="1352206" y="4005197"/>
                </a:lnTo>
                <a:lnTo>
                  <a:pt x="1353970" y="4005074"/>
                </a:lnTo>
                <a:lnTo>
                  <a:pt x="1355733" y="4004954"/>
                </a:lnTo>
                <a:lnTo>
                  <a:pt x="1357496" y="4004836"/>
                </a:lnTo>
                <a:lnTo>
                  <a:pt x="1359260" y="4004722"/>
                </a:lnTo>
                <a:lnTo>
                  <a:pt x="1361023" y="4004610"/>
                </a:lnTo>
                <a:lnTo>
                  <a:pt x="1362786" y="4004501"/>
                </a:lnTo>
                <a:lnTo>
                  <a:pt x="1364550" y="4004395"/>
                </a:lnTo>
                <a:lnTo>
                  <a:pt x="1366313" y="4004292"/>
                </a:lnTo>
                <a:lnTo>
                  <a:pt x="1368076" y="4004191"/>
                </a:lnTo>
                <a:lnTo>
                  <a:pt x="1369839" y="4004094"/>
                </a:lnTo>
                <a:lnTo>
                  <a:pt x="1369065" y="3989886"/>
                </a:lnTo>
                <a:lnTo>
                  <a:pt x="1367279" y="3989985"/>
                </a:lnTo>
                <a:lnTo>
                  <a:pt x="1365493" y="3990087"/>
                </a:lnTo>
                <a:lnTo>
                  <a:pt x="1363706" y="3990192"/>
                </a:lnTo>
                <a:lnTo>
                  <a:pt x="1361920" y="3990299"/>
                </a:lnTo>
                <a:lnTo>
                  <a:pt x="1360134" y="3990410"/>
                </a:lnTo>
                <a:lnTo>
                  <a:pt x="1358348" y="3990523"/>
                </a:lnTo>
                <a:close/>
                <a:moveTo>
                  <a:pt x="1529818" y="3992710"/>
                </a:moveTo>
                <a:lnTo>
                  <a:pt x="1528032" y="3992551"/>
                </a:lnTo>
                <a:lnTo>
                  <a:pt x="1526246" y="3992395"/>
                </a:lnTo>
                <a:lnTo>
                  <a:pt x="1524460" y="3992242"/>
                </a:lnTo>
                <a:lnTo>
                  <a:pt x="1522674" y="3992092"/>
                </a:lnTo>
                <a:lnTo>
                  <a:pt x="1520888" y="3991944"/>
                </a:lnTo>
                <a:lnTo>
                  <a:pt x="1519102" y="3991800"/>
                </a:lnTo>
                <a:lnTo>
                  <a:pt x="1517316" y="3991658"/>
                </a:lnTo>
                <a:lnTo>
                  <a:pt x="1515530" y="3991520"/>
                </a:lnTo>
                <a:lnTo>
                  <a:pt x="1513744" y="3991384"/>
                </a:lnTo>
                <a:lnTo>
                  <a:pt x="1511957" y="3991251"/>
                </a:lnTo>
                <a:lnTo>
                  <a:pt x="1510171" y="3991121"/>
                </a:lnTo>
                <a:lnTo>
                  <a:pt x="1508385" y="3990994"/>
                </a:lnTo>
                <a:lnTo>
                  <a:pt x="1506599" y="3990869"/>
                </a:lnTo>
                <a:lnTo>
                  <a:pt x="1504813" y="3990748"/>
                </a:lnTo>
                <a:lnTo>
                  <a:pt x="1503027" y="3990629"/>
                </a:lnTo>
                <a:lnTo>
                  <a:pt x="1501241" y="3990513"/>
                </a:lnTo>
                <a:lnTo>
                  <a:pt x="1499455" y="3990400"/>
                </a:lnTo>
                <a:lnTo>
                  <a:pt x="1497668" y="3990290"/>
                </a:lnTo>
                <a:lnTo>
                  <a:pt x="1496805" y="4004492"/>
                </a:lnTo>
                <a:lnTo>
                  <a:pt x="1498568" y="4004600"/>
                </a:lnTo>
                <a:lnTo>
                  <a:pt x="1500332" y="4004712"/>
                </a:lnTo>
                <a:lnTo>
                  <a:pt x="1502095" y="4004826"/>
                </a:lnTo>
                <a:lnTo>
                  <a:pt x="1503859" y="4004943"/>
                </a:lnTo>
                <a:lnTo>
                  <a:pt x="1505622" y="4005063"/>
                </a:lnTo>
                <a:lnTo>
                  <a:pt x="1507385" y="4005186"/>
                </a:lnTo>
                <a:lnTo>
                  <a:pt x="1509149" y="4005312"/>
                </a:lnTo>
                <a:lnTo>
                  <a:pt x="1510912" y="4005440"/>
                </a:lnTo>
                <a:lnTo>
                  <a:pt x="1512676" y="4005572"/>
                </a:lnTo>
                <a:lnTo>
                  <a:pt x="1514439" y="4005706"/>
                </a:lnTo>
                <a:lnTo>
                  <a:pt x="1516203" y="4005843"/>
                </a:lnTo>
                <a:lnTo>
                  <a:pt x="1517966" y="4005982"/>
                </a:lnTo>
                <a:lnTo>
                  <a:pt x="1519729" y="4006125"/>
                </a:lnTo>
                <a:lnTo>
                  <a:pt x="1521493" y="4006271"/>
                </a:lnTo>
                <a:lnTo>
                  <a:pt x="1523256" y="4006419"/>
                </a:lnTo>
                <a:lnTo>
                  <a:pt x="1525020" y="4006570"/>
                </a:lnTo>
                <a:lnTo>
                  <a:pt x="1526783" y="4006724"/>
                </a:lnTo>
                <a:lnTo>
                  <a:pt x="1528547" y="4006881"/>
                </a:lnTo>
                <a:lnTo>
                  <a:pt x="1530310" y="4007040"/>
                </a:lnTo>
                <a:lnTo>
                  <a:pt x="1532074" y="4007203"/>
                </a:lnTo>
                <a:lnTo>
                  <a:pt x="1533837" y="4007368"/>
                </a:lnTo>
                <a:lnTo>
                  <a:pt x="1535601" y="4007536"/>
                </a:lnTo>
                <a:lnTo>
                  <a:pt x="1537364" y="4007707"/>
                </a:lnTo>
                <a:lnTo>
                  <a:pt x="1539128" y="4007880"/>
                </a:lnTo>
                <a:lnTo>
                  <a:pt x="1540535" y="3993722"/>
                </a:lnTo>
                <a:lnTo>
                  <a:pt x="1538749" y="3993546"/>
                </a:lnTo>
                <a:lnTo>
                  <a:pt x="1536963" y="3993373"/>
                </a:lnTo>
                <a:lnTo>
                  <a:pt x="1535177" y="3993203"/>
                </a:lnTo>
                <a:lnTo>
                  <a:pt x="1533391" y="3993036"/>
                </a:lnTo>
                <a:lnTo>
                  <a:pt x="1531605" y="3992871"/>
                </a:lnTo>
                <a:lnTo>
                  <a:pt x="1529818" y="3992710"/>
                </a:lnTo>
                <a:close/>
                <a:moveTo>
                  <a:pt x="1272844" y="3999292"/>
                </a:moveTo>
                <a:lnTo>
                  <a:pt x="1271087" y="3999541"/>
                </a:lnTo>
                <a:lnTo>
                  <a:pt x="1269330" y="3999793"/>
                </a:lnTo>
                <a:lnTo>
                  <a:pt x="1267573" y="4000048"/>
                </a:lnTo>
                <a:lnTo>
                  <a:pt x="1265815" y="4000305"/>
                </a:lnTo>
                <a:lnTo>
                  <a:pt x="1264058" y="4000565"/>
                </a:lnTo>
                <a:lnTo>
                  <a:pt x="1262301" y="4000828"/>
                </a:lnTo>
                <a:lnTo>
                  <a:pt x="1260544" y="4001094"/>
                </a:lnTo>
                <a:lnTo>
                  <a:pt x="1258787" y="4001362"/>
                </a:lnTo>
                <a:lnTo>
                  <a:pt x="1257029" y="4001633"/>
                </a:lnTo>
                <a:lnTo>
                  <a:pt x="1255272" y="4001907"/>
                </a:lnTo>
                <a:lnTo>
                  <a:pt x="1253515" y="4002184"/>
                </a:lnTo>
                <a:lnTo>
                  <a:pt x="1251758" y="4002464"/>
                </a:lnTo>
                <a:lnTo>
                  <a:pt x="1250001" y="4002746"/>
                </a:lnTo>
                <a:lnTo>
                  <a:pt x="1248244" y="4003031"/>
                </a:lnTo>
                <a:lnTo>
                  <a:pt x="1246487" y="4003319"/>
                </a:lnTo>
                <a:lnTo>
                  <a:pt x="1244730" y="4003609"/>
                </a:lnTo>
                <a:lnTo>
                  <a:pt x="1242973" y="4003902"/>
                </a:lnTo>
                <a:lnTo>
                  <a:pt x="1241216" y="4004198"/>
                </a:lnTo>
                <a:lnTo>
                  <a:pt x="1243592" y="4018226"/>
                </a:lnTo>
                <a:lnTo>
                  <a:pt x="1245328" y="4017934"/>
                </a:lnTo>
                <a:lnTo>
                  <a:pt x="1247064" y="4017644"/>
                </a:lnTo>
                <a:lnTo>
                  <a:pt x="1248799" y="4017357"/>
                </a:lnTo>
                <a:lnTo>
                  <a:pt x="1250535" y="4017073"/>
                </a:lnTo>
                <a:lnTo>
                  <a:pt x="1252270" y="4016791"/>
                </a:lnTo>
                <a:lnTo>
                  <a:pt x="1254006" y="4016512"/>
                </a:lnTo>
                <a:lnTo>
                  <a:pt x="1255742" y="4016236"/>
                </a:lnTo>
                <a:lnTo>
                  <a:pt x="1257477" y="4015963"/>
                </a:lnTo>
                <a:lnTo>
                  <a:pt x="1259213" y="4015692"/>
                </a:lnTo>
                <a:lnTo>
                  <a:pt x="1260948" y="4015424"/>
                </a:lnTo>
                <a:lnTo>
                  <a:pt x="1262684" y="4015159"/>
                </a:lnTo>
                <a:lnTo>
                  <a:pt x="1264419" y="4014897"/>
                </a:lnTo>
                <a:lnTo>
                  <a:pt x="1266155" y="4014637"/>
                </a:lnTo>
                <a:lnTo>
                  <a:pt x="1267890" y="4014380"/>
                </a:lnTo>
                <a:lnTo>
                  <a:pt x="1269625" y="4014126"/>
                </a:lnTo>
                <a:lnTo>
                  <a:pt x="1271361" y="4013875"/>
                </a:lnTo>
                <a:lnTo>
                  <a:pt x="1273096" y="4013626"/>
                </a:lnTo>
                <a:lnTo>
                  <a:pt x="1274832" y="4013380"/>
                </a:lnTo>
                <a:lnTo>
                  <a:pt x="1276567" y="4013137"/>
                </a:lnTo>
                <a:lnTo>
                  <a:pt x="1278302" y="4012897"/>
                </a:lnTo>
                <a:lnTo>
                  <a:pt x="1280038" y="4012659"/>
                </a:lnTo>
                <a:lnTo>
                  <a:pt x="1281773" y="4012424"/>
                </a:lnTo>
                <a:lnTo>
                  <a:pt x="1283508" y="4012192"/>
                </a:lnTo>
                <a:lnTo>
                  <a:pt x="1285243" y="4011962"/>
                </a:lnTo>
                <a:lnTo>
                  <a:pt x="1283388" y="3997856"/>
                </a:lnTo>
                <a:lnTo>
                  <a:pt x="1281631" y="3998089"/>
                </a:lnTo>
                <a:lnTo>
                  <a:pt x="1279874" y="3998324"/>
                </a:lnTo>
                <a:lnTo>
                  <a:pt x="1278116" y="3998562"/>
                </a:lnTo>
                <a:lnTo>
                  <a:pt x="1276359" y="3998803"/>
                </a:lnTo>
                <a:lnTo>
                  <a:pt x="1274602" y="3999046"/>
                </a:lnTo>
                <a:lnTo>
                  <a:pt x="1272844" y="3999292"/>
                </a:lnTo>
                <a:close/>
                <a:moveTo>
                  <a:pt x="1614858" y="4003582"/>
                </a:moveTo>
                <a:lnTo>
                  <a:pt x="1613101" y="4003292"/>
                </a:lnTo>
                <a:lnTo>
                  <a:pt x="1611344" y="4003004"/>
                </a:lnTo>
                <a:lnTo>
                  <a:pt x="1609587" y="4002719"/>
                </a:lnTo>
                <a:lnTo>
                  <a:pt x="1607830" y="4002437"/>
                </a:lnTo>
                <a:lnTo>
                  <a:pt x="1606072" y="4002158"/>
                </a:lnTo>
                <a:lnTo>
                  <a:pt x="1604315" y="4001882"/>
                </a:lnTo>
                <a:lnTo>
                  <a:pt x="1602558" y="4001608"/>
                </a:lnTo>
                <a:lnTo>
                  <a:pt x="1600801" y="4001337"/>
                </a:lnTo>
                <a:lnTo>
                  <a:pt x="1599044" y="4001069"/>
                </a:lnTo>
                <a:lnTo>
                  <a:pt x="1597287" y="4000803"/>
                </a:lnTo>
                <a:lnTo>
                  <a:pt x="1595530" y="4000541"/>
                </a:lnTo>
                <a:lnTo>
                  <a:pt x="1593773" y="4000281"/>
                </a:lnTo>
                <a:lnTo>
                  <a:pt x="1592016" y="4000024"/>
                </a:lnTo>
                <a:lnTo>
                  <a:pt x="1590259" y="3999770"/>
                </a:lnTo>
                <a:lnTo>
                  <a:pt x="1588503" y="3999518"/>
                </a:lnTo>
                <a:lnTo>
                  <a:pt x="1586746" y="3999269"/>
                </a:lnTo>
                <a:lnTo>
                  <a:pt x="1584989" y="3999023"/>
                </a:lnTo>
                <a:lnTo>
                  <a:pt x="1583232" y="3998780"/>
                </a:lnTo>
                <a:lnTo>
                  <a:pt x="1581291" y="4012875"/>
                </a:lnTo>
                <a:lnTo>
                  <a:pt x="1583027" y="4013115"/>
                </a:lnTo>
                <a:lnTo>
                  <a:pt x="1584763" y="4013358"/>
                </a:lnTo>
                <a:lnTo>
                  <a:pt x="1586499" y="4013604"/>
                </a:lnTo>
                <a:lnTo>
                  <a:pt x="1588234" y="4013852"/>
                </a:lnTo>
                <a:lnTo>
                  <a:pt x="1589970" y="4014104"/>
                </a:lnTo>
                <a:lnTo>
                  <a:pt x="1591706" y="4014358"/>
                </a:lnTo>
                <a:lnTo>
                  <a:pt x="1593441" y="4014614"/>
                </a:lnTo>
                <a:lnTo>
                  <a:pt x="1595177" y="4014874"/>
                </a:lnTo>
                <a:lnTo>
                  <a:pt x="1596913" y="4015136"/>
                </a:lnTo>
                <a:lnTo>
                  <a:pt x="1598648" y="4015401"/>
                </a:lnTo>
                <a:lnTo>
                  <a:pt x="1600384" y="4015668"/>
                </a:lnTo>
                <a:lnTo>
                  <a:pt x="1602119" y="4015939"/>
                </a:lnTo>
                <a:lnTo>
                  <a:pt x="1603855" y="4016212"/>
                </a:lnTo>
                <a:lnTo>
                  <a:pt x="1605590" y="4016487"/>
                </a:lnTo>
                <a:lnTo>
                  <a:pt x="1607326" y="4016766"/>
                </a:lnTo>
                <a:lnTo>
                  <a:pt x="1609061" y="4017047"/>
                </a:lnTo>
                <a:lnTo>
                  <a:pt x="1610796" y="4017331"/>
                </a:lnTo>
                <a:lnTo>
                  <a:pt x="1612532" y="4017618"/>
                </a:lnTo>
                <a:lnTo>
                  <a:pt x="1614267" y="4017907"/>
                </a:lnTo>
                <a:lnTo>
                  <a:pt x="1616002" y="4018200"/>
                </a:lnTo>
                <a:lnTo>
                  <a:pt x="1617737" y="4018495"/>
                </a:lnTo>
                <a:lnTo>
                  <a:pt x="1619473" y="4018792"/>
                </a:lnTo>
                <a:lnTo>
                  <a:pt x="1621208" y="4019093"/>
                </a:lnTo>
                <a:lnTo>
                  <a:pt x="1622943" y="4019396"/>
                </a:lnTo>
                <a:lnTo>
                  <a:pt x="1625402" y="4005383"/>
                </a:lnTo>
                <a:lnTo>
                  <a:pt x="1623645" y="4005076"/>
                </a:lnTo>
                <a:lnTo>
                  <a:pt x="1621888" y="4004772"/>
                </a:lnTo>
                <a:lnTo>
                  <a:pt x="1620130" y="4004470"/>
                </a:lnTo>
                <a:lnTo>
                  <a:pt x="1618373" y="4004171"/>
                </a:lnTo>
                <a:lnTo>
                  <a:pt x="1616616" y="4003875"/>
                </a:lnTo>
                <a:lnTo>
                  <a:pt x="1614858" y="4003582"/>
                </a:lnTo>
                <a:close/>
                <a:moveTo>
                  <a:pt x="1188508" y="4014370"/>
                </a:moveTo>
                <a:lnTo>
                  <a:pt x="1186751" y="4014752"/>
                </a:lnTo>
                <a:lnTo>
                  <a:pt x="1184994" y="4015137"/>
                </a:lnTo>
                <a:lnTo>
                  <a:pt x="1183237" y="4015525"/>
                </a:lnTo>
                <a:lnTo>
                  <a:pt x="1181480" y="4015915"/>
                </a:lnTo>
                <a:lnTo>
                  <a:pt x="1179724" y="4016308"/>
                </a:lnTo>
                <a:lnTo>
                  <a:pt x="1177967" y="4016704"/>
                </a:lnTo>
                <a:lnTo>
                  <a:pt x="1176210" y="4017102"/>
                </a:lnTo>
                <a:lnTo>
                  <a:pt x="1174453" y="4017504"/>
                </a:lnTo>
                <a:lnTo>
                  <a:pt x="1172697" y="4017908"/>
                </a:lnTo>
                <a:lnTo>
                  <a:pt x="1170940" y="4018315"/>
                </a:lnTo>
                <a:lnTo>
                  <a:pt x="1169184" y="4018724"/>
                </a:lnTo>
                <a:lnTo>
                  <a:pt x="1167427" y="4019137"/>
                </a:lnTo>
                <a:lnTo>
                  <a:pt x="1165670" y="4019552"/>
                </a:lnTo>
                <a:lnTo>
                  <a:pt x="1163914" y="4019970"/>
                </a:lnTo>
                <a:lnTo>
                  <a:pt x="1162157" y="4020390"/>
                </a:lnTo>
                <a:lnTo>
                  <a:pt x="1160401" y="4020814"/>
                </a:lnTo>
                <a:lnTo>
                  <a:pt x="1158644" y="4021240"/>
                </a:lnTo>
                <a:lnTo>
                  <a:pt x="1156888" y="4021669"/>
                </a:lnTo>
                <a:lnTo>
                  <a:pt x="1160274" y="4035488"/>
                </a:lnTo>
                <a:lnTo>
                  <a:pt x="1162010" y="4035064"/>
                </a:lnTo>
                <a:lnTo>
                  <a:pt x="1163746" y="4034642"/>
                </a:lnTo>
                <a:lnTo>
                  <a:pt x="1165482" y="4034224"/>
                </a:lnTo>
                <a:lnTo>
                  <a:pt x="1167218" y="4033808"/>
                </a:lnTo>
                <a:lnTo>
                  <a:pt x="1168954" y="4033395"/>
                </a:lnTo>
                <a:lnTo>
                  <a:pt x="1170690" y="4032985"/>
                </a:lnTo>
                <a:lnTo>
                  <a:pt x="1172426" y="4032577"/>
                </a:lnTo>
                <a:lnTo>
                  <a:pt x="1174162" y="4032172"/>
                </a:lnTo>
                <a:lnTo>
                  <a:pt x="1175898" y="4031770"/>
                </a:lnTo>
                <a:lnTo>
                  <a:pt x="1177634" y="4031371"/>
                </a:lnTo>
                <a:lnTo>
                  <a:pt x="1179370" y="4030974"/>
                </a:lnTo>
                <a:lnTo>
                  <a:pt x="1181106" y="4030580"/>
                </a:lnTo>
                <a:lnTo>
                  <a:pt x="1182842" y="4030189"/>
                </a:lnTo>
                <a:lnTo>
                  <a:pt x="1184578" y="4029801"/>
                </a:lnTo>
                <a:lnTo>
                  <a:pt x="1186314" y="4029415"/>
                </a:lnTo>
                <a:lnTo>
                  <a:pt x="1188050" y="4029032"/>
                </a:lnTo>
                <a:lnTo>
                  <a:pt x="1189785" y="4028652"/>
                </a:lnTo>
                <a:lnTo>
                  <a:pt x="1191521" y="4028275"/>
                </a:lnTo>
                <a:lnTo>
                  <a:pt x="1193257" y="4027900"/>
                </a:lnTo>
                <a:lnTo>
                  <a:pt x="1194993" y="4027528"/>
                </a:lnTo>
                <a:lnTo>
                  <a:pt x="1196728" y="4027159"/>
                </a:lnTo>
                <a:lnTo>
                  <a:pt x="1198464" y="4026793"/>
                </a:lnTo>
                <a:lnTo>
                  <a:pt x="1200200" y="4026429"/>
                </a:lnTo>
                <a:lnTo>
                  <a:pt x="1201935" y="4026068"/>
                </a:lnTo>
                <a:lnTo>
                  <a:pt x="1199049" y="4012136"/>
                </a:lnTo>
                <a:lnTo>
                  <a:pt x="1197292" y="4012502"/>
                </a:lnTo>
                <a:lnTo>
                  <a:pt x="1195535" y="4012870"/>
                </a:lnTo>
                <a:lnTo>
                  <a:pt x="1193778" y="4013241"/>
                </a:lnTo>
                <a:lnTo>
                  <a:pt x="1192021" y="4013615"/>
                </a:lnTo>
                <a:lnTo>
                  <a:pt x="1190265" y="4013991"/>
                </a:lnTo>
                <a:lnTo>
                  <a:pt x="1188508" y="4014370"/>
                </a:lnTo>
                <a:close/>
                <a:moveTo>
                  <a:pt x="1699190" y="4020776"/>
                </a:moveTo>
                <a:lnTo>
                  <a:pt x="1697433" y="4020353"/>
                </a:lnTo>
                <a:lnTo>
                  <a:pt x="1695676" y="4019932"/>
                </a:lnTo>
                <a:lnTo>
                  <a:pt x="1693920" y="4019515"/>
                </a:lnTo>
                <a:lnTo>
                  <a:pt x="1692163" y="4019100"/>
                </a:lnTo>
                <a:lnTo>
                  <a:pt x="1690407" y="4018687"/>
                </a:lnTo>
                <a:lnTo>
                  <a:pt x="1688650" y="4018278"/>
                </a:lnTo>
                <a:lnTo>
                  <a:pt x="1686893" y="4017872"/>
                </a:lnTo>
                <a:lnTo>
                  <a:pt x="1685137" y="4017468"/>
                </a:lnTo>
                <a:lnTo>
                  <a:pt x="1683380" y="4017067"/>
                </a:lnTo>
                <a:lnTo>
                  <a:pt x="1681623" y="4016668"/>
                </a:lnTo>
                <a:lnTo>
                  <a:pt x="1679866" y="4016273"/>
                </a:lnTo>
                <a:lnTo>
                  <a:pt x="1678109" y="4015880"/>
                </a:lnTo>
                <a:lnTo>
                  <a:pt x="1676353" y="4015490"/>
                </a:lnTo>
                <a:lnTo>
                  <a:pt x="1674596" y="4015103"/>
                </a:lnTo>
                <a:lnTo>
                  <a:pt x="1672839" y="4014718"/>
                </a:lnTo>
                <a:lnTo>
                  <a:pt x="1671082" y="4014336"/>
                </a:lnTo>
                <a:lnTo>
                  <a:pt x="1669325" y="4013957"/>
                </a:lnTo>
                <a:lnTo>
                  <a:pt x="1667568" y="4013581"/>
                </a:lnTo>
                <a:lnTo>
                  <a:pt x="1664600" y="4027495"/>
                </a:lnTo>
                <a:lnTo>
                  <a:pt x="1666335" y="4027867"/>
                </a:lnTo>
                <a:lnTo>
                  <a:pt x="1668071" y="4028241"/>
                </a:lnTo>
                <a:lnTo>
                  <a:pt x="1669807" y="4028618"/>
                </a:lnTo>
                <a:lnTo>
                  <a:pt x="1671542" y="4028998"/>
                </a:lnTo>
                <a:lnTo>
                  <a:pt x="1673278" y="4029381"/>
                </a:lnTo>
                <a:lnTo>
                  <a:pt x="1675014" y="4029766"/>
                </a:lnTo>
                <a:lnTo>
                  <a:pt x="1676749" y="4030154"/>
                </a:lnTo>
                <a:lnTo>
                  <a:pt x="1678485" y="4030545"/>
                </a:lnTo>
                <a:lnTo>
                  <a:pt x="1680221" y="4030939"/>
                </a:lnTo>
                <a:lnTo>
                  <a:pt x="1681957" y="4031335"/>
                </a:lnTo>
                <a:lnTo>
                  <a:pt x="1683693" y="4031734"/>
                </a:lnTo>
                <a:lnTo>
                  <a:pt x="1685429" y="4032136"/>
                </a:lnTo>
                <a:lnTo>
                  <a:pt x="1687165" y="4032540"/>
                </a:lnTo>
                <a:lnTo>
                  <a:pt x="1688901" y="4032948"/>
                </a:lnTo>
                <a:lnTo>
                  <a:pt x="1690637" y="4033358"/>
                </a:lnTo>
                <a:lnTo>
                  <a:pt x="1692373" y="4033771"/>
                </a:lnTo>
                <a:lnTo>
                  <a:pt x="1694109" y="4034186"/>
                </a:lnTo>
                <a:lnTo>
                  <a:pt x="1695845" y="4034604"/>
                </a:lnTo>
                <a:lnTo>
                  <a:pt x="1697581" y="4035025"/>
                </a:lnTo>
                <a:lnTo>
                  <a:pt x="1699317" y="4035449"/>
                </a:lnTo>
                <a:lnTo>
                  <a:pt x="1701053" y="4035876"/>
                </a:lnTo>
                <a:lnTo>
                  <a:pt x="1702790" y="4036305"/>
                </a:lnTo>
                <a:lnTo>
                  <a:pt x="1704526" y="4036737"/>
                </a:lnTo>
                <a:lnTo>
                  <a:pt x="1706262" y="4037172"/>
                </a:lnTo>
                <a:lnTo>
                  <a:pt x="1709728" y="4023373"/>
                </a:lnTo>
                <a:lnTo>
                  <a:pt x="1707972" y="4022933"/>
                </a:lnTo>
                <a:lnTo>
                  <a:pt x="1706215" y="4022496"/>
                </a:lnTo>
                <a:lnTo>
                  <a:pt x="1704459" y="4022062"/>
                </a:lnTo>
                <a:lnTo>
                  <a:pt x="1702703" y="4021630"/>
                </a:lnTo>
                <a:lnTo>
                  <a:pt x="1700946" y="4021202"/>
                </a:lnTo>
                <a:lnTo>
                  <a:pt x="1699190" y="4020776"/>
                </a:lnTo>
                <a:close/>
                <a:moveTo>
                  <a:pt x="1104651" y="4034345"/>
                </a:moveTo>
                <a:lnTo>
                  <a:pt x="1102915" y="4034729"/>
                </a:lnTo>
                <a:lnTo>
                  <a:pt x="1101179" y="4035111"/>
                </a:lnTo>
                <a:lnTo>
                  <a:pt x="1099443" y="4035489"/>
                </a:lnTo>
                <a:lnTo>
                  <a:pt x="1097707" y="4035865"/>
                </a:lnTo>
                <a:lnTo>
                  <a:pt x="1095971" y="4036238"/>
                </a:lnTo>
                <a:lnTo>
                  <a:pt x="1094236" y="4036609"/>
                </a:lnTo>
                <a:lnTo>
                  <a:pt x="1092500" y="4036976"/>
                </a:lnTo>
                <a:lnTo>
                  <a:pt x="1090765" y="4037341"/>
                </a:lnTo>
                <a:lnTo>
                  <a:pt x="1089029" y="4037703"/>
                </a:lnTo>
                <a:lnTo>
                  <a:pt x="1087294" y="4038063"/>
                </a:lnTo>
                <a:lnTo>
                  <a:pt x="1085558" y="4038419"/>
                </a:lnTo>
                <a:lnTo>
                  <a:pt x="1083823" y="4038773"/>
                </a:lnTo>
                <a:lnTo>
                  <a:pt x="1082088" y="4039124"/>
                </a:lnTo>
                <a:lnTo>
                  <a:pt x="1080353" y="4039473"/>
                </a:lnTo>
                <a:lnTo>
                  <a:pt x="1078618" y="4039818"/>
                </a:lnTo>
                <a:lnTo>
                  <a:pt x="1076882" y="4040161"/>
                </a:lnTo>
                <a:lnTo>
                  <a:pt x="1075147" y="4040501"/>
                </a:lnTo>
                <a:lnTo>
                  <a:pt x="1073413" y="4040839"/>
                </a:lnTo>
                <a:lnTo>
                  <a:pt x="1076116" y="4054807"/>
                </a:lnTo>
                <a:lnTo>
                  <a:pt x="1077874" y="4054465"/>
                </a:lnTo>
                <a:lnTo>
                  <a:pt x="1079631" y="4054121"/>
                </a:lnTo>
                <a:lnTo>
                  <a:pt x="1081388" y="4053773"/>
                </a:lnTo>
                <a:lnTo>
                  <a:pt x="1083146" y="4053423"/>
                </a:lnTo>
                <a:lnTo>
                  <a:pt x="1084903" y="4053071"/>
                </a:lnTo>
                <a:lnTo>
                  <a:pt x="1086660" y="4052715"/>
                </a:lnTo>
                <a:lnTo>
                  <a:pt x="1088417" y="4052357"/>
                </a:lnTo>
                <a:lnTo>
                  <a:pt x="1090174" y="4051996"/>
                </a:lnTo>
                <a:lnTo>
                  <a:pt x="1091931" y="4051632"/>
                </a:lnTo>
                <a:lnTo>
                  <a:pt x="1093688" y="4051265"/>
                </a:lnTo>
                <a:lnTo>
                  <a:pt x="1095444" y="4050896"/>
                </a:lnTo>
                <a:lnTo>
                  <a:pt x="1097201" y="4050524"/>
                </a:lnTo>
                <a:lnTo>
                  <a:pt x="1098958" y="4050149"/>
                </a:lnTo>
                <a:lnTo>
                  <a:pt x="1100714" y="4049772"/>
                </a:lnTo>
                <a:lnTo>
                  <a:pt x="1102471" y="4049391"/>
                </a:lnTo>
                <a:lnTo>
                  <a:pt x="1104227" y="4049008"/>
                </a:lnTo>
                <a:lnTo>
                  <a:pt x="1105984" y="4048622"/>
                </a:lnTo>
                <a:lnTo>
                  <a:pt x="1107740" y="4048233"/>
                </a:lnTo>
                <a:lnTo>
                  <a:pt x="1109497" y="4047842"/>
                </a:lnTo>
                <a:lnTo>
                  <a:pt x="1111253" y="4047448"/>
                </a:lnTo>
                <a:lnTo>
                  <a:pt x="1113009" y="4047051"/>
                </a:lnTo>
                <a:lnTo>
                  <a:pt x="1114765" y="4046651"/>
                </a:lnTo>
                <a:lnTo>
                  <a:pt x="1116521" y="4046248"/>
                </a:lnTo>
                <a:lnTo>
                  <a:pt x="1118277" y="4045843"/>
                </a:lnTo>
                <a:lnTo>
                  <a:pt x="1115068" y="4031982"/>
                </a:lnTo>
                <a:lnTo>
                  <a:pt x="1113332" y="4032383"/>
                </a:lnTo>
                <a:lnTo>
                  <a:pt x="1111595" y="4032781"/>
                </a:lnTo>
                <a:lnTo>
                  <a:pt x="1109859" y="4033176"/>
                </a:lnTo>
                <a:lnTo>
                  <a:pt x="1108123" y="4033568"/>
                </a:lnTo>
                <a:lnTo>
                  <a:pt x="1106387" y="4033958"/>
                </a:lnTo>
                <a:lnTo>
                  <a:pt x="1104651" y="4034345"/>
                </a:lnTo>
                <a:close/>
                <a:moveTo>
                  <a:pt x="1019556" y="4049947"/>
                </a:moveTo>
                <a:lnTo>
                  <a:pt x="1017813" y="4050198"/>
                </a:lnTo>
                <a:lnTo>
                  <a:pt x="1016070" y="4050446"/>
                </a:lnTo>
                <a:lnTo>
                  <a:pt x="1014326" y="4050691"/>
                </a:lnTo>
                <a:lnTo>
                  <a:pt x="1012583" y="4050934"/>
                </a:lnTo>
                <a:lnTo>
                  <a:pt x="1010839" y="4051173"/>
                </a:lnTo>
                <a:lnTo>
                  <a:pt x="1009096" y="4051410"/>
                </a:lnTo>
                <a:lnTo>
                  <a:pt x="1007353" y="4051644"/>
                </a:lnTo>
                <a:lnTo>
                  <a:pt x="1005609" y="4051876"/>
                </a:lnTo>
                <a:lnTo>
                  <a:pt x="1003866" y="4052104"/>
                </a:lnTo>
                <a:lnTo>
                  <a:pt x="1002122" y="4052330"/>
                </a:lnTo>
                <a:lnTo>
                  <a:pt x="1000379" y="4052553"/>
                </a:lnTo>
                <a:lnTo>
                  <a:pt x="998636" y="4052773"/>
                </a:lnTo>
                <a:lnTo>
                  <a:pt x="996892" y="4052991"/>
                </a:lnTo>
                <a:lnTo>
                  <a:pt x="995149" y="4053206"/>
                </a:lnTo>
                <a:lnTo>
                  <a:pt x="993406" y="4053418"/>
                </a:lnTo>
                <a:lnTo>
                  <a:pt x="991662" y="4053627"/>
                </a:lnTo>
                <a:lnTo>
                  <a:pt x="989919" y="4053833"/>
                </a:lnTo>
                <a:lnTo>
                  <a:pt x="991581" y="4067963"/>
                </a:lnTo>
                <a:lnTo>
                  <a:pt x="993347" y="4067754"/>
                </a:lnTo>
                <a:lnTo>
                  <a:pt x="995112" y="4067542"/>
                </a:lnTo>
                <a:lnTo>
                  <a:pt x="996878" y="4067328"/>
                </a:lnTo>
                <a:lnTo>
                  <a:pt x="998643" y="4067110"/>
                </a:lnTo>
                <a:lnTo>
                  <a:pt x="1000409" y="4066890"/>
                </a:lnTo>
                <a:lnTo>
                  <a:pt x="1002174" y="4066667"/>
                </a:lnTo>
                <a:lnTo>
                  <a:pt x="1003939" y="4066441"/>
                </a:lnTo>
                <a:lnTo>
                  <a:pt x="1005705" y="4066212"/>
                </a:lnTo>
                <a:lnTo>
                  <a:pt x="1007470" y="4065981"/>
                </a:lnTo>
                <a:lnTo>
                  <a:pt x="1009235" y="4065747"/>
                </a:lnTo>
                <a:lnTo>
                  <a:pt x="1011001" y="4065510"/>
                </a:lnTo>
                <a:lnTo>
                  <a:pt x="1012766" y="4065270"/>
                </a:lnTo>
                <a:lnTo>
                  <a:pt x="1014532" y="4065027"/>
                </a:lnTo>
                <a:lnTo>
                  <a:pt x="1016297" y="4064782"/>
                </a:lnTo>
                <a:lnTo>
                  <a:pt x="1018062" y="4064533"/>
                </a:lnTo>
                <a:lnTo>
                  <a:pt x="1019827" y="4064282"/>
                </a:lnTo>
                <a:lnTo>
                  <a:pt x="1021593" y="4064028"/>
                </a:lnTo>
                <a:lnTo>
                  <a:pt x="1023358" y="4063772"/>
                </a:lnTo>
                <a:lnTo>
                  <a:pt x="1025123" y="4063512"/>
                </a:lnTo>
                <a:lnTo>
                  <a:pt x="1026889" y="4063250"/>
                </a:lnTo>
                <a:lnTo>
                  <a:pt x="1028654" y="4062985"/>
                </a:lnTo>
                <a:lnTo>
                  <a:pt x="1030419" y="4062717"/>
                </a:lnTo>
                <a:lnTo>
                  <a:pt x="1032185" y="4062446"/>
                </a:lnTo>
                <a:lnTo>
                  <a:pt x="1033950" y="4062173"/>
                </a:lnTo>
                <a:lnTo>
                  <a:pt x="1031760" y="4048114"/>
                </a:lnTo>
                <a:lnTo>
                  <a:pt x="1030017" y="4048384"/>
                </a:lnTo>
                <a:lnTo>
                  <a:pt x="1028273" y="4048652"/>
                </a:lnTo>
                <a:lnTo>
                  <a:pt x="1026530" y="4048916"/>
                </a:lnTo>
                <a:lnTo>
                  <a:pt x="1024787" y="4049178"/>
                </a:lnTo>
                <a:lnTo>
                  <a:pt x="1023043" y="4049437"/>
                </a:lnTo>
                <a:lnTo>
                  <a:pt x="1021300" y="4049694"/>
                </a:lnTo>
                <a:lnTo>
                  <a:pt x="1019556" y="4049947"/>
                </a:lnTo>
                <a:close/>
                <a:moveTo>
                  <a:pt x="935251" y="4058902"/>
                </a:moveTo>
                <a:lnTo>
                  <a:pt x="933488" y="4059021"/>
                </a:lnTo>
                <a:lnTo>
                  <a:pt x="931725" y="4059136"/>
                </a:lnTo>
                <a:lnTo>
                  <a:pt x="929962" y="4059249"/>
                </a:lnTo>
                <a:lnTo>
                  <a:pt x="928198" y="4059358"/>
                </a:lnTo>
                <a:lnTo>
                  <a:pt x="926435" y="4059465"/>
                </a:lnTo>
                <a:lnTo>
                  <a:pt x="924671" y="4059569"/>
                </a:lnTo>
                <a:lnTo>
                  <a:pt x="922908" y="4059670"/>
                </a:lnTo>
                <a:lnTo>
                  <a:pt x="921144" y="4059769"/>
                </a:lnTo>
                <a:lnTo>
                  <a:pt x="919381" y="4059864"/>
                </a:lnTo>
                <a:lnTo>
                  <a:pt x="917617" y="4059957"/>
                </a:lnTo>
                <a:lnTo>
                  <a:pt x="915854" y="4060047"/>
                </a:lnTo>
                <a:lnTo>
                  <a:pt x="914090" y="4060134"/>
                </a:lnTo>
                <a:lnTo>
                  <a:pt x="912326" y="4060218"/>
                </a:lnTo>
                <a:lnTo>
                  <a:pt x="910563" y="4060299"/>
                </a:lnTo>
                <a:lnTo>
                  <a:pt x="908799" y="4060378"/>
                </a:lnTo>
                <a:lnTo>
                  <a:pt x="907035" y="4060454"/>
                </a:lnTo>
                <a:lnTo>
                  <a:pt x="905271" y="4060526"/>
                </a:lnTo>
                <a:lnTo>
                  <a:pt x="905848" y="4074743"/>
                </a:lnTo>
                <a:lnTo>
                  <a:pt x="907634" y="4074669"/>
                </a:lnTo>
                <a:lnTo>
                  <a:pt x="909420" y="4074592"/>
                </a:lnTo>
                <a:lnTo>
                  <a:pt x="911205" y="4074513"/>
                </a:lnTo>
                <a:lnTo>
                  <a:pt x="912991" y="4074430"/>
                </a:lnTo>
                <a:lnTo>
                  <a:pt x="914777" y="4074345"/>
                </a:lnTo>
                <a:lnTo>
                  <a:pt x="916563" y="4074257"/>
                </a:lnTo>
                <a:lnTo>
                  <a:pt x="918349" y="4074166"/>
                </a:lnTo>
                <a:lnTo>
                  <a:pt x="920135" y="4074072"/>
                </a:lnTo>
                <a:lnTo>
                  <a:pt x="921921" y="4073975"/>
                </a:lnTo>
                <a:lnTo>
                  <a:pt x="923707" y="4073876"/>
                </a:lnTo>
                <a:lnTo>
                  <a:pt x="925493" y="4073773"/>
                </a:lnTo>
                <a:lnTo>
                  <a:pt x="927279" y="4073668"/>
                </a:lnTo>
                <a:lnTo>
                  <a:pt x="929065" y="4073559"/>
                </a:lnTo>
                <a:lnTo>
                  <a:pt x="930851" y="4073448"/>
                </a:lnTo>
                <a:lnTo>
                  <a:pt x="932637" y="4073334"/>
                </a:lnTo>
                <a:lnTo>
                  <a:pt x="934423" y="4073217"/>
                </a:lnTo>
                <a:lnTo>
                  <a:pt x="936210" y="4073098"/>
                </a:lnTo>
                <a:lnTo>
                  <a:pt x="937996" y="4072975"/>
                </a:lnTo>
                <a:lnTo>
                  <a:pt x="939783" y="4072850"/>
                </a:lnTo>
                <a:lnTo>
                  <a:pt x="941569" y="4072721"/>
                </a:lnTo>
                <a:lnTo>
                  <a:pt x="943355" y="4072590"/>
                </a:lnTo>
                <a:lnTo>
                  <a:pt x="945142" y="4072456"/>
                </a:lnTo>
                <a:lnTo>
                  <a:pt x="946929" y="4072319"/>
                </a:lnTo>
                <a:lnTo>
                  <a:pt x="948715" y="4072179"/>
                </a:lnTo>
                <a:lnTo>
                  <a:pt x="947593" y="4057996"/>
                </a:lnTo>
                <a:lnTo>
                  <a:pt x="945830" y="4058134"/>
                </a:lnTo>
                <a:lnTo>
                  <a:pt x="944067" y="4058269"/>
                </a:lnTo>
                <a:lnTo>
                  <a:pt x="942304" y="4058401"/>
                </a:lnTo>
                <a:lnTo>
                  <a:pt x="940541" y="4058531"/>
                </a:lnTo>
                <a:lnTo>
                  <a:pt x="938778" y="4058658"/>
                </a:lnTo>
                <a:lnTo>
                  <a:pt x="937015" y="4058781"/>
                </a:lnTo>
                <a:lnTo>
                  <a:pt x="935251" y="4058902"/>
                </a:lnTo>
                <a:close/>
                <a:moveTo>
                  <a:pt x="1721540" y="154319"/>
                </a:moveTo>
                <a:lnTo>
                  <a:pt x="1721540" y="111637"/>
                </a:lnTo>
                <a:lnTo>
                  <a:pt x="1707312" y="111637"/>
                </a:lnTo>
                <a:lnTo>
                  <a:pt x="1707312" y="154319"/>
                </a:lnTo>
                <a:lnTo>
                  <a:pt x="1721540" y="154319"/>
                </a:lnTo>
                <a:close/>
                <a:moveTo>
                  <a:pt x="1721540" y="239685"/>
                </a:moveTo>
                <a:lnTo>
                  <a:pt x="1721540" y="197002"/>
                </a:lnTo>
                <a:lnTo>
                  <a:pt x="1707312" y="197002"/>
                </a:lnTo>
                <a:lnTo>
                  <a:pt x="1707312" y="239685"/>
                </a:lnTo>
                <a:lnTo>
                  <a:pt x="1721540" y="239685"/>
                </a:lnTo>
                <a:close/>
                <a:moveTo>
                  <a:pt x="1721540" y="325051"/>
                </a:moveTo>
                <a:lnTo>
                  <a:pt x="1721540" y="282368"/>
                </a:lnTo>
                <a:lnTo>
                  <a:pt x="1707312" y="282368"/>
                </a:lnTo>
                <a:lnTo>
                  <a:pt x="1707312" y="325051"/>
                </a:lnTo>
                <a:lnTo>
                  <a:pt x="1721540" y="325051"/>
                </a:lnTo>
                <a:close/>
                <a:moveTo>
                  <a:pt x="1721540" y="410416"/>
                </a:moveTo>
                <a:lnTo>
                  <a:pt x="1721540" y="367733"/>
                </a:lnTo>
                <a:lnTo>
                  <a:pt x="1707312" y="367733"/>
                </a:lnTo>
                <a:lnTo>
                  <a:pt x="1707312" y="410416"/>
                </a:lnTo>
                <a:lnTo>
                  <a:pt x="1721540" y="410416"/>
                </a:lnTo>
                <a:close/>
                <a:moveTo>
                  <a:pt x="1721540" y="495782"/>
                </a:moveTo>
                <a:lnTo>
                  <a:pt x="1721540" y="453099"/>
                </a:lnTo>
                <a:lnTo>
                  <a:pt x="1707312" y="453099"/>
                </a:lnTo>
                <a:lnTo>
                  <a:pt x="1707312" y="495782"/>
                </a:lnTo>
                <a:lnTo>
                  <a:pt x="1721540" y="495782"/>
                </a:lnTo>
                <a:close/>
                <a:moveTo>
                  <a:pt x="1721540" y="581147"/>
                </a:moveTo>
                <a:lnTo>
                  <a:pt x="1721540" y="538465"/>
                </a:lnTo>
                <a:lnTo>
                  <a:pt x="1707312" y="538465"/>
                </a:lnTo>
                <a:lnTo>
                  <a:pt x="1707312" y="581147"/>
                </a:lnTo>
                <a:lnTo>
                  <a:pt x="1721540" y="581147"/>
                </a:lnTo>
                <a:close/>
                <a:moveTo>
                  <a:pt x="1721540" y="666513"/>
                </a:moveTo>
                <a:lnTo>
                  <a:pt x="1721540" y="623830"/>
                </a:lnTo>
                <a:lnTo>
                  <a:pt x="1707312" y="623830"/>
                </a:lnTo>
                <a:lnTo>
                  <a:pt x="1707312" y="666513"/>
                </a:lnTo>
                <a:lnTo>
                  <a:pt x="1721540" y="666513"/>
                </a:lnTo>
                <a:close/>
                <a:moveTo>
                  <a:pt x="1721540" y="751879"/>
                </a:moveTo>
                <a:lnTo>
                  <a:pt x="1721540" y="709196"/>
                </a:lnTo>
                <a:lnTo>
                  <a:pt x="1707312" y="709196"/>
                </a:lnTo>
                <a:lnTo>
                  <a:pt x="1707312" y="751879"/>
                </a:lnTo>
                <a:lnTo>
                  <a:pt x="1721540" y="751879"/>
                </a:lnTo>
                <a:close/>
                <a:moveTo>
                  <a:pt x="1721540" y="837244"/>
                </a:moveTo>
                <a:lnTo>
                  <a:pt x="1721540" y="794561"/>
                </a:lnTo>
                <a:lnTo>
                  <a:pt x="1707312" y="794561"/>
                </a:lnTo>
                <a:lnTo>
                  <a:pt x="1707312" y="837244"/>
                </a:lnTo>
                <a:lnTo>
                  <a:pt x="1721540" y="837244"/>
                </a:lnTo>
                <a:close/>
                <a:moveTo>
                  <a:pt x="1721540" y="922610"/>
                </a:moveTo>
                <a:lnTo>
                  <a:pt x="1721540" y="879927"/>
                </a:lnTo>
                <a:lnTo>
                  <a:pt x="1707312" y="879927"/>
                </a:lnTo>
                <a:lnTo>
                  <a:pt x="1707312" y="922610"/>
                </a:lnTo>
                <a:lnTo>
                  <a:pt x="1721540" y="922610"/>
                </a:lnTo>
                <a:close/>
                <a:moveTo>
                  <a:pt x="1721540" y="1007976"/>
                </a:moveTo>
                <a:lnTo>
                  <a:pt x="1721540" y="965293"/>
                </a:lnTo>
                <a:lnTo>
                  <a:pt x="1707312" y="965293"/>
                </a:lnTo>
                <a:lnTo>
                  <a:pt x="1707312" y="1007976"/>
                </a:lnTo>
                <a:lnTo>
                  <a:pt x="1721540" y="1007976"/>
                </a:lnTo>
                <a:close/>
                <a:moveTo>
                  <a:pt x="1721540" y="1093341"/>
                </a:moveTo>
                <a:lnTo>
                  <a:pt x="1721540" y="1050658"/>
                </a:lnTo>
                <a:lnTo>
                  <a:pt x="1707312" y="1050658"/>
                </a:lnTo>
                <a:lnTo>
                  <a:pt x="1707312" y="1093341"/>
                </a:lnTo>
                <a:lnTo>
                  <a:pt x="1721540" y="1093341"/>
                </a:lnTo>
                <a:close/>
                <a:moveTo>
                  <a:pt x="1721540" y="1178707"/>
                </a:moveTo>
                <a:lnTo>
                  <a:pt x="1721540" y="1136024"/>
                </a:lnTo>
                <a:lnTo>
                  <a:pt x="1707312" y="1136024"/>
                </a:lnTo>
                <a:lnTo>
                  <a:pt x="1707312" y="1178707"/>
                </a:lnTo>
                <a:lnTo>
                  <a:pt x="1721540" y="1178707"/>
                </a:lnTo>
                <a:close/>
                <a:moveTo>
                  <a:pt x="1721540" y="2117729"/>
                </a:moveTo>
                <a:lnTo>
                  <a:pt x="1721540" y="2075046"/>
                </a:lnTo>
                <a:lnTo>
                  <a:pt x="1707312" y="2075046"/>
                </a:lnTo>
                <a:lnTo>
                  <a:pt x="1707312" y="2117729"/>
                </a:lnTo>
                <a:lnTo>
                  <a:pt x="1721540" y="2117729"/>
                </a:lnTo>
                <a:close/>
                <a:moveTo>
                  <a:pt x="1721540" y="2288460"/>
                </a:moveTo>
                <a:lnTo>
                  <a:pt x="1721540" y="2245777"/>
                </a:lnTo>
                <a:lnTo>
                  <a:pt x="1707312" y="2245777"/>
                </a:lnTo>
                <a:lnTo>
                  <a:pt x="1707312" y="2288460"/>
                </a:lnTo>
                <a:lnTo>
                  <a:pt x="1721540" y="2288460"/>
                </a:lnTo>
                <a:close/>
                <a:moveTo>
                  <a:pt x="1721540" y="2331143"/>
                </a:moveTo>
                <a:lnTo>
                  <a:pt x="1707312" y="2331143"/>
                </a:lnTo>
                <a:lnTo>
                  <a:pt x="1707312" y="2373825"/>
                </a:lnTo>
                <a:lnTo>
                  <a:pt x="1721540" y="2373825"/>
                </a:lnTo>
                <a:lnTo>
                  <a:pt x="1721540" y="2331143"/>
                </a:lnTo>
                <a:close/>
                <a:moveTo>
                  <a:pt x="1721540" y="2416508"/>
                </a:moveTo>
                <a:lnTo>
                  <a:pt x="1707312" y="2416508"/>
                </a:lnTo>
                <a:lnTo>
                  <a:pt x="1707312" y="2459191"/>
                </a:lnTo>
                <a:lnTo>
                  <a:pt x="1721540" y="2459191"/>
                </a:lnTo>
                <a:lnTo>
                  <a:pt x="1721540" y="2416508"/>
                </a:lnTo>
                <a:close/>
                <a:moveTo>
                  <a:pt x="1721540" y="2544557"/>
                </a:moveTo>
                <a:lnTo>
                  <a:pt x="1721540" y="2501874"/>
                </a:lnTo>
                <a:lnTo>
                  <a:pt x="1707312" y="2501874"/>
                </a:lnTo>
                <a:lnTo>
                  <a:pt x="1707312" y="2544557"/>
                </a:lnTo>
                <a:lnTo>
                  <a:pt x="1721540" y="2544557"/>
                </a:lnTo>
                <a:close/>
                <a:moveTo>
                  <a:pt x="1721540" y="2629922"/>
                </a:moveTo>
                <a:lnTo>
                  <a:pt x="1721540" y="2587240"/>
                </a:lnTo>
                <a:lnTo>
                  <a:pt x="1707312" y="2587240"/>
                </a:lnTo>
                <a:lnTo>
                  <a:pt x="1707312" y="2629922"/>
                </a:lnTo>
                <a:lnTo>
                  <a:pt x="1721540" y="2629922"/>
                </a:lnTo>
                <a:close/>
                <a:moveTo>
                  <a:pt x="1721540" y="2715288"/>
                </a:moveTo>
                <a:lnTo>
                  <a:pt x="1721540" y="2672605"/>
                </a:lnTo>
                <a:lnTo>
                  <a:pt x="1707312" y="2672605"/>
                </a:lnTo>
                <a:lnTo>
                  <a:pt x="1707312" y="2715288"/>
                </a:lnTo>
                <a:lnTo>
                  <a:pt x="1721540" y="2715288"/>
                </a:lnTo>
                <a:close/>
                <a:moveTo>
                  <a:pt x="1721540" y="2800654"/>
                </a:moveTo>
                <a:lnTo>
                  <a:pt x="1721540" y="2757971"/>
                </a:lnTo>
                <a:lnTo>
                  <a:pt x="1707312" y="2757971"/>
                </a:lnTo>
                <a:lnTo>
                  <a:pt x="1707312" y="2800654"/>
                </a:lnTo>
                <a:lnTo>
                  <a:pt x="1721540" y="2800654"/>
                </a:lnTo>
                <a:close/>
                <a:moveTo>
                  <a:pt x="1721540" y="2971385"/>
                </a:moveTo>
                <a:lnTo>
                  <a:pt x="1721540" y="2928702"/>
                </a:lnTo>
                <a:lnTo>
                  <a:pt x="1707312" y="2928702"/>
                </a:lnTo>
                <a:lnTo>
                  <a:pt x="1707312" y="2971385"/>
                </a:lnTo>
                <a:lnTo>
                  <a:pt x="1721540" y="2971385"/>
                </a:lnTo>
                <a:close/>
                <a:moveTo>
                  <a:pt x="1721540" y="3056750"/>
                </a:moveTo>
                <a:lnTo>
                  <a:pt x="1721540" y="3014068"/>
                </a:lnTo>
                <a:lnTo>
                  <a:pt x="1707312" y="3014068"/>
                </a:lnTo>
                <a:lnTo>
                  <a:pt x="1707312" y="3056750"/>
                </a:lnTo>
                <a:lnTo>
                  <a:pt x="1721540" y="3056750"/>
                </a:lnTo>
                <a:close/>
                <a:moveTo>
                  <a:pt x="1721540" y="3142116"/>
                </a:moveTo>
                <a:lnTo>
                  <a:pt x="1721540" y="3099433"/>
                </a:lnTo>
                <a:lnTo>
                  <a:pt x="1707312" y="3099433"/>
                </a:lnTo>
                <a:lnTo>
                  <a:pt x="1707312" y="3142116"/>
                </a:lnTo>
                <a:lnTo>
                  <a:pt x="1721540" y="3142116"/>
                </a:lnTo>
                <a:close/>
                <a:moveTo>
                  <a:pt x="1721540" y="3227482"/>
                </a:moveTo>
                <a:lnTo>
                  <a:pt x="1721540" y="3184799"/>
                </a:lnTo>
                <a:lnTo>
                  <a:pt x="1707312" y="3184799"/>
                </a:lnTo>
                <a:lnTo>
                  <a:pt x="1707312" y="3227482"/>
                </a:lnTo>
                <a:lnTo>
                  <a:pt x="1721540" y="3227482"/>
                </a:lnTo>
                <a:close/>
                <a:moveTo>
                  <a:pt x="1721540" y="3312847"/>
                </a:moveTo>
                <a:lnTo>
                  <a:pt x="1721540" y="3270165"/>
                </a:lnTo>
                <a:lnTo>
                  <a:pt x="1707312" y="3270165"/>
                </a:lnTo>
                <a:lnTo>
                  <a:pt x="1707312" y="3312847"/>
                </a:lnTo>
                <a:lnTo>
                  <a:pt x="1721540" y="3312847"/>
                </a:lnTo>
                <a:close/>
                <a:moveTo>
                  <a:pt x="1721540" y="3398213"/>
                </a:moveTo>
                <a:lnTo>
                  <a:pt x="1721540" y="3355530"/>
                </a:lnTo>
                <a:lnTo>
                  <a:pt x="1707312" y="3355530"/>
                </a:lnTo>
                <a:lnTo>
                  <a:pt x="1707312" y="3398213"/>
                </a:lnTo>
                <a:lnTo>
                  <a:pt x="1721540" y="3398213"/>
                </a:lnTo>
                <a:close/>
                <a:moveTo>
                  <a:pt x="1721540" y="3483579"/>
                </a:moveTo>
                <a:lnTo>
                  <a:pt x="1721540" y="3440896"/>
                </a:lnTo>
                <a:lnTo>
                  <a:pt x="1707312" y="3440896"/>
                </a:lnTo>
                <a:lnTo>
                  <a:pt x="1707312" y="3483579"/>
                </a:lnTo>
                <a:lnTo>
                  <a:pt x="1721540" y="3483579"/>
                </a:lnTo>
                <a:close/>
                <a:moveTo>
                  <a:pt x="1721540" y="3568944"/>
                </a:moveTo>
                <a:lnTo>
                  <a:pt x="1721540" y="3526261"/>
                </a:lnTo>
                <a:lnTo>
                  <a:pt x="1707312" y="3526261"/>
                </a:lnTo>
                <a:lnTo>
                  <a:pt x="1707312" y="3568944"/>
                </a:lnTo>
                <a:lnTo>
                  <a:pt x="1721540" y="3568944"/>
                </a:lnTo>
                <a:close/>
                <a:moveTo>
                  <a:pt x="1721540" y="3654310"/>
                </a:moveTo>
                <a:lnTo>
                  <a:pt x="1721540" y="3611627"/>
                </a:lnTo>
                <a:lnTo>
                  <a:pt x="1707312" y="3611627"/>
                </a:lnTo>
                <a:lnTo>
                  <a:pt x="1707312" y="3654310"/>
                </a:lnTo>
                <a:lnTo>
                  <a:pt x="1721540" y="3654310"/>
                </a:lnTo>
                <a:close/>
                <a:moveTo>
                  <a:pt x="1721540" y="3739675"/>
                </a:moveTo>
                <a:lnTo>
                  <a:pt x="1721540" y="3696993"/>
                </a:lnTo>
                <a:lnTo>
                  <a:pt x="1707312" y="3696993"/>
                </a:lnTo>
                <a:lnTo>
                  <a:pt x="1707312" y="3739675"/>
                </a:lnTo>
                <a:lnTo>
                  <a:pt x="1721540" y="3739675"/>
                </a:lnTo>
                <a:close/>
                <a:moveTo>
                  <a:pt x="1721540" y="3825041"/>
                </a:moveTo>
                <a:lnTo>
                  <a:pt x="1721540" y="3782358"/>
                </a:lnTo>
                <a:lnTo>
                  <a:pt x="1707312" y="3782358"/>
                </a:lnTo>
                <a:lnTo>
                  <a:pt x="1707312" y="3825041"/>
                </a:lnTo>
                <a:lnTo>
                  <a:pt x="1721540" y="3825041"/>
                </a:lnTo>
                <a:close/>
                <a:moveTo>
                  <a:pt x="1721540" y="3867724"/>
                </a:moveTo>
                <a:lnTo>
                  <a:pt x="1707312" y="3867724"/>
                </a:lnTo>
                <a:lnTo>
                  <a:pt x="1707312" y="3910407"/>
                </a:lnTo>
                <a:lnTo>
                  <a:pt x="1721540" y="3910407"/>
                </a:lnTo>
                <a:lnTo>
                  <a:pt x="1721540" y="3867724"/>
                </a:lnTo>
                <a:close/>
                <a:moveTo>
                  <a:pt x="1721540" y="3953090"/>
                </a:moveTo>
                <a:lnTo>
                  <a:pt x="1707312" y="3953090"/>
                </a:lnTo>
                <a:lnTo>
                  <a:pt x="1707312" y="3995772"/>
                </a:lnTo>
                <a:lnTo>
                  <a:pt x="1721540" y="3995772"/>
                </a:lnTo>
                <a:lnTo>
                  <a:pt x="1721540" y="39530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5EC50-DC32-46C3-A658-74CFE561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1423208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7"/>
                  <a:pt x="11584" y="251768"/>
                </a:cubicBezTo>
                <a:cubicBezTo>
                  <a:pt x="7875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DAE8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9BA05F-2229-4F88-A104-5412D612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1423208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7"/>
                  <a:pt x="11584" y="251768"/>
                </a:cubicBezTo>
                <a:cubicBezTo>
                  <a:pt x="7875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4" name="Text localstack↓">
            <a:extLst xmlns:a="http://schemas.openxmlformats.org/drawingml/2006/main">
              <a:ext uri="{FF2B5EF4-FFF2-40B4-BE49-F238E27FC236}">
                <a16:creationId xmlns:a16="http://schemas.microsoft.com/office/drawing/2014/main" id="{C7812754-EE54-4B5E-9137-D3A7EF9E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907" y="1490447"/>
            <a:ext cx="830693" cy="144812"/>
          </a:xfrm>
          <a:custGeom xmlns:a="http://schemas.openxmlformats.org/drawingml/2006/main">
            <a:pathLst>
              <a:path w="830693" h="144812">
                <a:moveTo>
                  <a:pt x="0" y="112028"/>
                </a:moveTo>
                <a:lnTo>
                  <a:pt x="0" y="0"/>
                </a:lnTo>
                <a:lnTo>
                  <a:pt x="13755" y="0"/>
                </a:lnTo>
                <a:lnTo>
                  <a:pt x="13755" y="112028"/>
                </a:lnTo>
                <a:lnTo>
                  <a:pt x="0" y="112028"/>
                </a:lnTo>
                <a:close/>
                <a:moveTo>
                  <a:pt x="29929" y="71451"/>
                </a:moveTo>
                <a:cubicBezTo>
                  <a:pt x="29929" y="56422"/>
                  <a:pt x="34107" y="45290"/>
                  <a:pt x="42462" y="38056"/>
                </a:cubicBezTo>
                <a:cubicBezTo>
                  <a:pt x="49441" y="32045"/>
                  <a:pt x="57949" y="29039"/>
                  <a:pt x="67986" y="29039"/>
                </a:cubicBezTo>
                <a:cubicBezTo>
                  <a:pt x="79143" y="29039"/>
                  <a:pt x="88262" y="32694"/>
                  <a:pt x="95343" y="40005"/>
                </a:cubicBezTo>
                <a:cubicBezTo>
                  <a:pt x="102424" y="47315"/>
                  <a:pt x="105965" y="57415"/>
                  <a:pt x="105965" y="70304"/>
                </a:cubicBezTo>
                <a:cubicBezTo>
                  <a:pt x="105965" y="80748"/>
                  <a:pt x="104399" y="88963"/>
                  <a:pt x="101265" y="94949"/>
                </a:cubicBezTo>
                <a:cubicBezTo>
                  <a:pt x="98132" y="100935"/>
                  <a:pt x="93573" y="105584"/>
                  <a:pt x="87587" y="108895"/>
                </a:cubicBezTo>
                <a:cubicBezTo>
                  <a:pt x="81601" y="112207"/>
                  <a:pt x="75067" y="113863"/>
                  <a:pt x="67986" y="113863"/>
                </a:cubicBezTo>
                <a:cubicBezTo>
                  <a:pt x="56625" y="113863"/>
                  <a:pt x="47442" y="110220"/>
                  <a:pt x="40437" y="102935"/>
                </a:cubicBezTo>
                <a:cubicBezTo>
                  <a:pt x="33432" y="95650"/>
                  <a:pt x="29929" y="85155"/>
                  <a:pt x="29929" y="71451"/>
                </a:cubicBezTo>
                <a:moveTo>
                  <a:pt x="44067" y="71412"/>
                </a:moveTo>
                <a:cubicBezTo>
                  <a:pt x="44067" y="81767"/>
                  <a:pt x="46334" y="89520"/>
                  <a:pt x="50868" y="94672"/>
                </a:cubicBezTo>
                <a:cubicBezTo>
                  <a:pt x="55402" y="99824"/>
                  <a:pt x="61108" y="102400"/>
                  <a:pt x="67986" y="102400"/>
                </a:cubicBezTo>
                <a:cubicBezTo>
                  <a:pt x="74812" y="102400"/>
                  <a:pt x="80493" y="99811"/>
                  <a:pt x="85027" y="94634"/>
                </a:cubicBezTo>
                <a:cubicBezTo>
                  <a:pt x="89561" y="89457"/>
                  <a:pt x="91828" y="81564"/>
                  <a:pt x="91828" y="70956"/>
                </a:cubicBezTo>
                <a:cubicBezTo>
                  <a:pt x="91828" y="60957"/>
                  <a:pt x="89548" y="53381"/>
                  <a:pt x="84988" y="48229"/>
                </a:cubicBezTo>
                <a:cubicBezTo>
                  <a:pt x="80429" y="43077"/>
                  <a:pt x="74761" y="40501"/>
                  <a:pt x="67986" y="40501"/>
                </a:cubicBezTo>
                <a:cubicBezTo>
                  <a:pt x="61108" y="40501"/>
                  <a:pt x="55402" y="43065"/>
                  <a:pt x="50868" y="48191"/>
                </a:cubicBezTo>
                <a:cubicBezTo>
                  <a:pt x="46334" y="53317"/>
                  <a:pt x="44067" y="61058"/>
                  <a:pt x="44067" y="71412"/>
                </a:cubicBezTo>
                <a:close/>
                <a:moveTo>
                  <a:pt x="175023" y="82226"/>
                </a:moveTo>
                <a:lnTo>
                  <a:pt x="188549" y="83983"/>
                </a:lnTo>
                <a:cubicBezTo>
                  <a:pt x="187072" y="93330"/>
                  <a:pt x="183289" y="100647"/>
                  <a:pt x="177201" y="105934"/>
                </a:cubicBezTo>
                <a:cubicBezTo>
                  <a:pt x="171113" y="111220"/>
                  <a:pt x="163637" y="113863"/>
                  <a:pt x="154772" y="113863"/>
                </a:cubicBezTo>
                <a:cubicBezTo>
                  <a:pt x="143666" y="113863"/>
                  <a:pt x="134738" y="110233"/>
                  <a:pt x="127988" y="102973"/>
                </a:cubicBezTo>
                <a:cubicBezTo>
                  <a:pt x="121238" y="95713"/>
                  <a:pt x="117862" y="85308"/>
                  <a:pt x="117862" y="71756"/>
                </a:cubicBezTo>
                <a:cubicBezTo>
                  <a:pt x="117862" y="62994"/>
                  <a:pt x="119314" y="55326"/>
                  <a:pt x="122218" y="48755"/>
                </a:cubicBezTo>
                <a:cubicBezTo>
                  <a:pt x="125122" y="42183"/>
                  <a:pt x="129542" y="37254"/>
                  <a:pt x="135477" y="33968"/>
                </a:cubicBezTo>
                <a:cubicBezTo>
                  <a:pt x="141412" y="30682"/>
                  <a:pt x="147869" y="29039"/>
                  <a:pt x="154849" y="29039"/>
                </a:cubicBezTo>
                <a:cubicBezTo>
                  <a:pt x="163662" y="29039"/>
                  <a:pt x="170871" y="31275"/>
                  <a:pt x="176475" y="35747"/>
                </a:cubicBezTo>
                <a:cubicBezTo>
                  <a:pt x="182079" y="40217"/>
                  <a:pt x="185671" y="46566"/>
                  <a:pt x="187250" y="54792"/>
                </a:cubicBezTo>
                <a:lnTo>
                  <a:pt x="173877" y="56855"/>
                </a:lnTo>
                <a:cubicBezTo>
                  <a:pt x="172603" y="51429"/>
                  <a:pt x="170349" y="47347"/>
                  <a:pt x="167114" y="44609"/>
                </a:cubicBezTo>
                <a:cubicBezTo>
                  <a:pt x="163879" y="41871"/>
                  <a:pt x="159969" y="40501"/>
                  <a:pt x="155384" y="40501"/>
                </a:cubicBezTo>
                <a:cubicBezTo>
                  <a:pt x="148455" y="40501"/>
                  <a:pt x="142826" y="42973"/>
                  <a:pt x="138495" y="47916"/>
                </a:cubicBezTo>
                <a:cubicBezTo>
                  <a:pt x="134165" y="52858"/>
                  <a:pt x="132000" y="60677"/>
                  <a:pt x="132000" y="71374"/>
                </a:cubicBezTo>
                <a:cubicBezTo>
                  <a:pt x="132000" y="82224"/>
                  <a:pt x="134089" y="90108"/>
                  <a:pt x="138266" y="95026"/>
                </a:cubicBezTo>
                <a:cubicBezTo>
                  <a:pt x="142444" y="99942"/>
                  <a:pt x="147895" y="102400"/>
                  <a:pt x="154619" y="102400"/>
                </a:cubicBezTo>
                <a:cubicBezTo>
                  <a:pt x="160020" y="102400"/>
                  <a:pt x="164528" y="100750"/>
                  <a:pt x="168145" y="97452"/>
                </a:cubicBezTo>
                <a:cubicBezTo>
                  <a:pt x="171762" y="94153"/>
                  <a:pt x="174055" y="89078"/>
                  <a:pt x="175023" y="82226"/>
                </a:cubicBezTo>
                <a:close/>
                <a:moveTo>
                  <a:pt x="253275" y="102008"/>
                </a:moveTo>
                <a:cubicBezTo>
                  <a:pt x="248181" y="106342"/>
                  <a:pt x="243277" y="109401"/>
                  <a:pt x="238565" y="111186"/>
                </a:cubicBezTo>
                <a:cubicBezTo>
                  <a:pt x="233852" y="112970"/>
                  <a:pt x="228796" y="113863"/>
                  <a:pt x="223396" y="113863"/>
                </a:cubicBezTo>
                <a:cubicBezTo>
                  <a:pt x="214480" y="113863"/>
                  <a:pt x="207628" y="111683"/>
                  <a:pt x="202839" y="107324"/>
                </a:cubicBezTo>
                <a:cubicBezTo>
                  <a:pt x="198050" y="102965"/>
                  <a:pt x="195656" y="97395"/>
                  <a:pt x="195656" y="90615"/>
                </a:cubicBezTo>
                <a:cubicBezTo>
                  <a:pt x="195656" y="86639"/>
                  <a:pt x="196560" y="83008"/>
                  <a:pt x="198369" y="79720"/>
                </a:cubicBezTo>
                <a:cubicBezTo>
                  <a:pt x="200177" y="76431"/>
                  <a:pt x="202546" y="73793"/>
                  <a:pt x="205476" y="71804"/>
                </a:cubicBezTo>
                <a:cubicBezTo>
                  <a:pt x="208405" y="69816"/>
                  <a:pt x="211704" y="68312"/>
                  <a:pt x="215372" y="67293"/>
                </a:cubicBezTo>
                <a:cubicBezTo>
                  <a:pt x="218072" y="66578"/>
                  <a:pt x="222148" y="65890"/>
                  <a:pt x="227599" y="65227"/>
                </a:cubicBezTo>
                <a:cubicBezTo>
                  <a:pt x="238705" y="63912"/>
                  <a:pt x="246881" y="62344"/>
                  <a:pt x="252129" y="60523"/>
                </a:cubicBezTo>
                <a:cubicBezTo>
                  <a:pt x="252180" y="58646"/>
                  <a:pt x="252205" y="57453"/>
                  <a:pt x="252205" y="56946"/>
                </a:cubicBezTo>
                <a:cubicBezTo>
                  <a:pt x="252205" y="51362"/>
                  <a:pt x="250906" y="47429"/>
                  <a:pt x="248308" y="45146"/>
                </a:cubicBezTo>
                <a:cubicBezTo>
                  <a:pt x="244793" y="42050"/>
                  <a:pt x="239571" y="40501"/>
                  <a:pt x="232642" y="40501"/>
                </a:cubicBezTo>
                <a:cubicBezTo>
                  <a:pt x="226172" y="40501"/>
                  <a:pt x="221396" y="41635"/>
                  <a:pt x="218314" y="43902"/>
                </a:cubicBezTo>
                <a:cubicBezTo>
                  <a:pt x="215232" y="46169"/>
                  <a:pt x="212952" y="50181"/>
                  <a:pt x="211475" y="55938"/>
                </a:cubicBezTo>
                <a:lnTo>
                  <a:pt x="198025" y="54104"/>
                </a:lnTo>
                <a:cubicBezTo>
                  <a:pt x="199248" y="48329"/>
                  <a:pt x="201260" y="43666"/>
                  <a:pt x="204062" y="40115"/>
                </a:cubicBezTo>
                <a:cubicBezTo>
                  <a:pt x="206864" y="36563"/>
                  <a:pt x="210914" y="33829"/>
                  <a:pt x="216212" y="31914"/>
                </a:cubicBezTo>
                <a:cubicBezTo>
                  <a:pt x="221511" y="29997"/>
                  <a:pt x="227650" y="29039"/>
                  <a:pt x="234629" y="29039"/>
                </a:cubicBezTo>
                <a:cubicBezTo>
                  <a:pt x="241558" y="29039"/>
                  <a:pt x="247187" y="29854"/>
                  <a:pt x="251517" y="31484"/>
                </a:cubicBezTo>
                <a:cubicBezTo>
                  <a:pt x="255848" y="33114"/>
                  <a:pt x="259032" y="35165"/>
                  <a:pt x="261070" y="37636"/>
                </a:cubicBezTo>
                <a:cubicBezTo>
                  <a:pt x="263107" y="40107"/>
                  <a:pt x="264534" y="43227"/>
                  <a:pt x="265349" y="46997"/>
                </a:cubicBezTo>
                <a:cubicBezTo>
                  <a:pt x="265808" y="49340"/>
                  <a:pt x="266037" y="53569"/>
                  <a:pt x="266037" y="59682"/>
                </a:cubicBezTo>
                <a:lnTo>
                  <a:pt x="266037" y="78023"/>
                </a:lnTo>
                <a:cubicBezTo>
                  <a:pt x="266037" y="90810"/>
                  <a:pt x="266330" y="98897"/>
                  <a:pt x="266916" y="102285"/>
                </a:cubicBezTo>
                <a:cubicBezTo>
                  <a:pt x="267502" y="105673"/>
                  <a:pt x="268661" y="108921"/>
                  <a:pt x="270393" y="112028"/>
                </a:cubicBezTo>
                <a:lnTo>
                  <a:pt x="256026" y="112028"/>
                </a:lnTo>
                <a:cubicBezTo>
                  <a:pt x="254600" y="109172"/>
                  <a:pt x="253683" y="105832"/>
                  <a:pt x="253275" y="102008"/>
                </a:cubicBezTo>
                <a:moveTo>
                  <a:pt x="252129" y="71221"/>
                </a:moveTo>
                <a:cubicBezTo>
                  <a:pt x="247136" y="73277"/>
                  <a:pt x="239647" y="75023"/>
                  <a:pt x="229662" y="76461"/>
                </a:cubicBezTo>
                <a:cubicBezTo>
                  <a:pt x="224007" y="77279"/>
                  <a:pt x="220008" y="78200"/>
                  <a:pt x="217664" y="79224"/>
                </a:cubicBezTo>
                <a:cubicBezTo>
                  <a:pt x="215321" y="80246"/>
                  <a:pt x="213512" y="81742"/>
                  <a:pt x="212239" y="83713"/>
                </a:cubicBezTo>
                <a:cubicBezTo>
                  <a:pt x="210965" y="85683"/>
                  <a:pt x="210328" y="87869"/>
                  <a:pt x="210328" y="90273"/>
                </a:cubicBezTo>
                <a:cubicBezTo>
                  <a:pt x="210328" y="93956"/>
                  <a:pt x="211717" y="97025"/>
                  <a:pt x="214493" y="99482"/>
                </a:cubicBezTo>
                <a:cubicBezTo>
                  <a:pt x="217270" y="101937"/>
                  <a:pt x="221332" y="103164"/>
                  <a:pt x="226682" y="103164"/>
                </a:cubicBezTo>
                <a:cubicBezTo>
                  <a:pt x="231980" y="103164"/>
                  <a:pt x="236692" y="101999"/>
                  <a:pt x="240819" y="99670"/>
                </a:cubicBezTo>
                <a:cubicBezTo>
                  <a:pt x="244946" y="97341"/>
                  <a:pt x="247977" y="94155"/>
                  <a:pt x="249913" y="90111"/>
                </a:cubicBezTo>
                <a:cubicBezTo>
                  <a:pt x="251390" y="86987"/>
                  <a:pt x="252129" y="82380"/>
                  <a:pt x="252129" y="76289"/>
                </a:cubicBezTo>
                <a:lnTo>
                  <a:pt x="252129" y="71221"/>
                </a:lnTo>
                <a:close/>
                <a:moveTo>
                  <a:pt x="287028" y="112028"/>
                </a:moveTo>
                <a:lnTo>
                  <a:pt x="287028" y="0"/>
                </a:lnTo>
                <a:lnTo>
                  <a:pt x="300784" y="0"/>
                </a:lnTo>
                <a:lnTo>
                  <a:pt x="300784" y="112028"/>
                </a:lnTo>
                <a:lnTo>
                  <a:pt x="287028" y="112028"/>
                </a:lnTo>
                <a:close/>
                <a:moveTo>
                  <a:pt x="360084" y="87728"/>
                </a:moveTo>
                <a:lnTo>
                  <a:pt x="373686" y="85588"/>
                </a:lnTo>
                <a:cubicBezTo>
                  <a:pt x="374450" y="91015"/>
                  <a:pt x="376577" y="95174"/>
                  <a:pt x="380067" y="98066"/>
                </a:cubicBezTo>
                <a:cubicBezTo>
                  <a:pt x="383557" y="100955"/>
                  <a:pt x="388435" y="102400"/>
                  <a:pt x="394701" y="102400"/>
                </a:cubicBezTo>
                <a:cubicBezTo>
                  <a:pt x="401018" y="102400"/>
                  <a:pt x="405705" y="101124"/>
                  <a:pt x="408762" y="98572"/>
                </a:cubicBezTo>
                <a:cubicBezTo>
                  <a:pt x="411818" y="96018"/>
                  <a:pt x="413347" y="93024"/>
                  <a:pt x="413347" y="89588"/>
                </a:cubicBezTo>
                <a:cubicBezTo>
                  <a:pt x="413347" y="86504"/>
                  <a:pt x="411997" y="84078"/>
                  <a:pt x="409297" y="82309"/>
                </a:cubicBezTo>
                <a:cubicBezTo>
                  <a:pt x="407412" y="81096"/>
                  <a:pt x="402725" y="79554"/>
                  <a:pt x="395236" y="77683"/>
                </a:cubicBezTo>
                <a:cubicBezTo>
                  <a:pt x="385149" y="75135"/>
                  <a:pt x="378156" y="72930"/>
                  <a:pt x="374259" y="71069"/>
                </a:cubicBezTo>
                <a:cubicBezTo>
                  <a:pt x="370362" y="69207"/>
                  <a:pt x="367407" y="66632"/>
                  <a:pt x="365395" y="63343"/>
                </a:cubicBezTo>
                <a:cubicBezTo>
                  <a:pt x="363382" y="60054"/>
                  <a:pt x="362376" y="56421"/>
                  <a:pt x="362376" y="52444"/>
                </a:cubicBezTo>
                <a:cubicBezTo>
                  <a:pt x="362376" y="48824"/>
                  <a:pt x="363204" y="45471"/>
                  <a:pt x="364860" y="42386"/>
                </a:cubicBezTo>
                <a:cubicBezTo>
                  <a:pt x="366515" y="39300"/>
                  <a:pt x="368770" y="36738"/>
                  <a:pt x="371623" y="34698"/>
                </a:cubicBezTo>
                <a:cubicBezTo>
                  <a:pt x="373762" y="33118"/>
                  <a:pt x="376679" y="31779"/>
                  <a:pt x="380372" y="30684"/>
                </a:cubicBezTo>
                <a:cubicBezTo>
                  <a:pt x="384066" y="29587"/>
                  <a:pt x="388027" y="29039"/>
                  <a:pt x="392255" y="29039"/>
                </a:cubicBezTo>
                <a:cubicBezTo>
                  <a:pt x="398624" y="29039"/>
                  <a:pt x="404215" y="29962"/>
                  <a:pt x="409029" y="31809"/>
                </a:cubicBezTo>
                <a:cubicBezTo>
                  <a:pt x="413843" y="33654"/>
                  <a:pt x="417397" y="36154"/>
                  <a:pt x="419689" y="39310"/>
                </a:cubicBezTo>
                <a:cubicBezTo>
                  <a:pt x="421982" y="42464"/>
                  <a:pt x="423561" y="46682"/>
                  <a:pt x="424427" y="51964"/>
                </a:cubicBezTo>
                <a:lnTo>
                  <a:pt x="410978" y="53798"/>
                </a:lnTo>
                <a:cubicBezTo>
                  <a:pt x="410366" y="49621"/>
                  <a:pt x="408596" y="46360"/>
                  <a:pt x="405667" y="44017"/>
                </a:cubicBezTo>
                <a:cubicBezTo>
                  <a:pt x="402737" y="41673"/>
                  <a:pt x="398598" y="40501"/>
                  <a:pt x="393249" y="40501"/>
                </a:cubicBezTo>
                <a:cubicBezTo>
                  <a:pt x="386932" y="40501"/>
                  <a:pt x="382423" y="41541"/>
                  <a:pt x="379723" y="43620"/>
                </a:cubicBezTo>
                <a:cubicBezTo>
                  <a:pt x="377023" y="45698"/>
                  <a:pt x="375673" y="48131"/>
                  <a:pt x="375673" y="50921"/>
                </a:cubicBezTo>
                <a:cubicBezTo>
                  <a:pt x="375673" y="52694"/>
                  <a:pt x="376233" y="54291"/>
                  <a:pt x="377354" y="55711"/>
                </a:cubicBezTo>
                <a:cubicBezTo>
                  <a:pt x="378475" y="57180"/>
                  <a:pt x="380232" y="58397"/>
                  <a:pt x="382627" y="59360"/>
                </a:cubicBezTo>
                <a:cubicBezTo>
                  <a:pt x="384002" y="59868"/>
                  <a:pt x="388052" y="61034"/>
                  <a:pt x="394777" y="62858"/>
                </a:cubicBezTo>
                <a:cubicBezTo>
                  <a:pt x="404508" y="65455"/>
                  <a:pt x="411296" y="67580"/>
                  <a:pt x="415143" y="69235"/>
                </a:cubicBezTo>
                <a:cubicBezTo>
                  <a:pt x="418989" y="70889"/>
                  <a:pt x="422007" y="73294"/>
                  <a:pt x="424198" y="76451"/>
                </a:cubicBezTo>
                <a:cubicBezTo>
                  <a:pt x="426389" y="79607"/>
                  <a:pt x="427484" y="83525"/>
                  <a:pt x="427484" y="88208"/>
                </a:cubicBezTo>
                <a:cubicBezTo>
                  <a:pt x="427484" y="92790"/>
                  <a:pt x="426147" y="97104"/>
                  <a:pt x="423472" y="101151"/>
                </a:cubicBezTo>
                <a:cubicBezTo>
                  <a:pt x="420797" y="105196"/>
                  <a:pt x="416938" y="108326"/>
                  <a:pt x="411895" y="110541"/>
                </a:cubicBezTo>
                <a:cubicBezTo>
                  <a:pt x="406851" y="112755"/>
                  <a:pt x="401145" y="113863"/>
                  <a:pt x="394777" y="113863"/>
                </a:cubicBezTo>
                <a:cubicBezTo>
                  <a:pt x="384232" y="113863"/>
                  <a:pt x="376195" y="111666"/>
                  <a:pt x="370667" y="107271"/>
                </a:cubicBezTo>
                <a:cubicBezTo>
                  <a:pt x="365140" y="102877"/>
                  <a:pt x="361612" y="96363"/>
                  <a:pt x="360084" y="87728"/>
                </a:cubicBezTo>
                <a:close/>
                <a:moveTo>
                  <a:pt x="473870" y="99878"/>
                </a:moveTo>
                <a:lnTo>
                  <a:pt x="475856" y="112028"/>
                </a:lnTo>
                <a:cubicBezTo>
                  <a:pt x="471985" y="112742"/>
                  <a:pt x="468520" y="113098"/>
                  <a:pt x="465464" y="113098"/>
                </a:cubicBezTo>
                <a:cubicBezTo>
                  <a:pt x="460471" y="113098"/>
                  <a:pt x="456599" y="112309"/>
                  <a:pt x="453848" y="110729"/>
                </a:cubicBezTo>
                <a:cubicBezTo>
                  <a:pt x="451097" y="109150"/>
                  <a:pt x="449161" y="107074"/>
                  <a:pt x="448040" y="104501"/>
                </a:cubicBezTo>
                <a:cubicBezTo>
                  <a:pt x="446920" y="101929"/>
                  <a:pt x="446359" y="96516"/>
                  <a:pt x="446359" y="88263"/>
                </a:cubicBezTo>
                <a:lnTo>
                  <a:pt x="446359" y="41571"/>
                </a:lnTo>
                <a:lnTo>
                  <a:pt x="436272" y="41571"/>
                </a:lnTo>
                <a:lnTo>
                  <a:pt x="436272" y="30873"/>
                </a:lnTo>
                <a:lnTo>
                  <a:pt x="446359" y="30873"/>
                </a:lnTo>
                <a:lnTo>
                  <a:pt x="446359" y="10720"/>
                </a:lnTo>
                <a:lnTo>
                  <a:pt x="460038" y="2445"/>
                </a:lnTo>
                <a:lnTo>
                  <a:pt x="460038" y="30873"/>
                </a:lnTo>
                <a:lnTo>
                  <a:pt x="473870" y="30873"/>
                </a:lnTo>
                <a:lnTo>
                  <a:pt x="473870" y="41571"/>
                </a:lnTo>
                <a:lnTo>
                  <a:pt x="460038" y="41571"/>
                </a:lnTo>
                <a:lnTo>
                  <a:pt x="460038" y="89027"/>
                </a:lnTo>
                <a:cubicBezTo>
                  <a:pt x="460038" y="92950"/>
                  <a:pt x="460280" y="95471"/>
                  <a:pt x="460764" y="96592"/>
                </a:cubicBezTo>
                <a:cubicBezTo>
                  <a:pt x="461248" y="97713"/>
                  <a:pt x="462038" y="98604"/>
                  <a:pt x="463133" y="99267"/>
                </a:cubicBezTo>
                <a:cubicBezTo>
                  <a:pt x="464228" y="99929"/>
                  <a:pt x="465795" y="100260"/>
                  <a:pt x="467833" y="100260"/>
                </a:cubicBezTo>
                <a:cubicBezTo>
                  <a:pt x="469361" y="100260"/>
                  <a:pt x="471373" y="100133"/>
                  <a:pt x="473870" y="99878"/>
                </a:cubicBezTo>
                <a:close/>
                <a:moveTo>
                  <a:pt x="540302" y="102008"/>
                </a:moveTo>
                <a:cubicBezTo>
                  <a:pt x="535208" y="106342"/>
                  <a:pt x="530304" y="109401"/>
                  <a:pt x="525592" y="111186"/>
                </a:cubicBezTo>
                <a:cubicBezTo>
                  <a:pt x="520880" y="112970"/>
                  <a:pt x="515823" y="113863"/>
                  <a:pt x="510423" y="113863"/>
                </a:cubicBezTo>
                <a:cubicBezTo>
                  <a:pt x="501508" y="113863"/>
                  <a:pt x="494655" y="111683"/>
                  <a:pt x="489867" y="107324"/>
                </a:cubicBezTo>
                <a:cubicBezTo>
                  <a:pt x="485078" y="102965"/>
                  <a:pt x="482683" y="97395"/>
                  <a:pt x="482683" y="90615"/>
                </a:cubicBezTo>
                <a:cubicBezTo>
                  <a:pt x="482683" y="86639"/>
                  <a:pt x="483588" y="83008"/>
                  <a:pt x="485396" y="79720"/>
                </a:cubicBezTo>
                <a:cubicBezTo>
                  <a:pt x="487205" y="76431"/>
                  <a:pt x="489574" y="73793"/>
                  <a:pt x="492503" y="71804"/>
                </a:cubicBezTo>
                <a:cubicBezTo>
                  <a:pt x="495432" y="69816"/>
                  <a:pt x="498731" y="68312"/>
                  <a:pt x="502399" y="67293"/>
                </a:cubicBezTo>
                <a:cubicBezTo>
                  <a:pt x="505099" y="66578"/>
                  <a:pt x="509175" y="65890"/>
                  <a:pt x="514626" y="65227"/>
                </a:cubicBezTo>
                <a:cubicBezTo>
                  <a:pt x="525732" y="63912"/>
                  <a:pt x="533909" y="62344"/>
                  <a:pt x="539156" y="60523"/>
                </a:cubicBezTo>
                <a:cubicBezTo>
                  <a:pt x="539207" y="58646"/>
                  <a:pt x="539233" y="57453"/>
                  <a:pt x="539233" y="56946"/>
                </a:cubicBezTo>
                <a:cubicBezTo>
                  <a:pt x="539233" y="51362"/>
                  <a:pt x="537933" y="47429"/>
                  <a:pt x="535335" y="45146"/>
                </a:cubicBezTo>
                <a:cubicBezTo>
                  <a:pt x="531820" y="42050"/>
                  <a:pt x="526598" y="40501"/>
                  <a:pt x="519670" y="40501"/>
                </a:cubicBezTo>
                <a:cubicBezTo>
                  <a:pt x="513200" y="40501"/>
                  <a:pt x="508423" y="41635"/>
                  <a:pt x="505341" y="43902"/>
                </a:cubicBezTo>
                <a:cubicBezTo>
                  <a:pt x="502259" y="46169"/>
                  <a:pt x="499979" y="50181"/>
                  <a:pt x="498502" y="55938"/>
                </a:cubicBezTo>
                <a:lnTo>
                  <a:pt x="485052" y="54104"/>
                </a:lnTo>
                <a:cubicBezTo>
                  <a:pt x="486275" y="48329"/>
                  <a:pt x="488287" y="43666"/>
                  <a:pt x="491089" y="40115"/>
                </a:cubicBezTo>
                <a:cubicBezTo>
                  <a:pt x="493891" y="36563"/>
                  <a:pt x="497941" y="33829"/>
                  <a:pt x="503240" y="31914"/>
                </a:cubicBezTo>
                <a:cubicBezTo>
                  <a:pt x="508538" y="29997"/>
                  <a:pt x="514677" y="29039"/>
                  <a:pt x="521656" y="29039"/>
                </a:cubicBezTo>
                <a:cubicBezTo>
                  <a:pt x="528585" y="29039"/>
                  <a:pt x="534214" y="29854"/>
                  <a:pt x="538545" y="31484"/>
                </a:cubicBezTo>
                <a:cubicBezTo>
                  <a:pt x="542875" y="33114"/>
                  <a:pt x="546059" y="35165"/>
                  <a:pt x="548097" y="37636"/>
                </a:cubicBezTo>
                <a:cubicBezTo>
                  <a:pt x="550135" y="40107"/>
                  <a:pt x="551561" y="43227"/>
                  <a:pt x="552376" y="46997"/>
                </a:cubicBezTo>
                <a:cubicBezTo>
                  <a:pt x="552835" y="49340"/>
                  <a:pt x="553064" y="53569"/>
                  <a:pt x="553064" y="59682"/>
                </a:cubicBezTo>
                <a:lnTo>
                  <a:pt x="553064" y="78023"/>
                </a:lnTo>
                <a:cubicBezTo>
                  <a:pt x="553064" y="90810"/>
                  <a:pt x="553357" y="98897"/>
                  <a:pt x="553943" y="102285"/>
                </a:cubicBezTo>
                <a:cubicBezTo>
                  <a:pt x="554529" y="105673"/>
                  <a:pt x="555688" y="108921"/>
                  <a:pt x="557420" y="112028"/>
                </a:cubicBezTo>
                <a:lnTo>
                  <a:pt x="543053" y="112028"/>
                </a:lnTo>
                <a:cubicBezTo>
                  <a:pt x="541627" y="109172"/>
                  <a:pt x="540710" y="105832"/>
                  <a:pt x="540302" y="102008"/>
                </a:cubicBezTo>
                <a:moveTo>
                  <a:pt x="539156" y="71221"/>
                </a:moveTo>
                <a:cubicBezTo>
                  <a:pt x="534163" y="73277"/>
                  <a:pt x="526675" y="75023"/>
                  <a:pt x="516689" y="76461"/>
                </a:cubicBezTo>
                <a:cubicBezTo>
                  <a:pt x="511034" y="77279"/>
                  <a:pt x="507035" y="78200"/>
                  <a:pt x="504692" y="79224"/>
                </a:cubicBezTo>
                <a:cubicBezTo>
                  <a:pt x="502348" y="80246"/>
                  <a:pt x="500540" y="81742"/>
                  <a:pt x="499266" y="83713"/>
                </a:cubicBezTo>
                <a:cubicBezTo>
                  <a:pt x="497992" y="85683"/>
                  <a:pt x="497356" y="87869"/>
                  <a:pt x="497356" y="90273"/>
                </a:cubicBezTo>
                <a:cubicBezTo>
                  <a:pt x="497356" y="93956"/>
                  <a:pt x="498744" y="97025"/>
                  <a:pt x="501520" y="99482"/>
                </a:cubicBezTo>
                <a:cubicBezTo>
                  <a:pt x="504297" y="101937"/>
                  <a:pt x="508360" y="103164"/>
                  <a:pt x="513709" y="103164"/>
                </a:cubicBezTo>
                <a:cubicBezTo>
                  <a:pt x="519007" y="103164"/>
                  <a:pt x="523720" y="101999"/>
                  <a:pt x="527846" y="99670"/>
                </a:cubicBezTo>
                <a:cubicBezTo>
                  <a:pt x="531973" y="97341"/>
                  <a:pt x="535004" y="94155"/>
                  <a:pt x="536940" y="90111"/>
                </a:cubicBezTo>
                <a:cubicBezTo>
                  <a:pt x="538417" y="86987"/>
                  <a:pt x="539156" y="82380"/>
                  <a:pt x="539156" y="76289"/>
                </a:cubicBezTo>
                <a:lnTo>
                  <a:pt x="539156" y="71221"/>
                </a:lnTo>
                <a:close/>
                <a:moveTo>
                  <a:pt x="627319" y="82226"/>
                </a:moveTo>
                <a:lnTo>
                  <a:pt x="640845" y="83983"/>
                </a:lnTo>
                <a:cubicBezTo>
                  <a:pt x="639367" y="93330"/>
                  <a:pt x="635585" y="100647"/>
                  <a:pt x="629497" y="105934"/>
                </a:cubicBezTo>
                <a:cubicBezTo>
                  <a:pt x="623409" y="111220"/>
                  <a:pt x="615933" y="113863"/>
                  <a:pt x="607068" y="113863"/>
                </a:cubicBezTo>
                <a:cubicBezTo>
                  <a:pt x="595962" y="113863"/>
                  <a:pt x="587034" y="110233"/>
                  <a:pt x="580284" y="102973"/>
                </a:cubicBezTo>
                <a:cubicBezTo>
                  <a:pt x="573534" y="95713"/>
                  <a:pt x="570158" y="85308"/>
                  <a:pt x="570158" y="71756"/>
                </a:cubicBezTo>
                <a:cubicBezTo>
                  <a:pt x="570158" y="62994"/>
                  <a:pt x="571610" y="55326"/>
                  <a:pt x="574514" y="48755"/>
                </a:cubicBezTo>
                <a:cubicBezTo>
                  <a:pt x="577418" y="42183"/>
                  <a:pt x="581838" y="37254"/>
                  <a:pt x="587773" y="33968"/>
                </a:cubicBezTo>
                <a:cubicBezTo>
                  <a:pt x="593708" y="30682"/>
                  <a:pt x="600165" y="29039"/>
                  <a:pt x="607145" y="29039"/>
                </a:cubicBezTo>
                <a:cubicBezTo>
                  <a:pt x="615958" y="29039"/>
                  <a:pt x="623167" y="31275"/>
                  <a:pt x="628771" y="35747"/>
                </a:cubicBezTo>
                <a:cubicBezTo>
                  <a:pt x="634375" y="40217"/>
                  <a:pt x="637966" y="46566"/>
                  <a:pt x="639546" y="54792"/>
                </a:cubicBezTo>
                <a:lnTo>
                  <a:pt x="626173" y="56855"/>
                </a:lnTo>
                <a:cubicBezTo>
                  <a:pt x="624899" y="51429"/>
                  <a:pt x="622645" y="47347"/>
                  <a:pt x="619410" y="44609"/>
                </a:cubicBezTo>
                <a:cubicBezTo>
                  <a:pt x="616175" y="41871"/>
                  <a:pt x="612265" y="40501"/>
                  <a:pt x="607680" y="40501"/>
                </a:cubicBezTo>
                <a:cubicBezTo>
                  <a:pt x="600751" y="40501"/>
                  <a:pt x="595122" y="42973"/>
                  <a:pt x="590791" y="47916"/>
                </a:cubicBezTo>
                <a:cubicBezTo>
                  <a:pt x="586461" y="52858"/>
                  <a:pt x="584296" y="60677"/>
                  <a:pt x="584296" y="71374"/>
                </a:cubicBezTo>
                <a:cubicBezTo>
                  <a:pt x="584296" y="82224"/>
                  <a:pt x="586384" y="90108"/>
                  <a:pt x="590562" y="95026"/>
                </a:cubicBezTo>
                <a:cubicBezTo>
                  <a:pt x="594739" y="99942"/>
                  <a:pt x="600191" y="102400"/>
                  <a:pt x="606915" y="102400"/>
                </a:cubicBezTo>
                <a:cubicBezTo>
                  <a:pt x="612316" y="102400"/>
                  <a:pt x="616824" y="100750"/>
                  <a:pt x="620441" y="97452"/>
                </a:cubicBezTo>
                <a:cubicBezTo>
                  <a:pt x="624058" y="94153"/>
                  <a:pt x="626351" y="89078"/>
                  <a:pt x="627319" y="82226"/>
                </a:cubicBezTo>
                <a:close/>
                <a:moveTo>
                  <a:pt x="652690" y="112028"/>
                </a:moveTo>
                <a:lnTo>
                  <a:pt x="652690" y="0"/>
                </a:lnTo>
                <a:lnTo>
                  <a:pt x="666445" y="0"/>
                </a:lnTo>
                <a:lnTo>
                  <a:pt x="666445" y="63885"/>
                </a:lnTo>
                <a:lnTo>
                  <a:pt x="698999" y="30873"/>
                </a:lnTo>
                <a:lnTo>
                  <a:pt x="716804" y="30873"/>
                </a:lnTo>
                <a:lnTo>
                  <a:pt x="685779" y="60981"/>
                </a:lnTo>
                <a:lnTo>
                  <a:pt x="719937" y="112028"/>
                </a:lnTo>
                <a:lnTo>
                  <a:pt x="702973" y="112028"/>
                </a:lnTo>
                <a:lnTo>
                  <a:pt x="676150" y="70534"/>
                </a:lnTo>
                <a:lnTo>
                  <a:pt x="666445" y="79857"/>
                </a:lnTo>
                <a:lnTo>
                  <a:pt x="666445" y="112028"/>
                </a:lnTo>
                <a:lnTo>
                  <a:pt x="652690" y="112028"/>
                </a:lnTo>
                <a:close/>
                <a:moveTo>
                  <a:pt x="775748" y="113251"/>
                </a:moveTo>
                <a:lnTo>
                  <a:pt x="775748" y="107443"/>
                </a:lnTo>
                <a:cubicBezTo>
                  <a:pt x="781811" y="110449"/>
                  <a:pt x="786039" y="112716"/>
                  <a:pt x="788434" y="114245"/>
                </a:cubicBezTo>
                <a:cubicBezTo>
                  <a:pt x="790828" y="115773"/>
                  <a:pt x="794471" y="118473"/>
                  <a:pt x="799361" y="122345"/>
                </a:cubicBezTo>
                <a:lnTo>
                  <a:pt x="799361" y="9705"/>
                </a:lnTo>
                <a:lnTo>
                  <a:pt x="807080" y="9705"/>
                </a:lnTo>
                <a:lnTo>
                  <a:pt x="807080" y="122345"/>
                </a:lnTo>
                <a:cubicBezTo>
                  <a:pt x="812582" y="117098"/>
                  <a:pt x="820453" y="112079"/>
                  <a:pt x="830693" y="107291"/>
                </a:cubicBezTo>
                <a:lnTo>
                  <a:pt x="830693" y="113175"/>
                </a:lnTo>
                <a:cubicBezTo>
                  <a:pt x="823357" y="119747"/>
                  <a:pt x="817791" y="125402"/>
                  <a:pt x="813995" y="130140"/>
                </a:cubicBezTo>
                <a:cubicBezTo>
                  <a:pt x="810200" y="134877"/>
                  <a:pt x="807105" y="139768"/>
                  <a:pt x="804711" y="144812"/>
                </a:cubicBezTo>
                <a:lnTo>
                  <a:pt x="801195" y="144812"/>
                </a:lnTo>
                <a:cubicBezTo>
                  <a:pt x="799310" y="140430"/>
                  <a:pt x="796445" y="135769"/>
                  <a:pt x="792598" y="130827"/>
                </a:cubicBezTo>
                <a:cubicBezTo>
                  <a:pt x="788752" y="125886"/>
                  <a:pt x="783135" y="120027"/>
                  <a:pt x="775748" y="1132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689DD2-9B97-47A6-BF05-4F868221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1782313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7"/>
                  <a:pt x="11584" y="251768"/>
                </a:cubicBezTo>
                <a:cubicBezTo>
                  <a:pt x="7875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B8F41-714D-4214-90F8-B082D85B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1782313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7"/>
                  <a:pt x="11584" y="251768"/>
                </a:cubicBezTo>
                <a:cubicBezTo>
                  <a:pt x="7875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7" name="Text .text">
            <a:extLst xmlns:a="http://schemas.openxmlformats.org/drawingml/2006/main">
              <a:ext uri="{FF2B5EF4-FFF2-40B4-BE49-F238E27FC236}">
                <a16:creationId xmlns:a16="http://schemas.microsoft.com/office/drawing/2014/main" id="{8BC71C57-71CC-4C37-9B2E-590FB8DC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1438" y="1848583"/>
            <a:ext cx="280406" cy="111417"/>
          </a:xfrm>
          <a:custGeom xmlns:a="http://schemas.openxmlformats.org/drawingml/2006/main">
            <a:pathLst>
              <a:path w="280406" h="111417">
                <a:moveTo>
                  <a:pt x="0" y="109583"/>
                </a:moveTo>
                <a:lnTo>
                  <a:pt x="0" y="93841"/>
                </a:lnTo>
                <a:lnTo>
                  <a:pt x="15666" y="93841"/>
                </a:lnTo>
                <a:lnTo>
                  <a:pt x="15666" y="109583"/>
                </a:lnTo>
                <a:lnTo>
                  <a:pt x="0" y="109583"/>
                </a:lnTo>
                <a:close/>
                <a:moveTo>
                  <a:pt x="69643" y="97433"/>
                </a:moveTo>
                <a:lnTo>
                  <a:pt x="71629" y="109583"/>
                </a:lnTo>
                <a:cubicBezTo>
                  <a:pt x="67758" y="110296"/>
                  <a:pt x="64293" y="110653"/>
                  <a:pt x="61237" y="110653"/>
                </a:cubicBezTo>
                <a:cubicBezTo>
                  <a:pt x="56244" y="110653"/>
                  <a:pt x="52372" y="109863"/>
                  <a:pt x="49621" y="108284"/>
                </a:cubicBezTo>
                <a:cubicBezTo>
                  <a:pt x="46870" y="106705"/>
                  <a:pt x="44934" y="104629"/>
                  <a:pt x="43813" y="102056"/>
                </a:cubicBezTo>
                <a:cubicBezTo>
                  <a:pt x="42693" y="99483"/>
                  <a:pt x="42132" y="94070"/>
                  <a:pt x="42132" y="85817"/>
                </a:cubicBezTo>
                <a:lnTo>
                  <a:pt x="42132" y="39126"/>
                </a:lnTo>
                <a:lnTo>
                  <a:pt x="32045" y="39126"/>
                </a:lnTo>
                <a:lnTo>
                  <a:pt x="32045" y="28427"/>
                </a:lnTo>
                <a:lnTo>
                  <a:pt x="42132" y="28427"/>
                </a:lnTo>
                <a:lnTo>
                  <a:pt x="42132" y="8275"/>
                </a:lnTo>
                <a:lnTo>
                  <a:pt x="55811" y="0"/>
                </a:lnTo>
                <a:lnTo>
                  <a:pt x="55811" y="28427"/>
                </a:lnTo>
                <a:lnTo>
                  <a:pt x="69643" y="28427"/>
                </a:lnTo>
                <a:lnTo>
                  <a:pt x="69643" y="39126"/>
                </a:lnTo>
                <a:lnTo>
                  <a:pt x="55811" y="39126"/>
                </a:lnTo>
                <a:lnTo>
                  <a:pt x="55811" y="86581"/>
                </a:lnTo>
                <a:cubicBezTo>
                  <a:pt x="55811" y="90504"/>
                  <a:pt x="56053" y="93026"/>
                  <a:pt x="56537" y="94147"/>
                </a:cubicBezTo>
                <a:cubicBezTo>
                  <a:pt x="57021" y="95268"/>
                  <a:pt x="57811" y="96159"/>
                  <a:pt x="58906" y="96821"/>
                </a:cubicBezTo>
                <a:cubicBezTo>
                  <a:pt x="60001" y="97484"/>
                  <a:pt x="61568" y="97815"/>
                  <a:pt x="63606" y="97815"/>
                </a:cubicBezTo>
                <a:cubicBezTo>
                  <a:pt x="65134" y="97815"/>
                  <a:pt x="67146" y="97687"/>
                  <a:pt x="69643" y="97433"/>
                </a:cubicBezTo>
                <a:close/>
                <a:moveTo>
                  <a:pt x="138674" y="83448"/>
                </a:moveTo>
                <a:lnTo>
                  <a:pt x="152888" y="85206"/>
                </a:lnTo>
                <a:cubicBezTo>
                  <a:pt x="150646" y="93510"/>
                  <a:pt x="146494" y="99954"/>
                  <a:pt x="140432" y="104540"/>
                </a:cubicBezTo>
                <a:cubicBezTo>
                  <a:pt x="134369" y="109125"/>
                  <a:pt x="126626" y="111417"/>
                  <a:pt x="117201" y="111417"/>
                </a:cubicBezTo>
                <a:cubicBezTo>
                  <a:pt x="105331" y="111417"/>
                  <a:pt x="95918" y="107762"/>
                  <a:pt x="88964" y="100451"/>
                </a:cubicBezTo>
                <a:cubicBezTo>
                  <a:pt x="82010" y="93141"/>
                  <a:pt x="78533" y="82888"/>
                  <a:pt x="78533" y="69693"/>
                </a:cubicBezTo>
                <a:cubicBezTo>
                  <a:pt x="78533" y="56040"/>
                  <a:pt x="82049" y="45443"/>
                  <a:pt x="89079" y="37903"/>
                </a:cubicBezTo>
                <a:cubicBezTo>
                  <a:pt x="96109" y="30363"/>
                  <a:pt x="105229" y="26593"/>
                  <a:pt x="116437" y="26593"/>
                </a:cubicBezTo>
                <a:cubicBezTo>
                  <a:pt x="127288" y="26593"/>
                  <a:pt x="136152" y="30281"/>
                  <a:pt x="143030" y="37657"/>
                </a:cubicBezTo>
                <a:cubicBezTo>
                  <a:pt x="149908" y="45032"/>
                  <a:pt x="153346" y="55407"/>
                  <a:pt x="153346" y="68783"/>
                </a:cubicBezTo>
                <a:cubicBezTo>
                  <a:pt x="153346" y="69597"/>
                  <a:pt x="153321" y="70817"/>
                  <a:pt x="153270" y="72444"/>
                </a:cubicBezTo>
                <a:lnTo>
                  <a:pt x="92747" y="72444"/>
                </a:lnTo>
                <a:cubicBezTo>
                  <a:pt x="93257" y="81334"/>
                  <a:pt x="95778" y="88142"/>
                  <a:pt x="100312" y="92867"/>
                </a:cubicBezTo>
                <a:cubicBezTo>
                  <a:pt x="104847" y="97592"/>
                  <a:pt x="110501" y="99954"/>
                  <a:pt x="117277" y="99954"/>
                </a:cubicBezTo>
                <a:cubicBezTo>
                  <a:pt x="122321" y="99954"/>
                  <a:pt x="126626" y="98643"/>
                  <a:pt x="130192" y="96019"/>
                </a:cubicBezTo>
                <a:cubicBezTo>
                  <a:pt x="133758" y="93394"/>
                  <a:pt x="136585" y="89203"/>
                  <a:pt x="138674" y="83448"/>
                </a:cubicBezTo>
                <a:moveTo>
                  <a:pt x="93511" y="60981"/>
                </a:moveTo>
                <a:lnTo>
                  <a:pt x="138827" y="60981"/>
                </a:lnTo>
                <a:cubicBezTo>
                  <a:pt x="138216" y="54266"/>
                  <a:pt x="136484" y="49230"/>
                  <a:pt x="133631" y="45872"/>
                </a:cubicBezTo>
                <a:cubicBezTo>
                  <a:pt x="129249" y="40661"/>
                  <a:pt x="123569" y="38056"/>
                  <a:pt x="116589" y="38056"/>
                </a:cubicBezTo>
                <a:cubicBezTo>
                  <a:pt x="110272" y="38056"/>
                  <a:pt x="104961" y="40136"/>
                  <a:pt x="100656" y="44296"/>
                </a:cubicBezTo>
                <a:cubicBezTo>
                  <a:pt x="96351" y="48454"/>
                  <a:pt x="93970" y="54016"/>
                  <a:pt x="93511" y="60981"/>
                </a:cubicBezTo>
                <a:close/>
                <a:moveTo>
                  <a:pt x="160964" y="109583"/>
                </a:moveTo>
                <a:lnTo>
                  <a:pt x="190614" y="67400"/>
                </a:lnTo>
                <a:lnTo>
                  <a:pt x="163180" y="28427"/>
                </a:lnTo>
                <a:lnTo>
                  <a:pt x="180374" y="28427"/>
                </a:lnTo>
                <a:lnTo>
                  <a:pt x="192830" y="47455"/>
                </a:lnTo>
                <a:cubicBezTo>
                  <a:pt x="195174" y="51073"/>
                  <a:pt x="197059" y="54104"/>
                  <a:pt x="198485" y="56549"/>
                </a:cubicBezTo>
                <a:cubicBezTo>
                  <a:pt x="200727" y="53187"/>
                  <a:pt x="202790" y="50206"/>
                  <a:pt x="204675" y="47608"/>
                </a:cubicBezTo>
                <a:lnTo>
                  <a:pt x="218354" y="28427"/>
                </a:lnTo>
                <a:lnTo>
                  <a:pt x="234784" y="28427"/>
                </a:lnTo>
                <a:lnTo>
                  <a:pt x="206738" y="66636"/>
                </a:lnTo>
                <a:lnTo>
                  <a:pt x="236923" y="109583"/>
                </a:lnTo>
                <a:lnTo>
                  <a:pt x="220035" y="109583"/>
                </a:lnTo>
                <a:lnTo>
                  <a:pt x="203376" y="84365"/>
                </a:lnTo>
                <a:lnTo>
                  <a:pt x="198944" y="77564"/>
                </a:lnTo>
                <a:lnTo>
                  <a:pt x="177623" y="109583"/>
                </a:lnTo>
                <a:lnTo>
                  <a:pt x="160964" y="109583"/>
                </a:lnTo>
                <a:close/>
                <a:moveTo>
                  <a:pt x="278419" y="97433"/>
                </a:moveTo>
                <a:lnTo>
                  <a:pt x="280406" y="109583"/>
                </a:lnTo>
                <a:cubicBezTo>
                  <a:pt x="276534" y="110296"/>
                  <a:pt x="273069" y="110653"/>
                  <a:pt x="270013" y="110653"/>
                </a:cubicBezTo>
                <a:cubicBezTo>
                  <a:pt x="265020" y="110653"/>
                  <a:pt x="261148" y="109863"/>
                  <a:pt x="258397" y="108284"/>
                </a:cubicBezTo>
                <a:cubicBezTo>
                  <a:pt x="255646" y="106705"/>
                  <a:pt x="253710" y="104629"/>
                  <a:pt x="252589" y="102056"/>
                </a:cubicBezTo>
                <a:cubicBezTo>
                  <a:pt x="251469" y="99483"/>
                  <a:pt x="250908" y="94070"/>
                  <a:pt x="250908" y="85817"/>
                </a:cubicBezTo>
                <a:lnTo>
                  <a:pt x="250908" y="39126"/>
                </a:lnTo>
                <a:lnTo>
                  <a:pt x="240821" y="39126"/>
                </a:lnTo>
                <a:lnTo>
                  <a:pt x="240821" y="28427"/>
                </a:lnTo>
                <a:lnTo>
                  <a:pt x="250908" y="28427"/>
                </a:lnTo>
                <a:lnTo>
                  <a:pt x="250908" y="8275"/>
                </a:lnTo>
                <a:lnTo>
                  <a:pt x="264587" y="0"/>
                </a:lnTo>
                <a:lnTo>
                  <a:pt x="264587" y="28427"/>
                </a:lnTo>
                <a:lnTo>
                  <a:pt x="278419" y="28427"/>
                </a:lnTo>
                <a:lnTo>
                  <a:pt x="278419" y="39126"/>
                </a:lnTo>
                <a:lnTo>
                  <a:pt x="264587" y="39126"/>
                </a:lnTo>
                <a:lnTo>
                  <a:pt x="264587" y="86581"/>
                </a:lnTo>
                <a:cubicBezTo>
                  <a:pt x="264587" y="90504"/>
                  <a:pt x="264829" y="93026"/>
                  <a:pt x="265313" y="94147"/>
                </a:cubicBezTo>
                <a:cubicBezTo>
                  <a:pt x="265797" y="95268"/>
                  <a:pt x="266587" y="96159"/>
                  <a:pt x="267682" y="96821"/>
                </a:cubicBezTo>
                <a:cubicBezTo>
                  <a:pt x="268777" y="97484"/>
                  <a:pt x="270344" y="97815"/>
                  <a:pt x="272382" y="97815"/>
                </a:cubicBezTo>
                <a:cubicBezTo>
                  <a:pt x="273910" y="97815"/>
                  <a:pt x="275922" y="97687"/>
                  <a:pt x="278419" y="974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3E21F-E67D-4E0E-945A-9ED62499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2488571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6"/>
                  <a:pt x="1445872" y="258334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4"/>
                  <a:pt x="15294" y="255477"/>
                  <a:pt x="11584" y="251768"/>
                </a:cubicBezTo>
                <a:cubicBezTo>
                  <a:pt x="7875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1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1FBF5A-AAAA-4BD2-BACB-85205266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2488571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6"/>
                  <a:pt x="1445872" y="258334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4"/>
                  <a:pt x="15294" y="255477"/>
                  <a:pt x="11584" y="251768"/>
                </a:cubicBezTo>
                <a:cubicBezTo>
                  <a:pt x="7875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1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0" name="Text CUDAlibrary">
            <a:extLst xmlns:a="http://schemas.openxmlformats.org/drawingml/2006/main">
              <a:ext uri="{FF2B5EF4-FFF2-40B4-BE49-F238E27FC236}">
                <a16:creationId xmlns:a16="http://schemas.microsoft.com/office/drawing/2014/main" id="{FECC69BF-B922-42D5-8AC7-C3CB84A6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0682" y="2555531"/>
            <a:ext cx="895160" cy="147028"/>
          </a:xfrm>
          <a:custGeom xmlns:a="http://schemas.openxmlformats.org/drawingml/2006/main">
            <a:pathLst>
              <a:path w="895160" h="147028">
                <a:moveTo>
                  <a:pt x="84212" y="74584"/>
                </a:moveTo>
                <a:lnTo>
                  <a:pt x="99037" y="78328"/>
                </a:lnTo>
                <a:cubicBezTo>
                  <a:pt x="95930" y="90530"/>
                  <a:pt x="90339" y="99833"/>
                  <a:pt x="82264" y="106240"/>
                </a:cubicBezTo>
                <a:cubicBezTo>
                  <a:pt x="74189" y="112646"/>
                  <a:pt x="64318" y="115849"/>
                  <a:pt x="52652" y="115849"/>
                </a:cubicBezTo>
                <a:cubicBezTo>
                  <a:pt x="40578" y="115849"/>
                  <a:pt x="30758" y="113391"/>
                  <a:pt x="23193" y="108475"/>
                </a:cubicBezTo>
                <a:cubicBezTo>
                  <a:pt x="15627" y="103559"/>
                  <a:pt x="9871" y="96439"/>
                  <a:pt x="5922" y="87116"/>
                </a:cubicBezTo>
                <a:cubicBezTo>
                  <a:pt x="1974" y="77793"/>
                  <a:pt x="0" y="67783"/>
                  <a:pt x="0" y="57084"/>
                </a:cubicBezTo>
                <a:cubicBezTo>
                  <a:pt x="0" y="45418"/>
                  <a:pt x="2229" y="35241"/>
                  <a:pt x="6687" y="26555"/>
                </a:cubicBezTo>
                <a:cubicBezTo>
                  <a:pt x="11144" y="17869"/>
                  <a:pt x="17487" y="11272"/>
                  <a:pt x="25715" y="6763"/>
                </a:cubicBezTo>
                <a:cubicBezTo>
                  <a:pt x="33942" y="2254"/>
                  <a:pt x="42998" y="0"/>
                  <a:pt x="52881" y="0"/>
                </a:cubicBezTo>
                <a:cubicBezTo>
                  <a:pt x="64089" y="0"/>
                  <a:pt x="73514" y="2853"/>
                  <a:pt x="81156" y="8559"/>
                </a:cubicBezTo>
                <a:cubicBezTo>
                  <a:pt x="88797" y="14265"/>
                  <a:pt x="94121" y="22289"/>
                  <a:pt x="97127" y="32630"/>
                </a:cubicBezTo>
                <a:lnTo>
                  <a:pt x="82531" y="36069"/>
                </a:lnTo>
                <a:cubicBezTo>
                  <a:pt x="79933" y="27891"/>
                  <a:pt x="76163" y="21937"/>
                  <a:pt x="71221" y="18207"/>
                </a:cubicBezTo>
                <a:cubicBezTo>
                  <a:pt x="66280" y="14475"/>
                  <a:pt x="60064" y="12609"/>
                  <a:pt x="52575" y="12609"/>
                </a:cubicBezTo>
                <a:cubicBezTo>
                  <a:pt x="43966" y="12609"/>
                  <a:pt x="36770" y="14676"/>
                  <a:pt x="30987" y="18811"/>
                </a:cubicBezTo>
                <a:cubicBezTo>
                  <a:pt x="25205" y="22944"/>
                  <a:pt x="21142" y="28493"/>
                  <a:pt x="18799" y="35460"/>
                </a:cubicBezTo>
                <a:cubicBezTo>
                  <a:pt x="16455" y="42425"/>
                  <a:pt x="15284" y="49607"/>
                  <a:pt x="15284" y="57005"/>
                </a:cubicBezTo>
                <a:cubicBezTo>
                  <a:pt x="15284" y="66548"/>
                  <a:pt x="16672" y="74879"/>
                  <a:pt x="19448" y="81999"/>
                </a:cubicBezTo>
                <a:cubicBezTo>
                  <a:pt x="22225" y="89118"/>
                  <a:pt x="26542" y="94439"/>
                  <a:pt x="32401" y="97960"/>
                </a:cubicBezTo>
                <a:cubicBezTo>
                  <a:pt x="38260" y="101480"/>
                  <a:pt x="44603" y="103240"/>
                  <a:pt x="51429" y="103240"/>
                </a:cubicBezTo>
                <a:cubicBezTo>
                  <a:pt x="59733" y="103240"/>
                  <a:pt x="66764" y="100833"/>
                  <a:pt x="72520" y="96019"/>
                </a:cubicBezTo>
                <a:cubicBezTo>
                  <a:pt x="78277" y="91205"/>
                  <a:pt x="82175" y="84060"/>
                  <a:pt x="84212" y="74584"/>
                </a:cubicBezTo>
                <a:close/>
                <a:moveTo>
                  <a:pt x="190789" y="1987"/>
                </a:moveTo>
                <a:lnTo>
                  <a:pt x="205614" y="1987"/>
                </a:lnTo>
                <a:lnTo>
                  <a:pt x="205614" y="66670"/>
                </a:lnTo>
                <a:cubicBezTo>
                  <a:pt x="205614" y="77921"/>
                  <a:pt x="204340" y="86855"/>
                  <a:pt x="201793" y="93473"/>
                </a:cubicBezTo>
                <a:cubicBezTo>
                  <a:pt x="199246" y="100091"/>
                  <a:pt x="194648" y="105476"/>
                  <a:pt x="188000" y="109626"/>
                </a:cubicBezTo>
                <a:cubicBezTo>
                  <a:pt x="181351" y="113775"/>
                  <a:pt x="172627" y="115849"/>
                  <a:pt x="161827" y="115849"/>
                </a:cubicBezTo>
                <a:cubicBezTo>
                  <a:pt x="151332" y="115849"/>
                  <a:pt x="142748" y="114042"/>
                  <a:pt x="136074" y="110428"/>
                </a:cubicBezTo>
                <a:cubicBezTo>
                  <a:pt x="129400" y="106813"/>
                  <a:pt x="124637" y="101582"/>
                  <a:pt x="121784" y="94734"/>
                </a:cubicBezTo>
                <a:cubicBezTo>
                  <a:pt x="118931" y="87887"/>
                  <a:pt x="117504" y="78532"/>
                  <a:pt x="117504" y="66670"/>
                </a:cubicBezTo>
                <a:lnTo>
                  <a:pt x="117504" y="1987"/>
                </a:lnTo>
                <a:lnTo>
                  <a:pt x="132329" y="1987"/>
                </a:lnTo>
                <a:lnTo>
                  <a:pt x="132329" y="66586"/>
                </a:lnTo>
                <a:cubicBezTo>
                  <a:pt x="132329" y="76310"/>
                  <a:pt x="133234" y="83476"/>
                  <a:pt x="135042" y="88083"/>
                </a:cubicBezTo>
                <a:cubicBezTo>
                  <a:pt x="136851" y="92689"/>
                  <a:pt x="139958" y="96239"/>
                  <a:pt x="144365" y="98734"/>
                </a:cubicBezTo>
                <a:cubicBezTo>
                  <a:pt x="148772" y="101229"/>
                  <a:pt x="154159" y="102476"/>
                  <a:pt x="160527" y="102476"/>
                </a:cubicBezTo>
                <a:cubicBezTo>
                  <a:pt x="171430" y="102476"/>
                  <a:pt x="179199" y="100008"/>
                  <a:pt x="183835" y="95071"/>
                </a:cubicBezTo>
                <a:cubicBezTo>
                  <a:pt x="188471" y="90132"/>
                  <a:pt x="190789" y="80637"/>
                  <a:pt x="190789" y="66586"/>
                </a:cubicBezTo>
                <a:lnTo>
                  <a:pt x="190789" y="1987"/>
                </a:lnTo>
                <a:close/>
                <a:moveTo>
                  <a:pt x="230270" y="114015"/>
                </a:moveTo>
                <a:lnTo>
                  <a:pt x="230270" y="1987"/>
                </a:lnTo>
                <a:lnTo>
                  <a:pt x="268861" y="1987"/>
                </a:lnTo>
                <a:cubicBezTo>
                  <a:pt x="277573" y="1987"/>
                  <a:pt x="284221" y="2522"/>
                  <a:pt x="288806" y="3592"/>
                </a:cubicBezTo>
                <a:cubicBezTo>
                  <a:pt x="295225" y="5069"/>
                  <a:pt x="300702" y="7744"/>
                  <a:pt x="305236" y="11615"/>
                </a:cubicBezTo>
                <a:cubicBezTo>
                  <a:pt x="311146" y="16608"/>
                  <a:pt x="315565" y="22989"/>
                  <a:pt x="318495" y="30758"/>
                </a:cubicBezTo>
                <a:cubicBezTo>
                  <a:pt x="321424" y="38527"/>
                  <a:pt x="322889" y="47405"/>
                  <a:pt x="322889" y="57390"/>
                </a:cubicBezTo>
                <a:cubicBezTo>
                  <a:pt x="322889" y="65898"/>
                  <a:pt x="321895" y="73437"/>
                  <a:pt x="319908" y="80009"/>
                </a:cubicBezTo>
                <a:cubicBezTo>
                  <a:pt x="317921" y="86581"/>
                  <a:pt x="315374" y="92020"/>
                  <a:pt x="312267" y="96325"/>
                </a:cubicBezTo>
                <a:cubicBezTo>
                  <a:pt x="309159" y="100629"/>
                  <a:pt x="305758" y="104017"/>
                  <a:pt x="302065" y="106488"/>
                </a:cubicBezTo>
                <a:cubicBezTo>
                  <a:pt x="298371" y="108959"/>
                  <a:pt x="293914" y="110831"/>
                  <a:pt x="288692" y="112105"/>
                </a:cubicBezTo>
                <a:cubicBezTo>
                  <a:pt x="283470" y="113379"/>
                  <a:pt x="277471" y="114015"/>
                  <a:pt x="270695" y="114015"/>
                </a:cubicBezTo>
                <a:lnTo>
                  <a:pt x="230270" y="114015"/>
                </a:lnTo>
                <a:moveTo>
                  <a:pt x="245095" y="100795"/>
                </a:moveTo>
                <a:lnTo>
                  <a:pt x="269014" y="100795"/>
                </a:lnTo>
                <a:cubicBezTo>
                  <a:pt x="276401" y="100795"/>
                  <a:pt x="282196" y="100107"/>
                  <a:pt x="286399" y="98732"/>
                </a:cubicBezTo>
                <a:cubicBezTo>
                  <a:pt x="290602" y="97356"/>
                  <a:pt x="293952" y="95420"/>
                  <a:pt x="296448" y="92924"/>
                </a:cubicBezTo>
                <a:cubicBezTo>
                  <a:pt x="299963" y="89409"/>
                  <a:pt x="302702" y="84684"/>
                  <a:pt x="304663" y="78749"/>
                </a:cubicBezTo>
                <a:cubicBezTo>
                  <a:pt x="306624" y="72813"/>
                  <a:pt x="307605" y="65617"/>
                  <a:pt x="307605" y="57161"/>
                </a:cubicBezTo>
                <a:cubicBezTo>
                  <a:pt x="307605" y="45443"/>
                  <a:pt x="305682" y="36439"/>
                  <a:pt x="301835" y="30147"/>
                </a:cubicBezTo>
                <a:cubicBezTo>
                  <a:pt x="297989" y="23855"/>
                  <a:pt x="293315" y="19639"/>
                  <a:pt x="287813" y="17500"/>
                </a:cubicBezTo>
                <a:cubicBezTo>
                  <a:pt x="283839" y="15971"/>
                  <a:pt x="277445" y="15207"/>
                  <a:pt x="268632" y="15207"/>
                </a:cubicBezTo>
                <a:lnTo>
                  <a:pt x="245095" y="15207"/>
                </a:lnTo>
                <a:lnTo>
                  <a:pt x="245095" y="100795"/>
                </a:lnTo>
                <a:close/>
                <a:moveTo>
                  <a:pt x="330962" y="114015"/>
                </a:moveTo>
                <a:lnTo>
                  <a:pt x="373986" y="1987"/>
                </a:lnTo>
                <a:lnTo>
                  <a:pt x="389957" y="1987"/>
                </a:lnTo>
                <a:lnTo>
                  <a:pt x="435808" y="114015"/>
                </a:lnTo>
                <a:lnTo>
                  <a:pt x="418919" y="114015"/>
                </a:lnTo>
                <a:lnTo>
                  <a:pt x="405852" y="80239"/>
                </a:lnTo>
                <a:lnTo>
                  <a:pt x="359008" y="80239"/>
                </a:lnTo>
                <a:lnTo>
                  <a:pt x="346705" y="114015"/>
                </a:lnTo>
                <a:lnTo>
                  <a:pt x="330962" y="114015"/>
                </a:lnTo>
                <a:moveTo>
                  <a:pt x="363287" y="68012"/>
                </a:moveTo>
                <a:lnTo>
                  <a:pt x="401267" y="68012"/>
                </a:lnTo>
                <a:lnTo>
                  <a:pt x="389575" y="36986"/>
                </a:lnTo>
                <a:cubicBezTo>
                  <a:pt x="386009" y="27561"/>
                  <a:pt x="383360" y="19818"/>
                  <a:pt x="381627" y="13755"/>
                </a:cubicBezTo>
                <a:cubicBezTo>
                  <a:pt x="380201" y="20938"/>
                  <a:pt x="378189" y="28071"/>
                  <a:pt x="375590" y="35152"/>
                </a:cubicBezTo>
                <a:lnTo>
                  <a:pt x="363287" y="68012"/>
                </a:lnTo>
                <a:close/>
                <a:moveTo>
                  <a:pt x="480541" y="114015"/>
                </a:moveTo>
                <a:lnTo>
                  <a:pt x="480541" y="1987"/>
                </a:lnTo>
                <a:lnTo>
                  <a:pt x="494297" y="1987"/>
                </a:lnTo>
                <a:lnTo>
                  <a:pt x="494297" y="114015"/>
                </a:lnTo>
                <a:lnTo>
                  <a:pt x="480541" y="114015"/>
                </a:lnTo>
                <a:close/>
                <a:moveTo>
                  <a:pt x="515667" y="17882"/>
                </a:moveTo>
                <a:lnTo>
                  <a:pt x="515667" y="1987"/>
                </a:lnTo>
                <a:lnTo>
                  <a:pt x="529422" y="1987"/>
                </a:lnTo>
                <a:lnTo>
                  <a:pt x="529422" y="17882"/>
                </a:lnTo>
                <a:lnTo>
                  <a:pt x="515667" y="17882"/>
                </a:lnTo>
                <a:moveTo>
                  <a:pt x="515667" y="114015"/>
                </a:moveTo>
                <a:lnTo>
                  <a:pt x="515667" y="32860"/>
                </a:lnTo>
                <a:lnTo>
                  <a:pt x="529422" y="32860"/>
                </a:lnTo>
                <a:lnTo>
                  <a:pt x="529422" y="114015"/>
                </a:lnTo>
                <a:lnTo>
                  <a:pt x="515667" y="114015"/>
                </a:lnTo>
                <a:close/>
                <a:moveTo>
                  <a:pt x="563020" y="114015"/>
                </a:moveTo>
                <a:lnTo>
                  <a:pt x="550258" y="114015"/>
                </a:lnTo>
                <a:lnTo>
                  <a:pt x="550258" y="1987"/>
                </a:lnTo>
                <a:lnTo>
                  <a:pt x="564013" y="1987"/>
                </a:lnTo>
                <a:lnTo>
                  <a:pt x="564013" y="42101"/>
                </a:lnTo>
                <a:cubicBezTo>
                  <a:pt x="569821" y="34718"/>
                  <a:pt x="577234" y="31026"/>
                  <a:pt x="586251" y="31026"/>
                </a:cubicBezTo>
                <a:cubicBezTo>
                  <a:pt x="591244" y="31026"/>
                  <a:pt x="595969" y="32032"/>
                  <a:pt x="600426" y="34044"/>
                </a:cubicBezTo>
                <a:cubicBezTo>
                  <a:pt x="604884" y="36056"/>
                  <a:pt x="608552" y="38884"/>
                  <a:pt x="611431" y="42527"/>
                </a:cubicBezTo>
                <a:cubicBezTo>
                  <a:pt x="614309" y="46169"/>
                  <a:pt x="616563" y="50563"/>
                  <a:pt x="618194" y="55709"/>
                </a:cubicBezTo>
                <a:cubicBezTo>
                  <a:pt x="619824" y="60854"/>
                  <a:pt x="620639" y="66356"/>
                  <a:pt x="620639" y="72215"/>
                </a:cubicBezTo>
                <a:cubicBezTo>
                  <a:pt x="620639" y="86123"/>
                  <a:pt x="617200" y="96872"/>
                  <a:pt x="610323" y="104463"/>
                </a:cubicBezTo>
                <a:cubicBezTo>
                  <a:pt x="603445" y="112054"/>
                  <a:pt x="595192" y="115849"/>
                  <a:pt x="585563" y="115849"/>
                </a:cubicBezTo>
                <a:cubicBezTo>
                  <a:pt x="575985" y="115849"/>
                  <a:pt x="568471" y="111799"/>
                  <a:pt x="563020" y="103699"/>
                </a:cubicBezTo>
                <a:lnTo>
                  <a:pt x="563020" y="114015"/>
                </a:lnTo>
                <a:moveTo>
                  <a:pt x="562867" y="72829"/>
                </a:moveTo>
                <a:cubicBezTo>
                  <a:pt x="562867" y="82511"/>
                  <a:pt x="564192" y="89508"/>
                  <a:pt x="566841" y="93817"/>
                </a:cubicBezTo>
                <a:cubicBezTo>
                  <a:pt x="571171" y="100864"/>
                  <a:pt x="577030" y="104387"/>
                  <a:pt x="584417" y="104387"/>
                </a:cubicBezTo>
                <a:cubicBezTo>
                  <a:pt x="590428" y="104387"/>
                  <a:pt x="595625" y="101789"/>
                  <a:pt x="600006" y="96592"/>
                </a:cubicBezTo>
                <a:cubicBezTo>
                  <a:pt x="604387" y="91396"/>
                  <a:pt x="606578" y="83652"/>
                  <a:pt x="606578" y="73361"/>
                </a:cubicBezTo>
                <a:cubicBezTo>
                  <a:pt x="606578" y="62817"/>
                  <a:pt x="604477" y="55036"/>
                  <a:pt x="600274" y="50018"/>
                </a:cubicBezTo>
                <a:cubicBezTo>
                  <a:pt x="596071" y="44998"/>
                  <a:pt x="590989" y="42488"/>
                  <a:pt x="585028" y="42488"/>
                </a:cubicBezTo>
                <a:cubicBezTo>
                  <a:pt x="579017" y="42488"/>
                  <a:pt x="573820" y="45086"/>
                  <a:pt x="569439" y="50283"/>
                </a:cubicBezTo>
                <a:cubicBezTo>
                  <a:pt x="565058" y="55479"/>
                  <a:pt x="562867" y="62995"/>
                  <a:pt x="562867" y="72829"/>
                </a:cubicBezTo>
                <a:close/>
                <a:moveTo>
                  <a:pt x="637198" y="114015"/>
                </a:moveTo>
                <a:lnTo>
                  <a:pt x="637198" y="32860"/>
                </a:lnTo>
                <a:lnTo>
                  <a:pt x="649578" y="32860"/>
                </a:lnTo>
                <a:lnTo>
                  <a:pt x="649578" y="45086"/>
                </a:lnTo>
                <a:cubicBezTo>
                  <a:pt x="652737" y="39362"/>
                  <a:pt x="655653" y="35587"/>
                  <a:pt x="658328" y="33762"/>
                </a:cubicBezTo>
                <a:cubicBezTo>
                  <a:pt x="661002" y="31938"/>
                  <a:pt x="663945" y="31026"/>
                  <a:pt x="667154" y="31026"/>
                </a:cubicBezTo>
                <a:cubicBezTo>
                  <a:pt x="671790" y="31026"/>
                  <a:pt x="676503" y="32497"/>
                  <a:pt x="681291" y="35439"/>
                </a:cubicBezTo>
                <a:lnTo>
                  <a:pt x="676553" y="48143"/>
                </a:lnTo>
                <a:cubicBezTo>
                  <a:pt x="673191" y="46156"/>
                  <a:pt x="669829" y="45163"/>
                  <a:pt x="666466" y="45163"/>
                </a:cubicBezTo>
                <a:cubicBezTo>
                  <a:pt x="663461" y="45163"/>
                  <a:pt x="660760" y="46069"/>
                  <a:pt x="658366" y="47881"/>
                </a:cubicBezTo>
                <a:cubicBezTo>
                  <a:pt x="655972" y="49691"/>
                  <a:pt x="654265" y="52202"/>
                  <a:pt x="653246" y="55415"/>
                </a:cubicBezTo>
                <a:cubicBezTo>
                  <a:pt x="651718" y="60310"/>
                  <a:pt x="650953" y="65665"/>
                  <a:pt x="650953" y="71479"/>
                </a:cubicBezTo>
                <a:lnTo>
                  <a:pt x="650953" y="114015"/>
                </a:lnTo>
                <a:lnTo>
                  <a:pt x="637198" y="114015"/>
                </a:lnTo>
                <a:close/>
                <a:moveTo>
                  <a:pt x="742425" y="103995"/>
                </a:moveTo>
                <a:cubicBezTo>
                  <a:pt x="737331" y="108329"/>
                  <a:pt x="732427" y="111388"/>
                  <a:pt x="727715" y="113172"/>
                </a:cubicBezTo>
                <a:cubicBezTo>
                  <a:pt x="723002" y="114957"/>
                  <a:pt x="717946" y="115849"/>
                  <a:pt x="712546" y="115849"/>
                </a:cubicBezTo>
                <a:cubicBezTo>
                  <a:pt x="703630" y="115849"/>
                  <a:pt x="696778" y="113670"/>
                  <a:pt x="691989" y="109311"/>
                </a:cubicBezTo>
                <a:cubicBezTo>
                  <a:pt x="687201" y="104952"/>
                  <a:pt x="684806" y="99382"/>
                  <a:pt x="684806" y="92602"/>
                </a:cubicBezTo>
                <a:cubicBezTo>
                  <a:pt x="684806" y="88626"/>
                  <a:pt x="685710" y="84995"/>
                  <a:pt x="687519" y="81707"/>
                </a:cubicBezTo>
                <a:cubicBezTo>
                  <a:pt x="689328" y="78418"/>
                  <a:pt x="691696" y="75779"/>
                  <a:pt x="694626" y="73791"/>
                </a:cubicBezTo>
                <a:cubicBezTo>
                  <a:pt x="697555" y="71802"/>
                  <a:pt x="700854" y="70299"/>
                  <a:pt x="704522" y="69280"/>
                </a:cubicBezTo>
                <a:cubicBezTo>
                  <a:pt x="707222" y="68565"/>
                  <a:pt x="711298" y="67877"/>
                  <a:pt x="716749" y="67214"/>
                </a:cubicBezTo>
                <a:cubicBezTo>
                  <a:pt x="727855" y="65899"/>
                  <a:pt x="736032" y="64331"/>
                  <a:pt x="741279" y="62510"/>
                </a:cubicBezTo>
                <a:cubicBezTo>
                  <a:pt x="741330" y="60633"/>
                  <a:pt x="741355" y="59440"/>
                  <a:pt x="741355" y="58932"/>
                </a:cubicBezTo>
                <a:cubicBezTo>
                  <a:pt x="741355" y="53349"/>
                  <a:pt x="740056" y="49416"/>
                  <a:pt x="737458" y="47133"/>
                </a:cubicBezTo>
                <a:cubicBezTo>
                  <a:pt x="733943" y="44037"/>
                  <a:pt x="728721" y="42488"/>
                  <a:pt x="721792" y="42488"/>
                </a:cubicBezTo>
                <a:cubicBezTo>
                  <a:pt x="715322" y="42488"/>
                  <a:pt x="710546" y="43622"/>
                  <a:pt x="707464" y="45889"/>
                </a:cubicBezTo>
                <a:cubicBezTo>
                  <a:pt x="704382" y="48156"/>
                  <a:pt x="702102" y="52168"/>
                  <a:pt x="700625" y="57925"/>
                </a:cubicBezTo>
                <a:lnTo>
                  <a:pt x="687175" y="56091"/>
                </a:lnTo>
                <a:cubicBezTo>
                  <a:pt x="688398" y="50316"/>
                  <a:pt x="690410" y="45653"/>
                  <a:pt x="693212" y="42101"/>
                </a:cubicBezTo>
                <a:cubicBezTo>
                  <a:pt x="696014" y="38550"/>
                  <a:pt x="700064" y="35816"/>
                  <a:pt x="705363" y="33901"/>
                </a:cubicBezTo>
                <a:cubicBezTo>
                  <a:pt x="710661" y="31984"/>
                  <a:pt x="716800" y="31026"/>
                  <a:pt x="723779" y="31026"/>
                </a:cubicBezTo>
                <a:cubicBezTo>
                  <a:pt x="730708" y="31026"/>
                  <a:pt x="736337" y="31841"/>
                  <a:pt x="740668" y="33471"/>
                </a:cubicBezTo>
                <a:cubicBezTo>
                  <a:pt x="744998" y="35101"/>
                  <a:pt x="748182" y="37152"/>
                  <a:pt x="750220" y="39623"/>
                </a:cubicBezTo>
                <a:cubicBezTo>
                  <a:pt x="752258" y="42093"/>
                  <a:pt x="753684" y="45214"/>
                  <a:pt x="754499" y="48984"/>
                </a:cubicBezTo>
                <a:cubicBezTo>
                  <a:pt x="754958" y="51327"/>
                  <a:pt x="755187" y="55556"/>
                  <a:pt x="755187" y="61669"/>
                </a:cubicBezTo>
                <a:lnTo>
                  <a:pt x="755187" y="80009"/>
                </a:lnTo>
                <a:cubicBezTo>
                  <a:pt x="755187" y="92797"/>
                  <a:pt x="755480" y="100884"/>
                  <a:pt x="756066" y="104272"/>
                </a:cubicBezTo>
                <a:cubicBezTo>
                  <a:pt x="756652" y="107660"/>
                  <a:pt x="757811" y="110908"/>
                  <a:pt x="759543" y="114015"/>
                </a:cubicBezTo>
                <a:lnTo>
                  <a:pt x="745176" y="114015"/>
                </a:lnTo>
                <a:cubicBezTo>
                  <a:pt x="743750" y="111159"/>
                  <a:pt x="742833" y="107819"/>
                  <a:pt x="742425" y="103995"/>
                </a:cubicBezTo>
                <a:moveTo>
                  <a:pt x="741279" y="73208"/>
                </a:moveTo>
                <a:cubicBezTo>
                  <a:pt x="736286" y="75264"/>
                  <a:pt x="728797" y="77010"/>
                  <a:pt x="718812" y="78448"/>
                </a:cubicBezTo>
                <a:cubicBezTo>
                  <a:pt x="713157" y="79266"/>
                  <a:pt x="709158" y="80187"/>
                  <a:pt x="706814" y="81211"/>
                </a:cubicBezTo>
                <a:cubicBezTo>
                  <a:pt x="704471" y="82233"/>
                  <a:pt x="702662" y="83729"/>
                  <a:pt x="701389" y="85700"/>
                </a:cubicBezTo>
                <a:cubicBezTo>
                  <a:pt x="700115" y="87670"/>
                  <a:pt x="699478" y="89856"/>
                  <a:pt x="699478" y="92260"/>
                </a:cubicBezTo>
                <a:cubicBezTo>
                  <a:pt x="699478" y="95943"/>
                  <a:pt x="700867" y="99012"/>
                  <a:pt x="703643" y="101469"/>
                </a:cubicBezTo>
                <a:cubicBezTo>
                  <a:pt x="706420" y="103923"/>
                  <a:pt x="710483" y="105151"/>
                  <a:pt x="715832" y="105151"/>
                </a:cubicBezTo>
                <a:cubicBezTo>
                  <a:pt x="721130" y="105151"/>
                  <a:pt x="725843" y="103986"/>
                  <a:pt x="729969" y="101657"/>
                </a:cubicBezTo>
                <a:cubicBezTo>
                  <a:pt x="734096" y="99328"/>
                  <a:pt x="737127" y="96142"/>
                  <a:pt x="739063" y="92098"/>
                </a:cubicBezTo>
                <a:cubicBezTo>
                  <a:pt x="740540" y="88974"/>
                  <a:pt x="741279" y="84367"/>
                  <a:pt x="741279" y="78276"/>
                </a:cubicBezTo>
                <a:lnTo>
                  <a:pt x="741279" y="73208"/>
                </a:lnTo>
                <a:close/>
                <a:moveTo>
                  <a:pt x="776330" y="114015"/>
                </a:moveTo>
                <a:lnTo>
                  <a:pt x="776330" y="32860"/>
                </a:lnTo>
                <a:lnTo>
                  <a:pt x="788710" y="32860"/>
                </a:lnTo>
                <a:lnTo>
                  <a:pt x="788710" y="45086"/>
                </a:lnTo>
                <a:cubicBezTo>
                  <a:pt x="791869" y="39362"/>
                  <a:pt x="794785" y="35587"/>
                  <a:pt x="797460" y="33762"/>
                </a:cubicBezTo>
                <a:cubicBezTo>
                  <a:pt x="800134" y="31938"/>
                  <a:pt x="803076" y="31026"/>
                  <a:pt x="806286" y="31026"/>
                </a:cubicBezTo>
                <a:cubicBezTo>
                  <a:pt x="810922" y="31026"/>
                  <a:pt x="815634" y="32497"/>
                  <a:pt x="820423" y="35439"/>
                </a:cubicBezTo>
                <a:lnTo>
                  <a:pt x="815685" y="48143"/>
                </a:lnTo>
                <a:cubicBezTo>
                  <a:pt x="812323" y="46156"/>
                  <a:pt x="808961" y="45163"/>
                  <a:pt x="805598" y="45163"/>
                </a:cubicBezTo>
                <a:cubicBezTo>
                  <a:pt x="802593" y="45163"/>
                  <a:pt x="799892" y="46069"/>
                  <a:pt x="797498" y="47881"/>
                </a:cubicBezTo>
                <a:cubicBezTo>
                  <a:pt x="795104" y="49691"/>
                  <a:pt x="793397" y="52202"/>
                  <a:pt x="792378" y="55415"/>
                </a:cubicBezTo>
                <a:cubicBezTo>
                  <a:pt x="790850" y="60310"/>
                  <a:pt x="790085" y="65665"/>
                  <a:pt x="790085" y="71479"/>
                </a:cubicBezTo>
                <a:lnTo>
                  <a:pt x="790085" y="114015"/>
                </a:lnTo>
                <a:lnTo>
                  <a:pt x="776330" y="114015"/>
                </a:lnTo>
                <a:close/>
                <a:moveTo>
                  <a:pt x="827989" y="145347"/>
                </a:moveTo>
                <a:lnTo>
                  <a:pt x="826460" y="132432"/>
                </a:lnTo>
                <a:cubicBezTo>
                  <a:pt x="829466" y="133247"/>
                  <a:pt x="832090" y="133655"/>
                  <a:pt x="834331" y="133655"/>
                </a:cubicBezTo>
                <a:cubicBezTo>
                  <a:pt x="837388" y="133655"/>
                  <a:pt x="839833" y="133139"/>
                  <a:pt x="841667" y="132107"/>
                </a:cubicBezTo>
                <a:cubicBezTo>
                  <a:pt x="843501" y="131077"/>
                  <a:pt x="845004" y="129634"/>
                  <a:pt x="846176" y="127778"/>
                </a:cubicBezTo>
                <a:cubicBezTo>
                  <a:pt x="847042" y="126386"/>
                  <a:pt x="848443" y="122933"/>
                  <a:pt x="850379" y="117418"/>
                </a:cubicBezTo>
                <a:cubicBezTo>
                  <a:pt x="850634" y="116645"/>
                  <a:pt x="851041" y="115510"/>
                  <a:pt x="851602" y="114015"/>
                </a:cubicBezTo>
                <a:lnTo>
                  <a:pt x="820805" y="32860"/>
                </a:lnTo>
                <a:lnTo>
                  <a:pt x="835630" y="32860"/>
                </a:lnTo>
                <a:lnTo>
                  <a:pt x="852519" y="79747"/>
                </a:lnTo>
                <a:cubicBezTo>
                  <a:pt x="854709" y="85695"/>
                  <a:pt x="856671" y="91947"/>
                  <a:pt x="858403" y="98503"/>
                </a:cubicBezTo>
                <a:cubicBezTo>
                  <a:pt x="859982" y="92200"/>
                  <a:pt x="861867" y="86050"/>
                  <a:pt x="864058" y="80052"/>
                </a:cubicBezTo>
                <a:lnTo>
                  <a:pt x="881405" y="32860"/>
                </a:lnTo>
                <a:lnTo>
                  <a:pt x="895160" y="32860"/>
                </a:lnTo>
                <a:lnTo>
                  <a:pt x="864287" y="115446"/>
                </a:lnTo>
                <a:cubicBezTo>
                  <a:pt x="860976" y="124368"/>
                  <a:pt x="858403" y="130510"/>
                  <a:pt x="856569" y="133874"/>
                </a:cubicBezTo>
                <a:cubicBezTo>
                  <a:pt x="854123" y="138412"/>
                  <a:pt x="851321" y="141738"/>
                  <a:pt x="848163" y="143854"/>
                </a:cubicBezTo>
                <a:cubicBezTo>
                  <a:pt x="845004" y="145970"/>
                  <a:pt x="841234" y="147028"/>
                  <a:pt x="836853" y="147028"/>
                </a:cubicBezTo>
                <a:cubicBezTo>
                  <a:pt x="834204" y="147028"/>
                  <a:pt x="831249" y="146467"/>
                  <a:pt x="827989" y="1453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22838-17E2-4A00-96D0-13C1D30F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2847676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8"/>
                  <a:pt x="24416" y="260342"/>
                </a:cubicBezTo>
                <a:cubicBezTo>
                  <a:pt x="19571" y="258334"/>
                  <a:pt x="15294" y="255476"/>
                  <a:pt x="11584" y="251768"/>
                </a:cubicBezTo>
                <a:cubicBezTo>
                  <a:pt x="7875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1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BF107-B51D-4DBB-954B-63C3FBD80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2847676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8"/>
                  <a:pt x="24416" y="260342"/>
                </a:cubicBezTo>
                <a:cubicBezTo>
                  <a:pt x="19571" y="258334"/>
                  <a:pt x="15294" y="255476"/>
                  <a:pt x="11584" y="251768"/>
                </a:cubicBezTo>
                <a:cubicBezTo>
                  <a:pt x="7875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1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3" name="Text systemconstant">
            <a:extLst xmlns:a="http://schemas.openxmlformats.org/drawingml/2006/main">
              <a:ext uri="{FF2B5EF4-FFF2-40B4-BE49-F238E27FC236}">
                <a16:creationId xmlns:a16="http://schemas.microsoft.com/office/drawing/2014/main" id="{B61068FA-A4E6-4E88-AFDB-0A062F8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547" y="2915653"/>
            <a:ext cx="1124753" cy="142596"/>
          </a:xfrm>
          <a:custGeom xmlns:a="http://schemas.openxmlformats.org/drawingml/2006/main">
            <a:pathLst>
              <a:path w="1124753" h="142596">
                <a:moveTo>
                  <a:pt x="0" y="85282"/>
                </a:moveTo>
                <a:lnTo>
                  <a:pt x="13602" y="83143"/>
                </a:lnTo>
                <a:cubicBezTo>
                  <a:pt x="14367" y="88570"/>
                  <a:pt x="16494" y="92729"/>
                  <a:pt x="19983" y="95620"/>
                </a:cubicBezTo>
                <a:cubicBezTo>
                  <a:pt x="23473" y="98510"/>
                  <a:pt x="28351" y="99954"/>
                  <a:pt x="34617" y="99954"/>
                </a:cubicBezTo>
                <a:cubicBezTo>
                  <a:pt x="40934" y="99954"/>
                  <a:pt x="45621" y="98678"/>
                  <a:pt x="48678" y="96126"/>
                </a:cubicBezTo>
                <a:cubicBezTo>
                  <a:pt x="51735" y="93573"/>
                  <a:pt x="53263" y="90578"/>
                  <a:pt x="53263" y="87143"/>
                </a:cubicBezTo>
                <a:cubicBezTo>
                  <a:pt x="53263" y="84059"/>
                  <a:pt x="51913" y="81633"/>
                  <a:pt x="49213" y="79864"/>
                </a:cubicBezTo>
                <a:cubicBezTo>
                  <a:pt x="47328" y="78651"/>
                  <a:pt x="42641" y="77109"/>
                  <a:pt x="35152" y="75238"/>
                </a:cubicBezTo>
                <a:cubicBezTo>
                  <a:pt x="25065" y="72689"/>
                  <a:pt x="18073" y="70484"/>
                  <a:pt x="14176" y="68623"/>
                </a:cubicBezTo>
                <a:cubicBezTo>
                  <a:pt x="10278" y="66762"/>
                  <a:pt x="7323" y="64187"/>
                  <a:pt x="5311" y="60898"/>
                </a:cubicBezTo>
                <a:cubicBezTo>
                  <a:pt x="3299" y="57609"/>
                  <a:pt x="2293" y="53976"/>
                  <a:pt x="2293" y="49999"/>
                </a:cubicBezTo>
                <a:cubicBezTo>
                  <a:pt x="2293" y="46378"/>
                  <a:pt x="3120" y="43026"/>
                  <a:pt x="4776" y="39940"/>
                </a:cubicBezTo>
                <a:cubicBezTo>
                  <a:pt x="6432" y="36855"/>
                  <a:pt x="8686" y="34292"/>
                  <a:pt x="11539" y="32253"/>
                </a:cubicBezTo>
                <a:cubicBezTo>
                  <a:pt x="13679" y="30672"/>
                  <a:pt x="16595" y="29334"/>
                  <a:pt x="20289" y="28239"/>
                </a:cubicBezTo>
                <a:cubicBezTo>
                  <a:pt x="23982" y="27142"/>
                  <a:pt x="27943" y="26593"/>
                  <a:pt x="32172" y="26593"/>
                </a:cubicBezTo>
                <a:cubicBezTo>
                  <a:pt x="38540" y="26593"/>
                  <a:pt x="44131" y="27517"/>
                  <a:pt x="48946" y="29364"/>
                </a:cubicBezTo>
                <a:cubicBezTo>
                  <a:pt x="53760" y="31209"/>
                  <a:pt x="57313" y="33709"/>
                  <a:pt x="59606" y="36864"/>
                </a:cubicBezTo>
                <a:cubicBezTo>
                  <a:pt x="61898" y="40018"/>
                  <a:pt x="63478" y="44236"/>
                  <a:pt x="64344" y="49519"/>
                </a:cubicBezTo>
                <a:lnTo>
                  <a:pt x="50894" y="51353"/>
                </a:lnTo>
                <a:cubicBezTo>
                  <a:pt x="50283" y="47175"/>
                  <a:pt x="48513" y="43915"/>
                  <a:pt x="45583" y="41571"/>
                </a:cubicBezTo>
                <a:cubicBezTo>
                  <a:pt x="42654" y="39228"/>
                  <a:pt x="38515" y="38056"/>
                  <a:pt x="33165" y="38056"/>
                </a:cubicBezTo>
                <a:cubicBezTo>
                  <a:pt x="26848" y="38056"/>
                  <a:pt x="22339" y="39096"/>
                  <a:pt x="19639" y="41175"/>
                </a:cubicBezTo>
                <a:cubicBezTo>
                  <a:pt x="16939" y="43252"/>
                  <a:pt x="15589" y="45686"/>
                  <a:pt x="15589" y="48475"/>
                </a:cubicBezTo>
                <a:cubicBezTo>
                  <a:pt x="15589" y="50249"/>
                  <a:pt x="16150" y="51845"/>
                  <a:pt x="17270" y="53266"/>
                </a:cubicBezTo>
                <a:cubicBezTo>
                  <a:pt x="18391" y="54735"/>
                  <a:pt x="20149" y="55951"/>
                  <a:pt x="22543" y="56915"/>
                </a:cubicBezTo>
                <a:cubicBezTo>
                  <a:pt x="23919" y="57422"/>
                  <a:pt x="27969" y="58589"/>
                  <a:pt x="34694" y="60413"/>
                </a:cubicBezTo>
                <a:cubicBezTo>
                  <a:pt x="44424" y="63010"/>
                  <a:pt x="51213" y="65135"/>
                  <a:pt x="55059" y="66789"/>
                </a:cubicBezTo>
                <a:cubicBezTo>
                  <a:pt x="58905" y="68443"/>
                  <a:pt x="61924" y="70849"/>
                  <a:pt x="64115" y="74006"/>
                </a:cubicBezTo>
                <a:cubicBezTo>
                  <a:pt x="66305" y="77161"/>
                  <a:pt x="67400" y="81080"/>
                  <a:pt x="67400" y="85762"/>
                </a:cubicBezTo>
                <a:cubicBezTo>
                  <a:pt x="67400" y="90344"/>
                  <a:pt x="66063" y="94659"/>
                  <a:pt x="63389" y="98706"/>
                </a:cubicBezTo>
                <a:cubicBezTo>
                  <a:pt x="60714" y="102751"/>
                  <a:pt x="56855" y="105881"/>
                  <a:pt x="51811" y="108095"/>
                </a:cubicBezTo>
                <a:cubicBezTo>
                  <a:pt x="46768" y="110310"/>
                  <a:pt x="41062" y="111417"/>
                  <a:pt x="34694" y="111417"/>
                </a:cubicBezTo>
                <a:cubicBezTo>
                  <a:pt x="24148" y="111417"/>
                  <a:pt x="16111" y="109220"/>
                  <a:pt x="10584" y="104826"/>
                </a:cubicBezTo>
                <a:cubicBezTo>
                  <a:pt x="5056" y="100432"/>
                  <a:pt x="1528" y="93917"/>
                  <a:pt x="0" y="85282"/>
                </a:cubicBezTo>
                <a:close/>
                <a:moveTo>
                  <a:pt x="83143" y="140914"/>
                </a:moveTo>
                <a:lnTo>
                  <a:pt x="81614" y="128000"/>
                </a:lnTo>
                <a:cubicBezTo>
                  <a:pt x="84620" y="128815"/>
                  <a:pt x="87244" y="129222"/>
                  <a:pt x="89485" y="129222"/>
                </a:cubicBezTo>
                <a:cubicBezTo>
                  <a:pt x="92542" y="129222"/>
                  <a:pt x="94988" y="128707"/>
                  <a:pt x="96822" y="127675"/>
                </a:cubicBezTo>
                <a:cubicBezTo>
                  <a:pt x="98656" y="126645"/>
                  <a:pt x="100158" y="125202"/>
                  <a:pt x="101330" y="123345"/>
                </a:cubicBezTo>
                <a:cubicBezTo>
                  <a:pt x="102196" y="121954"/>
                  <a:pt x="103597" y="118501"/>
                  <a:pt x="105533" y="112986"/>
                </a:cubicBezTo>
                <a:cubicBezTo>
                  <a:pt x="105788" y="112212"/>
                  <a:pt x="106196" y="111078"/>
                  <a:pt x="106756" y="109583"/>
                </a:cubicBezTo>
                <a:lnTo>
                  <a:pt x="75960" y="28427"/>
                </a:lnTo>
                <a:lnTo>
                  <a:pt x="90785" y="28427"/>
                </a:lnTo>
                <a:lnTo>
                  <a:pt x="107673" y="75315"/>
                </a:lnTo>
                <a:cubicBezTo>
                  <a:pt x="109864" y="81262"/>
                  <a:pt x="111825" y="87514"/>
                  <a:pt x="113557" y="94070"/>
                </a:cubicBezTo>
                <a:cubicBezTo>
                  <a:pt x="115136" y="87767"/>
                  <a:pt x="117021" y="81617"/>
                  <a:pt x="119212" y="75620"/>
                </a:cubicBezTo>
                <a:lnTo>
                  <a:pt x="136559" y="28427"/>
                </a:lnTo>
                <a:lnTo>
                  <a:pt x="150314" y="28427"/>
                </a:lnTo>
                <a:lnTo>
                  <a:pt x="119441" y="111014"/>
                </a:lnTo>
                <a:cubicBezTo>
                  <a:pt x="116130" y="119935"/>
                  <a:pt x="113557" y="126078"/>
                  <a:pt x="111723" y="129442"/>
                </a:cubicBezTo>
                <a:cubicBezTo>
                  <a:pt x="109278" y="133979"/>
                  <a:pt x="106476" y="137306"/>
                  <a:pt x="103317" y="139422"/>
                </a:cubicBezTo>
                <a:cubicBezTo>
                  <a:pt x="100158" y="141538"/>
                  <a:pt x="96389" y="142596"/>
                  <a:pt x="92007" y="142596"/>
                </a:cubicBezTo>
                <a:cubicBezTo>
                  <a:pt x="89358" y="142596"/>
                  <a:pt x="86403" y="142035"/>
                  <a:pt x="83143" y="140914"/>
                </a:cubicBezTo>
                <a:close/>
                <a:moveTo>
                  <a:pt x="156504" y="85282"/>
                </a:moveTo>
                <a:lnTo>
                  <a:pt x="170106" y="83143"/>
                </a:lnTo>
                <a:cubicBezTo>
                  <a:pt x="170870" y="88570"/>
                  <a:pt x="172997" y="92729"/>
                  <a:pt x="176487" y="95620"/>
                </a:cubicBezTo>
                <a:cubicBezTo>
                  <a:pt x="179977" y="98510"/>
                  <a:pt x="184855" y="99954"/>
                  <a:pt x="191121" y="99954"/>
                </a:cubicBezTo>
                <a:cubicBezTo>
                  <a:pt x="197438" y="99954"/>
                  <a:pt x="202125" y="98678"/>
                  <a:pt x="205182" y="96126"/>
                </a:cubicBezTo>
                <a:cubicBezTo>
                  <a:pt x="208239" y="93573"/>
                  <a:pt x="209767" y="90578"/>
                  <a:pt x="209767" y="87143"/>
                </a:cubicBezTo>
                <a:cubicBezTo>
                  <a:pt x="209767" y="84059"/>
                  <a:pt x="208417" y="81633"/>
                  <a:pt x="205717" y="79864"/>
                </a:cubicBezTo>
                <a:cubicBezTo>
                  <a:pt x="203832" y="78651"/>
                  <a:pt x="199145" y="77109"/>
                  <a:pt x="191656" y="75238"/>
                </a:cubicBezTo>
                <a:cubicBezTo>
                  <a:pt x="181569" y="72689"/>
                  <a:pt x="174577" y="70484"/>
                  <a:pt x="170679" y="68623"/>
                </a:cubicBezTo>
                <a:cubicBezTo>
                  <a:pt x="166782" y="66762"/>
                  <a:pt x="163827" y="64187"/>
                  <a:pt x="161815" y="60898"/>
                </a:cubicBezTo>
                <a:cubicBezTo>
                  <a:pt x="159803" y="57609"/>
                  <a:pt x="158796" y="53976"/>
                  <a:pt x="158796" y="49999"/>
                </a:cubicBezTo>
                <a:cubicBezTo>
                  <a:pt x="158796" y="46378"/>
                  <a:pt x="159624" y="43026"/>
                  <a:pt x="161280" y="39940"/>
                </a:cubicBezTo>
                <a:cubicBezTo>
                  <a:pt x="162936" y="36855"/>
                  <a:pt x="165190" y="34292"/>
                  <a:pt x="168043" y="32253"/>
                </a:cubicBezTo>
                <a:cubicBezTo>
                  <a:pt x="170183" y="30672"/>
                  <a:pt x="173099" y="29334"/>
                  <a:pt x="176793" y="28239"/>
                </a:cubicBezTo>
                <a:cubicBezTo>
                  <a:pt x="180486" y="27142"/>
                  <a:pt x="184447" y="26593"/>
                  <a:pt x="188676" y="26593"/>
                </a:cubicBezTo>
                <a:cubicBezTo>
                  <a:pt x="195044" y="26593"/>
                  <a:pt x="200635" y="27517"/>
                  <a:pt x="205449" y="29364"/>
                </a:cubicBezTo>
                <a:cubicBezTo>
                  <a:pt x="210264" y="31209"/>
                  <a:pt x="213817" y="33709"/>
                  <a:pt x="216110" y="36864"/>
                </a:cubicBezTo>
                <a:cubicBezTo>
                  <a:pt x="218402" y="40018"/>
                  <a:pt x="219982" y="44236"/>
                  <a:pt x="220848" y="49519"/>
                </a:cubicBezTo>
                <a:lnTo>
                  <a:pt x="207398" y="51353"/>
                </a:lnTo>
                <a:cubicBezTo>
                  <a:pt x="206787" y="47175"/>
                  <a:pt x="205016" y="43915"/>
                  <a:pt x="202087" y="41571"/>
                </a:cubicBezTo>
                <a:cubicBezTo>
                  <a:pt x="199158" y="39228"/>
                  <a:pt x="195018" y="38056"/>
                  <a:pt x="189669" y="38056"/>
                </a:cubicBezTo>
                <a:cubicBezTo>
                  <a:pt x="183352" y="38056"/>
                  <a:pt x="178843" y="39096"/>
                  <a:pt x="176143" y="41175"/>
                </a:cubicBezTo>
                <a:cubicBezTo>
                  <a:pt x="173443" y="43252"/>
                  <a:pt x="172093" y="45686"/>
                  <a:pt x="172093" y="48475"/>
                </a:cubicBezTo>
                <a:cubicBezTo>
                  <a:pt x="172093" y="50249"/>
                  <a:pt x="172653" y="51845"/>
                  <a:pt x="173774" y="53266"/>
                </a:cubicBezTo>
                <a:cubicBezTo>
                  <a:pt x="174895" y="54735"/>
                  <a:pt x="176653" y="55951"/>
                  <a:pt x="179047" y="56915"/>
                </a:cubicBezTo>
                <a:cubicBezTo>
                  <a:pt x="180423" y="57422"/>
                  <a:pt x="184473" y="58589"/>
                  <a:pt x="191198" y="60413"/>
                </a:cubicBezTo>
                <a:cubicBezTo>
                  <a:pt x="200928" y="63010"/>
                  <a:pt x="207717" y="65135"/>
                  <a:pt x="211563" y="66789"/>
                </a:cubicBezTo>
                <a:cubicBezTo>
                  <a:pt x="215409" y="68443"/>
                  <a:pt x="218428" y="70849"/>
                  <a:pt x="220618" y="74006"/>
                </a:cubicBezTo>
                <a:cubicBezTo>
                  <a:pt x="222809" y="77161"/>
                  <a:pt x="223904" y="81080"/>
                  <a:pt x="223904" y="85762"/>
                </a:cubicBezTo>
                <a:cubicBezTo>
                  <a:pt x="223904" y="90344"/>
                  <a:pt x="222567" y="94659"/>
                  <a:pt x="219892" y="98706"/>
                </a:cubicBezTo>
                <a:cubicBezTo>
                  <a:pt x="217218" y="102751"/>
                  <a:pt x="213359" y="105881"/>
                  <a:pt x="208315" y="108095"/>
                </a:cubicBezTo>
                <a:cubicBezTo>
                  <a:pt x="203272" y="110310"/>
                  <a:pt x="197566" y="111417"/>
                  <a:pt x="191198" y="111417"/>
                </a:cubicBezTo>
                <a:cubicBezTo>
                  <a:pt x="180652" y="111417"/>
                  <a:pt x="172615" y="109220"/>
                  <a:pt x="167088" y="104826"/>
                </a:cubicBezTo>
                <a:cubicBezTo>
                  <a:pt x="161560" y="100432"/>
                  <a:pt x="158032" y="93917"/>
                  <a:pt x="156504" y="85282"/>
                </a:cubicBezTo>
                <a:close/>
                <a:moveTo>
                  <a:pt x="270290" y="97433"/>
                </a:moveTo>
                <a:lnTo>
                  <a:pt x="272277" y="109583"/>
                </a:lnTo>
                <a:cubicBezTo>
                  <a:pt x="268405" y="110296"/>
                  <a:pt x="264941" y="110653"/>
                  <a:pt x="261884" y="110653"/>
                </a:cubicBezTo>
                <a:cubicBezTo>
                  <a:pt x="256892" y="110653"/>
                  <a:pt x="253020" y="109863"/>
                  <a:pt x="250269" y="108284"/>
                </a:cubicBezTo>
                <a:cubicBezTo>
                  <a:pt x="247518" y="106705"/>
                  <a:pt x="245582" y="104629"/>
                  <a:pt x="244461" y="102056"/>
                </a:cubicBezTo>
                <a:cubicBezTo>
                  <a:pt x="243340" y="99483"/>
                  <a:pt x="242780" y="94070"/>
                  <a:pt x="242780" y="85817"/>
                </a:cubicBezTo>
                <a:lnTo>
                  <a:pt x="242780" y="39126"/>
                </a:lnTo>
                <a:lnTo>
                  <a:pt x="232693" y="39126"/>
                </a:lnTo>
                <a:lnTo>
                  <a:pt x="232693" y="28427"/>
                </a:lnTo>
                <a:lnTo>
                  <a:pt x="242780" y="28427"/>
                </a:lnTo>
                <a:lnTo>
                  <a:pt x="242780" y="8275"/>
                </a:lnTo>
                <a:lnTo>
                  <a:pt x="256459" y="0"/>
                </a:lnTo>
                <a:lnTo>
                  <a:pt x="256459" y="28427"/>
                </a:lnTo>
                <a:lnTo>
                  <a:pt x="270290" y="28427"/>
                </a:lnTo>
                <a:lnTo>
                  <a:pt x="270290" y="39126"/>
                </a:lnTo>
                <a:lnTo>
                  <a:pt x="256459" y="39126"/>
                </a:lnTo>
                <a:lnTo>
                  <a:pt x="256459" y="86581"/>
                </a:lnTo>
                <a:cubicBezTo>
                  <a:pt x="256459" y="90504"/>
                  <a:pt x="256701" y="93026"/>
                  <a:pt x="257185" y="94147"/>
                </a:cubicBezTo>
                <a:cubicBezTo>
                  <a:pt x="257669" y="95268"/>
                  <a:pt x="258458" y="96159"/>
                  <a:pt x="259553" y="96821"/>
                </a:cubicBezTo>
                <a:cubicBezTo>
                  <a:pt x="260649" y="97484"/>
                  <a:pt x="262215" y="97815"/>
                  <a:pt x="264253" y="97815"/>
                </a:cubicBezTo>
                <a:cubicBezTo>
                  <a:pt x="265782" y="97815"/>
                  <a:pt x="267794" y="97687"/>
                  <a:pt x="270290" y="97433"/>
                </a:cubicBezTo>
                <a:close/>
                <a:moveTo>
                  <a:pt x="339321" y="83448"/>
                </a:moveTo>
                <a:lnTo>
                  <a:pt x="353535" y="85206"/>
                </a:lnTo>
                <a:cubicBezTo>
                  <a:pt x="351294" y="93510"/>
                  <a:pt x="347142" y="99954"/>
                  <a:pt x="341079" y="104540"/>
                </a:cubicBezTo>
                <a:cubicBezTo>
                  <a:pt x="335017" y="109125"/>
                  <a:pt x="327273" y="111417"/>
                  <a:pt x="317848" y="111417"/>
                </a:cubicBezTo>
                <a:cubicBezTo>
                  <a:pt x="305978" y="111417"/>
                  <a:pt x="296566" y="107762"/>
                  <a:pt x="289612" y="100451"/>
                </a:cubicBezTo>
                <a:cubicBezTo>
                  <a:pt x="282658" y="93141"/>
                  <a:pt x="279181" y="82888"/>
                  <a:pt x="279181" y="69693"/>
                </a:cubicBezTo>
                <a:cubicBezTo>
                  <a:pt x="279181" y="56040"/>
                  <a:pt x="282696" y="45443"/>
                  <a:pt x="289726" y="37903"/>
                </a:cubicBezTo>
                <a:cubicBezTo>
                  <a:pt x="296757" y="30363"/>
                  <a:pt x="305876" y="26593"/>
                  <a:pt x="317084" y="26593"/>
                </a:cubicBezTo>
                <a:cubicBezTo>
                  <a:pt x="327935" y="26593"/>
                  <a:pt x="336800" y="30281"/>
                  <a:pt x="343677" y="37657"/>
                </a:cubicBezTo>
                <a:cubicBezTo>
                  <a:pt x="350555" y="45032"/>
                  <a:pt x="353994" y="55407"/>
                  <a:pt x="353994" y="68783"/>
                </a:cubicBezTo>
                <a:cubicBezTo>
                  <a:pt x="353994" y="69597"/>
                  <a:pt x="353968" y="70817"/>
                  <a:pt x="353917" y="72444"/>
                </a:cubicBezTo>
                <a:lnTo>
                  <a:pt x="293394" y="72444"/>
                </a:lnTo>
                <a:cubicBezTo>
                  <a:pt x="293904" y="81334"/>
                  <a:pt x="296426" y="88142"/>
                  <a:pt x="300960" y="92867"/>
                </a:cubicBezTo>
                <a:cubicBezTo>
                  <a:pt x="305494" y="97592"/>
                  <a:pt x="311149" y="99954"/>
                  <a:pt x="317924" y="99954"/>
                </a:cubicBezTo>
                <a:cubicBezTo>
                  <a:pt x="322968" y="99954"/>
                  <a:pt x="327273" y="98643"/>
                  <a:pt x="330839" y="96019"/>
                </a:cubicBezTo>
                <a:cubicBezTo>
                  <a:pt x="334405" y="93394"/>
                  <a:pt x="337233" y="89203"/>
                  <a:pt x="339321" y="83448"/>
                </a:cubicBezTo>
                <a:moveTo>
                  <a:pt x="294159" y="60981"/>
                </a:moveTo>
                <a:lnTo>
                  <a:pt x="339474" y="60981"/>
                </a:lnTo>
                <a:cubicBezTo>
                  <a:pt x="338863" y="54266"/>
                  <a:pt x="337131" y="49230"/>
                  <a:pt x="334278" y="45872"/>
                </a:cubicBezTo>
                <a:cubicBezTo>
                  <a:pt x="329897" y="40661"/>
                  <a:pt x="324216" y="38056"/>
                  <a:pt x="317237" y="38056"/>
                </a:cubicBezTo>
                <a:cubicBezTo>
                  <a:pt x="310920" y="38056"/>
                  <a:pt x="305608" y="40136"/>
                  <a:pt x="301304" y="44296"/>
                </a:cubicBezTo>
                <a:cubicBezTo>
                  <a:pt x="296999" y="48454"/>
                  <a:pt x="294617" y="54016"/>
                  <a:pt x="294159" y="60981"/>
                </a:cubicBezTo>
                <a:close/>
                <a:moveTo>
                  <a:pt x="370782" y="109583"/>
                </a:moveTo>
                <a:lnTo>
                  <a:pt x="370782" y="28427"/>
                </a:lnTo>
                <a:lnTo>
                  <a:pt x="383086" y="28427"/>
                </a:lnTo>
                <a:lnTo>
                  <a:pt x="383086" y="39737"/>
                </a:lnTo>
                <a:cubicBezTo>
                  <a:pt x="385633" y="35786"/>
                  <a:pt x="389021" y="32607"/>
                  <a:pt x="393249" y="30202"/>
                </a:cubicBezTo>
                <a:cubicBezTo>
                  <a:pt x="397478" y="27796"/>
                  <a:pt x="402292" y="26593"/>
                  <a:pt x="407692" y="26593"/>
                </a:cubicBezTo>
                <a:cubicBezTo>
                  <a:pt x="413704" y="26593"/>
                  <a:pt x="418633" y="27835"/>
                  <a:pt x="422479" y="30319"/>
                </a:cubicBezTo>
                <a:cubicBezTo>
                  <a:pt x="426325" y="32801"/>
                  <a:pt x="429038" y="36271"/>
                  <a:pt x="430617" y="40731"/>
                </a:cubicBezTo>
                <a:cubicBezTo>
                  <a:pt x="437037" y="31306"/>
                  <a:pt x="445392" y="26593"/>
                  <a:pt x="455682" y="26593"/>
                </a:cubicBezTo>
                <a:cubicBezTo>
                  <a:pt x="463732" y="26593"/>
                  <a:pt x="469922" y="28822"/>
                  <a:pt x="474252" y="33280"/>
                </a:cubicBezTo>
                <a:cubicBezTo>
                  <a:pt x="478582" y="37738"/>
                  <a:pt x="480748" y="44603"/>
                  <a:pt x="480748" y="53875"/>
                </a:cubicBezTo>
                <a:lnTo>
                  <a:pt x="480748" y="109583"/>
                </a:lnTo>
                <a:lnTo>
                  <a:pt x="467069" y="109583"/>
                </a:lnTo>
                <a:lnTo>
                  <a:pt x="467069" y="58405"/>
                </a:lnTo>
                <a:cubicBezTo>
                  <a:pt x="467069" y="52896"/>
                  <a:pt x="466623" y="48931"/>
                  <a:pt x="465731" y="46510"/>
                </a:cubicBezTo>
                <a:cubicBezTo>
                  <a:pt x="464840" y="44087"/>
                  <a:pt x="463222" y="42136"/>
                  <a:pt x="460879" y="40657"/>
                </a:cubicBezTo>
                <a:cubicBezTo>
                  <a:pt x="458535" y="39178"/>
                  <a:pt x="455784" y="38438"/>
                  <a:pt x="452626" y="38438"/>
                </a:cubicBezTo>
                <a:cubicBezTo>
                  <a:pt x="446920" y="38438"/>
                  <a:pt x="442182" y="40338"/>
                  <a:pt x="438412" y="44138"/>
                </a:cubicBezTo>
                <a:cubicBezTo>
                  <a:pt x="434642" y="47937"/>
                  <a:pt x="432757" y="54019"/>
                  <a:pt x="432757" y="62383"/>
                </a:cubicBezTo>
                <a:lnTo>
                  <a:pt x="432757" y="109583"/>
                </a:lnTo>
                <a:lnTo>
                  <a:pt x="419002" y="109583"/>
                </a:lnTo>
                <a:lnTo>
                  <a:pt x="419002" y="56798"/>
                </a:lnTo>
                <a:cubicBezTo>
                  <a:pt x="419002" y="50678"/>
                  <a:pt x="417881" y="46088"/>
                  <a:pt x="415640" y="43028"/>
                </a:cubicBezTo>
                <a:cubicBezTo>
                  <a:pt x="413398" y="39968"/>
                  <a:pt x="409730" y="38438"/>
                  <a:pt x="404635" y="38438"/>
                </a:cubicBezTo>
                <a:cubicBezTo>
                  <a:pt x="400764" y="38438"/>
                  <a:pt x="397185" y="39459"/>
                  <a:pt x="393899" y="41500"/>
                </a:cubicBezTo>
                <a:cubicBezTo>
                  <a:pt x="390613" y="43539"/>
                  <a:pt x="388231" y="46523"/>
                  <a:pt x="386754" y="50450"/>
                </a:cubicBezTo>
                <a:cubicBezTo>
                  <a:pt x="385276" y="54376"/>
                  <a:pt x="384538" y="60037"/>
                  <a:pt x="384538" y="67432"/>
                </a:cubicBezTo>
                <a:lnTo>
                  <a:pt x="384538" y="109583"/>
                </a:lnTo>
                <a:lnTo>
                  <a:pt x="370782" y="109583"/>
                </a:lnTo>
                <a:close/>
                <a:moveTo>
                  <a:pt x="597615" y="79780"/>
                </a:moveTo>
                <a:lnTo>
                  <a:pt x="611141" y="81538"/>
                </a:lnTo>
                <a:cubicBezTo>
                  <a:pt x="609663" y="90885"/>
                  <a:pt x="605881" y="98202"/>
                  <a:pt x="599793" y="103489"/>
                </a:cubicBezTo>
                <a:cubicBezTo>
                  <a:pt x="593705" y="108774"/>
                  <a:pt x="586228" y="111417"/>
                  <a:pt x="577364" y="111417"/>
                </a:cubicBezTo>
                <a:cubicBezTo>
                  <a:pt x="566258" y="111417"/>
                  <a:pt x="557330" y="107787"/>
                  <a:pt x="550580" y="100528"/>
                </a:cubicBezTo>
                <a:cubicBezTo>
                  <a:pt x="543829" y="93268"/>
                  <a:pt x="540454" y="82862"/>
                  <a:pt x="540454" y="69311"/>
                </a:cubicBezTo>
                <a:cubicBezTo>
                  <a:pt x="540454" y="60548"/>
                  <a:pt x="541906" y="52881"/>
                  <a:pt x="544810" y="46309"/>
                </a:cubicBezTo>
                <a:cubicBezTo>
                  <a:pt x="547714" y="39737"/>
                  <a:pt x="552133" y="34808"/>
                  <a:pt x="558069" y="31522"/>
                </a:cubicBezTo>
                <a:cubicBezTo>
                  <a:pt x="564004" y="28236"/>
                  <a:pt x="570461" y="26593"/>
                  <a:pt x="577440" y="26593"/>
                </a:cubicBezTo>
                <a:cubicBezTo>
                  <a:pt x="586254" y="26593"/>
                  <a:pt x="593463" y="28829"/>
                  <a:pt x="599067" y="33301"/>
                </a:cubicBezTo>
                <a:cubicBezTo>
                  <a:pt x="604671" y="37772"/>
                  <a:pt x="608262" y="44120"/>
                  <a:pt x="609842" y="52346"/>
                </a:cubicBezTo>
                <a:lnTo>
                  <a:pt x="596468" y="54409"/>
                </a:lnTo>
                <a:cubicBezTo>
                  <a:pt x="595195" y="48984"/>
                  <a:pt x="592940" y="44902"/>
                  <a:pt x="589705" y="42164"/>
                </a:cubicBezTo>
                <a:cubicBezTo>
                  <a:pt x="586470" y="39425"/>
                  <a:pt x="582560" y="38056"/>
                  <a:pt x="577975" y="38056"/>
                </a:cubicBezTo>
                <a:cubicBezTo>
                  <a:pt x="571047" y="38056"/>
                  <a:pt x="565417" y="40528"/>
                  <a:pt x="561087" y="45471"/>
                </a:cubicBezTo>
                <a:cubicBezTo>
                  <a:pt x="556757" y="50413"/>
                  <a:pt x="554591" y="58232"/>
                  <a:pt x="554591" y="68929"/>
                </a:cubicBezTo>
                <a:cubicBezTo>
                  <a:pt x="554591" y="79779"/>
                  <a:pt x="556680" y="87662"/>
                  <a:pt x="560858" y="92580"/>
                </a:cubicBezTo>
                <a:cubicBezTo>
                  <a:pt x="565035" y="97496"/>
                  <a:pt x="570486" y="99954"/>
                  <a:pt x="577211" y="99954"/>
                </a:cubicBezTo>
                <a:cubicBezTo>
                  <a:pt x="582611" y="99954"/>
                  <a:pt x="587120" y="98305"/>
                  <a:pt x="590737" y="95006"/>
                </a:cubicBezTo>
                <a:cubicBezTo>
                  <a:pt x="594354" y="91708"/>
                  <a:pt x="596647" y="86632"/>
                  <a:pt x="597615" y="79780"/>
                </a:cubicBezTo>
                <a:close/>
                <a:moveTo>
                  <a:pt x="617789" y="69005"/>
                </a:moveTo>
                <a:cubicBezTo>
                  <a:pt x="617789" y="53976"/>
                  <a:pt x="621966" y="42845"/>
                  <a:pt x="630321" y="35611"/>
                </a:cubicBezTo>
                <a:cubicBezTo>
                  <a:pt x="637301" y="29599"/>
                  <a:pt x="645809" y="26593"/>
                  <a:pt x="655845" y="26593"/>
                </a:cubicBezTo>
                <a:cubicBezTo>
                  <a:pt x="667002" y="26593"/>
                  <a:pt x="676121" y="30249"/>
                  <a:pt x="683203" y="37559"/>
                </a:cubicBezTo>
                <a:cubicBezTo>
                  <a:pt x="690284" y="44870"/>
                  <a:pt x="693825" y="54970"/>
                  <a:pt x="693825" y="67859"/>
                </a:cubicBezTo>
                <a:cubicBezTo>
                  <a:pt x="693825" y="78303"/>
                  <a:pt x="692258" y="86518"/>
                  <a:pt x="689125" y="92504"/>
                </a:cubicBezTo>
                <a:cubicBezTo>
                  <a:pt x="685992" y="98490"/>
                  <a:pt x="681432" y="103139"/>
                  <a:pt x="675446" y="106450"/>
                </a:cubicBezTo>
                <a:cubicBezTo>
                  <a:pt x="669460" y="109761"/>
                  <a:pt x="662926" y="111417"/>
                  <a:pt x="655845" y="111417"/>
                </a:cubicBezTo>
                <a:cubicBezTo>
                  <a:pt x="644484" y="111417"/>
                  <a:pt x="635301" y="107775"/>
                  <a:pt x="628296" y="100489"/>
                </a:cubicBezTo>
                <a:cubicBezTo>
                  <a:pt x="621291" y="93204"/>
                  <a:pt x="617789" y="82710"/>
                  <a:pt x="617789" y="69005"/>
                </a:cubicBezTo>
                <a:moveTo>
                  <a:pt x="631926" y="68967"/>
                </a:moveTo>
                <a:cubicBezTo>
                  <a:pt x="631926" y="79322"/>
                  <a:pt x="634193" y="87075"/>
                  <a:pt x="638727" y="92227"/>
                </a:cubicBezTo>
                <a:cubicBezTo>
                  <a:pt x="643262" y="97379"/>
                  <a:pt x="648967" y="99954"/>
                  <a:pt x="655845" y="99954"/>
                </a:cubicBezTo>
                <a:cubicBezTo>
                  <a:pt x="662672" y="99954"/>
                  <a:pt x="668352" y="97366"/>
                  <a:pt x="672886" y="92189"/>
                </a:cubicBezTo>
                <a:cubicBezTo>
                  <a:pt x="677420" y="87011"/>
                  <a:pt x="679687" y="79119"/>
                  <a:pt x="679687" y="68511"/>
                </a:cubicBezTo>
                <a:cubicBezTo>
                  <a:pt x="679687" y="58511"/>
                  <a:pt x="677408" y="50936"/>
                  <a:pt x="672848" y="45784"/>
                </a:cubicBezTo>
                <a:cubicBezTo>
                  <a:pt x="668288" y="40632"/>
                  <a:pt x="662621" y="38056"/>
                  <a:pt x="655845" y="38056"/>
                </a:cubicBezTo>
                <a:cubicBezTo>
                  <a:pt x="648967" y="38056"/>
                  <a:pt x="643262" y="40619"/>
                  <a:pt x="638727" y="45746"/>
                </a:cubicBezTo>
                <a:cubicBezTo>
                  <a:pt x="634193" y="50872"/>
                  <a:pt x="631926" y="58612"/>
                  <a:pt x="631926" y="68967"/>
                </a:cubicBezTo>
                <a:close/>
                <a:moveTo>
                  <a:pt x="709926" y="109583"/>
                </a:moveTo>
                <a:lnTo>
                  <a:pt x="709926" y="28427"/>
                </a:lnTo>
                <a:lnTo>
                  <a:pt x="722305" y="28427"/>
                </a:lnTo>
                <a:lnTo>
                  <a:pt x="722305" y="39890"/>
                </a:lnTo>
                <a:cubicBezTo>
                  <a:pt x="728266" y="31026"/>
                  <a:pt x="736876" y="26593"/>
                  <a:pt x="748134" y="26593"/>
                </a:cubicBezTo>
                <a:cubicBezTo>
                  <a:pt x="753025" y="26593"/>
                  <a:pt x="757521" y="27472"/>
                  <a:pt x="761622" y="29230"/>
                </a:cubicBezTo>
                <a:cubicBezTo>
                  <a:pt x="765723" y="30987"/>
                  <a:pt x="768793" y="33293"/>
                  <a:pt x="770831" y="36146"/>
                </a:cubicBezTo>
                <a:cubicBezTo>
                  <a:pt x="772868" y="38999"/>
                  <a:pt x="774295" y="42386"/>
                  <a:pt x="775110" y="46309"/>
                </a:cubicBezTo>
                <a:cubicBezTo>
                  <a:pt x="775619" y="48856"/>
                  <a:pt x="775874" y="53314"/>
                  <a:pt x="775874" y="59682"/>
                </a:cubicBezTo>
                <a:lnTo>
                  <a:pt x="775874" y="109583"/>
                </a:lnTo>
                <a:lnTo>
                  <a:pt x="762119" y="109583"/>
                </a:lnTo>
                <a:lnTo>
                  <a:pt x="762119" y="60165"/>
                </a:lnTo>
                <a:cubicBezTo>
                  <a:pt x="762119" y="54554"/>
                  <a:pt x="761584" y="50359"/>
                  <a:pt x="760514" y="47580"/>
                </a:cubicBezTo>
                <a:cubicBezTo>
                  <a:pt x="759444" y="44800"/>
                  <a:pt x="757547" y="42581"/>
                  <a:pt x="754821" y="40924"/>
                </a:cubicBezTo>
                <a:cubicBezTo>
                  <a:pt x="752095" y="39267"/>
                  <a:pt x="748899" y="38438"/>
                  <a:pt x="745231" y="38438"/>
                </a:cubicBezTo>
                <a:cubicBezTo>
                  <a:pt x="739372" y="38438"/>
                  <a:pt x="734316" y="40300"/>
                  <a:pt x="730062" y="44024"/>
                </a:cubicBezTo>
                <a:cubicBezTo>
                  <a:pt x="725808" y="47746"/>
                  <a:pt x="723681" y="54809"/>
                  <a:pt x="723681" y="65213"/>
                </a:cubicBezTo>
                <a:lnTo>
                  <a:pt x="723681" y="109583"/>
                </a:lnTo>
                <a:lnTo>
                  <a:pt x="709926" y="109583"/>
                </a:lnTo>
                <a:close/>
                <a:moveTo>
                  <a:pt x="791440" y="85282"/>
                </a:moveTo>
                <a:lnTo>
                  <a:pt x="805042" y="83143"/>
                </a:lnTo>
                <a:cubicBezTo>
                  <a:pt x="805806" y="88570"/>
                  <a:pt x="807933" y="92729"/>
                  <a:pt x="811423" y="95620"/>
                </a:cubicBezTo>
                <a:cubicBezTo>
                  <a:pt x="814913" y="98510"/>
                  <a:pt x="819791" y="99954"/>
                  <a:pt x="826057" y="99954"/>
                </a:cubicBezTo>
                <a:cubicBezTo>
                  <a:pt x="832374" y="99954"/>
                  <a:pt x="837061" y="98678"/>
                  <a:pt x="840118" y="96126"/>
                </a:cubicBezTo>
                <a:cubicBezTo>
                  <a:pt x="843175" y="93573"/>
                  <a:pt x="844703" y="90578"/>
                  <a:pt x="844703" y="87143"/>
                </a:cubicBezTo>
                <a:cubicBezTo>
                  <a:pt x="844703" y="84059"/>
                  <a:pt x="843353" y="81633"/>
                  <a:pt x="840653" y="79864"/>
                </a:cubicBezTo>
                <a:cubicBezTo>
                  <a:pt x="838768" y="78651"/>
                  <a:pt x="834081" y="77109"/>
                  <a:pt x="826592" y="75238"/>
                </a:cubicBezTo>
                <a:cubicBezTo>
                  <a:pt x="816505" y="72689"/>
                  <a:pt x="809513" y="70484"/>
                  <a:pt x="805615" y="68623"/>
                </a:cubicBezTo>
                <a:cubicBezTo>
                  <a:pt x="801718" y="66762"/>
                  <a:pt x="798763" y="64187"/>
                  <a:pt x="796751" y="60898"/>
                </a:cubicBezTo>
                <a:cubicBezTo>
                  <a:pt x="794738" y="57609"/>
                  <a:pt x="793732" y="53976"/>
                  <a:pt x="793732" y="49999"/>
                </a:cubicBezTo>
                <a:cubicBezTo>
                  <a:pt x="793732" y="46378"/>
                  <a:pt x="794560" y="43026"/>
                  <a:pt x="796216" y="39940"/>
                </a:cubicBezTo>
                <a:cubicBezTo>
                  <a:pt x="797872" y="36855"/>
                  <a:pt x="800126" y="34292"/>
                  <a:pt x="802979" y="32253"/>
                </a:cubicBezTo>
                <a:cubicBezTo>
                  <a:pt x="805119" y="30672"/>
                  <a:pt x="808035" y="29334"/>
                  <a:pt x="811729" y="28239"/>
                </a:cubicBezTo>
                <a:cubicBezTo>
                  <a:pt x="815422" y="27142"/>
                  <a:pt x="819383" y="26593"/>
                  <a:pt x="823612" y="26593"/>
                </a:cubicBezTo>
                <a:cubicBezTo>
                  <a:pt x="829980" y="26593"/>
                  <a:pt x="835571" y="27517"/>
                  <a:pt x="840385" y="29364"/>
                </a:cubicBezTo>
                <a:cubicBezTo>
                  <a:pt x="845200" y="31209"/>
                  <a:pt x="848753" y="33709"/>
                  <a:pt x="851046" y="36864"/>
                </a:cubicBezTo>
                <a:cubicBezTo>
                  <a:pt x="853338" y="40018"/>
                  <a:pt x="854917" y="44236"/>
                  <a:pt x="855784" y="49519"/>
                </a:cubicBezTo>
                <a:lnTo>
                  <a:pt x="842334" y="51353"/>
                </a:lnTo>
                <a:cubicBezTo>
                  <a:pt x="841723" y="47175"/>
                  <a:pt x="839952" y="43915"/>
                  <a:pt x="837023" y="41571"/>
                </a:cubicBezTo>
                <a:cubicBezTo>
                  <a:pt x="834094" y="39228"/>
                  <a:pt x="829954" y="38056"/>
                  <a:pt x="824605" y="38056"/>
                </a:cubicBezTo>
                <a:cubicBezTo>
                  <a:pt x="818288" y="38056"/>
                  <a:pt x="813779" y="39096"/>
                  <a:pt x="811079" y="41175"/>
                </a:cubicBezTo>
                <a:cubicBezTo>
                  <a:pt x="808379" y="43252"/>
                  <a:pt x="807029" y="45686"/>
                  <a:pt x="807029" y="48475"/>
                </a:cubicBezTo>
                <a:cubicBezTo>
                  <a:pt x="807029" y="50249"/>
                  <a:pt x="807589" y="51845"/>
                  <a:pt x="808710" y="53266"/>
                </a:cubicBezTo>
                <a:cubicBezTo>
                  <a:pt x="809831" y="54735"/>
                  <a:pt x="811589" y="55951"/>
                  <a:pt x="813983" y="56915"/>
                </a:cubicBezTo>
                <a:cubicBezTo>
                  <a:pt x="815359" y="57422"/>
                  <a:pt x="819409" y="58589"/>
                  <a:pt x="826133" y="60413"/>
                </a:cubicBezTo>
                <a:cubicBezTo>
                  <a:pt x="835864" y="63010"/>
                  <a:pt x="842652" y="65135"/>
                  <a:pt x="846499" y="66789"/>
                </a:cubicBezTo>
                <a:cubicBezTo>
                  <a:pt x="850345" y="68443"/>
                  <a:pt x="853364" y="70849"/>
                  <a:pt x="855554" y="74006"/>
                </a:cubicBezTo>
                <a:cubicBezTo>
                  <a:pt x="857745" y="77161"/>
                  <a:pt x="858840" y="81080"/>
                  <a:pt x="858840" y="85762"/>
                </a:cubicBezTo>
                <a:cubicBezTo>
                  <a:pt x="858840" y="90344"/>
                  <a:pt x="857503" y="94659"/>
                  <a:pt x="854828" y="98706"/>
                </a:cubicBezTo>
                <a:cubicBezTo>
                  <a:pt x="852154" y="102751"/>
                  <a:pt x="848295" y="105881"/>
                  <a:pt x="843251" y="108095"/>
                </a:cubicBezTo>
                <a:cubicBezTo>
                  <a:pt x="838207" y="110310"/>
                  <a:pt x="832502" y="111417"/>
                  <a:pt x="826133" y="111417"/>
                </a:cubicBezTo>
                <a:cubicBezTo>
                  <a:pt x="815588" y="111417"/>
                  <a:pt x="807551" y="109220"/>
                  <a:pt x="802024" y="104826"/>
                </a:cubicBezTo>
                <a:cubicBezTo>
                  <a:pt x="796496" y="100432"/>
                  <a:pt x="792968" y="93917"/>
                  <a:pt x="791440" y="85282"/>
                </a:cubicBezTo>
                <a:close/>
                <a:moveTo>
                  <a:pt x="905227" y="97433"/>
                </a:moveTo>
                <a:lnTo>
                  <a:pt x="907214" y="109583"/>
                </a:lnTo>
                <a:cubicBezTo>
                  <a:pt x="903342" y="110296"/>
                  <a:pt x="899877" y="110653"/>
                  <a:pt x="896821" y="110653"/>
                </a:cubicBezTo>
                <a:cubicBezTo>
                  <a:pt x="891828" y="110653"/>
                  <a:pt x="887956" y="109863"/>
                  <a:pt x="885205" y="108284"/>
                </a:cubicBezTo>
                <a:cubicBezTo>
                  <a:pt x="882454" y="106705"/>
                  <a:pt x="880518" y="104629"/>
                  <a:pt x="879397" y="102056"/>
                </a:cubicBezTo>
                <a:cubicBezTo>
                  <a:pt x="878277" y="99483"/>
                  <a:pt x="877716" y="94070"/>
                  <a:pt x="877716" y="85817"/>
                </a:cubicBezTo>
                <a:lnTo>
                  <a:pt x="877716" y="39126"/>
                </a:lnTo>
                <a:lnTo>
                  <a:pt x="867629" y="39126"/>
                </a:lnTo>
                <a:lnTo>
                  <a:pt x="867629" y="28427"/>
                </a:lnTo>
                <a:lnTo>
                  <a:pt x="877716" y="28427"/>
                </a:lnTo>
                <a:lnTo>
                  <a:pt x="877716" y="8275"/>
                </a:lnTo>
                <a:lnTo>
                  <a:pt x="891395" y="0"/>
                </a:lnTo>
                <a:lnTo>
                  <a:pt x="891395" y="28427"/>
                </a:lnTo>
                <a:lnTo>
                  <a:pt x="905227" y="28427"/>
                </a:lnTo>
                <a:lnTo>
                  <a:pt x="905227" y="39126"/>
                </a:lnTo>
                <a:lnTo>
                  <a:pt x="891395" y="39126"/>
                </a:lnTo>
                <a:lnTo>
                  <a:pt x="891395" y="86581"/>
                </a:lnTo>
                <a:cubicBezTo>
                  <a:pt x="891395" y="90504"/>
                  <a:pt x="891637" y="93026"/>
                  <a:pt x="892121" y="94147"/>
                </a:cubicBezTo>
                <a:cubicBezTo>
                  <a:pt x="892605" y="95268"/>
                  <a:pt x="893395" y="96159"/>
                  <a:pt x="894490" y="96821"/>
                </a:cubicBezTo>
                <a:cubicBezTo>
                  <a:pt x="895585" y="97484"/>
                  <a:pt x="897152" y="97815"/>
                  <a:pt x="899190" y="97815"/>
                </a:cubicBezTo>
                <a:cubicBezTo>
                  <a:pt x="900718" y="97815"/>
                  <a:pt x="902730" y="97687"/>
                  <a:pt x="905227" y="97433"/>
                </a:cubicBezTo>
                <a:close/>
                <a:moveTo>
                  <a:pt x="971660" y="99563"/>
                </a:moveTo>
                <a:cubicBezTo>
                  <a:pt x="966565" y="103896"/>
                  <a:pt x="961662" y="106955"/>
                  <a:pt x="956949" y="108740"/>
                </a:cubicBezTo>
                <a:cubicBezTo>
                  <a:pt x="952237" y="110525"/>
                  <a:pt x="947181" y="111417"/>
                  <a:pt x="941780" y="111417"/>
                </a:cubicBezTo>
                <a:cubicBezTo>
                  <a:pt x="932865" y="111417"/>
                  <a:pt x="926013" y="109238"/>
                  <a:pt x="921224" y="104879"/>
                </a:cubicBezTo>
                <a:cubicBezTo>
                  <a:pt x="916435" y="100520"/>
                  <a:pt x="914041" y="94950"/>
                  <a:pt x="914041" y="88169"/>
                </a:cubicBezTo>
                <a:cubicBezTo>
                  <a:pt x="914041" y="84194"/>
                  <a:pt x="914945" y="80563"/>
                  <a:pt x="916754" y="77275"/>
                </a:cubicBezTo>
                <a:cubicBezTo>
                  <a:pt x="918562" y="73986"/>
                  <a:pt x="920931" y="71347"/>
                  <a:pt x="923860" y="69359"/>
                </a:cubicBezTo>
                <a:cubicBezTo>
                  <a:pt x="926790" y="67370"/>
                  <a:pt x="930088" y="65867"/>
                  <a:pt x="933757" y="64848"/>
                </a:cubicBezTo>
                <a:cubicBezTo>
                  <a:pt x="936457" y="64133"/>
                  <a:pt x="940532" y="63444"/>
                  <a:pt x="945983" y="62782"/>
                </a:cubicBezTo>
                <a:cubicBezTo>
                  <a:pt x="957089" y="61467"/>
                  <a:pt x="965266" y="59899"/>
                  <a:pt x="970513" y="58078"/>
                </a:cubicBezTo>
                <a:cubicBezTo>
                  <a:pt x="970564" y="56201"/>
                  <a:pt x="970590" y="55008"/>
                  <a:pt x="970590" y="54500"/>
                </a:cubicBezTo>
                <a:cubicBezTo>
                  <a:pt x="970590" y="48917"/>
                  <a:pt x="969291" y="44984"/>
                  <a:pt x="966693" y="42701"/>
                </a:cubicBezTo>
                <a:cubicBezTo>
                  <a:pt x="963177" y="39604"/>
                  <a:pt x="957955" y="38056"/>
                  <a:pt x="951027" y="38056"/>
                </a:cubicBezTo>
                <a:cubicBezTo>
                  <a:pt x="944557" y="38056"/>
                  <a:pt x="939781" y="39190"/>
                  <a:pt x="936699" y="41457"/>
                </a:cubicBezTo>
                <a:cubicBezTo>
                  <a:pt x="933616" y="43724"/>
                  <a:pt x="931337" y="47736"/>
                  <a:pt x="929859" y="53492"/>
                </a:cubicBezTo>
                <a:lnTo>
                  <a:pt x="916410" y="51658"/>
                </a:lnTo>
                <a:cubicBezTo>
                  <a:pt x="917632" y="45884"/>
                  <a:pt x="919645" y="41221"/>
                  <a:pt x="922447" y="37669"/>
                </a:cubicBezTo>
                <a:cubicBezTo>
                  <a:pt x="925249" y="34117"/>
                  <a:pt x="929299" y="31384"/>
                  <a:pt x="934597" y="29469"/>
                </a:cubicBezTo>
                <a:cubicBezTo>
                  <a:pt x="939895" y="27552"/>
                  <a:pt x="946034" y="26593"/>
                  <a:pt x="953014" y="26593"/>
                </a:cubicBezTo>
                <a:cubicBezTo>
                  <a:pt x="959942" y="26593"/>
                  <a:pt x="965572" y="27409"/>
                  <a:pt x="969902" y="29039"/>
                </a:cubicBezTo>
                <a:cubicBezTo>
                  <a:pt x="974232" y="30669"/>
                  <a:pt x="977417" y="32720"/>
                  <a:pt x="979454" y="35190"/>
                </a:cubicBezTo>
                <a:cubicBezTo>
                  <a:pt x="981492" y="37661"/>
                  <a:pt x="982919" y="40782"/>
                  <a:pt x="983734" y="44552"/>
                </a:cubicBezTo>
                <a:cubicBezTo>
                  <a:pt x="984192" y="46895"/>
                  <a:pt x="984422" y="51124"/>
                  <a:pt x="984422" y="57237"/>
                </a:cubicBezTo>
                <a:lnTo>
                  <a:pt x="984422" y="75577"/>
                </a:lnTo>
                <a:cubicBezTo>
                  <a:pt x="984422" y="88364"/>
                  <a:pt x="984714" y="96452"/>
                  <a:pt x="985300" y="99840"/>
                </a:cubicBezTo>
                <a:cubicBezTo>
                  <a:pt x="985886" y="103228"/>
                  <a:pt x="987045" y="106475"/>
                  <a:pt x="988777" y="109583"/>
                </a:cubicBezTo>
                <a:lnTo>
                  <a:pt x="974411" y="109583"/>
                </a:lnTo>
                <a:cubicBezTo>
                  <a:pt x="972984" y="106727"/>
                  <a:pt x="972067" y="103387"/>
                  <a:pt x="971660" y="99563"/>
                </a:cubicBezTo>
                <a:moveTo>
                  <a:pt x="970513" y="68776"/>
                </a:moveTo>
                <a:cubicBezTo>
                  <a:pt x="965521" y="70831"/>
                  <a:pt x="958032" y="72578"/>
                  <a:pt x="948047" y="74015"/>
                </a:cubicBezTo>
                <a:cubicBezTo>
                  <a:pt x="942392" y="74834"/>
                  <a:pt x="938393" y="75755"/>
                  <a:pt x="936049" y="76778"/>
                </a:cubicBezTo>
                <a:cubicBezTo>
                  <a:pt x="933706" y="77800"/>
                  <a:pt x="931897" y="79297"/>
                  <a:pt x="930623" y="81268"/>
                </a:cubicBezTo>
                <a:cubicBezTo>
                  <a:pt x="929350" y="83237"/>
                  <a:pt x="928713" y="85424"/>
                  <a:pt x="928713" y="87828"/>
                </a:cubicBezTo>
                <a:cubicBezTo>
                  <a:pt x="928713" y="91510"/>
                  <a:pt x="930101" y="94580"/>
                  <a:pt x="932878" y="97036"/>
                </a:cubicBezTo>
                <a:cubicBezTo>
                  <a:pt x="935654" y="99491"/>
                  <a:pt x="939717" y="100719"/>
                  <a:pt x="945066" y="100719"/>
                </a:cubicBezTo>
                <a:cubicBezTo>
                  <a:pt x="950365" y="100719"/>
                  <a:pt x="955077" y="99554"/>
                  <a:pt x="959204" y="97225"/>
                </a:cubicBezTo>
                <a:cubicBezTo>
                  <a:pt x="963330" y="94896"/>
                  <a:pt x="966361" y="91709"/>
                  <a:pt x="968297" y="87666"/>
                </a:cubicBezTo>
                <a:cubicBezTo>
                  <a:pt x="969775" y="84542"/>
                  <a:pt x="970513" y="79935"/>
                  <a:pt x="970513" y="73843"/>
                </a:cubicBezTo>
                <a:lnTo>
                  <a:pt x="970513" y="68776"/>
                </a:lnTo>
                <a:close/>
                <a:moveTo>
                  <a:pt x="1005718" y="109583"/>
                </a:moveTo>
                <a:lnTo>
                  <a:pt x="1005718" y="28427"/>
                </a:lnTo>
                <a:lnTo>
                  <a:pt x="1018098" y="28427"/>
                </a:lnTo>
                <a:lnTo>
                  <a:pt x="1018098" y="39890"/>
                </a:lnTo>
                <a:cubicBezTo>
                  <a:pt x="1024058" y="31026"/>
                  <a:pt x="1032668" y="26593"/>
                  <a:pt x="1043927" y="26593"/>
                </a:cubicBezTo>
                <a:cubicBezTo>
                  <a:pt x="1048818" y="26593"/>
                  <a:pt x="1053313" y="27472"/>
                  <a:pt x="1057415" y="29230"/>
                </a:cubicBezTo>
                <a:cubicBezTo>
                  <a:pt x="1061516" y="30987"/>
                  <a:pt x="1064585" y="33293"/>
                  <a:pt x="1066623" y="36146"/>
                </a:cubicBezTo>
                <a:cubicBezTo>
                  <a:pt x="1068661" y="38999"/>
                  <a:pt x="1070087" y="42386"/>
                  <a:pt x="1070902" y="46309"/>
                </a:cubicBezTo>
                <a:cubicBezTo>
                  <a:pt x="1071412" y="48856"/>
                  <a:pt x="1071667" y="53314"/>
                  <a:pt x="1071667" y="59682"/>
                </a:cubicBezTo>
                <a:lnTo>
                  <a:pt x="1071667" y="109583"/>
                </a:lnTo>
                <a:lnTo>
                  <a:pt x="1057911" y="109583"/>
                </a:lnTo>
                <a:lnTo>
                  <a:pt x="1057911" y="60165"/>
                </a:lnTo>
                <a:cubicBezTo>
                  <a:pt x="1057911" y="54554"/>
                  <a:pt x="1057376" y="50359"/>
                  <a:pt x="1056307" y="47580"/>
                </a:cubicBezTo>
                <a:cubicBezTo>
                  <a:pt x="1055237" y="44800"/>
                  <a:pt x="1053339" y="42581"/>
                  <a:pt x="1050613" y="40924"/>
                </a:cubicBezTo>
                <a:cubicBezTo>
                  <a:pt x="1047888" y="39267"/>
                  <a:pt x="1044691" y="38438"/>
                  <a:pt x="1041023" y="38438"/>
                </a:cubicBezTo>
                <a:cubicBezTo>
                  <a:pt x="1035164" y="38438"/>
                  <a:pt x="1030108" y="40300"/>
                  <a:pt x="1025854" y="44024"/>
                </a:cubicBezTo>
                <a:cubicBezTo>
                  <a:pt x="1021600" y="47746"/>
                  <a:pt x="1019473" y="54809"/>
                  <a:pt x="1019473" y="65213"/>
                </a:cubicBezTo>
                <a:lnTo>
                  <a:pt x="1019473" y="109583"/>
                </a:lnTo>
                <a:lnTo>
                  <a:pt x="1005718" y="109583"/>
                </a:lnTo>
                <a:close/>
                <a:moveTo>
                  <a:pt x="1122766" y="97433"/>
                </a:moveTo>
                <a:lnTo>
                  <a:pt x="1124753" y="109583"/>
                </a:lnTo>
                <a:cubicBezTo>
                  <a:pt x="1120881" y="110296"/>
                  <a:pt x="1117417" y="110653"/>
                  <a:pt x="1114360" y="110653"/>
                </a:cubicBezTo>
                <a:cubicBezTo>
                  <a:pt x="1109368" y="110653"/>
                  <a:pt x="1105496" y="109863"/>
                  <a:pt x="1102745" y="108284"/>
                </a:cubicBezTo>
                <a:cubicBezTo>
                  <a:pt x="1099994" y="106705"/>
                  <a:pt x="1098058" y="104629"/>
                  <a:pt x="1096937" y="102056"/>
                </a:cubicBezTo>
                <a:cubicBezTo>
                  <a:pt x="1095816" y="99483"/>
                  <a:pt x="1095256" y="94070"/>
                  <a:pt x="1095256" y="85817"/>
                </a:cubicBezTo>
                <a:lnTo>
                  <a:pt x="1095256" y="39126"/>
                </a:lnTo>
                <a:lnTo>
                  <a:pt x="1085169" y="39126"/>
                </a:lnTo>
                <a:lnTo>
                  <a:pt x="1085169" y="28427"/>
                </a:lnTo>
                <a:lnTo>
                  <a:pt x="1095256" y="28427"/>
                </a:lnTo>
                <a:lnTo>
                  <a:pt x="1095256" y="8275"/>
                </a:lnTo>
                <a:lnTo>
                  <a:pt x="1108935" y="0"/>
                </a:lnTo>
                <a:lnTo>
                  <a:pt x="1108935" y="28427"/>
                </a:lnTo>
                <a:lnTo>
                  <a:pt x="1122766" y="28427"/>
                </a:lnTo>
                <a:lnTo>
                  <a:pt x="1122766" y="39126"/>
                </a:lnTo>
                <a:lnTo>
                  <a:pt x="1108935" y="39126"/>
                </a:lnTo>
                <a:lnTo>
                  <a:pt x="1108935" y="86581"/>
                </a:lnTo>
                <a:cubicBezTo>
                  <a:pt x="1108935" y="90504"/>
                  <a:pt x="1109177" y="93026"/>
                  <a:pt x="1109661" y="94147"/>
                </a:cubicBezTo>
                <a:cubicBezTo>
                  <a:pt x="1110145" y="95268"/>
                  <a:pt x="1110934" y="96159"/>
                  <a:pt x="1112030" y="96821"/>
                </a:cubicBezTo>
                <a:cubicBezTo>
                  <a:pt x="1113125" y="97484"/>
                  <a:pt x="1114692" y="97815"/>
                  <a:pt x="1116729" y="97815"/>
                </a:cubicBezTo>
                <a:cubicBezTo>
                  <a:pt x="1118258" y="97815"/>
                  <a:pt x="1120270" y="97687"/>
                  <a:pt x="1122766" y="974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2D918-25B9-4643-8158-FBBA880C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3194687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7"/>
                </a:cubicBezTo>
                <a:cubicBezTo>
                  <a:pt x="1464439" y="29263"/>
                  <a:pt x="1465443" y="34308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7"/>
                </a:cubicBezTo>
                <a:cubicBezTo>
                  <a:pt x="1460424" y="243782"/>
                  <a:pt x="1457567" y="248060"/>
                  <a:pt x="1453858" y="251769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7"/>
                  <a:pt x="11584" y="251769"/>
                </a:cubicBezTo>
                <a:cubicBezTo>
                  <a:pt x="7875" y="248060"/>
                  <a:pt x="5018" y="243782"/>
                  <a:pt x="3011" y="238937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43A08A-4938-4004-A1D7-9E8B8791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3194687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7"/>
                </a:cubicBezTo>
                <a:cubicBezTo>
                  <a:pt x="1464439" y="29263"/>
                  <a:pt x="1465443" y="34308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7"/>
                </a:cubicBezTo>
                <a:cubicBezTo>
                  <a:pt x="1460424" y="243782"/>
                  <a:pt x="1457567" y="248060"/>
                  <a:pt x="1453858" y="251769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7"/>
                  <a:pt x="11584" y="251769"/>
                </a:cubicBezTo>
                <a:cubicBezTo>
                  <a:pt x="7875" y="248060"/>
                  <a:pt x="5018" y="243782"/>
                  <a:pt x="3011" y="238937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6" name="Text func&amp;stringtable">
            <a:extLst xmlns:a="http://schemas.openxmlformats.org/drawingml/2006/main">
              <a:ext uri="{FF2B5EF4-FFF2-40B4-BE49-F238E27FC236}">
                <a16:creationId xmlns:a16="http://schemas.microsoft.com/office/drawing/2014/main" id="{6AEEB151-6B90-4E0B-B45F-A8740990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273" y="3267064"/>
            <a:ext cx="1244733" cy="146875"/>
          </a:xfrm>
          <a:custGeom xmlns:a="http://schemas.openxmlformats.org/drawingml/2006/main">
            <a:pathLst>
              <a:path w="1244733" h="146875">
                <a:moveTo>
                  <a:pt x="12150" y="113863"/>
                </a:moveTo>
                <a:lnTo>
                  <a:pt x="12150" y="43405"/>
                </a:lnTo>
                <a:lnTo>
                  <a:pt x="0" y="43405"/>
                </a:lnTo>
                <a:lnTo>
                  <a:pt x="0" y="32707"/>
                </a:lnTo>
                <a:lnTo>
                  <a:pt x="12150" y="32707"/>
                </a:lnTo>
                <a:lnTo>
                  <a:pt x="12150" y="24091"/>
                </a:lnTo>
                <a:cubicBezTo>
                  <a:pt x="12150" y="18652"/>
                  <a:pt x="12634" y="14612"/>
                  <a:pt x="13602" y="11969"/>
                </a:cubicBezTo>
                <a:cubicBezTo>
                  <a:pt x="14927" y="8412"/>
                  <a:pt x="17258" y="5528"/>
                  <a:pt x="20595" y="3317"/>
                </a:cubicBezTo>
                <a:cubicBezTo>
                  <a:pt x="23932" y="1106"/>
                  <a:pt x="28606" y="0"/>
                  <a:pt x="34617" y="0"/>
                </a:cubicBezTo>
                <a:cubicBezTo>
                  <a:pt x="38489" y="0"/>
                  <a:pt x="42768" y="459"/>
                  <a:pt x="47455" y="1376"/>
                </a:cubicBezTo>
                <a:lnTo>
                  <a:pt x="45392" y="13373"/>
                </a:lnTo>
                <a:cubicBezTo>
                  <a:pt x="42539" y="12864"/>
                  <a:pt x="39839" y="12609"/>
                  <a:pt x="37292" y="12609"/>
                </a:cubicBezTo>
                <a:cubicBezTo>
                  <a:pt x="33114" y="12609"/>
                  <a:pt x="30160" y="13497"/>
                  <a:pt x="28427" y="15274"/>
                </a:cubicBezTo>
                <a:cubicBezTo>
                  <a:pt x="26695" y="17051"/>
                  <a:pt x="25829" y="20375"/>
                  <a:pt x="25829" y="25247"/>
                </a:cubicBezTo>
                <a:lnTo>
                  <a:pt x="25829" y="32707"/>
                </a:lnTo>
                <a:lnTo>
                  <a:pt x="41648" y="32707"/>
                </a:lnTo>
                <a:lnTo>
                  <a:pt x="41648" y="43405"/>
                </a:lnTo>
                <a:lnTo>
                  <a:pt x="25829" y="43405"/>
                </a:lnTo>
                <a:lnTo>
                  <a:pt x="25829" y="113863"/>
                </a:lnTo>
                <a:lnTo>
                  <a:pt x="12150" y="113863"/>
                </a:lnTo>
                <a:close/>
                <a:moveTo>
                  <a:pt x="105560" y="113863"/>
                </a:moveTo>
                <a:lnTo>
                  <a:pt x="105560" y="101941"/>
                </a:lnTo>
                <a:cubicBezTo>
                  <a:pt x="99242" y="111111"/>
                  <a:pt x="90658" y="115697"/>
                  <a:pt x="79807" y="115697"/>
                </a:cubicBezTo>
                <a:cubicBezTo>
                  <a:pt x="75018" y="115697"/>
                  <a:pt x="70547" y="114780"/>
                  <a:pt x="66395" y="112946"/>
                </a:cubicBezTo>
                <a:cubicBezTo>
                  <a:pt x="62243" y="111111"/>
                  <a:pt x="59161" y="108806"/>
                  <a:pt x="57149" y="106030"/>
                </a:cubicBezTo>
                <a:cubicBezTo>
                  <a:pt x="55137" y="103253"/>
                  <a:pt x="53723" y="99853"/>
                  <a:pt x="52908" y="95828"/>
                </a:cubicBezTo>
                <a:cubicBezTo>
                  <a:pt x="52347" y="93128"/>
                  <a:pt x="52067" y="88848"/>
                  <a:pt x="52067" y="82990"/>
                </a:cubicBezTo>
                <a:lnTo>
                  <a:pt x="52067" y="32707"/>
                </a:lnTo>
                <a:lnTo>
                  <a:pt x="65822" y="32707"/>
                </a:lnTo>
                <a:lnTo>
                  <a:pt x="65822" y="77717"/>
                </a:lnTo>
                <a:cubicBezTo>
                  <a:pt x="65822" y="84900"/>
                  <a:pt x="66102" y="89740"/>
                  <a:pt x="66663" y="92236"/>
                </a:cubicBezTo>
                <a:cubicBezTo>
                  <a:pt x="67529" y="95853"/>
                  <a:pt x="69363" y="98694"/>
                  <a:pt x="72165" y="100757"/>
                </a:cubicBezTo>
                <a:cubicBezTo>
                  <a:pt x="74967" y="102820"/>
                  <a:pt x="78431" y="103852"/>
                  <a:pt x="82558" y="103852"/>
                </a:cubicBezTo>
                <a:cubicBezTo>
                  <a:pt x="86684" y="103852"/>
                  <a:pt x="90556" y="102795"/>
                  <a:pt x="94173" y="100680"/>
                </a:cubicBezTo>
                <a:cubicBezTo>
                  <a:pt x="97790" y="98566"/>
                  <a:pt x="100350" y="95688"/>
                  <a:pt x="101853" y="92045"/>
                </a:cubicBezTo>
                <a:cubicBezTo>
                  <a:pt x="103356" y="88403"/>
                  <a:pt x="104108" y="83117"/>
                  <a:pt x="104108" y="76189"/>
                </a:cubicBezTo>
                <a:lnTo>
                  <a:pt x="104108" y="32707"/>
                </a:lnTo>
                <a:lnTo>
                  <a:pt x="117863" y="32707"/>
                </a:lnTo>
                <a:lnTo>
                  <a:pt x="117863" y="113863"/>
                </a:lnTo>
                <a:lnTo>
                  <a:pt x="105560" y="113863"/>
                </a:lnTo>
                <a:close/>
                <a:moveTo>
                  <a:pt x="139389" y="113863"/>
                </a:moveTo>
                <a:lnTo>
                  <a:pt x="139389" y="32707"/>
                </a:lnTo>
                <a:lnTo>
                  <a:pt x="151768" y="32707"/>
                </a:lnTo>
                <a:lnTo>
                  <a:pt x="151768" y="44169"/>
                </a:lnTo>
                <a:cubicBezTo>
                  <a:pt x="157729" y="35305"/>
                  <a:pt x="166339" y="30873"/>
                  <a:pt x="177598" y="30873"/>
                </a:cubicBezTo>
                <a:cubicBezTo>
                  <a:pt x="182488" y="30873"/>
                  <a:pt x="186984" y="31752"/>
                  <a:pt x="191085" y="33509"/>
                </a:cubicBezTo>
                <a:cubicBezTo>
                  <a:pt x="195187" y="35267"/>
                  <a:pt x="198256" y="37572"/>
                  <a:pt x="200294" y="40425"/>
                </a:cubicBezTo>
                <a:cubicBezTo>
                  <a:pt x="202332" y="43278"/>
                  <a:pt x="203758" y="46666"/>
                  <a:pt x="204573" y="50589"/>
                </a:cubicBezTo>
                <a:cubicBezTo>
                  <a:pt x="205083" y="53136"/>
                  <a:pt x="205337" y="57594"/>
                  <a:pt x="205337" y="63962"/>
                </a:cubicBezTo>
                <a:lnTo>
                  <a:pt x="205337" y="113863"/>
                </a:lnTo>
                <a:lnTo>
                  <a:pt x="191582" y="113863"/>
                </a:lnTo>
                <a:lnTo>
                  <a:pt x="191582" y="64444"/>
                </a:lnTo>
                <a:cubicBezTo>
                  <a:pt x="191582" y="58834"/>
                  <a:pt x="191047" y="54639"/>
                  <a:pt x="189977" y="51859"/>
                </a:cubicBezTo>
                <a:cubicBezTo>
                  <a:pt x="188908" y="49079"/>
                  <a:pt x="187010" y="46861"/>
                  <a:pt x="184284" y="45204"/>
                </a:cubicBezTo>
                <a:cubicBezTo>
                  <a:pt x="181559" y="43546"/>
                  <a:pt x="178362" y="42718"/>
                  <a:pt x="174694" y="42718"/>
                </a:cubicBezTo>
                <a:cubicBezTo>
                  <a:pt x="168835" y="42718"/>
                  <a:pt x="163779" y="44579"/>
                  <a:pt x="159525" y="48303"/>
                </a:cubicBezTo>
                <a:cubicBezTo>
                  <a:pt x="155271" y="52025"/>
                  <a:pt x="153144" y="59088"/>
                  <a:pt x="153144" y="69492"/>
                </a:cubicBezTo>
                <a:lnTo>
                  <a:pt x="153144" y="113863"/>
                </a:lnTo>
                <a:lnTo>
                  <a:pt x="139389" y="113863"/>
                </a:lnTo>
                <a:close/>
                <a:moveTo>
                  <a:pt x="279362" y="84060"/>
                </a:moveTo>
                <a:lnTo>
                  <a:pt x="292888" y="85817"/>
                </a:lnTo>
                <a:cubicBezTo>
                  <a:pt x="291411" y="95164"/>
                  <a:pt x="287628" y="102481"/>
                  <a:pt x="281540" y="107768"/>
                </a:cubicBezTo>
                <a:cubicBezTo>
                  <a:pt x="275452" y="113054"/>
                  <a:pt x="267976" y="115697"/>
                  <a:pt x="259112" y="115697"/>
                </a:cubicBezTo>
                <a:cubicBezTo>
                  <a:pt x="248006" y="115697"/>
                  <a:pt x="239077" y="112067"/>
                  <a:pt x="232327" y="104807"/>
                </a:cubicBezTo>
                <a:cubicBezTo>
                  <a:pt x="225577" y="97547"/>
                  <a:pt x="222202" y="87142"/>
                  <a:pt x="222202" y="73590"/>
                </a:cubicBezTo>
                <a:cubicBezTo>
                  <a:pt x="222202" y="64828"/>
                  <a:pt x="223654" y="57161"/>
                  <a:pt x="226558" y="50589"/>
                </a:cubicBezTo>
                <a:cubicBezTo>
                  <a:pt x="229462" y="44017"/>
                  <a:pt x="233881" y="39088"/>
                  <a:pt x="239816" y="35802"/>
                </a:cubicBezTo>
                <a:cubicBezTo>
                  <a:pt x="245751" y="32516"/>
                  <a:pt x="252209" y="30873"/>
                  <a:pt x="259188" y="30873"/>
                </a:cubicBezTo>
                <a:cubicBezTo>
                  <a:pt x="268002" y="30873"/>
                  <a:pt x="275210" y="33109"/>
                  <a:pt x="280814" y="37581"/>
                </a:cubicBezTo>
                <a:cubicBezTo>
                  <a:pt x="286418" y="42051"/>
                  <a:pt x="290010" y="48400"/>
                  <a:pt x="291589" y="56626"/>
                </a:cubicBezTo>
                <a:lnTo>
                  <a:pt x="278216" y="58689"/>
                </a:lnTo>
                <a:cubicBezTo>
                  <a:pt x="276942" y="53263"/>
                  <a:pt x="274688" y="49181"/>
                  <a:pt x="271453" y="46443"/>
                </a:cubicBezTo>
                <a:cubicBezTo>
                  <a:pt x="268218" y="43705"/>
                  <a:pt x="264308" y="42335"/>
                  <a:pt x="259723" y="42335"/>
                </a:cubicBezTo>
                <a:cubicBezTo>
                  <a:pt x="252794" y="42335"/>
                  <a:pt x="247165" y="44807"/>
                  <a:pt x="242835" y="49750"/>
                </a:cubicBezTo>
                <a:cubicBezTo>
                  <a:pt x="238504" y="54692"/>
                  <a:pt x="236339" y="62511"/>
                  <a:pt x="236339" y="73208"/>
                </a:cubicBezTo>
                <a:cubicBezTo>
                  <a:pt x="236339" y="84058"/>
                  <a:pt x="238428" y="91942"/>
                  <a:pt x="242605" y="96860"/>
                </a:cubicBezTo>
                <a:cubicBezTo>
                  <a:pt x="246783" y="101776"/>
                  <a:pt x="252234" y="104234"/>
                  <a:pt x="258959" y="104234"/>
                </a:cubicBezTo>
                <a:cubicBezTo>
                  <a:pt x="264359" y="104234"/>
                  <a:pt x="268868" y="102585"/>
                  <a:pt x="272485" y="99286"/>
                </a:cubicBezTo>
                <a:cubicBezTo>
                  <a:pt x="276102" y="95987"/>
                  <a:pt x="278394" y="90912"/>
                  <a:pt x="279362" y="84060"/>
                </a:cubicBezTo>
                <a:close/>
                <a:moveTo>
                  <a:pt x="412203" y="100626"/>
                </a:moveTo>
                <a:cubicBezTo>
                  <a:pt x="407669" y="105669"/>
                  <a:pt x="402727" y="109442"/>
                  <a:pt x="397378" y="111945"/>
                </a:cubicBezTo>
                <a:cubicBezTo>
                  <a:pt x="392028" y="114446"/>
                  <a:pt x="386246" y="115697"/>
                  <a:pt x="380031" y="115697"/>
                </a:cubicBezTo>
                <a:cubicBezTo>
                  <a:pt x="368568" y="115697"/>
                  <a:pt x="359474" y="111836"/>
                  <a:pt x="352750" y="104114"/>
                </a:cubicBezTo>
                <a:cubicBezTo>
                  <a:pt x="347299" y="97816"/>
                  <a:pt x="344573" y="90781"/>
                  <a:pt x="344573" y="83009"/>
                </a:cubicBezTo>
                <a:cubicBezTo>
                  <a:pt x="344573" y="76101"/>
                  <a:pt x="346802" y="69866"/>
                  <a:pt x="351260" y="64303"/>
                </a:cubicBezTo>
                <a:cubicBezTo>
                  <a:pt x="355717" y="58741"/>
                  <a:pt x="362378" y="53851"/>
                  <a:pt x="371243" y="49636"/>
                </a:cubicBezTo>
                <a:cubicBezTo>
                  <a:pt x="366199" y="43823"/>
                  <a:pt x="362837" y="39107"/>
                  <a:pt x="361156" y="35487"/>
                </a:cubicBezTo>
                <a:cubicBezTo>
                  <a:pt x="359474" y="31866"/>
                  <a:pt x="358634" y="28374"/>
                  <a:pt x="358634" y="25010"/>
                </a:cubicBezTo>
                <a:cubicBezTo>
                  <a:pt x="358634" y="18279"/>
                  <a:pt x="361270" y="12428"/>
                  <a:pt x="366543" y="7458"/>
                </a:cubicBezTo>
                <a:cubicBezTo>
                  <a:pt x="371816" y="2486"/>
                  <a:pt x="378452" y="0"/>
                  <a:pt x="386450" y="0"/>
                </a:cubicBezTo>
                <a:cubicBezTo>
                  <a:pt x="394092" y="0"/>
                  <a:pt x="400345" y="2339"/>
                  <a:pt x="405210" y="7016"/>
                </a:cubicBezTo>
                <a:cubicBezTo>
                  <a:pt x="410076" y="11692"/>
                  <a:pt x="412508" y="17309"/>
                  <a:pt x="412508" y="23866"/>
                </a:cubicBezTo>
                <a:cubicBezTo>
                  <a:pt x="412508" y="34490"/>
                  <a:pt x="405452" y="43564"/>
                  <a:pt x="391341" y="51088"/>
                </a:cubicBezTo>
                <a:lnTo>
                  <a:pt x="411439" y="76659"/>
                </a:lnTo>
                <a:cubicBezTo>
                  <a:pt x="413731" y="72195"/>
                  <a:pt x="415514" y="67020"/>
                  <a:pt x="416788" y="61134"/>
                </a:cubicBezTo>
                <a:lnTo>
                  <a:pt x="431078" y="64191"/>
                </a:lnTo>
                <a:cubicBezTo>
                  <a:pt x="428633" y="73947"/>
                  <a:pt x="425321" y="81975"/>
                  <a:pt x="421144" y="88274"/>
                </a:cubicBezTo>
                <a:cubicBezTo>
                  <a:pt x="426289" y="95096"/>
                  <a:pt x="432122" y="100824"/>
                  <a:pt x="438643" y="105457"/>
                </a:cubicBezTo>
                <a:lnTo>
                  <a:pt x="429397" y="116461"/>
                </a:lnTo>
                <a:cubicBezTo>
                  <a:pt x="423844" y="112887"/>
                  <a:pt x="418112" y="107608"/>
                  <a:pt x="412203" y="100626"/>
                </a:cubicBezTo>
                <a:moveTo>
                  <a:pt x="384234" y="42376"/>
                </a:moveTo>
                <a:cubicBezTo>
                  <a:pt x="390194" y="38874"/>
                  <a:pt x="394053" y="35803"/>
                  <a:pt x="395811" y="33163"/>
                </a:cubicBezTo>
                <a:cubicBezTo>
                  <a:pt x="397569" y="30523"/>
                  <a:pt x="398447" y="27604"/>
                  <a:pt x="398447" y="24406"/>
                </a:cubicBezTo>
                <a:cubicBezTo>
                  <a:pt x="398447" y="20599"/>
                  <a:pt x="397238" y="17491"/>
                  <a:pt x="394818" y="15081"/>
                </a:cubicBezTo>
                <a:cubicBezTo>
                  <a:pt x="392398" y="12669"/>
                  <a:pt x="389379" y="11463"/>
                  <a:pt x="385762" y="11463"/>
                </a:cubicBezTo>
                <a:cubicBezTo>
                  <a:pt x="382043" y="11463"/>
                  <a:pt x="378948" y="12656"/>
                  <a:pt x="376477" y="15042"/>
                </a:cubicBezTo>
                <a:cubicBezTo>
                  <a:pt x="374007" y="17427"/>
                  <a:pt x="372771" y="20345"/>
                  <a:pt x="372771" y="23797"/>
                </a:cubicBezTo>
                <a:cubicBezTo>
                  <a:pt x="372771" y="25523"/>
                  <a:pt x="373217" y="27338"/>
                  <a:pt x="374108" y="29242"/>
                </a:cubicBezTo>
                <a:cubicBezTo>
                  <a:pt x="375000" y="31146"/>
                  <a:pt x="376337" y="33164"/>
                  <a:pt x="378120" y="35295"/>
                </a:cubicBezTo>
                <a:lnTo>
                  <a:pt x="384234" y="42376"/>
                </a:lnTo>
                <a:moveTo>
                  <a:pt x="403567" y="89774"/>
                </a:moveTo>
                <a:lnTo>
                  <a:pt x="378350" y="58500"/>
                </a:lnTo>
                <a:cubicBezTo>
                  <a:pt x="370912" y="62921"/>
                  <a:pt x="365894" y="67025"/>
                  <a:pt x="363295" y="70811"/>
                </a:cubicBezTo>
                <a:cubicBezTo>
                  <a:pt x="360697" y="74595"/>
                  <a:pt x="359398" y="78342"/>
                  <a:pt x="359398" y="82051"/>
                </a:cubicBezTo>
                <a:cubicBezTo>
                  <a:pt x="359398" y="86574"/>
                  <a:pt x="361207" y="91275"/>
                  <a:pt x="364824" y="96153"/>
                </a:cubicBezTo>
                <a:cubicBezTo>
                  <a:pt x="368441" y="101031"/>
                  <a:pt x="373561" y="103470"/>
                  <a:pt x="380184" y="103470"/>
                </a:cubicBezTo>
                <a:cubicBezTo>
                  <a:pt x="384310" y="103470"/>
                  <a:pt x="388577" y="102196"/>
                  <a:pt x="392984" y="99649"/>
                </a:cubicBezTo>
                <a:cubicBezTo>
                  <a:pt x="397390" y="97102"/>
                  <a:pt x="400918" y="93810"/>
                  <a:pt x="403567" y="89774"/>
                </a:cubicBezTo>
                <a:close/>
                <a:moveTo>
                  <a:pt x="490558" y="89562"/>
                </a:moveTo>
                <a:lnTo>
                  <a:pt x="504160" y="87422"/>
                </a:lnTo>
                <a:cubicBezTo>
                  <a:pt x="504924" y="92849"/>
                  <a:pt x="507051" y="97008"/>
                  <a:pt x="510541" y="99900"/>
                </a:cubicBezTo>
                <a:cubicBezTo>
                  <a:pt x="514031" y="102789"/>
                  <a:pt x="518909" y="104234"/>
                  <a:pt x="525175" y="104234"/>
                </a:cubicBezTo>
                <a:cubicBezTo>
                  <a:pt x="531492" y="104234"/>
                  <a:pt x="536179" y="102958"/>
                  <a:pt x="539236" y="100406"/>
                </a:cubicBezTo>
                <a:cubicBezTo>
                  <a:pt x="542293" y="97852"/>
                  <a:pt x="543821" y="94858"/>
                  <a:pt x="543821" y="91422"/>
                </a:cubicBezTo>
                <a:cubicBezTo>
                  <a:pt x="543821" y="88338"/>
                  <a:pt x="542471" y="85912"/>
                  <a:pt x="539771" y="84143"/>
                </a:cubicBezTo>
                <a:cubicBezTo>
                  <a:pt x="537886" y="82930"/>
                  <a:pt x="533199" y="81388"/>
                  <a:pt x="525710" y="79517"/>
                </a:cubicBezTo>
                <a:cubicBezTo>
                  <a:pt x="515623" y="76969"/>
                  <a:pt x="508631" y="74764"/>
                  <a:pt x="504733" y="72903"/>
                </a:cubicBezTo>
                <a:cubicBezTo>
                  <a:pt x="500836" y="71041"/>
                  <a:pt x="497881" y="68466"/>
                  <a:pt x="495869" y="65177"/>
                </a:cubicBezTo>
                <a:cubicBezTo>
                  <a:pt x="493857" y="61888"/>
                  <a:pt x="492850" y="58255"/>
                  <a:pt x="492850" y="54278"/>
                </a:cubicBezTo>
                <a:cubicBezTo>
                  <a:pt x="492850" y="50658"/>
                  <a:pt x="493678" y="47305"/>
                  <a:pt x="495334" y="44220"/>
                </a:cubicBezTo>
                <a:cubicBezTo>
                  <a:pt x="496990" y="41134"/>
                  <a:pt x="499244" y="38572"/>
                  <a:pt x="502097" y="36532"/>
                </a:cubicBezTo>
                <a:cubicBezTo>
                  <a:pt x="504237" y="34952"/>
                  <a:pt x="507153" y="33613"/>
                  <a:pt x="510847" y="32518"/>
                </a:cubicBezTo>
                <a:cubicBezTo>
                  <a:pt x="514540" y="31421"/>
                  <a:pt x="518501" y="30873"/>
                  <a:pt x="522730" y="30873"/>
                </a:cubicBezTo>
                <a:cubicBezTo>
                  <a:pt x="529098" y="30873"/>
                  <a:pt x="534689" y="31796"/>
                  <a:pt x="539503" y="33643"/>
                </a:cubicBezTo>
                <a:cubicBezTo>
                  <a:pt x="544318" y="35488"/>
                  <a:pt x="547871" y="37988"/>
                  <a:pt x="550164" y="41144"/>
                </a:cubicBezTo>
                <a:cubicBezTo>
                  <a:pt x="552456" y="44298"/>
                  <a:pt x="554036" y="48516"/>
                  <a:pt x="554902" y="53798"/>
                </a:cubicBezTo>
                <a:lnTo>
                  <a:pt x="541452" y="55632"/>
                </a:lnTo>
                <a:cubicBezTo>
                  <a:pt x="540841" y="51455"/>
                  <a:pt x="539070" y="48194"/>
                  <a:pt x="536141" y="45851"/>
                </a:cubicBezTo>
                <a:cubicBezTo>
                  <a:pt x="533212" y="43507"/>
                  <a:pt x="529072" y="42335"/>
                  <a:pt x="523723" y="42335"/>
                </a:cubicBezTo>
                <a:cubicBezTo>
                  <a:pt x="517406" y="42335"/>
                  <a:pt x="512897" y="43375"/>
                  <a:pt x="510197" y="45454"/>
                </a:cubicBezTo>
                <a:cubicBezTo>
                  <a:pt x="507497" y="47532"/>
                  <a:pt x="506147" y="49965"/>
                  <a:pt x="506147" y="52755"/>
                </a:cubicBezTo>
                <a:cubicBezTo>
                  <a:pt x="506147" y="54528"/>
                  <a:pt x="506707" y="56125"/>
                  <a:pt x="507828" y="57545"/>
                </a:cubicBezTo>
                <a:cubicBezTo>
                  <a:pt x="508949" y="59014"/>
                  <a:pt x="510707" y="60231"/>
                  <a:pt x="513101" y="61194"/>
                </a:cubicBezTo>
                <a:cubicBezTo>
                  <a:pt x="514477" y="61702"/>
                  <a:pt x="518527" y="62868"/>
                  <a:pt x="525252" y="64692"/>
                </a:cubicBezTo>
                <a:cubicBezTo>
                  <a:pt x="534982" y="67289"/>
                  <a:pt x="541771" y="69414"/>
                  <a:pt x="545617" y="71069"/>
                </a:cubicBezTo>
                <a:cubicBezTo>
                  <a:pt x="549463" y="72723"/>
                  <a:pt x="552482" y="75128"/>
                  <a:pt x="554672" y="78285"/>
                </a:cubicBezTo>
                <a:cubicBezTo>
                  <a:pt x="556863" y="81441"/>
                  <a:pt x="557958" y="85359"/>
                  <a:pt x="557958" y="90042"/>
                </a:cubicBezTo>
                <a:cubicBezTo>
                  <a:pt x="557958" y="94624"/>
                  <a:pt x="556621" y="98938"/>
                  <a:pt x="553946" y="102985"/>
                </a:cubicBezTo>
                <a:cubicBezTo>
                  <a:pt x="551272" y="107030"/>
                  <a:pt x="547413" y="110160"/>
                  <a:pt x="542369" y="112375"/>
                </a:cubicBezTo>
                <a:cubicBezTo>
                  <a:pt x="537326" y="114589"/>
                  <a:pt x="531620" y="115697"/>
                  <a:pt x="525252" y="115697"/>
                </a:cubicBezTo>
                <a:cubicBezTo>
                  <a:pt x="514706" y="115697"/>
                  <a:pt x="506669" y="113500"/>
                  <a:pt x="501142" y="109106"/>
                </a:cubicBezTo>
                <a:cubicBezTo>
                  <a:pt x="495614" y="104711"/>
                  <a:pt x="492086" y="98197"/>
                  <a:pt x="490558" y="89562"/>
                </a:cubicBezTo>
                <a:close/>
                <a:moveTo>
                  <a:pt x="604344" y="101712"/>
                </a:moveTo>
                <a:lnTo>
                  <a:pt x="606331" y="113863"/>
                </a:lnTo>
                <a:cubicBezTo>
                  <a:pt x="602459" y="114576"/>
                  <a:pt x="598995" y="114932"/>
                  <a:pt x="595938" y="114932"/>
                </a:cubicBezTo>
                <a:cubicBezTo>
                  <a:pt x="590945" y="114932"/>
                  <a:pt x="587073" y="114143"/>
                  <a:pt x="584322" y="112563"/>
                </a:cubicBezTo>
                <a:cubicBezTo>
                  <a:pt x="581571" y="110984"/>
                  <a:pt x="579635" y="108908"/>
                  <a:pt x="578515" y="106335"/>
                </a:cubicBezTo>
                <a:cubicBezTo>
                  <a:pt x="577394" y="103763"/>
                  <a:pt x="576833" y="98350"/>
                  <a:pt x="576833" y="90097"/>
                </a:cubicBezTo>
                <a:lnTo>
                  <a:pt x="576833" y="43405"/>
                </a:lnTo>
                <a:lnTo>
                  <a:pt x="566746" y="43405"/>
                </a:lnTo>
                <a:lnTo>
                  <a:pt x="566746" y="32707"/>
                </a:lnTo>
                <a:lnTo>
                  <a:pt x="576833" y="32707"/>
                </a:lnTo>
                <a:lnTo>
                  <a:pt x="576833" y="12554"/>
                </a:lnTo>
                <a:lnTo>
                  <a:pt x="590512" y="4279"/>
                </a:lnTo>
                <a:lnTo>
                  <a:pt x="590512" y="32707"/>
                </a:lnTo>
                <a:lnTo>
                  <a:pt x="604344" y="32707"/>
                </a:lnTo>
                <a:lnTo>
                  <a:pt x="604344" y="43405"/>
                </a:lnTo>
                <a:lnTo>
                  <a:pt x="590512" y="43405"/>
                </a:lnTo>
                <a:lnTo>
                  <a:pt x="590512" y="90861"/>
                </a:lnTo>
                <a:cubicBezTo>
                  <a:pt x="590512" y="94784"/>
                  <a:pt x="590754" y="97305"/>
                  <a:pt x="591238" y="98426"/>
                </a:cubicBezTo>
                <a:cubicBezTo>
                  <a:pt x="591722" y="99547"/>
                  <a:pt x="592512" y="100438"/>
                  <a:pt x="593607" y="101101"/>
                </a:cubicBezTo>
                <a:cubicBezTo>
                  <a:pt x="594703" y="101763"/>
                  <a:pt x="596269" y="102094"/>
                  <a:pt x="598307" y="102094"/>
                </a:cubicBezTo>
                <a:cubicBezTo>
                  <a:pt x="599835" y="102094"/>
                  <a:pt x="601848" y="101967"/>
                  <a:pt x="604344" y="101712"/>
                </a:cubicBezTo>
                <a:close/>
                <a:moveTo>
                  <a:pt x="617667" y="113863"/>
                </a:moveTo>
                <a:lnTo>
                  <a:pt x="617667" y="32707"/>
                </a:lnTo>
                <a:lnTo>
                  <a:pt x="630046" y="32707"/>
                </a:lnTo>
                <a:lnTo>
                  <a:pt x="630046" y="44934"/>
                </a:lnTo>
                <a:cubicBezTo>
                  <a:pt x="633205" y="39209"/>
                  <a:pt x="636121" y="35434"/>
                  <a:pt x="638796" y="33610"/>
                </a:cubicBezTo>
                <a:cubicBezTo>
                  <a:pt x="641471" y="31785"/>
                  <a:pt x="644413" y="30873"/>
                  <a:pt x="647622" y="30873"/>
                </a:cubicBezTo>
                <a:cubicBezTo>
                  <a:pt x="652258" y="30873"/>
                  <a:pt x="656971" y="32344"/>
                  <a:pt x="661760" y="35286"/>
                </a:cubicBezTo>
                <a:lnTo>
                  <a:pt x="657022" y="47990"/>
                </a:lnTo>
                <a:cubicBezTo>
                  <a:pt x="653659" y="46004"/>
                  <a:pt x="650297" y="45010"/>
                  <a:pt x="646935" y="45010"/>
                </a:cubicBezTo>
                <a:cubicBezTo>
                  <a:pt x="643929" y="45010"/>
                  <a:pt x="641229" y="45916"/>
                  <a:pt x="638834" y="47728"/>
                </a:cubicBezTo>
                <a:cubicBezTo>
                  <a:pt x="636440" y="49538"/>
                  <a:pt x="634733" y="52049"/>
                  <a:pt x="633714" y="55262"/>
                </a:cubicBezTo>
                <a:cubicBezTo>
                  <a:pt x="632186" y="60158"/>
                  <a:pt x="631422" y="65512"/>
                  <a:pt x="631422" y="71326"/>
                </a:cubicBezTo>
                <a:lnTo>
                  <a:pt x="631422" y="113863"/>
                </a:lnTo>
                <a:lnTo>
                  <a:pt x="617667" y="113863"/>
                </a:lnTo>
                <a:close/>
                <a:moveTo>
                  <a:pt x="670012" y="17729"/>
                </a:moveTo>
                <a:lnTo>
                  <a:pt x="670012" y="1834"/>
                </a:lnTo>
                <a:lnTo>
                  <a:pt x="683768" y="1834"/>
                </a:lnTo>
                <a:lnTo>
                  <a:pt x="683768" y="17729"/>
                </a:lnTo>
                <a:lnTo>
                  <a:pt x="670012" y="17729"/>
                </a:lnTo>
                <a:moveTo>
                  <a:pt x="670012" y="113863"/>
                </a:moveTo>
                <a:lnTo>
                  <a:pt x="670012" y="32707"/>
                </a:lnTo>
                <a:lnTo>
                  <a:pt x="683768" y="32707"/>
                </a:lnTo>
                <a:lnTo>
                  <a:pt x="683768" y="113863"/>
                </a:lnTo>
                <a:lnTo>
                  <a:pt x="670012" y="113863"/>
                </a:lnTo>
                <a:close/>
                <a:moveTo>
                  <a:pt x="704680" y="113863"/>
                </a:moveTo>
                <a:lnTo>
                  <a:pt x="704680" y="32707"/>
                </a:lnTo>
                <a:lnTo>
                  <a:pt x="717059" y="32707"/>
                </a:lnTo>
                <a:lnTo>
                  <a:pt x="717059" y="44169"/>
                </a:lnTo>
                <a:cubicBezTo>
                  <a:pt x="723020" y="35305"/>
                  <a:pt x="731630" y="30873"/>
                  <a:pt x="742889" y="30873"/>
                </a:cubicBezTo>
                <a:cubicBezTo>
                  <a:pt x="747779" y="30873"/>
                  <a:pt x="752275" y="31752"/>
                  <a:pt x="756376" y="33509"/>
                </a:cubicBezTo>
                <a:cubicBezTo>
                  <a:pt x="760477" y="35267"/>
                  <a:pt x="763547" y="37572"/>
                  <a:pt x="765585" y="40425"/>
                </a:cubicBezTo>
                <a:cubicBezTo>
                  <a:pt x="767623" y="43278"/>
                  <a:pt x="769049" y="46666"/>
                  <a:pt x="769864" y="50589"/>
                </a:cubicBezTo>
                <a:cubicBezTo>
                  <a:pt x="770374" y="53136"/>
                  <a:pt x="770628" y="57594"/>
                  <a:pt x="770628" y="63962"/>
                </a:cubicBezTo>
                <a:lnTo>
                  <a:pt x="770628" y="113863"/>
                </a:lnTo>
                <a:lnTo>
                  <a:pt x="756873" y="113863"/>
                </a:lnTo>
                <a:lnTo>
                  <a:pt x="756873" y="64444"/>
                </a:lnTo>
                <a:cubicBezTo>
                  <a:pt x="756873" y="58834"/>
                  <a:pt x="756338" y="54639"/>
                  <a:pt x="755268" y="51859"/>
                </a:cubicBezTo>
                <a:cubicBezTo>
                  <a:pt x="754198" y="49079"/>
                  <a:pt x="752301" y="46861"/>
                  <a:pt x="749575" y="45204"/>
                </a:cubicBezTo>
                <a:cubicBezTo>
                  <a:pt x="746850" y="43546"/>
                  <a:pt x="743653" y="42718"/>
                  <a:pt x="739985" y="42718"/>
                </a:cubicBezTo>
                <a:cubicBezTo>
                  <a:pt x="734126" y="42718"/>
                  <a:pt x="729070" y="44579"/>
                  <a:pt x="724816" y="48303"/>
                </a:cubicBezTo>
                <a:cubicBezTo>
                  <a:pt x="720562" y="52025"/>
                  <a:pt x="718435" y="59088"/>
                  <a:pt x="718435" y="69492"/>
                </a:cubicBezTo>
                <a:lnTo>
                  <a:pt x="718435" y="113863"/>
                </a:lnTo>
                <a:lnTo>
                  <a:pt x="704680" y="113863"/>
                </a:lnTo>
                <a:close/>
                <a:moveTo>
                  <a:pt x="789175" y="120587"/>
                </a:moveTo>
                <a:lnTo>
                  <a:pt x="802548" y="122574"/>
                </a:lnTo>
                <a:cubicBezTo>
                  <a:pt x="803108" y="126701"/>
                  <a:pt x="804662" y="129706"/>
                  <a:pt x="807209" y="131591"/>
                </a:cubicBezTo>
                <a:cubicBezTo>
                  <a:pt x="810622" y="134139"/>
                  <a:pt x="815284" y="135412"/>
                  <a:pt x="821194" y="135412"/>
                </a:cubicBezTo>
                <a:cubicBezTo>
                  <a:pt x="827562" y="135412"/>
                  <a:pt x="832478" y="134136"/>
                  <a:pt x="835942" y="131582"/>
                </a:cubicBezTo>
                <a:cubicBezTo>
                  <a:pt x="839406" y="129030"/>
                  <a:pt x="841750" y="125456"/>
                  <a:pt x="842973" y="120860"/>
                </a:cubicBezTo>
                <a:cubicBezTo>
                  <a:pt x="843686" y="118053"/>
                  <a:pt x="844017" y="112156"/>
                  <a:pt x="843966" y="103169"/>
                </a:cubicBezTo>
                <a:cubicBezTo>
                  <a:pt x="837955" y="110298"/>
                  <a:pt x="830466" y="113863"/>
                  <a:pt x="821499" y="113863"/>
                </a:cubicBezTo>
                <a:cubicBezTo>
                  <a:pt x="810342" y="113863"/>
                  <a:pt x="801707" y="109838"/>
                  <a:pt x="795594" y="101789"/>
                </a:cubicBezTo>
                <a:cubicBezTo>
                  <a:pt x="789480" y="93739"/>
                  <a:pt x="786423" y="84085"/>
                  <a:pt x="786423" y="72826"/>
                </a:cubicBezTo>
                <a:cubicBezTo>
                  <a:pt x="786423" y="65082"/>
                  <a:pt x="787824" y="57937"/>
                  <a:pt x="790626" y="51391"/>
                </a:cubicBezTo>
                <a:cubicBezTo>
                  <a:pt x="793428" y="44845"/>
                  <a:pt x="797491" y="39788"/>
                  <a:pt x="802815" y="36222"/>
                </a:cubicBezTo>
                <a:cubicBezTo>
                  <a:pt x="808139" y="32656"/>
                  <a:pt x="814392" y="30873"/>
                  <a:pt x="821576" y="30873"/>
                </a:cubicBezTo>
                <a:cubicBezTo>
                  <a:pt x="831153" y="30873"/>
                  <a:pt x="839050" y="34770"/>
                  <a:pt x="845265" y="42565"/>
                </a:cubicBezTo>
                <a:lnTo>
                  <a:pt x="845265" y="32707"/>
                </a:lnTo>
                <a:lnTo>
                  <a:pt x="857951" y="32707"/>
                </a:lnTo>
                <a:lnTo>
                  <a:pt x="857951" y="102906"/>
                </a:lnTo>
                <a:cubicBezTo>
                  <a:pt x="857951" y="115548"/>
                  <a:pt x="856664" y="124508"/>
                  <a:pt x="854091" y="129784"/>
                </a:cubicBezTo>
                <a:cubicBezTo>
                  <a:pt x="851519" y="135060"/>
                  <a:pt x="847443" y="139227"/>
                  <a:pt x="841865" y="142285"/>
                </a:cubicBezTo>
                <a:cubicBezTo>
                  <a:pt x="836286" y="145345"/>
                  <a:pt x="829421" y="146875"/>
                  <a:pt x="821270" y="146875"/>
                </a:cubicBezTo>
                <a:cubicBezTo>
                  <a:pt x="811590" y="146875"/>
                  <a:pt x="803770" y="144691"/>
                  <a:pt x="797810" y="140322"/>
                </a:cubicBezTo>
                <a:cubicBezTo>
                  <a:pt x="791849" y="135954"/>
                  <a:pt x="788971" y="129375"/>
                  <a:pt x="789175" y="120587"/>
                </a:cubicBezTo>
                <a:moveTo>
                  <a:pt x="800561" y="71835"/>
                </a:moveTo>
                <a:cubicBezTo>
                  <a:pt x="800561" y="82456"/>
                  <a:pt x="802675" y="90205"/>
                  <a:pt x="806903" y="95083"/>
                </a:cubicBezTo>
                <a:cubicBezTo>
                  <a:pt x="811132" y="99961"/>
                  <a:pt x="816430" y="102400"/>
                  <a:pt x="822798" y="102400"/>
                </a:cubicBezTo>
                <a:cubicBezTo>
                  <a:pt x="829116" y="102400"/>
                  <a:pt x="834414" y="99974"/>
                  <a:pt x="838693" y="95121"/>
                </a:cubicBezTo>
                <a:cubicBezTo>
                  <a:pt x="842973" y="90269"/>
                  <a:pt x="845112" y="82659"/>
                  <a:pt x="845112" y="72291"/>
                </a:cubicBezTo>
                <a:cubicBezTo>
                  <a:pt x="845112" y="62382"/>
                  <a:pt x="842909" y="54913"/>
                  <a:pt x="838502" y="49882"/>
                </a:cubicBezTo>
                <a:cubicBezTo>
                  <a:pt x="834095" y="44851"/>
                  <a:pt x="828784" y="42335"/>
                  <a:pt x="822569" y="42335"/>
                </a:cubicBezTo>
                <a:cubicBezTo>
                  <a:pt x="816456" y="42335"/>
                  <a:pt x="811259" y="44813"/>
                  <a:pt x="806980" y="49767"/>
                </a:cubicBezTo>
                <a:cubicBezTo>
                  <a:pt x="802700" y="54722"/>
                  <a:pt x="800561" y="62078"/>
                  <a:pt x="800561" y="71835"/>
                </a:cubicBezTo>
                <a:close/>
                <a:moveTo>
                  <a:pt x="952253" y="101712"/>
                </a:moveTo>
                <a:lnTo>
                  <a:pt x="954240" y="113863"/>
                </a:lnTo>
                <a:cubicBezTo>
                  <a:pt x="950368" y="114576"/>
                  <a:pt x="946904" y="114932"/>
                  <a:pt x="943847" y="114932"/>
                </a:cubicBezTo>
                <a:cubicBezTo>
                  <a:pt x="938854" y="114932"/>
                  <a:pt x="934982" y="114143"/>
                  <a:pt x="932231" y="112563"/>
                </a:cubicBezTo>
                <a:cubicBezTo>
                  <a:pt x="929480" y="110984"/>
                  <a:pt x="927544" y="108908"/>
                  <a:pt x="926424" y="106335"/>
                </a:cubicBezTo>
                <a:cubicBezTo>
                  <a:pt x="925303" y="103763"/>
                  <a:pt x="924742" y="98350"/>
                  <a:pt x="924742" y="90097"/>
                </a:cubicBezTo>
                <a:lnTo>
                  <a:pt x="924742" y="43405"/>
                </a:lnTo>
                <a:lnTo>
                  <a:pt x="914655" y="43405"/>
                </a:lnTo>
                <a:lnTo>
                  <a:pt x="914655" y="32707"/>
                </a:lnTo>
                <a:lnTo>
                  <a:pt x="924742" y="32707"/>
                </a:lnTo>
                <a:lnTo>
                  <a:pt x="924742" y="12554"/>
                </a:lnTo>
                <a:lnTo>
                  <a:pt x="938421" y="4279"/>
                </a:lnTo>
                <a:lnTo>
                  <a:pt x="938421" y="32707"/>
                </a:lnTo>
                <a:lnTo>
                  <a:pt x="952253" y="32707"/>
                </a:lnTo>
                <a:lnTo>
                  <a:pt x="952253" y="43405"/>
                </a:lnTo>
                <a:lnTo>
                  <a:pt x="938421" y="43405"/>
                </a:lnTo>
                <a:lnTo>
                  <a:pt x="938421" y="90861"/>
                </a:lnTo>
                <a:cubicBezTo>
                  <a:pt x="938421" y="94784"/>
                  <a:pt x="938663" y="97305"/>
                  <a:pt x="939147" y="98426"/>
                </a:cubicBezTo>
                <a:cubicBezTo>
                  <a:pt x="939631" y="99547"/>
                  <a:pt x="940421" y="100438"/>
                  <a:pt x="941516" y="101101"/>
                </a:cubicBezTo>
                <a:cubicBezTo>
                  <a:pt x="942611" y="101763"/>
                  <a:pt x="944178" y="102094"/>
                  <a:pt x="946216" y="102094"/>
                </a:cubicBezTo>
                <a:cubicBezTo>
                  <a:pt x="947744" y="102094"/>
                  <a:pt x="949757" y="101967"/>
                  <a:pt x="952253" y="101712"/>
                </a:cubicBezTo>
                <a:close/>
                <a:moveTo>
                  <a:pt x="1018686" y="103842"/>
                </a:moveTo>
                <a:cubicBezTo>
                  <a:pt x="1013591" y="108176"/>
                  <a:pt x="1008688" y="111235"/>
                  <a:pt x="1003975" y="113020"/>
                </a:cubicBezTo>
                <a:cubicBezTo>
                  <a:pt x="999263" y="114804"/>
                  <a:pt x="994207" y="115697"/>
                  <a:pt x="988807" y="115697"/>
                </a:cubicBezTo>
                <a:cubicBezTo>
                  <a:pt x="979891" y="115697"/>
                  <a:pt x="973039" y="113517"/>
                  <a:pt x="968250" y="109158"/>
                </a:cubicBezTo>
                <a:cubicBezTo>
                  <a:pt x="963461" y="104799"/>
                  <a:pt x="961067" y="99229"/>
                  <a:pt x="961067" y="92449"/>
                </a:cubicBezTo>
                <a:cubicBezTo>
                  <a:pt x="961067" y="88474"/>
                  <a:pt x="961971" y="84842"/>
                  <a:pt x="963780" y="81555"/>
                </a:cubicBezTo>
                <a:cubicBezTo>
                  <a:pt x="965588" y="78265"/>
                  <a:pt x="967957" y="75627"/>
                  <a:pt x="970887" y="73638"/>
                </a:cubicBezTo>
                <a:cubicBezTo>
                  <a:pt x="973816" y="71650"/>
                  <a:pt x="977115" y="70146"/>
                  <a:pt x="980783" y="69127"/>
                </a:cubicBezTo>
                <a:cubicBezTo>
                  <a:pt x="983483" y="68412"/>
                  <a:pt x="987558" y="67724"/>
                  <a:pt x="993009" y="67061"/>
                </a:cubicBezTo>
                <a:cubicBezTo>
                  <a:pt x="1004116" y="65746"/>
                  <a:pt x="1012292" y="64178"/>
                  <a:pt x="1017540" y="62357"/>
                </a:cubicBezTo>
                <a:cubicBezTo>
                  <a:pt x="1017591" y="60480"/>
                  <a:pt x="1017616" y="59287"/>
                  <a:pt x="1017616" y="58780"/>
                </a:cubicBezTo>
                <a:cubicBezTo>
                  <a:pt x="1017616" y="53196"/>
                  <a:pt x="1016317" y="49263"/>
                  <a:pt x="1013719" y="46980"/>
                </a:cubicBezTo>
                <a:cubicBezTo>
                  <a:pt x="1010204" y="43884"/>
                  <a:pt x="1004982" y="42335"/>
                  <a:pt x="998053" y="42335"/>
                </a:cubicBezTo>
                <a:cubicBezTo>
                  <a:pt x="991583" y="42335"/>
                  <a:pt x="986807" y="43469"/>
                  <a:pt x="983725" y="45736"/>
                </a:cubicBezTo>
                <a:cubicBezTo>
                  <a:pt x="980643" y="48003"/>
                  <a:pt x="978363" y="52015"/>
                  <a:pt x="976885" y="57772"/>
                </a:cubicBezTo>
                <a:lnTo>
                  <a:pt x="963436" y="55938"/>
                </a:lnTo>
                <a:cubicBezTo>
                  <a:pt x="964658" y="50164"/>
                  <a:pt x="966671" y="45500"/>
                  <a:pt x="969473" y="41949"/>
                </a:cubicBezTo>
                <a:cubicBezTo>
                  <a:pt x="972275" y="38397"/>
                  <a:pt x="976325" y="35663"/>
                  <a:pt x="981623" y="33748"/>
                </a:cubicBezTo>
                <a:cubicBezTo>
                  <a:pt x="986922" y="31831"/>
                  <a:pt x="993060" y="30873"/>
                  <a:pt x="1000040" y="30873"/>
                </a:cubicBezTo>
                <a:cubicBezTo>
                  <a:pt x="1006968" y="30873"/>
                  <a:pt x="1012598" y="31688"/>
                  <a:pt x="1016928" y="33318"/>
                </a:cubicBezTo>
                <a:cubicBezTo>
                  <a:pt x="1021259" y="34948"/>
                  <a:pt x="1024443" y="36999"/>
                  <a:pt x="1026480" y="39470"/>
                </a:cubicBezTo>
                <a:cubicBezTo>
                  <a:pt x="1028518" y="41941"/>
                  <a:pt x="1029945" y="45061"/>
                  <a:pt x="1030760" y="48831"/>
                </a:cubicBezTo>
                <a:cubicBezTo>
                  <a:pt x="1031218" y="51174"/>
                  <a:pt x="1031448" y="55403"/>
                  <a:pt x="1031448" y="61516"/>
                </a:cubicBezTo>
                <a:lnTo>
                  <a:pt x="1031448" y="79857"/>
                </a:lnTo>
                <a:cubicBezTo>
                  <a:pt x="1031448" y="92644"/>
                  <a:pt x="1031741" y="100731"/>
                  <a:pt x="1032326" y="104119"/>
                </a:cubicBezTo>
                <a:cubicBezTo>
                  <a:pt x="1032912" y="107507"/>
                  <a:pt x="1034071" y="110755"/>
                  <a:pt x="1035803" y="113863"/>
                </a:cubicBezTo>
                <a:lnTo>
                  <a:pt x="1021437" y="113863"/>
                </a:lnTo>
                <a:cubicBezTo>
                  <a:pt x="1020010" y="111006"/>
                  <a:pt x="1019093" y="107666"/>
                  <a:pt x="1018686" y="103842"/>
                </a:cubicBezTo>
                <a:moveTo>
                  <a:pt x="1017540" y="73055"/>
                </a:moveTo>
                <a:cubicBezTo>
                  <a:pt x="1012547" y="75111"/>
                  <a:pt x="1005058" y="76857"/>
                  <a:pt x="995073" y="78295"/>
                </a:cubicBezTo>
                <a:cubicBezTo>
                  <a:pt x="989418" y="79113"/>
                  <a:pt x="985419" y="80034"/>
                  <a:pt x="983075" y="81058"/>
                </a:cubicBezTo>
                <a:cubicBezTo>
                  <a:pt x="980732" y="82080"/>
                  <a:pt x="978923" y="83576"/>
                  <a:pt x="977650" y="85547"/>
                </a:cubicBezTo>
                <a:cubicBezTo>
                  <a:pt x="976376" y="87517"/>
                  <a:pt x="975739" y="89703"/>
                  <a:pt x="975739" y="92107"/>
                </a:cubicBezTo>
                <a:cubicBezTo>
                  <a:pt x="975739" y="95790"/>
                  <a:pt x="977127" y="98859"/>
                  <a:pt x="979904" y="101316"/>
                </a:cubicBezTo>
                <a:cubicBezTo>
                  <a:pt x="982680" y="103771"/>
                  <a:pt x="986743" y="104998"/>
                  <a:pt x="992092" y="104998"/>
                </a:cubicBezTo>
                <a:cubicBezTo>
                  <a:pt x="997391" y="104998"/>
                  <a:pt x="1002103" y="103833"/>
                  <a:pt x="1006230" y="101504"/>
                </a:cubicBezTo>
                <a:cubicBezTo>
                  <a:pt x="1010356" y="99175"/>
                  <a:pt x="1013388" y="95989"/>
                  <a:pt x="1015323" y="91945"/>
                </a:cubicBezTo>
                <a:cubicBezTo>
                  <a:pt x="1016801" y="88821"/>
                  <a:pt x="1017540" y="84214"/>
                  <a:pt x="1017540" y="78123"/>
                </a:cubicBezTo>
                <a:lnTo>
                  <a:pt x="1017540" y="73055"/>
                </a:lnTo>
                <a:close/>
                <a:moveTo>
                  <a:pt x="1065430" y="113863"/>
                </a:moveTo>
                <a:lnTo>
                  <a:pt x="1052669" y="113863"/>
                </a:lnTo>
                <a:lnTo>
                  <a:pt x="1052669" y="1834"/>
                </a:lnTo>
                <a:lnTo>
                  <a:pt x="1066424" y="1834"/>
                </a:lnTo>
                <a:lnTo>
                  <a:pt x="1066424" y="41949"/>
                </a:lnTo>
                <a:cubicBezTo>
                  <a:pt x="1072231" y="34565"/>
                  <a:pt x="1079644" y="30873"/>
                  <a:pt x="1088661" y="30873"/>
                </a:cubicBezTo>
                <a:cubicBezTo>
                  <a:pt x="1093654" y="30873"/>
                  <a:pt x="1098379" y="31879"/>
                  <a:pt x="1102837" y="33891"/>
                </a:cubicBezTo>
                <a:cubicBezTo>
                  <a:pt x="1107295" y="35904"/>
                  <a:pt x="1110963" y="38731"/>
                  <a:pt x="1113841" y="42374"/>
                </a:cubicBezTo>
                <a:cubicBezTo>
                  <a:pt x="1116719" y="46016"/>
                  <a:pt x="1118974" y="50410"/>
                  <a:pt x="1120604" y="55556"/>
                </a:cubicBezTo>
                <a:cubicBezTo>
                  <a:pt x="1122234" y="60701"/>
                  <a:pt x="1123049" y="66203"/>
                  <a:pt x="1123049" y="72062"/>
                </a:cubicBezTo>
                <a:cubicBezTo>
                  <a:pt x="1123049" y="85970"/>
                  <a:pt x="1119611" y="96719"/>
                  <a:pt x="1112733" y="104310"/>
                </a:cubicBezTo>
                <a:cubicBezTo>
                  <a:pt x="1105855" y="111901"/>
                  <a:pt x="1097602" y="115697"/>
                  <a:pt x="1087974" y="115697"/>
                </a:cubicBezTo>
                <a:cubicBezTo>
                  <a:pt x="1078396" y="115697"/>
                  <a:pt x="1070881" y="111646"/>
                  <a:pt x="1065430" y="103546"/>
                </a:cubicBezTo>
                <a:lnTo>
                  <a:pt x="1065430" y="113863"/>
                </a:lnTo>
                <a:moveTo>
                  <a:pt x="1065277" y="72676"/>
                </a:moveTo>
                <a:cubicBezTo>
                  <a:pt x="1065277" y="82358"/>
                  <a:pt x="1066602" y="89355"/>
                  <a:pt x="1069251" y="93664"/>
                </a:cubicBezTo>
                <a:cubicBezTo>
                  <a:pt x="1073582" y="100711"/>
                  <a:pt x="1079440" y="104234"/>
                  <a:pt x="1086827" y="104234"/>
                </a:cubicBezTo>
                <a:cubicBezTo>
                  <a:pt x="1092839" y="104234"/>
                  <a:pt x="1098035" y="101636"/>
                  <a:pt x="1102417" y="96439"/>
                </a:cubicBezTo>
                <a:cubicBezTo>
                  <a:pt x="1106798" y="91243"/>
                  <a:pt x="1108988" y="83499"/>
                  <a:pt x="1108988" y="73208"/>
                </a:cubicBezTo>
                <a:cubicBezTo>
                  <a:pt x="1108988" y="62664"/>
                  <a:pt x="1106887" y="54883"/>
                  <a:pt x="1102684" y="49865"/>
                </a:cubicBezTo>
                <a:cubicBezTo>
                  <a:pt x="1098481" y="44845"/>
                  <a:pt x="1093399" y="42335"/>
                  <a:pt x="1087439" y="42335"/>
                </a:cubicBezTo>
                <a:cubicBezTo>
                  <a:pt x="1081427" y="42335"/>
                  <a:pt x="1076231" y="44934"/>
                  <a:pt x="1071849" y="50130"/>
                </a:cubicBezTo>
                <a:cubicBezTo>
                  <a:pt x="1067468" y="55326"/>
                  <a:pt x="1065277" y="62842"/>
                  <a:pt x="1065277" y="72676"/>
                </a:cubicBezTo>
                <a:close/>
                <a:moveTo>
                  <a:pt x="1139456" y="113863"/>
                </a:moveTo>
                <a:lnTo>
                  <a:pt x="1139456" y="1834"/>
                </a:lnTo>
                <a:lnTo>
                  <a:pt x="1153211" y="1834"/>
                </a:lnTo>
                <a:lnTo>
                  <a:pt x="1153211" y="113863"/>
                </a:lnTo>
                <a:lnTo>
                  <a:pt x="1139456" y="113863"/>
                </a:lnTo>
                <a:close/>
                <a:moveTo>
                  <a:pt x="1230061" y="87728"/>
                </a:moveTo>
                <a:lnTo>
                  <a:pt x="1244275" y="89485"/>
                </a:lnTo>
                <a:cubicBezTo>
                  <a:pt x="1242033" y="97789"/>
                  <a:pt x="1237881" y="104234"/>
                  <a:pt x="1231819" y="108819"/>
                </a:cubicBezTo>
                <a:cubicBezTo>
                  <a:pt x="1225756" y="113404"/>
                  <a:pt x="1218012" y="115697"/>
                  <a:pt x="1208588" y="115697"/>
                </a:cubicBezTo>
                <a:cubicBezTo>
                  <a:pt x="1196717" y="115697"/>
                  <a:pt x="1187305" y="112041"/>
                  <a:pt x="1180351" y="104731"/>
                </a:cubicBezTo>
                <a:cubicBezTo>
                  <a:pt x="1173397" y="97420"/>
                  <a:pt x="1169920" y="87167"/>
                  <a:pt x="1169920" y="73972"/>
                </a:cubicBezTo>
                <a:cubicBezTo>
                  <a:pt x="1169920" y="60319"/>
                  <a:pt x="1173435" y="49723"/>
                  <a:pt x="1180466" y="42183"/>
                </a:cubicBezTo>
                <a:cubicBezTo>
                  <a:pt x="1187496" y="34643"/>
                  <a:pt x="1196616" y="30873"/>
                  <a:pt x="1207823" y="30873"/>
                </a:cubicBezTo>
                <a:cubicBezTo>
                  <a:pt x="1218675" y="30873"/>
                  <a:pt x="1227539" y="34561"/>
                  <a:pt x="1234417" y="41937"/>
                </a:cubicBezTo>
                <a:cubicBezTo>
                  <a:pt x="1241294" y="49311"/>
                  <a:pt x="1244733" y="59686"/>
                  <a:pt x="1244733" y="73063"/>
                </a:cubicBezTo>
                <a:cubicBezTo>
                  <a:pt x="1244733" y="73876"/>
                  <a:pt x="1244708" y="75096"/>
                  <a:pt x="1244657" y="76723"/>
                </a:cubicBezTo>
                <a:lnTo>
                  <a:pt x="1184134" y="76723"/>
                </a:lnTo>
                <a:cubicBezTo>
                  <a:pt x="1184643" y="85613"/>
                  <a:pt x="1187165" y="92421"/>
                  <a:pt x="1191699" y="97146"/>
                </a:cubicBezTo>
                <a:cubicBezTo>
                  <a:pt x="1196233" y="101871"/>
                  <a:pt x="1201888" y="104234"/>
                  <a:pt x="1208664" y="104234"/>
                </a:cubicBezTo>
                <a:cubicBezTo>
                  <a:pt x="1213708" y="104234"/>
                  <a:pt x="1218012" y="102922"/>
                  <a:pt x="1221579" y="100298"/>
                </a:cubicBezTo>
                <a:cubicBezTo>
                  <a:pt x="1225145" y="97673"/>
                  <a:pt x="1227972" y="93483"/>
                  <a:pt x="1230061" y="87728"/>
                </a:cubicBezTo>
                <a:moveTo>
                  <a:pt x="1184898" y="65261"/>
                </a:moveTo>
                <a:lnTo>
                  <a:pt x="1230214" y="65261"/>
                </a:lnTo>
                <a:cubicBezTo>
                  <a:pt x="1229603" y="58546"/>
                  <a:pt x="1227870" y="53509"/>
                  <a:pt x="1225017" y="50152"/>
                </a:cubicBezTo>
                <a:cubicBezTo>
                  <a:pt x="1220636" y="44941"/>
                  <a:pt x="1214956" y="42335"/>
                  <a:pt x="1207976" y="42335"/>
                </a:cubicBezTo>
                <a:cubicBezTo>
                  <a:pt x="1201659" y="42335"/>
                  <a:pt x="1196348" y="44415"/>
                  <a:pt x="1192043" y="48575"/>
                </a:cubicBezTo>
                <a:cubicBezTo>
                  <a:pt x="1187738" y="52734"/>
                  <a:pt x="1185357" y="58296"/>
                  <a:pt x="1184898" y="652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F1D6B-321A-4276-A78E-DEE35BA4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3553792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5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1"/>
                  <a:pt x="1457567" y="248059"/>
                  <a:pt x="1453858" y="251768"/>
                </a:cubicBezTo>
                <a:cubicBezTo>
                  <a:pt x="1450150" y="255476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4"/>
                  <a:pt x="15294" y="255476"/>
                  <a:pt x="11584" y="251768"/>
                </a:cubicBezTo>
                <a:cubicBezTo>
                  <a:pt x="7875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7C6760-1246-42FA-9F58-AF8D57A4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3553792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5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1"/>
                  <a:pt x="1457567" y="248059"/>
                  <a:pt x="1453858" y="251768"/>
                </a:cubicBezTo>
                <a:cubicBezTo>
                  <a:pt x="1450150" y="255476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4"/>
                  <a:pt x="15294" y="255476"/>
                  <a:pt x="11584" y="251768"/>
                </a:cubicBezTo>
                <a:cubicBezTo>
                  <a:pt x="7875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9" name="Text /dev/nvidia-uvm">
            <a:extLst xmlns:a="http://schemas.openxmlformats.org/drawingml/2006/main">
              <a:ext uri="{FF2B5EF4-FFF2-40B4-BE49-F238E27FC236}">
                <a16:creationId xmlns:a16="http://schemas.microsoft.com/office/drawing/2014/main" id="{E3AF3CF3-7CF4-4B8E-B0C9-758ACC36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073" y="3622754"/>
            <a:ext cx="1085755" cy="115697"/>
          </a:xfrm>
          <a:custGeom xmlns:a="http://schemas.openxmlformats.org/drawingml/2006/main">
            <a:pathLst>
              <a:path w="1085755" h="115697">
                <a:moveTo>
                  <a:pt x="0" y="115697"/>
                </a:moveTo>
                <a:lnTo>
                  <a:pt x="32478" y="0"/>
                </a:lnTo>
                <a:lnTo>
                  <a:pt x="43482" y="0"/>
                </a:lnTo>
                <a:lnTo>
                  <a:pt x="11081" y="115697"/>
                </a:lnTo>
                <a:lnTo>
                  <a:pt x="0" y="115697"/>
                </a:lnTo>
                <a:close/>
                <a:moveTo>
                  <a:pt x="106477" y="113863"/>
                </a:moveTo>
                <a:lnTo>
                  <a:pt x="106477" y="103623"/>
                </a:lnTo>
                <a:cubicBezTo>
                  <a:pt x="101331" y="111672"/>
                  <a:pt x="93766" y="115697"/>
                  <a:pt x="83780" y="115697"/>
                </a:cubicBezTo>
                <a:cubicBezTo>
                  <a:pt x="77310" y="115697"/>
                  <a:pt x="71363" y="113913"/>
                  <a:pt x="65937" y="110347"/>
                </a:cubicBezTo>
                <a:cubicBezTo>
                  <a:pt x="60511" y="106781"/>
                  <a:pt x="56308" y="101801"/>
                  <a:pt x="53328" y="95408"/>
                </a:cubicBezTo>
                <a:cubicBezTo>
                  <a:pt x="50348" y="89014"/>
                  <a:pt x="48858" y="81665"/>
                  <a:pt x="48858" y="73361"/>
                </a:cubicBezTo>
                <a:cubicBezTo>
                  <a:pt x="48858" y="65261"/>
                  <a:pt x="50208" y="57912"/>
                  <a:pt x="52908" y="51315"/>
                </a:cubicBezTo>
                <a:cubicBezTo>
                  <a:pt x="55608" y="44717"/>
                  <a:pt x="59658" y="39661"/>
                  <a:pt x="65058" y="36146"/>
                </a:cubicBezTo>
                <a:cubicBezTo>
                  <a:pt x="70458" y="32630"/>
                  <a:pt x="76495" y="30873"/>
                  <a:pt x="83169" y="30873"/>
                </a:cubicBezTo>
                <a:cubicBezTo>
                  <a:pt x="88060" y="30873"/>
                  <a:pt x="92416" y="31904"/>
                  <a:pt x="96237" y="33968"/>
                </a:cubicBezTo>
                <a:cubicBezTo>
                  <a:pt x="100057" y="36031"/>
                  <a:pt x="103165" y="38718"/>
                  <a:pt x="105560" y="42030"/>
                </a:cubicBezTo>
                <a:lnTo>
                  <a:pt x="105560" y="1834"/>
                </a:lnTo>
                <a:lnTo>
                  <a:pt x="119238" y="1834"/>
                </a:lnTo>
                <a:lnTo>
                  <a:pt x="119238" y="113863"/>
                </a:lnTo>
                <a:lnTo>
                  <a:pt x="106477" y="113863"/>
                </a:lnTo>
                <a:moveTo>
                  <a:pt x="62995" y="73323"/>
                </a:moveTo>
                <a:cubicBezTo>
                  <a:pt x="62995" y="83677"/>
                  <a:pt x="65185" y="91418"/>
                  <a:pt x="69567" y="96544"/>
                </a:cubicBezTo>
                <a:cubicBezTo>
                  <a:pt x="73948" y="101671"/>
                  <a:pt x="79119" y="104234"/>
                  <a:pt x="85080" y="104234"/>
                </a:cubicBezTo>
                <a:cubicBezTo>
                  <a:pt x="91091" y="104234"/>
                  <a:pt x="96198" y="101785"/>
                  <a:pt x="100401" y="96888"/>
                </a:cubicBezTo>
                <a:cubicBezTo>
                  <a:pt x="104604" y="91990"/>
                  <a:pt x="106706" y="84515"/>
                  <a:pt x="106706" y="74464"/>
                </a:cubicBezTo>
                <a:cubicBezTo>
                  <a:pt x="106706" y="63400"/>
                  <a:pt x="104566" y="55279"/>
                  <a:pt x="100287" y="50101"/>
                </a:cubicBezTo>
                <a:cubicBezTo>
                  <a:pt x="96007" y="44924"/>
                  <a:pt x="90734" y="42335"/>
                  <a:pt x="84468" y="42335"/>
                </a:cubicBezTo>
                <a:cubicBezTo>
                  <a:pt x="78355" y="42335"/>
                  <a:pt x="73248" y="44823"/>
                  <a:pt x="69146" y="49798"/>
                </a:cubicBezTo>
                <a:cubicBezTo>
                  <a:pt x="65045" y="54772"/>
                  <a:pt x="62995" y="62613"/>
                  <a:pt x="62995" y="73323"/>
                </a:cubicBezTo>
                <a:close/>
                <a:moveTo>
                  <a:pt x="196396" y="87728"/>
                </a:moveTo>
                <a:lnTo>
                  <a:pt x="210610" y="89485"/>
                </a:lnTo>
                <a:cubicBezTo>
                  <a:pt x="208368" y="97789"/>
                  <a:pt x="204216" y="104234"/>
                  <a:pt x="198153" y="108819"/>
                </a:cubicBezTo>
                <a:cubicBezTo>
                  <a:pt x="192091" y="113404"/>
                  <a:pt x="184347" y="115697"/>
                  <a:pt x="174922" y="115697"/>
                </a:cubicBezTo>
                <a:cubicBezTo>
                  <a:pt x="163052" y="115697"/>
                  <a:pt x="153640" y="112041"/>
                  <a:pt x="146686" y="104731"/>
                </a:cubicBezTo>
                <a:cubicBezTo>
                  <a:pt x="139732" y="97420"/>
                  <a:pt x="136255" y="87167"/>
                  <a:pt x="136255" y="73972"/>
                </a:cubicBezTo>
                <a:cubicBezTo>
                  <a:pt x="136255" y="60319"/>
                  <a:pt x="139770" y="49723"/>
                  <a:pt x="146801" y="42183"/>
                </a:cubicBezTo>
                <a:cubicBezTo>
                  <a:pt x="153831" y="34643"/>
                  <a:pt x="162950" y="30873"/>
                  <a:pt x="174158" y="30873"/>
                </a:cubicBezTo>
                <a:cubicBezTo>
                  <a:pt x="185010" y="30873"/>
                  <a:pt x="193874" y="34561"/>
                  <a:pt x="200752" y="41937"/>
                </a:cubicBezTo>
                <a:cubicBezTo>
                  <a:pt x="207629" y="49311"/>
                  <a:pt x="211068" y="59686"/>
                  <a:pt x="211068" y="73063"/>
                </a:cubicBezTo>
                <a:cubicBezTo>
                  <a:pt x="211068" y="73876"/>
                  <a:pt x="211043" y="75096"/>
                  <a:pt x="210992" y="76723"/>
                </a:cubicBezTo>
                <a:lnTo>
                  <a:pt x="150469" y="76723"/>
                </a:lnTo>
                <a:cubicBezTo>
                  <a:pt x="150978" y="85613"/>
                  <a:pt x="153500" y="92421"/>
                  <a:pt x="158034" y="97146"/>
                </a:cubicBezTo>
                <a:cubicBezTo>
                  <a:pt x="162568" y="101871"/>
                  <a:pt x="168223" y="104234"/>
                  <a:pt x="174999" y="104234"/>
                </a:cubicBezTo>
                <a:cubicBezTo>
                  <a:pt x="180042" y="104234"/>
                  <a:pt x="184347" y="102922"/>
                  <a:pt x="187914" y="100298"/>
                </a:cubicBezTo>
                <a:cubicBezTo>
                  <a:pt x="191480" y="97673"/>
                  <a:pt x="194307" y="93483"/>
                  <a:pt x="196396" y="87728"/>
                </a:cubicBezTo>
                <a:moveTo>
                  <a:pt x="151233" y="65261"/>
                </a:moveTo>
                <a:lnTo>
                  <a:pt x="196549" y="65261"/>
                </a:lnTo>
                <a:cubicBezTo>
                  <a:pt x="195937" y="58546"/>
                  <a:pt x="194205" y="53509"/>
                  <a:pt x="191352" y="50152"/>
                </a:cubicBezTo>
                <a:cubicBezTo>
                  <a:pt x="186971" y="44941"/>
                  <a:pt x="181291" y="42335"/>
                  <a:pt x="174311" y="42335"/>
                </a:cubicBezTo>
                <a:cubicBezTo>
                  <a:pt x="167994" y="42335"/>
                  <a:pt x="162683" y="44415"/>
                  <a:pt x="158378" y="48575"/>
                </a:cubicBezTo>
                <a:cubicBezTo>
                  <a:pt x="154073" y="52734"/>
                  <a:pt x="151691" y="58296"/>
                  <a:pt x="151233" y="65261"/>
                </a:cubicBezTo>
                <a:close/>
                <a:moveTo>
                  <a:pt x="250399" y="113863"/>
                </a:moveTo>
                <a:lnTo>
                  <a:pt x="219527" y="32707"/>
                </a:lnTo>
                <a:lnTo>
                  <a:pt x="234046" y="32707"/>
                </a:lnTo>
                <a:lnTo>
                  <a:pt x="251469" y="81309"/>
                </a:lnTo>
                <a:cubicBezTo>
                  <a:pt x="253354" y="86556"/>
                  <a:pt x="255086" y="92007"/>
                  <a:pt x="256666" y="97662"/>
                </a:cubicBezTo>
                <a:cubicBezTo>
                  <a:pt x="257888" y="93383"/>
                  <a:pt x="259595" y="88237"/>
                  <a:pt x="261786" y="82226"/>
                </a:cubicBezTo>
                <a:lnTo>
                  <a:pt x="279820" y="32707"/>
                </a:lnTo>
                <a:lnTo>
                  <a:pt x="293958" y="32707"/>
                </a:lnTo>
                <a:lnTo>
                  <a:pt x="263238" y="113863"/>
                </a:lnTo>
                <a:lnTo>
                  <a:pt x="250399" y="113863"/>
                </a:lnTo>
                <a:close/>
                <a:moveTo>
                  <a:pt x="295792" y="115697"/>
                </a:moveTo>
                <a:lnTo>
                  <a:pt x="328270" y="0"/>
                </a:lnTo>
                <a:lnTo>
                  <a:pt x="339274" y="0"/>
                </a:lnTo>
                <a:lnTo>
                  <a:pt x="306873" y="115697"/>
                </a:lnTo>
                <a:lnTo>
                  <a:pt x="295792" y="115697"/>
                </a:lnTo>
                <a:close/>
                <a:moveTo>
                  <a:pt x="349616" y="113863"/>
                </a:moveTo>
                <a:lnTo>
                  <a:pt x="349616" y="32707"/>
                </a:lnTo>
                <a:lnTo>
                  <a:pt x="361996" y="32707"/>
                </a:lnTo>
                <a:lnTo>
                  <a:pt x="361996" y="44169"/>
                </a:lnTo>
                <a:cubicBezTo>
                  <a:pt x="367957" y="35305"/>
                  <a:pt x="376566" y="30873"/>
                  <a:pt x="387825" y="30873"/>
                </a:cubicBezTo>
                <a:cubicBezTo>
                  <a:pt x="392716" y="30873"/>
                  <a:pt x="397212" y="31752"/>
                  <a:pt x="401313" y="33509"/>
                </a:cubicBezTo>
                <a:cubicBezTo>
                  <a:pt x="405414" y="35267"/>
                  <a:pt x="408483" y="37572"/>
                  <a:pt x="410521" y="40425"/>
                </a:cubicBezTo>
                <a:cubicBezTo>
                  <a:pt x="412559" y="43278"/>
                  <a:pt x="413985" y="46666"/>
                  <a:pt x="414801" y="50589"/>
                </a:cubicBezTo>
                <a:cubicBezTo>
                  <a:pt x="415310" y="53136"/>
                  <a:pt x="415565" y="57594"/>
                  <a:pt x="415565" y="63962"/>
                </a:cubicBezTo>
                <a:lnTo>
                  <a:pt x="415565" y="113863"/>
                </a:lnTo>
                <a:lnTo>
                  <a:pt x="401810" y="113863"/>
                </a:lnTo>
                <a:lnTo>
                  <a:pt x="401810" y="64444"/>
                </a:lnTo>
                <a:cubicBezTo>
                  <a:pt x="401810" y="58834"/>
                  <a:pt x="401275" y="54639"/>
                  <a:pt x="400205" y="51859"/>
                </a:cubicBezTo>
                <a:cubicBezTo>
                  <a:pt x="399135" y="49079"/>
                  <a:pt x="397237" y="46861"/>
                  <a:pt x="394512" y="45204"/>
                </a:cubicBezTo>
                <a:cubicBezTo>
                  <a:pt x="391786" y="43546"/>
                  <a:pt x="388589" y="42718"/>
                  <a:pt x="384921" y="42718"/>
                </a:cubicBezTo>
                <a:cubicBezTo>
                  <a:pt x="379063" y="42718"/>
                  <a:pt x="374006" y="44579"/>
                  <a:pt x="369752" y="48303"/>
                </a:cubicBezTo>
                <a:cubicBezTo>
                  <a:pt x="365498" y="52025"/>
                  <a:pt x="363371" y="59088"/>
                  <a:pt x="363371" y="69492"/>
                </a:cubicBezTo>
                <a:lnTo>
                  <a:pt x="363371" y="113863"/>
                </a:lnTo>
                <a:lnTo>
                  <a:pt x="349616" y="113863"/>
                </a:lnTo>
                <a:close/>
                <a:moveTo>
                  <a:pt x="459176" y="113863"/>
                </a:moveTo>
                <a:lnTo>
                  <a:pt x="428303" y="32707"/>
                </a:lnTo>
                <a:lnTo>
                  <a:pt x="442822" y="32707"/>
                </a:lnTo>
                <a:lnTo>
                  <a:pt x="460246" y="81309"/>
                </a:lnTo>
                <a:cubicBezTo>
                  <a:pt x="462131" y="86556"/>
                  <a:pt x="463863" y="92007"/>
                  <a:pt x="465442" y="97662"/>
                </a:cubicBezTo>
                <a:cubicBezTo>
                  <a:pt x="466665" y="93383"/>
                  <a:pt x="468371" y="88237"/>
                  <a:pt x="470562" y="82226"/>
                </a:cubicBezTo>
                <a:lnTo>
                  <a:pt x="488597" y="32707"/>
                </a:lnTo>
                <a:lnTo>
                  <a:pt x="502734" y="32707"/>
                </a:lnTo>
                <a:lnTo>
                  <a:pt x="472014" y="113863"/>
                </a:lnTo>
                <a:lnTo>
                  <a:pt x="459176" y="113863"/>
                </a:lnTo>
                <a:close/>
                <a:moveTo>
                  <a:pt x="514962" y="17729"/>
                </a:moveTo>
                <a:lnTo>
                  <a:pt x="514962" y="1834"/>
                </a:lnTo>
                <a:lnTo>
                  <a:pt x="528717" y="1834"/>
                </a:lnTo>
                <a:lnTo>
                  <a:pt x="528717" y="17729"/>
                </a:lnTo>
                <a:lnTo>
                  <a:pt x="514962" y="17729"/>
                </a:lnTo>
                <a:moveTo>
                  <a:pt x="514962" y="113863"/>
                </a:moveTo>
                <a:lnTo>
                  <a:pt x="514962" y="32707"/>
                </a:lnTo>
                <a:lnTo>
                  <a:pt x="528717" y="32707"/>
                </a:lnTo>
                <a:lnTo>
                  <a:pt x="528717" y="113863"/>
                </a:lnTo>
                <a:lnTo>
                  <a:pt x="514962" y="113863"/>
                </a:lnTo>
                <a:close/>
                <a:moveTo>
                  <a:pt x="602281" y="113863"/>
                </a:moveTo>
                <a:lnTo>
                  <a:pt x="602281" y="103623"/>
                </a:lnTo>
                <a:cubicBezTo>
                  <a:pt x="597135" y="111672"/>
                  <a:pt x="589570" y="115697"/>
                  <a:pt x="579585" y="115697"/>
                </a:cubicBezTo>
                <a:cubicBezTo>
                  <a:pt x="573115" y="115697"/>
                  <a:pt x="567167" y="113913"/>
                  <a:pt x="561741" y="110347"/>
                </a:cubicBezTo>
                <a:cubicBezTo>
                  <a:pt x="556316" y="106781"/>
                  <a:pt x="552113" y="101801"/>
                  <a:pt x="549132" y="95408"/>
                </a:cubicBezTo>
                <a:cubicBezTo>
                  <a:pt x="546152" y="89014"/>
                  <a:pt x="544662" y="81665"/>
                  <a:pt x="544662" y="73361"/>
                </a:cubicBezTo>
                <a:cubicBezTo>
                  <a:pt x="544662" y="65261"/>
                  <a:pt x="546012" y="57912"/>
                  <a:pt x="548712" y="51315"/>
                </a:cubicBezTo>
                <a:cubicBezTo>
                  <a:pt x="551412" y="44717"/>
                  <a:pt x="555462" y="39661"/>
                  <a:pt x="560862" y="36146"/>
                </a:cubicBezTo>
                <a:cubicBezTo>
                  <a:pt x="566263" y="32630"/>
                  <a:pt x="572300" y="30873"/>
                  <a:pt x="578973" y="30873"/>
                </a:cubicBezTo>
                <a:cubicBezTo>
                  <a:pt x="583864" y="30873"/>
                  <a:pt x="588220" y="31904"/>
                  <a:pt x="592041" y="33968"/>
                </a:cubicBezTo>
                <a:cubicBezTo>
                  <a:pt x="595862" y="36031"/>
                  <a:pt x="598969" y="38718"/>
                  <a:pt x="601364" y="42030"/>
                </a:cubicBezTo>
                <a:lnTo>
                  <a:pt x="601364" y="1834"/>
                </a:lnTo>
                <a:lnTo>
                  <a:pt x="615043" y="1834"/>
                </a:lnTo>
                <a:lnTo>
                  <a:pt x="615043" y="113863"/>
                </a:lnTo>
                <a:lnTo>
                  <a:pt x="602281" y="113863"/>
                </a:lnTo>
                <a:moveTo>
                  <a:pt x="558799" y="73323"/>
                </a:moveTo>
                <a:cubicBezTo>
                  <a:pt x="558799" y="83677"/>
                  <a:pt x="560990" y="91418"/>
                  <a:pt x="565371" y="96544"/>
                </a:cubicBezTo>
                <a:cubicBezTo>
                  <a:pt x="569752" y="101671"/>
                  <a:pt x="574923" y="104234"/>
                  <a:pt x="580884" y="104234"/>
                </a:cubicBezTo>
                <a:cubicBezTo>
                  <a:pt x="586895" y="104234"/>
                  <a:pt x="592003" y="101785"/>
                  <a:pt x="596206" y="96888"/>
                </a:cubicBezTo>
                <a:cubicBezTo>
                  <a:pt x="600409" y="91990"/>
                  <a:pt x="602510" y="84515"/>
                  <a:pt x="602510" y="74464"/>
                </a:cubicBezTo>
                <a:cubicBezTo>
                  <a:pt x="602510" y="63400"/>
                  <a:pt x="600370" y="55279"/>
                  <a:pt x="596091" y="50101"/>
                </a:cubicBezTo>
                <a:cubicBezTo>
                  <a:pt x="591812" y="44924"/>
                  <a:pt x="586539" y="42335"/>
                  <a:pt x="580272" y="42335"/>
                </a:cubicBezTo>
                <a:cubicBezTo>
                  <a:pt x="574159" y="42335"/>
                  <a:pt x="569052" y="44823"/>
                  <a:pt x="564951" y="49798"/>
                </a:cubicBezTo>
                <a:cubicBezTo>
                  <a:pt x="560850" y="54772"/>
                  <a:pt x="558799" y="62613"/>
                  <a:pt x="558799" y="73323"/>
                </a:cubicBezTo>
                <a:close/>
                <a:moveTo>
                  <a:pt x="636722" y="17729"/>
                </a:moveTo>
                <a:lnTo>
                  <a:pt x="636722" y="1834"/>
                </a:lnTo>
                <a:lnTo>
                  <a:pt x="650477" y="1834"/>
                </a:lnTo>
                <a:lnTo>
                  <a:pt x="650477" y="17729"/>
                </a:lnTo>
                <a:lnTo>
                  <a:pt x="636722" y="17729"/>
                </a:lnTo>
                <a:moveTo>
                  <a:pt x="636722" y="113863"/>
                </a:moveTo>
                <a:lnTo>
                  <a:pt x="636722" y="32707"/>
                </a:lnTo>
                <a:lnTo>
                  <a:pt x="650477" y="32707"/>
                </a:lnTo>
                <a:lnTo>
                  <a:pt x="650477" y="113863"/>
                </a:lnTo>
                <a:lnTo>
                  <a:pt x="636722" y="113863"/>
                </a:lnTo>
                <a:close/>
                <a:moveTo>
                  <a:pt x="724347" y="103842"/>
                </a:moveTo>
                <a:cubicBezTo>
                  <a:pt x="719252" y="108176"/>
                  <a:pt x="714349" y="111235"/>
                  <a:pt x="709636" y="113020"/>
                </a:cubicBezTo>
                <a:cubicBezTo>
                  <a:pt x="704924" y="114804"/>
                  <a:pt x="699868" y="115697"/>
                  <a:pt x="694467" y="115697"/>
                </a:cubicBezTo>
                <a:cubicBezTo>
                  <a:pt x="685552" y="115697"/>
                  <a:pt x="678700" y="113517"/>
                  <a:pt x="673911" y="109158"/>
                </a:cubicBezTo>
                <a:cubicBezTo>
                  <a:pt x="669122" y="104799"/>
                  <a:pt x="666728" y="99229"/>
                  <a:pt x="666728" y="92449"/>
                </a:cubicBezTo>
                <a:cubicBezTo>
                  <a:pt x="666728" y="88474"/>
                  <a:pt x="667632" y="84842"/>
                  <a:pt x="669441" y="81555"/>
                </a:cubicBezTo>
                <a:cubicBezTo>
                  <a:pt x="671249" y="78265"/>
                  <a:pt x="673618" y="75627"/>
                  <a:pt x="676548" y="73638"/>
                </a:cubicBezTo>
                <a:cubicBezTo>
                  <a:pt x="679477" y="71650"/>
                  <a:pt x="682776" y="70146"/>
                  <a:pt x="686444" y="69127"/>
                </a:cubicBezTo>
                <a:cubicBezTo>
                  <a:pt x="689144" y="68412"/>
                  <a:pt x="693219" y="67724"/>
                  <a:pt x="698670" y="67061"/>
                </a:cubicBezTo>
                <a:cubicBezTo>
                  <a:pt x="709777" y="65746"/>
                  <a:pt x="717953" y="64178"/>
                  <a:pt x="723201" y="62357"/>
                </a:cubicBezTo>
                <a:cubicBezTo>
                  <a:pt x="723252" y="60480"/>
                  <a:pt x="723277" y="59287"/>
                  <a:pt x="723277" y="58780"/>
                </a:cubicBezTo>
                <a:cubicBezTo>
                  <a:pt x="723277" y="53196"/>
                  <a:pt x="721978" y="49263"/>
                  <a:pt x="719380" y="46980"/>
                </a:cubicBezTo>
                <a:cubicBezTo>
                  <a:pt x="715864" y="43884"/>
                  <a:pt x="710643" y="42335"/>
                  <a:pt x="703714" y="42335"/>
                </a:cubicBezTo>
                <a:cubicBezTo>
                  <a:pt x="697244" y="42335"/>
                  <a:pt x="692468" y="43469"/>
                  <a:pt x="689386" y="45736"/>
                </a:cubicBezTo>
                <a:cubicBezTo>
                  <a:pt x="686304" y="48003"/>
                  <a:pt x="684024" y="52015"/>
                  <a:pt x="682546" y="57772"/>
                </a:cubicBezTo>
                <a:lnTo>
                  <a:pt x="669097" y="55938"/>
                </a:lnTo>
                <a:cubicBezTo>
                  <a:pt x="670319" y="50164"/>
                  <a:pt x="672332" y="45500"/>
                  <a:pt x="675134" y="41949"/>
                </a:cubicBezTo>
                <a:cubicBezTo>
                  <a:pt x="677936" y="38397"/>
                  <a:pt x="681986" y="35663"/>
                  <a:pt x="687284" y="33748"/>
                </a:cubicBezTo>
                <a:cubicBezTo>
                  <a:pt x="692583" y="31831"/>
                  <a:pt x="698721" y="30873"/>
                  <a:pt x="705701" y="30873"/>
                </a:cubicBezTo>
                <a:cubicBezTo>
                  <a:pt x="712629" y="30873"/>
                  <a:pt x="718259" y="31688"/>
                  <a:pt x="722589" y="33318"/>
                </a:cubicBezTo>
                <a:cubicBezTo>
                  <a:pt x="726920" y="34948"/>
                  <a:pt x="730104" y="36999"/>
                  <a:pt x="732141" y="39470"/>
                </a:cubicBezTo>
                <a:cubicBezTo>
                  <a:pt x="734179" y="41941"/>
                  <a:pt x="735606" y="45061"/>
                  <a:pt x="736421" y="48831"/>
                </a:cubicBezTo>
                <a:cubicBezTo>
                  <a:pt x="736879" y="51174"/>
                  <a:pt x="737109" y="55403"/>
                  <a:pt x="737109" y="61516"/>
                </a:cubicBezTo>
                <a:lnTo>
                  <a:pt x="737109" y="79857"/>
                </a:lnTo>
                <a:cubicBezTo>
                  <a:pt x="737109" y="92644"/>
                  <a:pt x="737402" y="100731"/>
                  <a:pt x="737987" y="104119"/>
                </a:cubicBezTo>
                <a:cubicBezTo>
                  <a:pt x="738573" y="107507"/>
                  <a:pt x="739732" y="110755"/>
                  <a:pt x="741464" y="113863"/>
                </a:cubicBezTo>
                <a:lnTo>
                  <a:pt x="727098" y="113863"/>
                </a:lnTo>
                <a:cubicBezTo>
                  <a:pt x="725671" y="111006"/>
                  <a:pt x="724754" y="107666"/>
                  <a:pt x="724347" y="103842"/>
                </a:cubicBezTo>
                <a:moveTo>
                  <a:pt x="723201" y="73055"/>
                </a:moveTo>
                <a:cubicBezTo>
                  <a:pt x="718208" y="75111"/>
                  <a:pt x="710719" y="76857"/>
                  <a:pt x="700734" y="78295"/>
                </a:cubicBezTo>
                <a:cubicBezTo>
                  <a:pt x="695079" y="79113"/>
                  <a:pt x="691080" y="80034"/>
                  <a:pt x="688736" y="81058"/>
                </a:cubicBezTo>
                <a:cubicBezTo>
                  <a:pt x="686393" y="82080"/>
                  <a:pt x="684584" y="83576"/>
                  <a:pt x="683310" y="85547"/>
                </a:cubicBezTo>
                <a:cubicBezTo>
                  <a:pt x="682037" y="87517"/>
                  <a:pt x="681400" y="89703"/>
                  <a:pt x="681400" y="92107"/>
                </a:cubicBezTo>
                <a:cubicBezTo>
                  <a:pt x="681400" y="95790"/>
                  <a:pt x="682788" y="98859"/>
                  <a:pt x="685565" y="101316"/>
                </a:cubicBezTo>
                <a:cubicBezTo>
                  <a:pt x="688341" y="103771"/>
                  <a:pt x="692404" y="104998"/>
                  <a:pt x="697753" y="104998"/>
                </a:cubicBezTo>
                <a:cubicBezTo>
                  <a:pt x="703052" y="104998"/>
                  <a:pt x="707764" y="103833"/>
                  <a:pt x="711891" y="101504"/>
                </a:cubicBezTo>
                <a:cubicBezTo>
                  <a:pt x="716017" y="99175"/>
                  <a:pt x="719049" y="95989"/>
                  <a:pt x="720984" y="91945"/>
                </a:cubicBezTo>
                <a:cubicBezTo>
                  <a:pt x="722462" y="88821"/>
                  <a:pt x="723201" y="84214"/>
                  <a:pt x="723201" y="78123"/>
                </a:cubicBezTo>
                <a:lnTo>
                  <a:pt x="723201" y="73055"/>
                </a:lnTo>
                <a:close/>
                <a:moveTo>
                  <a:pt x="753056" y="80239"/>
                </a:moveTo>
                <a:lnTo>
                  <a:pt x="753056" y="66331"/>
                </a:lnTo>
                <a:lnTo>
                  <a:pt x="795315" y="66331"/>
                </a:lnTo>
                <a:lnTo>
                  <a:pt x="795315" y="80239"/>
                </a:lnTo>
                <a:lnTo>
                  <a:pt x="753056" y="80239"/>
                </a:lnTo>
                <a:close/>
                <a:moveTo>
                  <a:pt x="863708" y="113863"/>
                </a:moveTo>
                <a:lnTo>
                  <a:pt x="863708" y="101941"/>
                </a:lnTo>
                <a:cubicBezTo>
                  <a:pt x="857391" y="111111"/>
                  <a:pt x="848807" y="115697"/>
                  <a:pt x="837956" y="115697"/>
                </a:cubicBezTo>
                <a:cubicBezTo>
                  <a:pt x="833167" y="115697"/>
                  <a:pt x="828696" y="114780"/>
                  <a:pt x="824544" y="112946"/>
                </a:cubicBezTo>
                <a:cubicBezTo>
                  <a:pt x="820392" y="111111"/>
                  <a:pt x="817310" y="108806"/>
                  <a:pt x="815298" y="106030"/>
                </a:cubicBezTo>
                <a:cubicBezTo>
                  <a:pt x="813285" y="103253"/>
                  <a:pt x="811872" y="99853"/>
                  <a:pt x="811056" y="95828"/>
                </a:cubicBezTo>
                <a:cubicBezTo>
                  <a:pt x="810496" y="93128"/>
                  <a:pt x="810216" y="88848"/>
                  <a:pt x="810216" y="82990"/>
                </a:cubicBezTo>
                <a:lnTo>
                  <a:pt x="810216" y="32707"/>
                </a:lnTo>
                <a:lnTo>
                  <a:pt x="823971" y="32707"/>
                </a:lnTo>
                <a:lnTo>
                  <a:pt x="823971" y="77717"/>
                </a:lnTo>
                <a:cubicBezTo>
                  <a:pt x="823971" y="84900"/>
                  <a:pt x="824251" y="89740"/>
                  <a:pt x="824812" y="92236"/>
                </a:cubicBezTo>
                <a:cubicBezTo>
                  <a:pt x="825678" y="95853"/>
                  <a:pt x="827512" y="98694"/>
                  <a:pt x="830314" y="100757"/>
                </a:cubicBezTo>
                <a:cubicBezTo>
                  <a:pt x="833116" y="102820"/>
                  <a:pt x="836580" y="103852"/>
                  <a:pt x="840707" y="103852"/>
                </a:cubicBezTo>
                <a:cubicBezTo>
                  <a:pt x="844833" y="103852"/>
                  <a:pt x="848705" y="102795"/>
                  <a:pt x="852322" y="100680"/>
                </a:cubicBezTo>
                <a:cubicBezTo>
                  <a:pt x="855939" y="98566"/>
                  <a:pt x="858499" y="95688"/>
                  <a:pt x="860002" y="92045"/>
                </a:cubicBezTo>
                <a:cubicBezTo>
                  <a:pt x="861505" y="88403"/>
                  <a:pt x="862256" y="83117"/>
                  <a:pt x="862256" y="76189"/>
                </a:cubicBezTo>
                <a:lnTo>
                  <a:pt x="862256" y="32707"/>
                </a:lnTo>
                <a:lnTo>
                  <a:pt x="876012" y="32707"/>
                </a:lnTo>
                <a:lnTo>
                  <a:pt x="876012" y="113863"/>
                </a:lnTo>
                <a:lnTo>
                  <a:pt x="863708" y="113863"/>
                </a:lnTo>
                <a:close/>
                <a:moveTo>
                  <a:pt x="920081" y="113863"/>
                </a:moveTo>
                <a:lnTo>
                  <a:pt x="889208" y="32707"/>
                </a:lnTo>
                <a:lnTo>
                  <a:pt x="903728" y="32707"/>
                </a:lnTo>
                <a:lnTo>
                  <a:pt x="921151" y="81309"/>
                </a:lnTo>
                <a:cubicBezTo>
                  <a:pt x="923036" y="86556"/>
                  <a:pt x="924768" y="92007"/>
                  <a:pt x="926347" y="97662"/>
                </a:cubicBezTo>
                <a:cubicBezTo>
                  <a:pt x="927570" y="93383"/>
                  <a:pt x="929277" y="88237"/>
                  <a:pt x="931467" y="82226"/>
                </a:cubicBezTo>
                <a:lnTo>
                  <a:pt x="949502" y="32707"/>
                </a:lnTo>
                <a:lnTo>
                  <a:pt x="963639" y="32707"/>
                </a:lnTo>
                <a:lnTo>
                  <a:pt x="932919" y="113863"/>
                </a:lnTo>
                <a:lnTo>
                  <a:pt x="920081" y="113863"/>
                </a:lnTo>
                <a:close/>
                <a:moveTo>
                  <a:pt x="975789" y="113863"/>
                </a:moveTo>
                <a:lnTo>
                  <a:pt x="975789" y="32707"/>
                </a:lnTo>
                <a:lnTo>
                  <a:pt x="988093" y="32707"/>
                </a:lnTo>
                <a:lnTo>
                  <a:pt x="988093" y="44017"/>
                </a:lnTo>
                <a:cubicBezTo>
                  <a:pt x="990640" y="40065"/>
                  <a:pt x="994028" y="36887"/>
                  <a:pt x="998256" y="34481"/>
                </a:cubicBezTo>
                <a:cubicBezTo>
                  <a:pt x="1002485" y="32076"/>
                  <a:pt x="1007299" y="30873"/>
                  <a:pt x="1012699" y="30873"/>
                </a:cubicBezTo>
                <a:cubicBezTo>
                  <a:pt x="1018711" y="30873"/>
                  <a:pt x="1023640" y="32115"/>
                  <a:pt x="1027486" y="34598"/>
                </a:cubicBezTo>
                <a:cubicBezTo>
                  <a:pt x="1031332" y="37080"/>
                  <a:pt x="1034045" y="40551"/>
                  <a:pt x="1035624" y="45010"/>
                </a:cubicBezTo>
                <a:cubicBezTo>
                  <a:pt x="1042044" y="35585"/>
                  <a:pt x="1050399" y="30873"/>
                  <a:pt x="1060690" y="30873"/>
                </a:cubicBezTo>
                <a:cubicBezTo>
                  <a:pt x="1068739" y="30873"/>
                  <a:pt x="1074929" y="33102"/>
                  <a:pt x="1079259" y="37559"/>
                </a:cubicBezTo>
                <a:cubicBezTo>
                  <a:pt x="1083589" y="42017"/>
                  <a:pt x="1085755" y="48882"/>
                  <a:pt x="1085755" y="58154"/>
                </a:cubicBezTo>
                <a:lnTo>
                  <a:pt x="1085755" y="113863"/>
                </a:lnTo>
                <a:lnTo>
                  <a:pt x="1072076" y="113863"/>
                </a:lnTo>
                <a:lnTo>
                  <a:pt x="1072076" y="62684"/>
                </a:lnTo>
                <a:cubicBezTo>
                  <a:pt x="1072076" y="57176"/>
                  <a:pt x="1071630" y="53211"/>
                  <a:pt x="1070738" y="50789"/>
                </a:cubicBezTo>
                <a:cubicBezTo>
                  <a:pt x="1069847" y="48366"/>
                  <a:pt x="1068229" y="46415"/>
                  <a:pt x="1065886" y="44936"/>
                </a:cubicBezTo>
                <a:cubicBezTo>
                  <a:pt x="1063542" y="43457"/>
                  <a:pt x="1060791" y="42718"/>
                  <a:pt x="1057633" y="42718"/>
                </a:cubicBezTo>
                <a:cubicBezTo>
                  <a:pt x="1051927" y="42718"/>
                  <a:pt x="1047189" y="44618"/>
                  <a:pt x="1043419" y="48418"/>
                </a:cubicBezTo>
                <a:cubicBezTo>
                  <a:pt x="1039649" y="52216"/>
                  <a:pt x="1037764" y="58298"/>
                  <a:pt x="1037764" y="66663"/>
                </a:cubicBezTo>
                <a:lnTo>
                  <a:pt x="1037764" y="113863"/>
                </a:lnTo>
                <a:lnTo>
                  <a:pt x="1024009" y="113863"/>
                </a:lnTo>
                <a:lnTo>
                  <a:pt x="1024009" y="61077"/>
                </a:lnTo>
                <a:cubicBezTo>
                  <a:pt x="1024009" y="54957"/>
                  <a:pt x="1022888" y="50367"/>
                  <a:pt x="1020647" y="47307"/>
                </a:cubicBezTo>
                <a:cubicBezTo>
                  <a:pt x="1018405" y="44247"/>
                  <a:pt x="1014737" y="42718"/>
                  <a:pt x="1009642" y="42718"/>
                </a:cubicBezTo>
                <a:cubicBezTo>
                  <a:pt x="1005771" y="42718"/>
                  <a:pt x="1002192" y="43738"/>
                  <a:pt x="998906" y="45779"/>
                </a:cubicBezTo>
                <a:cubicBezTo>
                  <a:pt x="995620" y="47818"/>
                  <a:pt x="993238" y="50802"/>
                  <a:pt x="991761" y="54729"/>
                </a:cubicBezTo>
                <a:cubicBezTo>
                  <a:pt x="990283" y="58655"/>
                  <a:pt x="989545" y="64316"/>
                  <a:pt x="989545" y="71711"/>
                </a:cubicBezTo>
                <a:lnTo>
                  <a:pt x="989545" y="113863"/>
                </a:lnTo>
                <a:lnTo>
                  <a:pt x="975789" y="113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BF6D40-9DAD-44D8-ADBA-19E93ABF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3900945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60"/>
                  <a:pt x="1453858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6"/>
                  <a:pt x="11584" y="251768"/>
                </a:cubicBezTo>
                <a:cubicBezTo>
                  <a:pt x="7875" y="248060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B4149C-6271-430A-A2D6-5342B391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3900945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60"/>
                  <a:pt x="1453858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6"/>
                  <a:pt x="11584" y="251768"/>
                </a:cubicBezTo>
                <a:cubicBezTo>
                  <a:pt x="7875" y="248060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22" name="Text /dev/zero">
            <a:extLst xmlns:a="http://schemas.openxmlformats.org/drawingml/2006/main">
              <a:ext uri="{FF2B5EF4-FFF2-40B4-BE49-F238E27FC236}">
                <a16:creationId xmlns:a16="http://schemas.microsoft.com/office/drawing/2014/main" id="{E391500D-40B0-46F6-A844-CCA2520C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3381" y="3964216"/>
            <a:ext cx="637916" cy="115697"/>
          </a:xfrm>
          <a:custGeom xmlns:a="http://schemas.openxmlformats.org/drawingml/2006/main">
            <a:pathLst>
              <a:path w="637916" h="115697">
                <a:moveTo>
                  <a:pt x="0" y="115697"/>
                </a:moveTo>
                <a:lnTo>
                  <a:pt x="32478" y="0"/>
                </a:lnTo>
                <a:lnTo>
                  <a:pt x="43482" y="0"/>
                </a:lnTo>
                <a:lnTo>
                  <a:pt x="11081" y="115697"/>
                </a:lnTo>
                <a:lnTo>
                  <a:pt x="0" y="115697"/>
                </a:lnTo>
                <a:close/>
                <a:moveTo>
                  <a:pt x="106477" y="113863"/>
                </a:moveTo>
                <a:lnTo>
                  <a:pt x="106477" y="103623"/>
                </a:lnTo>
                <a:cubicBezTo>
                  <a:pt x="101331" y="111672"/>
                  <a:pt x="93766" y="115697"/>
                  <a:pt x="83780" y="115697"/>
                </a:cubicBezTo>
                <a:cubicBezTo>
                  <a:pt x="77310" y="115697"/>
                  <a:pt x="71363" y="113913"/>
                  <a:pt x="65937" y="110347"/>
                </a:cubicBezTo>
                <a:cubicBezTo>
                  <a:pt x="60511" y="106781"/>
                  <a:pt x="56308" y="101801"/>
                  <a:pt x="53328" y="95408"/>
                </a:cubicBezTo>
                <a:cubicBezTo>
                  <a:pt x="50348" y="89014"/>
                  <a:pt x="48858" y="81665"/>
                  <a:pt x="48858" y="73361"/>
                </a:cubicBezTo>
                <a:cubicBezTo>
                  <a:pt x="48858" y="65261"/>
                  <a:pt x="50208" y="57912"/>
                  <a:pt x="52908" y="51315"/>
                </a:cubicBezTo>
                <a:cubicBezTo>
                  <a:pt x="55608" y="44717"/>
                  <a:pt x="59658" y="39661"/>
                  <a:pt x="65058" y="36146"/>
                </a:cubicBezTo>
                <a:cubicBezTo>
                  <a:pt x="70458" y="32630"/>
                  <a:pt x="76495" y="30873"/>
                  <a:pt x="83169" y="30873"/>
                </a:cubicBezTo>
                <a:cubicBezTo>
                  <a:pt x="88060" y="30873"/>
                  <a:pt x="92416" y="31904"/>
                  <a:pt x="96237" y="33968"/>
                </a:cubicBezTo>
                <a:cubicBezTo>
                  <a:pt x="100057" y="36031"/>
                  <a:pt x="103165" y="38718"/>
                  <a:pt x="105560" y="42030"/>
                </a:cubicBezTo>
                <a:lnTo>
                  <a:pt x="105560" y="1834"/>
                </a:lnTo>
                <a:lnTo>
                  <a:pt x="119238" y="1834"/>
                </a:lnTo>
                <a:lnTo>
                  <a:pt x="119238" y="113863"/>
                </a:lnTo>
                <a:lnTo>
                  <a:pt x="106477" y="113863"/>
                </a:lnTo>
                <a:moveTo>
                  <a:pt x="62995" y="73323"/>
                </a:moveTo>
                <a:cubicBezTo>
                  <a:pt x="62995" y="83677"/>
                  <a:pt x="65185" y="91418"/>
                  <a:pt x="69567" y="96544"/>
                </a:cubicBezTo>
                <a:cubicBezTo>
                  <a:pt x="73948" y="101671"/>
                  <a:pt x="79119" y="104234"/>
                  <a:pt x="85080" y="104234"/>
                </a:cubicBezTo>
                <a:cubicBezTo>
                  <a:pt x="91091" y="104234"/>
                  <a:pt x="96198" y="101785"/>
                  <a:pt x="100401" y="96888"/>
                </a:cubicBezTo>
                <a:cubicBezTo>
                  <a:pt x="104604" y="91990"/>
                  <a:pt x="106706" y="84515"/>
                  <a:pt x="106706" y="74464"/>
                </a:cubicBezTo>
                <a:cubicBezTo>
                  <a:pt x="106706" y="63400"/>
                  <a:pt x="104566" y="55279"/>
                  <a:pt x="100287" y="50101"/>
                </a:cubicBezTo>
                <a:cubicBezTo>
                  <a:pt x="96007" y="44924"/>
                  <a:pt x="90734" y="42335"/>
                  <a:pt x="84468" y="42335"/>
                </a:cubicBezTo>
                <a:cubicBezTo>
                  <a:pt x="78355" y="42335"/>
                  <a:pt x="73248" y="44823"/>
                  <a:pt x="69146" y="49798"/>
                </a:cubicBezTo>
                <a:cubicBezTo>
                  <a:pt x="65045" y="54772"/>
                  <a:pt x="62995" y="62613"/>
                  <a:pt x="62995" y="73323"/>
                </a:cubicBezTo>
                <a:close/>
                <a:moveTo>
                  <a:pt x="196396" y="87728"/>
                </a:moveTo>
                <a:lnTo>
                  <a:pt x="210610" y="89485"/>
                </a:lnTo>
                <a:cubicBezTo>
                  <a:pt x="208369" y="97789"/>
                  <a:pt x="204217" y="104234"/>
                  <a:pt x="198154" y="108819"/>
                </a:cubicBezTo>
                <a:cubicBezTo>
                  <a:pt x="192092" y="113404"/>
                  <a:pt x="184348" y="115697"/>
                  <a:pt x="174923" y="115697"/>
                </a:cubicBezTo>
                <a:cubicBezTo>
                  <a:pt x="163053" y="115697"/>
                  <a:pt x="153641" y="112041"/>
                  <a:pt x="146687" y="104731"/>
                </a:cubicBezTo>
                <a:cubicBezTo>
                  <a:pt x="139733" y="97420"/>
                  <a:pt x="136256" y="87167"/>
                  <a:pt x="136256" y="73972"/>
                </a:cubicBezTo>
                <a:cubicBezTo>
                  <a:pt x="136256" y="60319"/>
                  <a:pt x="139771" y="49723"/>
                  <a:pt x="146801" y="42183"/>
                </a:cubicBezTo>
                <a:cubicBezTo>
                  <a:pt x="153832" y="34643"/>
                  <a:pt x="162951" y="30873"/>
                  <a:pt x="174159" y="30873"/>
                </a:cubicBezTo>
                <a:cubicBezTo>
                  <a:pt x="185010" y="30873"/>
                  <a:pt x="193875" y="34561"/>
                  <a:pt x="200752" y="41937"/>
                </a:cubicBezTo>
                <a:cubicBezTo>
                  <a:pt x="207630" y="49311"/>
                  <a:pt x="211069" y="59686"/>
                  <a:pt x="211069" y="73063"/>
                </a:cubicBezTo>
                <a:cubicBezTo>
                  <a:pt x="211069" y="73876"/>
                  <a:pt x="211043" y="75096"/>
                  <a:pt x="210992" y="76723"/>
                </a:cubicBezTo>
                <a:lnTo>
                  <a:pt x="150469" y="76723"/>
                </a:lnTo>
                <a:cubicBezTo>
                  <a:pt x="150979" y="85613"/>
                  <a:pt x="153501" y="92421"/>
                  <a:pt x="158035" y="97146"/>
                </a:cubicBezTo>
                <a:cubicBezTo>
                  <a:pt x="162569" y="101871"/>
                  <a:pt x="168224" y="104234"/>
                  <a:pt x="174999" y="104234"/>
                </a:cubicBezTo>
                <a:cubicBezTo>
                  <a:pt x="180043" y="104234"/>
                  <a:pt x="184348" y="102922"/>
                  <a:pt x="187914" y="100298"/>
                </a:cubicBezTo>
                <a:cubicBezTo>
                  <a:pt x="191480" y="97673"/>
                  <a:pt x="194308" y="93483"/>
                  <a:pt x="196396" y="87728"/>
                </a:cubicBezTo>
                <a:moveTo>
                  <a:pt x="151234" y="65261"/>
                </a:moveTo>
                <a:lnTo>
                  <a:pt x="196549" y="65261"/>
                </a:lnTo>
                <a:cubicBezTo>
                  <a:pt x="195938" y="58546"/>
                  <a:pt x="194206" y="53509"/>
                  <a:pt x="191353" y="50152"/>
                </a:cubicBezTo>
                <a:cubicBezTo>
                  <a:pt x="186972" y="44941"/>
                  <a:pt x="181291" y="42335"/>
                  <a:pt x="174312" y="42335"/>
                </a:cubicBezTo>
                <a:cubicBezTo>
                  <a:pt x="167995" y="42335"/>
                  <a:pt x="162683" y="44415"/>
                  <a:pt x="158379" y="48575"/>
                </a:cubicBezTo>
                <a:cubicBezTo>
                  <a:pt x="154074" y="52734"/>
                  <a:pt x="151692" y="58296"/>
                  <a:pt x="151234" y="65261"/>
                </a:cubicBezTo>
                <a:close/>
                <a:moveTo>
                  <a:pt x="250401" y="113863"/>
                </a:moveTo>
                <a:lnTo>
                  <a:pt x="219528" y="32707"/>
                </a:lnTo>
                <a:lnTo>
                  <a:pt x="234047" y="32707"/>
                </a:lnTo>
                <a:lnTo>
                  <a:pt x="251470" y="81309"/>
                </a:lnTo>
                <a:cubicBezTo>
                  <a:pt x="253355" y="86556"/>
                  <a:pt x="255088" y="92007"/>
                  <a:pt x="256667" y="97662"/>
                </a:cubicBezTo>
                <a:cubicBezTo>
                  <a:pt x="257889" y="93383"/>
                  <a:pt x="259596" y="88237"/>
                  <a:pt x="261787" y="82226"/>
                </a:cubicBezTo>
                <a:lnTo>
                  <a:pt x="279821" y="32707"/>
                </a:lnTo>
                <a:lnTo>
                  <a:pt x="293959" y="32707"/>
                </a:lnTo>
                <a:lnTo>
                  <a:pt x="263239" y="113863"/>
                </a:lnTo>
                <a:lnTo>
                  <a:pt x="250401" y="113863"/>
                </a:lnTo>
                <a:close/>
                <a:moveTo>
                  <a:pt x="295792" y="115697"/>
                </a:moveTo>
                <a:lnTo>
                  <a:pt x="328270" y="0"/>
                </a:lnTo>
                <a:lnTo>
                  <a:pt x="339274" y="0"/>
                </a:lnTo>
                <a:lnTo>
                  <a:pt x="306873" y="115697"/>
                </a:lnTo>
                <a:lnTo>
                  <a:pt x="295792" y="115697"/>
                </a:lnTo>
                <a:close/>
                <a:moveTo>
                  <a:pt x="342357" y="113863"/>
                </a:moveTo>
                <a:lnTo>
                  <a:pt x="342357" y="102706"/>
                </a:lnTo>
                <a:lnTo>
                  <a:pt x="394016" y="43405"/>
                </a:lnTo>
                <a:cubicBezTo>
                  <a:pt x="388157" y="43711"/>
                  <a:pt x="382986" y="43864"/>
                  <a:pt x="378503" y="43864"/>
                </a:cubicBezTo>
                <a:lnTo>
                  <a:pt x="345414" y="43864"/>
                </a:lnTo>
                <a:lnTo>
                  <a:pt x="345414" y="32707"/>
                </a:lnTo>
                <a:lnTo>
                  <a:pt x="411744" y="32707"/>
                </a:lnTo>
                <a:lnTo>
                  <a:pt x="411744" y="41801"/>
                </a:lnTo>
                <a:lnTo>
                  <a:pt x="367804" y="93306"/>
                </a:lnTo>
                <a:lnTo>
                  <a:pt x="359322" y="102706"/>
                </a:lnTo>
                <a:cubicBezTo>
                  <a:pt x="365486" y="102247"/>
                  <a:pt x="371269" y="102018"/>
                  <a:pt x="376669" y="102018"/>
                </a:cubicBezTo>
                <a:lnTo>
                  <a:pt x="414190" y="102018"/>
                </a:lnTo>
                <a:lnTo>
                  <a:pt x="414190" y="113863"/>
                </a:lnTo>
                <a:lnTo>
                  <a:pt x="342357" y="113863"/>
                </a:lnTo>
                <a:close/>
                <a:moveTo>
                  <a:pt x="483424" y="87728"/>
                </a:moveTo>
                <a:lnTo>
                  <a:pt x="497638" y="89485"/>
                </a:lnTo>
                <a:cubicBezTo>
                  <a:pt x="495396" y="97789"/>
                  <a:pt x="491244" y="104234"/>
                  <a:pt x="485182" y="108819"/>
                </a:cubicBezTo>
                <a:cubicBezTo>
                  <a:pt x="479119" y="113404"/>
                  <a:pt x="471376" y="115697"/>
                  <a:pt x="461951" y="115697"/>
                </a:cubicBezTo>
                <a:cubicBezTo>
                  <a:pt x="450080" y="115697"/>
                  <a:pt x="440668" y="112041"/>
                  <a:pt x="433714" y="104731"/>
                </a:cubicBezTo>
                <a:cubicBezTo>
                  <a:pt x="426760" y="97420"/>
                  <a:pt x="423283" y="87167"/>
                  <a:pt x="423283" y="73972"/>
                </a:cubicBezTo>
                <a:cubicBezTo>
                  <a:pt x="423283" y="60319"/>
                  <a:pt x="426798" y="49723"/>
                  <a:pt x="433829" y="42183"/>
                </a:cubicBezTo>
                <a:cubicBezTo>
                  <a:pt x="440859" y="34643"/>
                  <a:pt x="449979" y="30873"/>
                  <a:pt x="461186" y="30873"/>
                </a:cubicBezTo>
                <a:cubicBezTo>
                  <a:pt x="472038" y="30873"/>
                  <a:pt x="480902" y="34561"/>
                  <a:pt x="487780" y="41937"/>
                </a:cubicBezTo>
                <a:cubicBezTo>
                  <a:pt x="494657" y="49311"/>
                  <a:pt x="498096" y="59686"/>
                  <a:pt x="498096" y="73063"/>
                </a:cubicBezTo>
                <a:cubicBezTo>
                  <a:pt x="498096" y="73876"/>
                  <a:pt x="498071" y="75096"/>
                  <a:pt x="498020" y="76723"/>
                </a:cubicBezTo>
                <a:lnTo>
                  <a:pt x="437497" y="76723"/>
                </a:lnTo>
                <a:cubicBezTo>
                  <a:pt x="438006" y="85613"/>
                  <a:pt x="440528" y="92421"/>
                  <a:pt x="445062" y="97146"/>
                </a:cubicBezTo>
                <a:cubicBezTo>
                  <a:pt x="449596" y="101871"/>
                  <a:pt x="455251" y="104234"/>
                  <a:pt x="462027" y="104234"/>
                </a:cubicBezTo>
                <a:cubicBezTo>
                  <a:pt x="467071" y="104234"/>
                  <a:pt x="471376" y="102922"/>
                  <a:pt x="474942" y="100298"/>
                </a:cubicBezTo>
                <a:cubicBezTo>
                  <a:pt x="478508" y="97673"/>
                  <a:pt x="481335" y="93483"/>
                  <a:pt x="483424" y="87728"/>
                </a:cubicBezTo>
                <a:moveTo>
                  <a:pt x="438261" y="65261"/>
                </a:moveTo>
                <a:lnTo>
                  <a:pt x="483577" y="65261"/>
                </a:lnTo>
                <a:cubicBezTo>
                  <a:pt x="482966" y="58546"/>
                  <a:pt x="481233" y="53509"/>
                  <a:pt x="478380" y="50152"/>
                </a:cubicBezTo>
                <a:cubicBezTo>
                  <a:pt x="473999" y="44941"/>
                  <a:pt x="468319" y="42335"/>
                  <a:pt x="461339" y="42335"/>
                </a:cubicBezTo>
                <a:cubicBezTo>
                  <a:pt x="455022" y="42335"/>
                  <a:pt x="449711" y="44415"/>
                  <a:pt x="445406" y="48575"/>
                </a:cubicBezTo>
                <a:cubicBezTo>
                  <a:pt x="441101" y="52734"/>
                  <a:pt x="438720" y="58296"/>
                  <a:pt x="438261" y="65261"/>
                </a:cubicBezTo>
                <a:close/>
                <a:moveTo>
                  <a:pt x="514732" y="113863"/>
                </a:moveTo>
                <a:lnTo>
                  <a:pt x="514732" y="32707"/>
                </a:lnTo>
                <a:lnTo>
                  <a:pt x="527112" y="32707"/>
                </a:lnTo>
                <a:lnTo>
                  <a:pt x="527112" y="44934"/>
                </a:lnTo>
                <a:cubicBezTo>
                  <a:pt x="530270" y="39209"/>
                  <a:pt x="533187" y="35434"/>
                  <a:pt x="535862" y="33610"/>
                </a:cubicBezTo>
                <a:cubicBezTo>
                  <a:pt x="538536" y="31785"/>
                  <a:pt x="541478" y="30873"/>
                  <a:pt x="544688" y="30873"/>
                </a:cubicBezTo>
                <a:cubicBezTo>
                  <a:pt x="549324" y="30873"/>
                  <a:pt x="554036" y="32344"/>
                  <a:pt x="558825" y="35286"/>
                </a:cubicBezTo>
                <a:lnTo>
                  <a:pt x="554087" y="47990"/>
                </a:lnTo>
                <a:cubicBezTo>
                  <a:pt x="550725" y="46004"/>
                  <a:pt x="547362" y="45010"/>
                  <a:pt x="544000" y="45010"/>
                </a:cubicBezTo>
                <a:cubicBezTo>
                  <a:pt x="540994" y="45010"/>
                  <a:pt x="538294" y="45916"/>
                  <a:pt x="535900" y="47728"/>
                </a:cubicBezTo>
                <a:cubicBezTo>
                  <a:pt x="533505" y="49538"/>
                  <a:pt x="531799" y="52049"/>
                  <a:pt x="530780" y="55262"/>
                </a:cubicBezTo>
                <a:cubicBezTo>
                  <a:pt x="529251" y="60158"/>
                  <a:pt x="528487" y="65512"/>
                  <a:pt x="528487" y="71326"/>
                </a:cubicBezTo>
                <a:lnTo>
                  <a:pt x="528487" y="113863"/>
                </a:lnTo>
                <a:lnTo>
                  <a:pt x="514732" y="113863"/>
                </a:lnTo>
                <a:close/>
                <a:moveTo>
                  <a:pt x="561881" y="73285"/>
                </a:moveTo>
                <a:cubicBezTo>
                  <a:pt x="561881" y="58256"/>
                  <a:pt x="566058" y="47124"/>
                  <a:pt x="574413" y="39890"/>
                </a:cubicBezTo>
                <a:cubicBezTo>
                  <a:pt x="581393" y="33879"/>
                  <a:pt x="589900" y="30873"/>
                  <a:pt x="599937" y="30873"/>
                </a:cubicBezTo>
                <a:cubicBezTo>
                  <a:pt x="611094" y="30873"/>
                  <a:pt x="620213" y="34528"/>
                  <a:pt x="627294" y="41839"/>
                </a:cubicBezTo>
                <a:cubicBezTo>
                  <a:pt x="634376" y="49149"/>
                  <a:pt x="637916" y="59249"/>
                  <a:pt x="637916" y="72138"/>
                </a:cubicBezTo>
                <a:cubicBezTo>
                  <a:pt x="637916" y="82582"/>
                  <a:pt x="636350" y="90797"/>
                  <a:pt x="633217" y="96783"/>
                </a:cubicBezTo>
                <a:cubicBezTo>
                  <a:pt x="630083" y="102769"/>
                  <a:pt x="625524" y="107418"/>
                  <a:pt x="619538" y="110729"/>
                </a:cubicBezTo>
                <a:cubicBezTo>
                  <a:pt x="613552" y="114041"/>
                  <a:pt x="607018" y="115697"/>
                  <a:pt x="599937" y="115697"/>
                </a:cubicBezTo>
                <a:cubicBezTo>
                  <a:pt x="588576" y="115697"/>
                  <a:pt x="579393" y="112054"/>
                  <a:pt x="572388" y="104769"/>
                </a:cubicBezTo>
                <a:cubicBezTo>
                  <a:pt x="565383" y="97484"/>
                  <a:pt x="561881" y="86989"/>
                  <a:pt x="561881" y="73285"/>
                </a:cubicBezTo>
                <a:moveTo>
                  <a:pt x="576018" y="73246"/>
                </a:moveTo>
                <a:cubicBezTo>
                  <a:pt x="576018" y="83601"/>
                  <a:pt x="578285" y="91354"/>
                  <a:pt x="582819" y="96506"/>
                </a:cubicBezTo>
                <a:cubicBezTo>
                  <a:pt x="587353" y="101658"/>
                  <a:pt x="593059" y="104234"/>
                  <a:pt x="599937" y="104234"/>
                </a:cubicBezTo>
                <a:cubicBezTo>
                  <a:pt x="606763" y="104234"/>
                  <a:pt x="612444" y="101645"/>
                  <a:pt x="616978" y="96468"/>
                </a:cubicBezTo>
                <a:cubicBezTo>
                  <a:pt x="621512" y="91291"/>
                  <a:pt x="623779" y="83398"/>
                  <a:pt x="623779" y="72790"/>
                </a:cubicBezTo>
                <a:cubicBezTo>
                  <a:pt x="623779" y="62791"/>
                  <a:pt x="621499" y="55215"/>
                  <a:pt x="616940" y="50063"/>
                </a:cubicBezTo>
                <a:cubicBezTo>
                  <a:pt x="612380" y="44911"/>
                  <a:pt x="606712" y="42335"/>
                  <a:pt x="599937" y="42335"/>
                </a:cubicBezTo>
                <a:cubicBezTo>
                  <a:pt x="593059" y="42335"/>
                  <a:pt x="587353" y="44899"/>
                  <a:pt x="582819" y="50025"/>
                </a:cubicBezTo>
                <a:cubicBezTo>
                  <a:pt x="578285" y="55151"/>
                  <a:pt x="576018" y="62892"/>
                  <a:pt x="576018" y="732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2EEDF-0A6A-4630-8B95-E1A2E073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4260050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1"/>
                </a:lnTo>
                <a:cubicBezTo>
                  <a:pt x="1465443" y="229046"/>
                  <a:pt x="1464439" y="234091"/>
                  <a:pt x="1462432" y="238937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7"/>
                  <a:pt x="11584" y="251768"/>
                </a:cubicBezTo>
                <a:cubicBezTo>
                  <a:pt x="7875" y="248059"/>
                  <a:pt x="5018" y="243782"/>
                  <a:pt x="3011" y="238937"/>
                </a:cubicBezTo>
                <a:cubicBezTo>
                  <a:pt x="1003" y="234091"/>
                  <a:pt x="0" y="229046"/>
                  <a:pt x="0" y="223801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4A8AF5-4C1A-47CA-BCBA-D5D574F5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4260050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1"/>
                </a:lnTo>
                <a:cubicBezTo>
                  <a:pt x="1465443" y="229046"/>
                  <a:pt x="1464439" y="234091"/>
                  <a:pt x="1462432" y="238937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7"/>
                  <a:pt x="11584" y="251768"/>
                </a:cubicBezTo>
                <a:cubicBezTo>
                  <a:pt x="7875" y="248059"/>
                  <a:pt x="5018" y="243782"/>
                  <a:pt x="3011" y="238937"/>
                </a:cubicBezTo>
                <a:cubicBezTo>
                  <a:pt x="1003" y="234091"/>
                  <a:pt x="0" y="229046"/>
                  <a:pt x="0" y="223801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25" name="Text globalstack↓">
            <a:extLst xmlns:a="http://schemas.openxmlformats.org/drawingml/2006/main">
              <a:ext uri="{FF2B5EF4-FFF2-40B4-BE49-F238E27FC236}">
                <a16:creationId xmlns:a16="http://schemas.microsoft.com/office/drawing/2014/main" id="{51B0E255-C664-4D7F-90E8-D70318B4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6145" y="4335968"/>
            <a:ext cx="931440" cy="145041"/>
          </a:xfrm>
          <a:custGeom xmlns:a="http://schemas.openxmlformats.org/drawingml/2006/main">
            <a:pathLst>
              <a:path w="931440" h="145041">
                <a:moveTo>
                  <a:pt x="2751" y="118753"/>
                </a:moveTo>
                <a:lnTo>
                  <a:pt x="16124" y="120740"/>
                </a:lnTo>
                <a:cubicBezTo>
                  <a:pt x="16685" y="124867"/>
                  <a:pt x="18238" y="127872"/>
                  <a:pt x="20786" y="129757"/>
                </a:cubicBezTo>
                <a:cubicBezTo>
                  <a:pt x="24199" y="132305"/>
                  <a:pt x="28860" y="133578"/>
                  <a:pt x="34770" y="133578"/>
                </a:cubicBezTo>
                <a:cubicBezTo>
                  <a:pt x="41138" y="133578"/>
                  <a:pt x="46054" y="132301"/>
                  <a:pt x="49519" y="129748"/>
                </a:cubicBezTo>
                <a:cubicBezTo>
                  <a:pt x="52983" y="127196"/>
                  <a:pt x="55326" y="123622"/>
                  <a:pt x="56549" y="119025"/>
                </a:cubicBezTo>
                <a:cubicBezTo>
                  <a:pt x="57262" y="116219"/>
                  <a:pt x="57594" y="110322"/>
                  <a:pt x="57543" y="101335"/>
                </a:cubicBezTo>
                <a:cubicBezTo>
                  <a:pt x="51531" y="108464"/>
                  <a:pt x="44042" y="112028"/>
                  <a:pt x="35076" y="112028"/>
                </a:cubicBezTo>
                <a:cubicBezTo>
                  <a:pt x="23919" y="112028"/>
                  <a:pt x="15284" y="108004"/>
                  <a:pt x="9170" y="99954"/>
                </a:cubicBezTo>
                <a:cubicBezTo>
                  <a:pt x="3057" y="91905"/>
                  <a:pt x="0" y="82251"/>
                  <a:pt x="0" y="70992"/>
                </a:cubicBezTo>
                <a:cubicBezTo>
                  <a:pt x="0" y="63248"/>
                  <a:pt x="1401" y="56103"/>
                  <a:pt x="4203" y="49557"/>
                </a:cubicBezTo>
                <a:cubicBezTo>
                  <a:pt x="7005" y="43010"/>
                  <a:pt x="11068" y="37954"/>
                  <a:pt x="16392" y="34388"/>
                </a:cubicBezTo>
                <a:cubicBezTo>
                  <a:pt x="21715" y="30822"/>
                  <a:pt x="27969" y="29039"/>
                  <a:pt x="35152" y="29039"/>
                </a:cubicBezTo>
                <a:cubicBezTo>
                  <a:pt x="44730" y="29039"/>
                  <a:pt x="52626" y="32936"/>
                  <a:pt x="58842" y="40731"/>
                </a:cubicBezTo>
                <a:lnTo>
                  <a:pt x="58842" y="30873"/>
                </a:lnTo>
                <a:lnTo>
                  <a:pt x="71527" y="30873"/>
                </a:lnTo>
                <a:lnTo>
                  <a:pt x="71527" y="101072"/>
                </a:lnTo>
                <a:cubicBezTo>
                  <a:pt x="71527" y="113714"/>
                  <a:pt x="70241" y="122674"/>
                  <a:pt x="67668" y="127950"/>
                </a:cubicBezTo>
                <a:cubicBezTo>
                  <a:pt x="65095" y="133226"/>
                  <a:pt x="61020" y="137393"/>
                  <a:pt x="55441" y="140451"/>
                </a:cubicBezTo>
                <a:cubicBezTo>
                  <a:pt x="49863" y="143511"/>
                  <a:pt x="42998" y="145041"/>
                  <a:pt x="34847" y="145041"/>
                </a:cubicBezTo>
                <a:cubicBezTo>
                  <a:pt x="25167" y="145041"/>
                  <a:pt x="17347" y="142857"/>
                  <a:pt x="11386" y="138488"/>
                </a:cubicBezTo>
                <a:cubicBezTo>
                  <a:pt x="5426" y="134120"/>
                  <a:pt x="2547" y="127541"/>
                  <a:pt x="2751" y="118753"/>
                </a:cubicBezTo>
                <a:moveTo>
                  <a:pt x="14137" y="70001"/>
                </a:moveTo>
                <a:cubicBezTo>
                  <a:pt x="14137" y="80622"/>
                  <a:pt x="16252" y="88371"/>
                  <a:pt x="20480" y="93249"/>
                </a:cubicBezTo>
                <a:cubicBezTo>
                  <a:pt x="24708" y="98127"/>
                  <a:pt x="30007" y="100566"/>
                  <a:pt x="36375" y="100566"/>
                </a:cubicBezTo>
                <a:cubicBezTo>
                  <a:pt x="42692" y="100566"/>
                  <a:pt x="47990" y="98140"/>
                  <a:pt x="52270" y="93287"/>
                </a:cubicBezTo>
                <a:cubicBezTo>
                  <a:pt x="56549" y="88434"/>
                  <a:pt x="58689" y="80825"/>
                  <a:pt x="58689" y="70457"/>
                </a:cubicBezTo>
                <a:cubicBezTo>
                  <a:pt x="58689" y="60548"/>
                  <a:pt x="56485" y="53079"/>
                  <a:pt x="52079" y="48048"/>
                </a:cubicBezTo>
                <a:cubicBezTo>
                  <a:pt x="47672" y="43017"/>
                  <a:pt x="42361" y="40501"/>
                  <a:pt x="36146" y="40501"/>
                </a:cubicBezTo>
                <a:cubicBezTo>
                  <a:pt x="30032" y="40501"/>
                  <a:pt x="24836" y="42979"/>
                  <a:pt x="20556" y="47933"/>
                </a:cubicBezTo>
                <a:cubicBezTo>
                  <a:pt x="16277" y="52887"/>
                  <a:pt x="14137" y="60243"/>
                  <a:pt x="14137" y="70001"/>
                </a:cubicBezTo>
                <a:close/>
                <a:moveTo>
                  <a:pt x="91983" y="112028"/>
                </a:moveTo>
                <a:lnTo>
                  <a:pt x="91983" y="0"/>
                </a:lnTo>
                <a:lnTo>
                  <a:pt x="105738" y="0"/>
                </a:lnTo>
                <a:lnTo>
                  <a:pt x="105738" y="112028"/>
                </a:lnTo>
                <a:lnTo>
                  <a:pt x="91983" y="112028"/>
                </a:lnTo>
                <a:close/>
                <a:moveTo>
                  <a:pt x="121912" y="71451"/>
                </a:moveTo>
                <a:cubicBezTo>
                  <a:pt x="121912" y="56422"/>
                  <a:pt x="126090" y="45290"/>
                  <a:pt x="134445" y="38056"/>
                </a:cubicBezTo>
                <a:cubicBezTo>
                  <a:pt x="141424" y="32045"/>
                  <a:pt x="149932" y="29039"/>
                  <a:pt x="159968" y="29039"/>
                </a:cubicBezTo>
                <a:cubicBezTo>
                  <a:pt x="171125" y="29039"/>
                  <a:pt x="180245" y="32694"/>
                  <a:pt x="187326" y="40005"/>
                </a:cubicBezTo>
                <a:cubicBezTo>
                  <a:pt x="194407" y="47315"/>
                  <a:pt x="197948" y="57415"/>
                  <a:pt x="197948" y="70304"/>
                </a:cubicBezTo>
                <a:cubicBezTo>
                  <a:pt x="197948" y="80748"/>
                  <a:pt x="196381" y="88963"/>
                  <a:pt x="193248" y="94949"/>
                </a:cubicBezTo>
                <a:cubicBezTo>
                  <a:pt x="190115" y="100935"/>
                  <a:pt x="185556" y="105584"/>
                  <a:pt x="179570" y="108895"/>
                </a:cubicBezTo>
                <a:cubicBezTo>
                  <a:pt x="173584" y="112207"/>
                  <a:pt x="167050" y="113863"/>
                  <a:pt x="159968" y="113863"/>
                </a:cubicBezTo>
                <a:cubicBezTo>
                  <a:pt x="148608" y="113863"/>
                  <a:pt x="139425" y="110220"/>
                  <a:pt x="132420" y="102935"/>
                </a:cubicBezTo>
                <a:cubicBezTo>
                  <a:pt x="125415" y="95650"/>
                  <a:pt x="121912" y="85155"/>
                  <a:pt x="121912" y="71451"/>
                </a:cubicBezTo>
                <a:moveTo>
                  <a:pt x="136050" y="71412"/>
                </a:moveTo>
                <a:cubicBezTo>
                  <a:pt x="136050" y="81767"/>
                  <a:pt x="138317" y="89520"/>
                  <a:pt x="142851" y="94672"/>
                </a:cubicBezTo>
                <a:cubicBezTo>
                  <a:pt x="147385" y="99824"/>
                  <a:pt x="153091" y="102400"/>
                  <a:pt x="159968" y="102400"/>
                </a:cubicBezTo>
                <a:cubicBezTo>
                  <a:pt x="166795" y="102400"/>
                  <a:pt x="172475" y="99811"/>
                  <a:pt x="177010" y="94634"/>
                </a:cubicBezTo>
                <a:cubicBezTo>
                  <a:pt x="181544" y="89457"/>
                  <a:pt x="183811" y="81564"/>
                  <a:pt x="183811" y="70956"/>
                </a:cubicBezTo>
                <a:cubicBezTo>
                  <a:pt x="183811" y="60957"/>
                  <a:pt x="181531" y="53381"/>
                  <a:pt x="176971" y="48229"/>
                </a:cubicBezTo>
                <a:cubicBezTo>
                  <a:pt x="172412" y="43077"/>
                  <a:pt x="166744" y="40501"/>
                  <a:pt x="159968" y="40501"/>
                </a:cubicBezTo>
                <a:cubicBezTo>
                  <a:pt x="153091" y="40501"/>
                  <a:pt x="147385" y="43065"/>
                  <a:pt x="142851" y="48191"/>
                </a:cubicBezTo>
                <a:cubicBezTo>
                  <a:pt x="138317" y="53317"/>
                  <a:pt x="136050" y="61058"/>
                  <a:pt x="136050" y="71412"/>
                </a:cubicBezTo>
                <a:close/>
                <a:moveTo>
                  <a:pt x="226734" y="112028"/>
                </a:moveTo>
                <a:lnTo>
                  <a:pt x="213972" y="112028"/>
                </a:lnTo>
                <a:lnTo>
                  <a:pt x="213972" y="0"/>
                </a:lnTo>
                <a:lnTo>
                  <a:pt x="227727" y="0"/>
                </a:lnTo>
                <a:lnTo>
                  <a:pt x="227727" y="40115"/>
                </a:lnTo>
                <a:cubicBezTo>
                  <a:pt x="233535" y="32731"/>
                  <a:pt x="240947" y="29039"/>
                  <a:pt x="249965" y="29039"/>
                </a:cubicBezTo>
                <a:cubicBezTo>
                  <a:pt x="254957" y="29039"/>
                  <a:pt x="259683" y="30045"/>
                  <a:pt x="264140" y="32057"/>
                </a:cubicBezTo>
                <a:cubicBezTo>
                  <a:pt x="268598" y="34070"/>
                  <a:pt x="272266" y="36897"/>
                  <a:pt x="275144" y="40540"/>
                </a:cubicBezTo>
                <a:cubicBezTo>
                  <a:pt x="278023" y="44182"/>
                  <a:pt x="280277" y="48576"/>
                  <a:pt x="281907" y="53722"/>
                </a:cubicBezTo>
                <a:cubicBezTo>
                  <a:pt x="283538" y="58867"/>
                  <a:pt x="284353" y="64369"/>
                  <a:pt x="284353" y="70228"/>
                </a:cubicBezTo>
                <a:cubicBezTo>
                  <a:pt x="284353" y="84136"/>
                  <a:pt x="280914" y="94885"/>
                  <a:pt x="274036" y="102476"/>
                </a:cubicBezTo>
                <a:cubicBezTo>
                  <a:pt x="267159" y="110067"/>
                  <a:pt x="258906" y="113863"/>
                  <a:pt x="249277" y="113863"/>
                </a:cubicBezTo>
                <a:cubicBezTo>
                  <a:pt x="239699" y="113863"/>
                  <a:pt x="232185" y="109812"/>
                  <a:pt x="226734" y="101712"/>
                </a:cubicBezTo>
                <a:lnTo>
                  <a:pt x="226734" y="112028"/>
                </a:lnTo>
                <a:moveTo>
                  <a:pt x="226581" y="70842"/>
                </a:moveTo>
                <a:cubicBezTo>
                  <a:pt x="226581" y="80524"/>
                  <a:pt x="227905" y="87521"/>
                  <a:pt x="230555" y="91830"/>
                </a:cubicBezTo>
                <a:cubicBezTo>
                  <a:pt x="234885" y="98877"/>
                  <a:pt x="240744" y="102400"/>
                  <a:pt x="248131" y="102400"/>
                </a:cubicBezTo>
                <a:cubicBezTo>
                  <a:pt x="254142" y="102400"/>
                  <a:pt x="259339" y="99802"/>
                  <a:pt x="263720" y="94605"/>
                </a:cubicBezTo>
                <a:cubicBezTo>
                  <a:pt x="268101" y="89409"/>
                  <a:pt x="270292" y="81665"/>
                  <a:pt x="270292" y="71374"/>
                </a:cubicBezTo>
                <a:cubicBezTo>
                  <a:pt x="270292" y="60830"/>
                  <a:pt x="268190" y="53049"/>
                  <a:pt x="263987" y="48031"/>
                </a:cubicBezTo>
                <a:cubicBezTo>
                  <a:pt x="259784" y="43011"/>
                  <a:pt x="254703" y="40501"/>
                  <a:pt x="248742" y="40501"/>
                </a:cubicBezTo>
                <a:cubicBezTo>
                  <a:pt x="242730" y="40501"/>
                  <a:pt x="237534" y="43100"/>
                  <a:pt x="233153" y="48296"/>
                </a:cubicBezTo>
                <a:cubicBezTo>
                  <a:pt x="228772" y="53492"/>
                  <a:pt x="226581" y="61008"/>
                  <a:pt x="226581" y="70842"/>
                </a:cubicBezTo>
                <a:close/>
                <a:moveTo>
                  <a:pt x="354022" y="102008"/>
                </a:moveTo>
                <a:cubicBezTo>
                  <a:pt x="348927" y="106342"/>
                  <a:pt x="344024" y="109401"/>
                  <a:pt x="339311" y="111186"/>
                </a:cubicBezTo>
                <a:cubicBezTo>
                  <a:pt x="334599" y="112970"/>
                  <a:pt x="329543" y="113863"/>
                  <a:pt x="324143" y="113863"/>
                </a:cubicBezTo>
                <a:cubicBezTo>
                  <a:pt x="315227" y="113863"/>
                  <a:pt x="308375" y="111683"/>
                  <a:pt x="303586" y="107324"/>
                </a:cubicBezTo>
                <a:cubicBezTo>
                  <a:pt x="298797" y="102965"/>
                  <a:pt x="296403" y="97395"/>
                  <a:pt x="296403" y="90615"/>
                </a:cubicBezTo>
                <a:cubicBezTo>
                  <a:pt x="296403" y="86639"/>
                  <a:pt x="297307" y="83008"/>
                  <a:pt x="299116" y="79720"/>
                </a:cubicBezTo>
                <a:cubicBezTo>
                  <a:pt x="300924" y="76431"/>
                  <a:pt x="303293" y="73793"/>
                  <a:pt x="306223" y="71804"/>
                </a:cubicBezTo>
                <a:cubicBezTo>
                  <a:pt x="309152" y="69816"/>
                  <a:pt x="312451" y="68312"/>
                  <a:pt x="316119" y="67293"/>
                </a:cubicBezTo>
                <a:cubicBezTo>
                  <a:pt x="318819" y="66578"/>
                  <a:pt x="322894" y="65890"/>
                  <a:pt x="328346" y="65227"/>
                </a:cubicBezTo>
                <a:cubicBezTo>
                  <a:pt x="339452" y="63912"/>
                  <a:pt x="347628" y="62344"/>
                  <a:pt x="352876" y="60523"/>
                </a:cubicBezTo>
                <a:cubicBezTo>
                  <a:pt x="352927" y="58646"/>
                  <a:pt x="352952" y="57453"/>
                  <a:pt x="352952" y="56946"/>
                </a:cubicBezTo>
                <a:cubicBezTo>
                  <a:pt x="352952" y="51362"/>
                  <a:pt x="351653" y="47429"/>
                  <a:pt x="349055" y="45146"/>
                </a:cubicBezTo>
                <a:cubicBezTo>
                  <a:pt x="345540" y="42050"/>
                  <a:pt x="340318" y="40501"/>
                  <a:pt x="333389" y="40501"/>
                </a:cubicBezTo>
                <a:cubicBezTo>
                  <a:pt x="326919" y="40501"/>
                  <a:pt x="322143" y="41635"/>
                  <a:pt x="319061" y="43902"/>
                </a:cubicBezTo>
                <a:cubicBezTo>
                  <a:pt x="315979" y="46169"/>
                  <a:pt x="313699" y="50181"/>
                  <a:pt x="312221" y="55938"/>
                </a:cubicBezTo>
                <a:lnTo>
                  <a:pt x="298772" y="54104"/>
                </a:lnTo>
                <a:cubicBezTo>
                  <a:pt x="299995" y="48329"/>
                  <a:pt x="302007" y="43666"/>
                  <a:pt x="304809" y="40115"/>
                </a:cubicBezTo>
                <a:cubicBezTo>
                  <a:pt x="307611" y="36563"/>
                  <a:pt x="311661" y="33829"/>
                  <a:pt x="316959" y="31914"/>
                </a:cubicBezTo>
                <a:cubicBezTo>
                  <a:pt x="322258" y="29997"/>
                  <a:pt x="328396" y="29039"/>
                  <a:pt x="335376" y="29039"/>
                </a:cubicBezTo>
                <a:cubicBezTo>
                  <a:pt x="342305" y="29039"/>
                  <a:pt x="347934" y="29854"/>
                  <a:pt x="352264" y="31484"/>
                </a:cubicBezTo>
                <a:cubicBezTo>
                  <a:pt x="356595" y="33114"/>
                  <a:pt x="359779" y="35165"/>
                  <a:pt x="361817" y="37636"/>
                </a:cubicBezTo>
                <a:cubicBezTo>
                  <a:pt x="363854" y="40107"/>
                  <a:pt x="365281" y="43227"/>
                  <a:pt x="366096" y="46997"/>
                </a:cubicBezTo>
                <a:cubicBezTo>
                  <a:pt x="366554" y="49340"/>
                  <a:pt x="366784" y="53569"/>
                  <a:pt x="366784" y="59682"/>
                </a:cubicBezTo>
                <a:lnTo>
                  <a:pt x="366784" y="78023"/>
                </a:lnTo>
                <a:cubicBezTo>
                  <a:pt x="366784" y="90810"/>
                  <a:pt x="367077" y="98897"/>
                  <a:pt x="367662" y="102285"/>
                </a:cubicBezTo>
                <a:cubicBezTo>
                  <a:pt x="368248" y="105673"/>
                  <a:pt x="369407" y="108921"/>
                  <a:pt x="371139" y="112028"/>
                </a:cubicBezTo>
                <a:lnTo>
                  <a:pt x="356773" y="112028"/>
                </a:lnTo>
                <a:cubicBezTo>
                  <a:pt x="355346" y="109172"/>
                  <a:pt x="354429" y="105832"/>
                  <a:pt x="354022" y="102008"/>
                </a:cubicBezTo>
                <a:moveTo>
                  <a:pt x="352876" y="71221"/>
                </a:moveTo>
                <a:cubicBezTo>
                  <a:pt x="347883" y="73277"/>
                  <a:pt x="340394" y="75023"/>
                  <a:pt x="330409" y="76461"/>
                </a:cubicBezTo>
                <a:cubicBezTo>
                  <a:pt x="324754" y="77279"/>
                  <a:pt x="320755" y="78200"/>
                  <a:pt x="318411" y="79224"/>
                </a:cubicBezTo>
                <a:cubicBezTo>
                  <a:pt x="316068" y="80246"/>
                  <a:pt x="314259" y="81742"/>
                  <a:pt x="312986" y="83713"/>
                </a:cubicBezTo>
                <a:cubicBezTo>
                  <a:pt x="311712" y="85683"/>
                  <a:pt x="311075" y="87869"/>
                  <a:pt x="311075" y="90273"/>
                </a:cubicBezTo>
                <a:cubicBezTo>
                  <a:pt x="311075" y="93956"/>
                  <a:pt x="312463" y="97025"/>
                  <a:pt x="315240" y="99482"/>
                </a:cubicBezTo>
                <a:cubicBezTo>
                  <a:pt x="318016" y="101937"/>
                  <a:pt x="322079" y="103164"/>
                  <a:pt x="327429" y="103164"/>
                </a:cubicBezTo>
                <a:cubicBezTo>
                  <a:pt x="332727" y="103164"/>
                  <a:pt x="337439" y="101999"/>
                  <a:pt x="341566" y="99670"/>
                </a:cubicBezTo>
                <a:cubicBezTo>
                  <a:pt x="345692" y="97341"/>
                  <a:pt x="348724" y="94155"/>
                  <a:pt x="350660" y="90111"/>
                </a:cubicBezTo>
                <a:cubicBezTo>
                  <a:pt x="352137" y="86987"/>
                  <a:pt x="352876" y="82380"/>
                  <a:pt x="352876" y="76289"/>
                </a:cubicBezTo>
                <a:lnTo>
                  <a:pt x="352876" y="71221"/>
                </a:lnTo>
                <a:close/>
                <a:moveTo>
                  <a:pt x="387775" y="112028"/>
                </a:moveTo>
                <a:lnTo>
                  <a:pt x="387775" y="0"/>
                </a:lnTo>
                <a:lnTo>
                  <a:pt x="401530" y="0"/>
                </a:lnTo>
                <a:lnTo>
                  <a:pt x="401530" y="112028"/>
                </a:lnTo>
                <a:lnTo>
                  <a:pt x="387775" y="112028"/>
                </a:lnTo>
                <a:close/>
                <a:moveTo>
                  <a:pt x="460830" y="87728"/>
                </a:moveTo>
                <a:lnTo>
                  <a:pt x="474433" y="85588"/>
                </a:lnTo>
                <a:cubicBezTo>
                  <a:pt x="475197" y="91015"/>
                  <a:pt x="477324" y="95174"/>
                  <a:pt x="480814" y="98066"/>
                </a:cubicBezTo>
                <a:cubicBezTo>
                  <a:pt x="484303" y="100955"/>
                  <a:pt x="489181" y="102400"/>
                  <a:pt x="495448" y="102400"/>
                </a:cubicBezTo>
                <a:cubicBezTo>
                  <a:pt x="501765" y="102400"/>
                  <a:pt x="506452" y="101124"/>
                  <a:pt x="509509" y="98572"/>
                </a:cubicBezTo>
                <a:cubicBezTo>
                  <a:pt x="512565" y="96018"/>
                  <a:pt x="514094" y="93024"/>
                  <a:pt x="514094" y="89588"/>
                </a:cubicBezTo>
                <a:cubicBezTo>
                  <a:pt x="514094" y="86504"/>
                  <a:pt x="512744" y="84078"/>
                  <a:pt x="510043" y="82309"/>
                </a:cubicBezTo>
                <a:cubicBezTo>
                  <a:pt x="508158" y="81096"/>
                  <a:pt x="503472" y="79554"/>
                  <a:pt x="495983" y="77683"/>
                </a:cubicBezTo>
                <a:cubicBezTo>
                  <a:pt x="485895" y="75135"/>
                  <a:pt x="478903" y="72930"/>
                  <a:pt x="475006" y="71069"/>
                </a:cubicBezTo>
                <a:cubicBezTo>
                  <a:pt x="471109" y="69207"/>
                  <a:pt x="468154" y="66632"/>
                  <a:pt x="466141" y="63343"/>
                </a:cubicBezTo>
                <a:cubicBezTo>
                  <a:pt x="464129" y="60054"/>
                  <a:pt x="463123" y="56421"/>
                  <a:pt x="463123" y="52444"/>
                </a:cubicBezTo>
                <a:cubicBezTo>
                  <a:pt x="463123" y="48824"/>
                  <a:pt x="463951" y="45471"/>
                  <a:pt x="465606" y="42386"/>
                </a:cubicBezTo>
                <a:cubicBezTo>
                  <a:pt x="467262" y="39300"/>
                  <a:pt x="469517" y="36738"/>
                  <a:pt x="472369" y="34698"/>
                </a:cubicBezTo>
                <a:cubicBezTo>
                  <a:pt x="474509" y="33118"/>
                  <a:pt x="477426" y="31779"/>
                  <a:pt x="481119" y="30684"/>
                </a:cubicBezTo>
                <a:cubicBezTo>
                  <a:pt x="484813" y="29587"/>
                  <a:pt x="488774" y="29039"/>
                  <a:pt x="493002" y="29039"/>
                </a:cubicBezTo>
                <a:cubicBezTo>
                  <a:pt x="499370" y="29039"/>
                  <a:pt x="504962" y="29962"/>
                  <a:pt x="509776" y="31809"/>
                </a:cubicBezTo>
                <a:cubicBezTo>
                  <a:pt x="514590" y="33654"/>
                  <a:pt x="518144" y="36154"/>
                  <a:pt x="520436" y="39310"/>
                </a:cubicBezTo>
                <a:cubicBezTo>
                  <a:pt x="522729" y="42464"/>
                  <a:pt x="524308" y="46682"/>
                  <a:pt x="525174" y="51964"/>
                </a:cubicBezTo>
                <a:lnTo>
                  <a:pt x="511725" y="53798"/>
                </a:lnTo>
                <a:cubicBezTo>
                  <a:pt x="511113" y="49621"/>
                  <a:pt x="509343" y="46360"/>
                  <a:pt x="506414" y="44017"/>
                </a:cubicBezTo>
                <a:cubicBezTo>
                  <a:pt x="503484" y="41673"/>
                  <a:pt x="499345" y="40501"/>
                  <a:pt x="493996" y="40501"/>
                </a:cubicBezTo>
                <a:cubicBezTo>
                  <a:pt x="487678" y="40501"/>
                  <a:pt x="483170" y="41541"/>
                  <a:pt x="480470" y="43620"/>
                </a:cubicBezTo>
                <a:cubicBezTo>
                  <a:pt x="477770" y="45698"/>
                  <a:pt x="476420" y="48131"/>
                  <a:pt x="476420" y="50921"/>
                </a:cubicBezTo>
                <a:cubicBezTo>
                  <a:pt x="476420" y="52694"/>
                  <a:pt x="476980" y="54291"/>
                  <a:pt x="478101" y="55711"/>
                </a:cubicBezTo>
                <a:cubicBezTo>
                  <a:pt x="479222" y="57180"/>
                  <a:pt x="480979" y="58397"/>
                  <a:pt x="483374" y="59360"/>
                </a:cubicBezTo>
                <a:cubicBezTo>
                  <a:pt x="484749" y="59868"/>
                  <a:pt x="488799" y="61034"/>
                  <a:pt x="495524" y="62858"/>
                </a:cubicBezTo>
                <a:cubicBezTo>
                  <a:pt x="505255" y="65455"/>
                  <a:pt x="512043" y="67580"/>
                  <a:pt x="515889" y="69235"/>
                </a:cubicBezTo>
                <a:cubicBezTo>
                  <a:pt x="519736" y="70889"/>
                  <a:pt x="522754" y="73294"/>
                  <a:pt x="524945" y="76451"/>
                </a:cubicBezTo>
                <a:cubicBezTo>
                  <a:pt x="527136" y="79607"/>
                  <a:pt x="528231" y="83525"/>
                  <a:pt x="528231" y="88208"/>
                </a:cubicBezTo>
                <a:cubicBezTo>
                  <a:pt x="528231" y="92790"/>
                  <a:pt x="526894" y="97104"/>
                  <a:pt x="524219" y="101151"/>
                </a:cubicBezTo>
                <a:cubicBezTo>
                  <a:pt x="521544" y="105196"/>
                  <a:pt x="517685" y="108326"/>
                  <a:pt x="512642" y="110541"/>
                </a:cubicBezTo>
                <a:cubicBezTo>
                  <a:pt x="507598" y="112755"/>
                  <a:pt x="501892" y="113863"/>
                  <a:pt x="495524" y="113863"/>
                </a:cubicBezTo>
                <a:cubicBezTo>
                  <a:pt x="484978" y="113863"/>
                  <a:pt x="476942" y="111666"/>
                  <a:pt x="471414" y="107271"/>
                </a:cubicBezTo>
                <a:cubicBezTo>
                  <a:pt x="465887" y="102877"/>
                  <a:pt x="462359" y="96363"/>
                  <a:pt x="460830" y="87728"/>
                </a:cubicBezTo>
                <a:close/>
                <a:moveTo>
                  <a:pt x="574616" y="99878"/>
                </a:moveTo>
                <a:lnTo>
                  <a:pt x="576603" y="112028"/>
                </a:lnTo>
                <a:cubicBezTo>
                  <a:pt x="572731" y="112742"/>
                  <a:pt x="569267" y="113098"/>
                  <a:pt x="566210" y="113098"/>
                </a:cubicBezTo>
                <a:cubicBezTo>
                  <a:pt x="561218" y="113098"/>
                  <a:pt x="557346" y="112309"/>
                  <a:pt x="554595" y="110729"/>
                </a:cubicBezTo>
                <a:cubicBezTo>
                  <a:pt x="551844" y="109150"/>
                  <a:pt x="549908" y="107074"/>
                  <a:pt x="548787" y="104501"/>
                </a:cubicBezTo>
                <a:cubicBezTo>
                  <a:pt x="547666" y="101929"/>
                  <a:pt x="547106" y="96516"/>
                  <a:pt x="547106" y="88263"/>
                </a:cubicBezTo>
                <a:lnTo>
                  <a:pt x="547106" y="41571"/>
                </a:lnTo>
                <a:lnTo>
                  <a:pt x="537019" y="41571"/>
                </a:lnTo>
                <a:lnTo>
                  <a:pt x="537019" y="30873"/>
                </a:lnTo>
                <a:lnTo>
                  <a:pt x="547106" y="30873"/>
                </a:lnTo>
                <a:lnTo>
                  <a:pt x="547106" y="10720"/>
                </a:lnTo>
                <a:lnTo>
                  <a:pt x="560785" y="2445"/>
                </a:lnTo>
                <a:lnTo>
                  <a:pt x="560785" y="30873"/>
                </a:lnTo>
                <a:lnTo>
                  <a:pt x="574616" y="30873"/>
                </a:lnTo>
                <a:lnTo>
                  <a:pt x="574616" y="41571"/>
                </a:lnTo>
                <a:lnTo>
                  <a:pt x="560785" y="41571"/>
                </a:lnTo>
                <a:lnTo>
                  <a:pt x="560785" y="89027"/>
                </a:lnTo>
                <a:cubicBezTo>
                  <a:pt x="560785" y="92950"/>
                  <a:pt x="561027" y="95471"/>
                  <a:pt x="561511" y="96592"/>
                </a:cubicBezTo>
                <a:cubicBezTo>
                  <a:pt x="561995" y="97713"/>
                  <a:pt x="562784" y="98604"/>
                  <a:pt x="563880" y="99267"/>
                </a:cubicBezTo>
                <a:cubicBezTo>
                  <a:pt x="564975" y="99929"/>
                  <a:pt x="566542" y="100260"/>
                  <a:pt x="568579" y="100260"/>
                </a:cubicBezTo>
                <a:cubicBezTo>
                  <a:pt x="570108" y="100260"/>
                  <a:pt x="572120" y="100133"/>
                  <a:pt x="574616" y="99878"/>
                </a:cubicBezTo>
                <a:close/>
                <a:moveTo>
                  <a:pt x="641049" y="102008"/>
                </a:moveTo>
                <a:cubicBezTo>
                  <a:pt x="635955" y="106342"/>
                  <a:pt x="631051" y="109401"/>
                  <a:pt x="626339" y="111186"/>
                </a:cubicBezTo>
                <a:cubicBezTo>
                  <a:pt x="621627" y="112970"/>
                  <a:pt x="616570" y="113863"/>
                  <a:pt x="611170" y="113863"/>
                </a:cubicBezTo>
                <a:cubicBezTo>
                  <a:pt x="602255" y="113863"/>
                  <a:pt x="595403" y="111683"/>
                  <a:pt x="590614" y="107324"/>
                </a:cubicBezTo>
                <a:cubicBezTo>
                  <a:pt x="585825" y="102965"/>
                  <a:pt x="583430" y="97395"/>
                  <a:pt x="583430" y="90615"/>
                </a:cubicBezTo>
                <a:cubicBezTo>
                  <a:pt x="583430" y="86639"/>
                  <a:pt x="584335" y="83008"/>
                  <a:pt x="586143" y="79720"/>
                </a:cubicBezTo>
                <a:cubicBezTo>
                  <a:pt x="587952" y="76431"/>
                  <a:pt x="590321" y="73793"/>
                  <a:pt x="593250" y="71804"/>
                </a:cubicBezTo>
                <a:cubicBezTo>
                  <a:pt x="596180" y="69816"/>
                  <a:pt x="599478" y="68312"/>
                  <a:pt x="603146" y="67293"/>
                </a:cubicBezTo>
                <a:cubicBezTo>
                  <a:pt x="605846" y="66578"/>
                  <a:pt x="609922" y="65890"/>
                  <a:pt x="615373" y="65227"/>
                </a:cubicBezTo>
                <a:cubicBezTo>
                  <a:pt x="626479" y="63912"/>
                  <a:pt x="634656" y="62344"/>
                  <a:pt x="639903" y="60523"/>
                </a:cubicBezTo>
                <a:cubicBezTo>
                  <a:pt x="639954" y="58646"/>
                  <a:pt x="639980" y="57453"/>
                  <a:pt x="639980" y="56946"/>
                </a:cubicBezTo>
                <a:cubicBezTo>
                  <a:pt x="639980" y="51362"/>
                  <a:pt x="638681" y="47429"/>
                  <a:pt x="636082" y="45146"/>
                </a:cubicBezTo>
                <a:cubicBezTo>
                  <a:pt x="632567" y="42050"/>
                  <a:pt x="627345" y="40501"/>
                  <a:pt x="620417" y="40501"/>
                </a:cubicBezTo>
                <a:cubicBezTo>
                  <a:pt x="613947" y="40501"/>
                  <a:pt x="609171" y="41635"/>
                  <a:pt x="606088" y="43902"/>
                </a:cubicBezTo>
                <a:cubicBezTo>
                  <a:pt x="603006" y="46169"/>
                  <a:pt x="600726" y="50181"/>
                  <a:pt x="599249" y="55938"/>
                </a:cubicBezTo>
                <a:lnTo>
                  <a:pt x="585799" y="54104"/>
                </a:lnTo>
                <a:cubicBezTo>
                  <a:pt x="587022" y="48329"/>
                  <a:pt x="589034" y="43666"/>
                  <a:pt x="591836" y="40115"/>
                </a:cubicBezTo>
                <a:cubicBezTo>
                  <a:pt x="594638" y="36563"/>
                  <a:pt x="598689" y="33829"/>
                  <a:pt x="603987" y="31914"/>
                </a:cubicBezTo>
                <a:cubicBezTo>
                  <a:pt x="609285" y="29997"/>
                  <a:pt x="615424" y="29039"/>
                  <a:pt x="622404" y="29039"/>
                </a:cubicBezTo>
                <a:cubicBezTo>
                  <a:pt x="629332" y="29039"/>
                  <a:pt x="634962" y="29854"/>
                  <a:pt x="639292" y="31484"/>
                </a:cubicBezTo>
                <a:cubicBezTo>
                  <a:pt x="643622" y="33114"/>
                  <a:pt x="646806" y="35165"/>
                  <a:pt x="648844" y="37636"/>
                </a:cubicBezTo>
                <a:cubicBezTo>
                  <a:pt x="650882" y="40107"/>
                  <a:pt x="652308" y="43227"/>
                  <a:pt x="653123" y="46997"/>
                </a:cubicBezTo>
                <a:cubicBezTo>
                  <a:pt x="653582" y="49340"/>
                  <a:pt x="653811" y="53569"/>
                  <a:pt x="653811" y="59682"/>
                </a:cubicBezTo>
                <a:lnTo>
                  <a:pt x="653811" y="78023"/>
                </a:lnTo>
                <a:cubicBezTo>
                  <a:pt x="653811" y="90810"/>
                  <a:pt x="654104" y="98897"/>
                  <a:pt x="654690" y="102285"/>
                </a:cubicBezTo>
                <a:cubicBezTo>
                  <a:pt x="655276" y="105673"/>
                  <a:pt x="656435" y="108921"/>
                  <a:pt x="658167" y="112028"/>
                </a:cubicBezTo>
                <a:lnTo>
                  <a:pt x="643801" y="112028"/>
                </a:lnTo>
                <a:cubicBezTo>
                  <a:pt x="642374" y="109172"/>
                  <a:pt x="641457" y="105832"/>
                  <a:pt x="641049" y="102008"/>
                </a:cubicBezTo>
                <a:moveTo>
                  <a:pt x="639903" y="71221"/>
                </a:moveTo>
                <a:cubicBezTo>
                  <a:pt x="634911" y="73277"/>
                  <a:pt x="627422" y="75023"/>
                  <a:pt x="617436" y="76461"/>
                </a:cubicBezTo>
                <a:cubicBezTo>
                  <a:pt x="611781" y="77279"/>
                  <a:pt x="607782" y="78200"/>
                  <a:pt x="605439" y="79224"/>
                </a:cubicBezTo>
                <a:cubicBezTo>
                  <a:pt x="603095" y="80246"/>
                  <a:pt x="601287" y="81742"/>
                  <a:pt x="600013" y="83713"/>
                </a:cubicBezTo>
                <a:cubicBezTo>
                  <a:pt x="598740" y="85683"/>
                  <a:pt x="598103" y="87869"/>
                  <a:pt x="598103" y="90273"/>
                </a:cubicBezTo>
                <a:cubicBezTo>
                  <a:pt x="598103" y="93956"/>
                  <a:pt x="599491" y="97025"/>
                  <a:pt x="602267" y="99482"/>
                </a:cubicBezTo>
                <a:cubicBezTo>
                  <a:pt x="605044" y="101937"/>
                  <a:pt x="609107" y="103164"/>
                  <a:pt x="614456" y="103164"/>
                </a:cubicBezTo>
                <a:cubicBezTo>
                  <a:pt x="619754" y="103164"/>
                  <a:pt x="624467" y="101999"/>
                  <a:pt x="628593" y="99670"/>
                </a:cubicBezTo>
                <a:cubicBezTo>
                  <a:pt x="632720" y="97341"/>
                  <a:pt x="635751" y="94155"/>
                  <a:pt x="637687" y="90111"/>
                </a:cubicBezTo>
                <a:cubicBezTo>
                  <a:pt x="639165" y="86987"/>
                  <a:pt x="639903" y="82380"/>
                  <a:pt x="639903" y="76289"/>
                </a:cubicBezTo>
                <a:lnTo>
                  <a:pt x="639903" y="71221"/>
                </a:lnTo>
                <a:close/>
                <a:moveTo>
                  <a:pt x="728066" y="82226"/>
                </a:moveTo>
                <a:lnTo>
                  <a:pt x="741592" y="83983"/>
                </a:lnTo>
                <a:cubicBezTo>
                  <a:pt x="740115" y="93330"/>
                  <a:pt x="736332" y="100647"/>
                  <a:pt x="730244" y="105934"/>
                </a:cubicBezTo>
                <a:cubicBezTo>
                  <a:pt x="724156" y="111220"/>
                  <a:pt x="716680" y="113863"/>
                  <a:pt x="707815" y="113863"/>
                </a:cubicBezTo>
                <a:cubicBezTo>
                  <a:pt x="696709" y="113863"/>
                  <a:pt x="687781" y="110233"/>
                  <a:pt x="681031" y="102973"/>
                </a:cubicBezTo>
                <a:cubicBezTo>
                  <a:pt x="674281" y="95713"/>
                  <a:pt x="670906" y="85308"/>
                  <a:pt x="670906" y="71756"/>
                </a:cubicBezTo>
                <a:cubicBezTo>
                  <a:pt x="670906" y="62994"/>
                  <a:pt x="672358" y="55326"/>
                  <a:pt x="675261" y="48755"/>
                </a:cubicBezTo>
                <a:cubicBezTo>
                  <a:pt x="678165" y="42183"/>
                  <a:pt x="682585" y="37254"/>
                  <a:pt x="688520" y="33968"/>
                </a:cubicBezTo>
                <a:cubicBezTo>
                  <a:pt x="694455" y="30682"/>
                  <a:pt x="700912" y="29039"/>
                  <a:pt x="707892" y="29039"/>
                </a:cubicBezTo>
                <a:cubicBezTo>
                  <a:pt x="716705" y="29039"/>
                  <a:pt x="723914" y="31275"/>
                  <a:pt x="729518" y="35747"/>
                </a:cubicBezTo>
                <a:cubicBezTo>
                  <a:pt x="735122" y="40217"/>
                  <a:pt x="738714" y="46566"/>
                  <a:pt x="740293" y="54792"/>
                </a:cubicBezTo>
                <a:lnTo>
                  <a:pt x="726920" y="56855"/>
                </a:lnTo>
                <a:cubicBezTo>
                  <a:pt x="725646" y="51429"/>
                  <a:pt x="723392" y="47347"/>
                  <a:pt x="720157" y="44609"/>
                </a:cubicBezTo>
                <a:cubicBezTo>
                  <a:pt x="716922" y="41871"/>
                  <a:pt x="713012" y="40501"/>
                  <a:pt x="708427" y="40501"/>
                </a:cubicBezTo>
                <a:cubicBezTo>
                  <a:pt x="701498" y="40501"/>
                  <a:pt x="695869" y="42973"/>
                  <a:pt x="691538" y="47916"/>
                </a:cubicBezTo>
                <a:cubicBezTo>
                  <a:pt x="687208" y="52858"/>
                  <a:pt x="685043" y="60677"/>
                  <a:pt x="685043" y="71374"/>
                </a:cubicBezTo>
                <a:cubicBezTo>
                  <a:pt x="685043" y="82224"/>
                  <a:pt x="687132" y="90108"/>
                  <a:pt x="691309" y="95026"/>
                </a:cubicBezTo>
                <a:cubicBezTo>
                  <a:pt x="695487" y="99942"/>
                  <a:pt x="700938" y="102400"/>
                  <a:pt x="707663" y="102400"/>
                </a:cubicBezTo>
                <a:cubicBezTo>
                  <a:pt x="713063" y="102400"/>
                  <a:pt x="717571" y="100750"/>
                  <a:pt x="721188" y="97452"/>
                </a:cubicBezTo>
                <a:cubicBezTo>
                  <a:pt x="724806" y="94153"/>
                  <a:pt x="727098" y="89078"/>
                  <a:pt x="728066" y="82226"/>
                </a:cubicBezTo>
                <a:close/>
                <a:moveTo>
                  <a:pt x="753437" y="112028"/>
                </a:moveTo>
                <a:lnTo>
                  <a:pt x="753437" y="0"/>
                </a:lnTo>
                <a:lnTo>
                  <a:pt x="767193" y="0"/>
                </a:lnTo>
                <a:lnTo>
                  <a:pt x="767193" y="63885"/>
                </a:lnTo>
                <a:lnTo>
                  <a:pt x="799747" y="30873"/>
                </a:lnTo>
                <a:lnTo>
                  <a:pt x="817552" y="30873"/>
                </a:lnTo>
                <a:lnTo>
                  <a:pt x="786526" y="60981"/>
                </a:lnTo>
                <a:lnTo>
                  <a:pt x="820685" y="112028"/>
                </a:lnTo>
                <a:lnTo>
                  <a:pt x="803720" y="112028"/>
                </a:lnTo>
                <a:lnTo>
                  <a:pt x="776898" y="70534"/>
                </a:lnTo>
                <a:lnTo>
                  <a:pt x="767193" y="79857"/>
                </a:lnTo>
                <a:lnTo>
                  <a:pt x="767193" y="112028"/>
                </a:lnTo>
                <a:lnTo>
                  <a:pt x="753437" y="112028"/>
                </a:lnTo>
                <a:close/>
                <a:moveTo>
                  <a:pt x="876496" y="113251"/>
                </a:moveTo>
                <a:lnTo>
                  <a:pt x="876496" y="107443"/>
                </a:lnTo>
                <a:cubicBezTo>
                  <a:pt x="882558" y="110449"/>
                  <a:pt x="886787" y="112716"/>
                  <a:pt x="889181" y="114245"/>
                </a:cubicBezTo>
                <a:cubicBezTo>
                  <a:pt x="891576" y="115773"/>
                  <a:pt x="895218" y="118473"/>
                  <a:pt x="900109" y="122345"/>
                </a:cubicBezTo>
                <a:lnTo>
                  <a:pt x="900109" y="9705"/>
                </a:lnTo>
                <a:lnTo>
                  <a:pt x="907827" y="9705"/>
                </a:lnTo>
                <a:lnTo>
                  <a:pt x="907827" y="122345"/>
                </a:lnTo>
                <a:cubicBezTo>
                  <a:pt x="913329" y="117098"/>
                  <a:pt x="921200" y="112079"/>
                  <a:pt x="931440" y="107291"/>
                </a:cubicBezTo>
                <a:lnTo>
                  <a:pt x="931440" y="113175"/>
                </a:lnTo>
                <a:cubicBezTo>
                  <a:pt x="924104" y="119747"/>
                  <a:pt x="918538" y="125402"/>
                  <a:pt x="914743" y="130140"/>
                </a:cubicBezTo>
                <a:cubicBezTo>
                  <a:pt x="910948" y="134877"/>
                  <a:pt x="907853" y="139768"/>
                  <a:pt x="905458" y="144812"/>
                </a:cubicBezTo>
                <a:lnTo>
                  <a:pt x="901943" y="144812"/>
                </a:lnTo>
                <a:cubicBezTo>
                  <a:pt x="900058" y="140430"/>
                  <a:pt x="897192" y="135769"/>
                  <a:pt x="893346" y="130827"/>
                </a:cubicBezTo>
                <a:cubicBezTo>
                  <a:pt x="889500" y="125886"/>
                  <a:pt x="883883" y="120027"/>
                  <a:pt x="876496" y="1132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215969-1614-4413-B79E-5E1BDD6A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309" y="3685397"/>
            <a:ext cx="862620" cy="10"/>
          </a:xfrm>
          <a:custGeom xmlns:a="http://schemas.openxmlformats.org/drawingml/2006/main">
            <a:pathLst>
              <a:path w="862620" h="1" fill="none">
                <a:moveTo>
                  <a:pt x="0" y="0"/>
                </a:moveTo>
                <a:lnTo>
                  <a:pt x="862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ECC96A-BA9A-4B73-9822-7D959B5C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030" y="3635600"/>
            <a:ext cx="99593" cy="99593"/>
          </a:xfrm>
          <a:custGeom xmlns:a="http://schemas.openxmlformats.org/drawingml/2006/main">
            <a:pathLst>
              <a:path w="99593" h="99593">
                <a:moveTo>
                  <a:pt x="99593" y="49797"/>
                </a:moveTo>
                <a:lnTo>
                  <a:pt x="0" y="99593"/>
                </a:lnTo>
                <a:lnTo>
                  <a:pt x="24898" y="49797"/>
                </a:lnTo>
                <a:lnTo>
                  <a:pt x="0" y="0"/>
                </a:lnTo>
                <a:lnTo>
                  <a:pt x="99593" y="49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B3E2D-F404-4675-A181-593A4CB2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030" y="3635600"/>
            <a:ext cx="99593" cy="99593"/>
          </a:xfrm>
          <a:custGeom xmlns:a="http://schemas.openxmlformats.org/drawingml/2006/main">
            <a:pathLst>
              <a:path w="99593" h="99593" fill="none">
                <a:moveTo>
                  <a:pt x="99593" y="49797"/>
                </a:moveTo>
                <a:lnTo>
                  <a:pt x="0" y="99593"/>
                </a:lnTo>
                <a:lnTo>
                  <a:pt x="24898" y="49797"/>
                </a:lnTo>
                <a:lnTo>
                  <a:pt x="0" y="0"/>
                </a:lnTo>
                <a:lnTo>
                  <a:pt x="99593" y="49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A9669-C7A9-49C0-80EC-341E1BE4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817" y="654118"/>
            <a:ext cx="1721540" cy="4075682"/>
          </a:xfrm>
          <a:custGeom xmlns:a="http://schemas.openxmlformats.org/drawingml/2006/main">
            <a:pathLst>
              <a:path w="1721540" h="4075682">
                <a:moveTo>
                  <a:pt x="0" y="73353"/>
                </a:moveTo>
                <a:lnTo>
                  <a:pt x="0" y="116035"/>
                </a:lnTo>
                <a:lnTo>
                  <a:pt x="14228" y="116035"/>
                </a:lnTo>
                <a:lnTo>
                  <a:pt x="14228" y="73353"/>
                </a:lnTo>
                <a:lnTo>
                  <a:pt x="0" y="73353"/>
                </a:lnTo>
                <a:close/>
                <a:moveTo>
                  <a:pt x="0" y="158718"/>
                </a:moveTo>
                <a:lnTo>
                  <a:pt x="0" y="201401"/>
                </a:lnTo>
                <a:lnTo>
                  <a:pt x="14228" y="201401"/>
                </a:lnTo>
                <a:lnTo>
                  <a:pt x="14228" y="158718"/>
                </a:lnTo>
                <a:lnTo>
                  <a:pt x="0" y="158718"/>
                </a:lnTo>
                <a:close/>
                <a:moveTo>
                  <a:pt x="0" y="244084"/>
                </a:moveTo>
                <a:lnTo>
                  <a:pt x="0" y="286767"/>
                </a:lnTo>
                <a:lnTo>
                  <a:pt x="14228" y="286767"/>
                </a:lnTo>
                <a:lnTo>
                  <a:pt x="14228" y="244084"/>
                </a:lnTo>
                <a:lnTo>
                  <a:pt x="0" y="244084"/>
                </a:lnTo>
                <a:close/>
                <a:moveTo>
                  <a:pt x="0" y="329449"/>
                </a:moveTo>
                <a:lnTo>
                  <a:pt x="0" y="372132"/>
                </a:lnTo>
                <a:lnTo>
                  <a:pt x="14228" y="372132"/>
                </a:lnTo>
                <a:lnTo>
                  <a:pt x="14228" y="329449"/>
                </a:lnTo>
                <a:lnTo>
                  <a:pt x="0" y="329449"/>
                </a:lnTo>
                <a:close/>
                <a:moveTo>
                  <a:pt x="0" y="414815"/>
                </a:moveTo>
                <a:lnTo>
                  <a:pt x="0" y="457498"/>
                </a:lnTo>
                <a:lnTo>
                  <a:pt x="14228" y="457498"/>
                </a:lnTo>
                <a:lnTo>
                  <a:pt x="14228" y="414815"/>
                </a:lnTo>
                <a:lnTo>
                  <a:pt x="0" y="414815"/>
                </a:lnTo>
                <a:close/>
                <a:moveTo>
                  <a:pt x="0" y="500181"/>
                </a:moveTo>
                <a:lnTo>
                  <a:pt x="0" y="542863"/>
                </a:lnTo>
                <a:lnTo>
                  <a:pt x="14228" y="542863"/>
                </a:lnTo>
                <a:lnTo>
                  <a:pt x="14228" y="500181"/>
                </a:lnTo>
                <a:lnTo>
                  <a:pt x="0" y="500181"/>
                </a:lnTo>
                <a:close/>
                <a:moveTo>
                  <a:pt x="0" y="585546"/>
                </a:moveTo>
                <a:lnTo>
                  <a:pt x="0" y="628229"/>
                </a:lnTo>
                <a:lnTo>
                  <a:pt x="14228" y="628229"/>
                </a:lnTo>
                <a:lnTo>
                  <a:pt x="14228" y="585546"/>
                </a:lnTo>
                <a:lnTo>
                  <a:pt x="0" y="585546"/>
                </a:lnTo>
                <a:close/>
                <a:moveTo>
                  <a:pt x="0" y="670912"/>
                </a:moveTo>
                <a:lnTo>
                  <a:pt x="0" y="713595"/>
                </a:lnTo>
                <a:lnTo>
                  <a:pt x="14228" y="713595"/>
                </a:lnTo>
                <a:lnTo>
                  <a:pt x="14228" y="670912"/>
                </a:lnTo>
                <a:lnTo>
                  <a:pt x="0" y="670912"/>
                </a:lnTo>
                <a:close/>
                <a:moveTo>
                  <a:pt x="0" y="756278"/>
                </a:moveTo>
                <a:lnTo>
                  <a:pt x="0" y="798960"/>
                </a:lnTo>
                <a:lnTo>
                  <a:pt x="14228" y="798960"/>
                </a:lnTo>
                <a:lnTo>
                  <a:pt x="14228" y="756278"/>
                </a:lnTo>
                <a:lnTo>
                  <a:pt x="0" y="756278"/>
                </a:lnTo>
                <a:close/>
                <a:moveTo>
                  <a:pt x="0" y="841643"/>
                </a:moveTo>
                <a:lnTo>
                  <a:pt x="0" y="884326"/>
                </a:lnTo>
                <a:lnTo>
                  <a:pt x="14228" y="884326"/>
                </a:lnTo>
                <a:lnTo>
                  <a:pt x="14228" y="841643"/>
                </a:lnTo>
                <a:lnTo>
                  <a:pt x="0" y="841643"/>
                </a:lnTo>
                <a:close/>
                <a:moveTo>
                  <a:pt x="0" y="927009"/>
                </a:moveTo>
                <a:lnTo>
                  <a:pt x="0" y="969692"/>
                </a:lnTo>
                <a:lnTo>
                  <a:pt x="14228" y="969692"/>
                </a:lnTo>
                <a:lnTo>
                  <a:pt x="14228" y="927009"/>
                </a:lnTo>
                <a:lnTo>
                  <a:pt x="0" y="927009"/>
                </a:lnTo>
                <a:close/>
                <a:moveTo>
                  <a:pt x="0" y="1012374"/>
                </a:moveTo>
                <a:lnTo>
                  <a:pt x="0" y="1055057"/>
                </a:lnTo>
                <a:lnTo>
                  <a:pt x="14228" y="1055057"/>
                </a:lnTo>
                <a:lnTo>
                  <a:pt x="14228" y="1012374"/>
                </a:lnTo>
                <a:lnTo>
                  <a:pt x="0" y="1012374"/>
                </a:lnTo>
                <a:close/>
                <a:moveTo>
                  <a:pt x="0" y="1097740"/>
                </a:moveTo>
                <a:lnTo>
                  <a:pt x="0" y="1140423"/>
                </a:lnTo>
                <a:lnTo>
                  <a:pt x="14228" y="1140423"/>
                </a:lnTo>
                <a:lnTo>
                  <a:pt x="14228" y="1097740"/>
                </a:lnTo>
                <a:lnTo>
                  <a:pt x="0" y="1097740"/>
                </a:lnTo>
                <a:close/>
                <a:moveTo>
                  <a:pt x="0" y="1183106"/>
                </a:moveTo>
                <a:lnTo>
                  <a:pt x="0" y="1225788"/>
                </a:lnTo>
                <a:lnTo>
                  <a:pt x="14228" y="1225788"/>
                </a:lnTo>
                <a:lnTo>
                  <a:pt x="14228" y="1183106"/>
                </a:lnTo>
                <a:lnTo>
                  <a:pt x="0" y="1183106"/>
                </a:lnTo>
                <a:close/>
                <a:moveTo>
                  <a:pt x="0" y="1268471"/>
                </a:moveTo>
                <a:lnTo>
                  <a:pt x="0" y="1311154"/>
                </a:lnTo>
                <a:lnTo>
                  <a:pt x="14228" y="1311154"/>
                </a:lnTo>
                <a:lnTo>
                  <a:pt x="14228" y="1268471"/>
                </a:lnTo>
                <a:lnTo>
                  <a:pt x="0" y="1268471"/>
                </a:lnTo>
                <a:close/>
                <a:moveTo>
                  <a:pt x="0" y="1396520"/>
                </a:moveTo>
                <a:lnTo>
                  <a:pt x="14228" y="1396520"/>
                </a:lnTo>
                <a:lnTo>
                  <a:pt x="14228" y="1353837"/>
                </a:lnTo>
                <a:lnTo>
                  <a:pt x="0" y="1353837"/>
                </a:lnTo>
                <a:lnTo>
                  <a:pt x="0" y="1396520"/>
                </a:lnTo>
                <a:close/>
                <a:moveTo>
                  <a:pt x="0" y="1481885"/>
                </a:moveTo>
                <a:lnTo>
                  <a:pt x="14228" y="1481885"/>
                </a:lnTo>
                <a:lnTo>
                  <a:pt x="14228" y="1439203"/>
                </a:lnTo>
                <a:lnTo>
                  <a:pt x="0" y="1439203"/>
                </a:lnTo>
                <a:lnTo>
                  <a:pt x="0" y="1481885"/>
                </a:lnTo>
                <a:close/>
                <a:moveTo>
                  <a:pt x="0" y="1524568"/>
                </a:moveTo>
                <a:lnTo>
                  <a:pt x="0" y="1567251"/>
                </a:lnTo>
                <a:lnTo>
                  <a:pt x="14228" y="1567251"/>
                </a:lnTo>
                <a:lnTo>
                  <a:pt x="14228" y="1524568"/>
                </a:lnTo>
                <a:lnTo>
                  <a:pt x="0" y="1524568"/>
                </a:lnTo>
                <a:close/>
                <a:moveTo>
                  <a:pt x="0" y="1609934"/>
                </a:moveTo>
                <a:lnTo>
                  <a:pt x="0" y="1652616"/>
                </a:lnTo>
                <a:lnTo>
                  <a:pt x="14228" y="1652616"/>
                </a:lnTo>
                <a:lnTo>
                  <a:pt x="14228" y="1609934"/>
                </a:lnTo>
                <a:lnTo>
                  <a:pt x="0" y="1609934"/>
                </a:lnTo>
                <a:close/>
                <a:moveTo>
                  <a:pt x="0" y="1695299"/>
                </a:moveTo>
                <a:lnTo>
                  <a:pt x="0" y="1737982"/>
                </a:lnTo>
                <a:lnTo>
                  <a:pt x="14228" y="1737982"/>
                </a:lnTo>
                <a:lnTo>
                  <a:pt x="14228" y="1695299"/>
                </a:lnTo>
                <a:lnTo>
                  <a:pt x="0" y="1695299"/>
                </a:lnTo>
                <a:close/>
                <a:moveTo>
                  <a:pt x="0" y="1780665"/>
                </a:moveTo>
                <a:lnTo>
                  <a:pt x="0" y="1823348"/>
                </a:lnTo>
                <a:lnTo>
                  <a:pt x="14228" y="1823348"/>
                </a:lnTo>
                <a:lnTo>
                  <a:pt x="14228" y="1780665"/>
                </a:lnTo>
                <a:lnTo>
                  <a:pt x="0" y="1780665"/>
                </a:lnTo>
                <a:close/>
                <a:moveTo>
                  <a:pt x="0" y="1866031"/>
                </a:moveTo>
                <a:lnTo>
                  <a:pt x="0" y="1908713"/>
                </a:lnTo>
                <a:lnTo>
                  <a:pt x="14228" y="1908713"/>
                </a:lnTo>
                <a:lnTo>
                  <a:pt x="14228" y="1866031"/>
                </a:lnTo>
                <a:lnTo>
                  <a:pt x="0" y="1866031"/>
                </a:lnTo>
                <a:close/>
                <a:moveTo>
                  <a:pt x="0" y="1951396"/>
                </a:moveTo>
                <a:lnTo>
                  <a:pt x="0" y="1994079"/>
                </a:lnTo>
                <a:lnTo>
                  <a:pt x="14228" y="1994079"/>
                </a:lnTo>
                <a:lnTo>
                  <a:pt x="14228" y="1951396"/>
                </a:lnTo>
                <a:lnTo>
                  <a:pt x="0" y="1951396"/>
                </a:lnTo>
                <a:close/>
                <a:moveTo>
                  <a:pt x="0" y="2036762"/>
                </a:moveTo>
                <a:lnTo>
                  <a:pt x="0" y="2079445"/>
                </a:lnTo>
                <a:lnTo>
                  <a:pt x="14228" y="2079445"/>
                </a:lnTo>
                <a:lnTo>
                  <a:pt x="14228" y="2036762"/>
                </a:lnTo>
                <a:lnTo>
                  <a:pt x="0" y="2036762"/>
                </a:lnTo>
                <a:close/>
                <a:moveTo>
                  <a:pt x="0" y="2122128"/>
                </a:moveTo>
                <a:lnTo>
                  <a:pt x="0" y="2164810"/>
                </a:lnTo>
                <a:lnTo>
                  <a:pt x="14228" y="2164810"/>
                </a:lnTo>
                <a:lnTo>
                  <a:pt x="14228" y="2122128"/>
                </a:lnTo>
                <a:lnTo>
                  <a:pt x="0" y="2122128"/>
                </a:lnTo>
                <a:close/>
                <a:moveTo>
                  <a:pt x="0" y="2207493"/>
                </a:moveTo>
                <a:lnTo>
                  <a:pt x="0" y="2250176"/>
                </a:lnTo>
                <a:lnTo>
                  <a:pt x="14228" y="2250176"/>
                </a:lnTo>
                <a:lnTo>
                  <a:pt x="14228" y="2207493"/>
                </a:lnTo>
                <a:lnTo>
                  <a:pt x="0" y="2207493"/>
                </a:lnTo>
                <a:close/>
                <a:moveTo>
                  <a:pt x="0" y="2292859"/>
                </a:moveTo>
                <a:lnTo>
                  <a:pt x="0" y="2335542"/>
                </a:lnTo>
                <a:lnTo>
                  <a:pt x="14228" y="2335542"/>
                </a:lnTo>
                <a:lnTo>
                  <a:pt x="14228" y="2292859"/>
                </a:lnTo>
                <a:lnTo>
                  <a:pt x="0" y="2292859"/>
                </a:lnTo>
                <a:close/>
                <a:moveTo>
                  <a:pt x="0" y="2378225"/>
                </a:moveTo>
                <a:lnTo>
                  <a:pt x="0" y="2420907"/>
                </a:lnTo>
                <a:lnTo>
                  <a:pt x="14228" y="2420907"/>
                </a:lnTo>
                <a:lnTo>
                  <a:pt x="14228" y="2378225"/>
                </a:lnTo>
                <a:lnTo>
                  <a:pt x="0" y="2378225"/>
                </a:lnTo>
                <a:close/>
                <a:moveTo>
                  <a:pt x="0" y="2463590"/>
                </a:moveTo>
                <a:lnTo>
                  <a:pt x="0" y="2506273"/>
                </a:lnTo>
                <a:lnTo>
                  <a:pt x="14228" y="2506273"/>
                </a:lnTo>
                <a:lnTo>
                  <a:pt x="14228" y="2463590"/>
                </a:lnTo>
                <a:lnTo>
                  <a:pt x="0" y="2463590"/>
                </a:lnTo>
                <a:close/>
                <a:moveTo>
                  <a:pt x="0" y="2548956"/>
                </a:moveTo>
                <a:lnTo>
                  <a:pt x="0" y="2591639"/>
                </a:lnTo>
                <a:lnTo>
                  <a:pt x="14228" y="2591639"/>
                </a:lnTo>
                <a:lnTo>
                  <a:pt x="14228" y="2548956"/>
                </a:lnTo>
                <a:lnTo>
                  <a:pt x="0" y="2548956"/>
                </a:lnTo>
                <a:close/>
                <a:moveTo>
                  <a:pt x="0" y="2634321"/>
                </a:moveTo>
                <a:lnTo>
                  <a:pt x="0" y="2677004"/>
                </a:lnTo>
                <a:lnTo>
                  <a:pt x="14228" y="2677004"/>
                </a:lnTo>
                <a:lnTo>
                  <a:pt x="14228" y="2634321"/>
                </a:lnTo>
                <a:lnTo>
                  <a:pt x="0" y="2634321"/>
                </a:lnTo>
                <a:close/>
                <a:moveTo>
                  <a:pt x="0" y="2719687"/>
                </a:moveTo>
                <a:lnTo>
                  <a:pt x="0" y="2762370"/>
                </a:lnTo>
                <a:lnTo>
                  <a:pt x="14228" y="2762370"/>
                </a:lnTo>
                <a:lnTo>
                  <a:pt x="14228" y="2719687"/>
                </a:lnTo>
                <a:lnTo>
                  <a:pt x="0" y="2719687"/>
                </a:lnTo>
                <a:close/>
                <a:moveTo>
                  <a:pt x="0" y="2847735"/>
                </a:moveTo>
                <a:lnTo>
                  <a:pt x="14228" y="2847735"/>
                </a:lnTo>
                <a:lnTo>
                  <a:pt x="14228" y="2805053"/>
                </a:lnTo>
                <a:lnTo>
                  <a:pt x="0" y="2805053"/>
                </a:lnTo>
                <a:lnTo>
                  <a:pt x="0" y="2847735"/>
                </a:lnTo>
                <a:close/>
                <a:moveTo>
                  <a:pt x="0" y="2933101"/>
                </a:moveTo>
                <a:lnTo>
                  <a:pt x="14228" y="2933101"/>
                </a:lnTo>
                <a:lnTo>
                  <a:pt x="14228" y="2890418"/>
                </a:lnTo>
                <a:lnTo>
                  <a:pt x="0" y="2890418"/>
                </a:lnTo>
                <a:lnTo>
                  <a:pt x="0" y="2933101"/>
                </a:lnTo>
                <a:close/>
                <a:moveTo>
                  <a:pt x="271144" y="14507"/>
                </a:moveTo>
                <a:lnTo>
                  <a:pt x="272908" y="14475"/>
                </a:lnTo>
                <a:lnTo>
                  <a:pt x="274671" y="14447"/>
                </a:lnTo>
                <a:lnTo>
                  <a:pt x="276435" y="14421"/>
                </a:lnTo>
                <a:lnTo>
                  <a:pt x="278198" y="14398"/>
                </a:lnTo>
                <a:lnTo>
                  <a:pt x="279961" y="14378"/>
                </a:lnTo>
                <a:lnTo>
                  <a:pt x="281725" y="14360"/>
                </a:lnTo>
                <a:lnTo>
                  <a:pt x="283488" y="14346"/>
                </a:lnTo>
                <a:lnTo>
                  <a:pt x="285252" y="14334"/>
                </a:lnTo>
                <a:lnTo>
                  <a:pt x="287015" y="14325"/>
                </a:lnTo>
                <a:lnTo>
                  <a:pt x="288779" y="14319"/>
                </a:lnTo>
                <a:lnTo>
                  <a:pt x="290542" y="14316"/>
                </a:lnTo>
                <a:lnTo>
                  <a:pt x="292305" y="14316"/>
                </a:lnTo>
                <a:lnTo>
                  <a:pt x="294069" y="14318"/>
                </a:lnTo>
                <a:lnTo>
                  <a:pt x="295832" y="14323"/>
                </a:lnTo>
                <a:lnTo>
                  <a:pt x="297596" y="14332"/>
                </a:lnTo>
                <a:lnTo>
                  <a:pt x="299359" y="14342"/>
                </a:lnTo>
                <a:lnTo>
                  <a:pt x="301122" y="14356"/>
                </a:lnTo>
                <a:lnTo>
                  <a:pt x="302886" y="14373"/>
                </a:lnTo>
                <a:lnTo>
                  <a:pt x="303031" y="146"/>
                </a:lnTo>
                <a:lnTo>
                  <a:pt x="301245" y="129"/>
                </a:lnTo>
                <a:lnTo>
                  <a:pt x="299459" y="115"/>
                </a:lnTo>
                <a:lnTo>
                  <a:pt x="297672" y="104"/>
                </a:lnTo>
                <a:lnTo>
                  <a:pt x="295886" y="96"/>
                </a:lnTo>
                <a:lnTo>
                  <a:pt x="294100" y="90"/>
                </a:lnTo>
                <a:lnTo>
                  <a:pt x="292314" y="88"/>
                </a:lnTo>
                <a:lnTo>
                  <a:pt x="290528" y="88"/>
                </a:lnTo>
                <a:lnTo>
                  <a:pt x="288741" y="92"/>
                </a:lnTo>
                <a:lnTo>
                  <a:pt x="286955" y="98"/>
                </a:lnTo>
                <a:lnTo>
                  <a:pt x="285169" y="107"/>
                </a:lnTo>
                <a:lnTo>
                  <a:pt x="283383" y="119"/>
                </a:lnTo>
                <a:lnTo>
                  <a:pt x="281597" y="133"/>
                </a:lnTo>
                <a:lnTo>
                  <a:pt x="279810" y="151"/>
                </a:lnTo>
                <a:lnTo>
                  <a:pt x="278024" y="171"/>
                </a:lnTo>
                <a:lnTo>
                  <a:pt x="276238" y="195"/>
                </a:lnTo>
                <a:lnTo>
                  <a:pt x="274452" y="221"/>
                </a:lnTo>
                <a:lnTo>
                  <a:pt x="272666" y="250"/>
                </a:lnTo>
                <a:lnTo>
                  <a:pt x="270879" y="282"/>
                </a:lnTo>
                <a:lnTo>
                  <a:pt x="269093" y="316"/>
                </a:lnTo>
                <a:lnTo>
                  <a:pt x="267307" y="354"/>
                </a:lnTo>
                <a:lnTo>
                  <a:pt x="265521" y="395"/>
                </a:lnTo>
                <a:lnTo>
                  <a:pt x="263734" y="438"/>
                </a:lnTo>
                <a:lnTo>
                  <a:pt x="261948" y="484"/>
                </a:lnTo>
                <a:lnTo>
                  <a:pt x="260162" y="533"/>
                </a:lnTo>
                <a:lnTo>
                  <a:pt x="260564" y="14755"/>
                </a:lnTo>
                <a:lnTo>
                  <a:pt x="262327" y="14707"/>
                </a:lnTo>
                <a:lnTo>
                  <a:pt x="264091" y="14661"/>
                </a:lnTo>
                <a:lnTo>
                  <a:pt x="265854" y="14618"/>
                </a:lnTo>
                <a:lnTo>
                  <a:pt x="267618" y="14578"/>
                </a:lnTo>
                <a:lnTo>
                  <a:pt x="269381" y="14541"/>
                </a:lnTo>
                <a:lnTo>
                  <a:pt x="271144" y="14507"/>
                </a:lnTo>
                <a:close/>
                <a:moveTo>
                  <a:pt x="355788" y="16184"/>
                </a:moveTo>
                <a:lnTo>
                  <a:pt x="357551" y="16288"/>
                </a:lnTo>
                <a:lnTo>
                  <a:pt x="359315" y="16395"/>
                </a:lnTo>
                <a:lnTo>
                  <a:pt x="361078" y="16505"/>
                </a:lnTo>
                <a:lnTo>
                  <a:pt x="362842" y="16618"/>
                </a:lnTo>
                <a:lnTo>
                  <a:pt x="364605" y="16734"/>
                </a:lnTo>
                <a:lnTo>
                  <a:pt x="366369" y="16852"/>
                </a:lnTo>
                <a:lnTo>
                  <a:pt x="368132" y="16973"/>
                </a:lnTo>
                <a:lnTo>
                  <a:pt x="369896" y="17097"/>
                </a:lnTo>
                <a:lnTo>
                  <a:pt x="371659" y="17224"/>
                </a:lnTo>
                <a:lnTo>
                  <a:pt x="373423" y="17353"/>
                </a:lnTo>
                <a:lnTo>
                  <a:pt x="375186" y="17486"/>
                </a:lnTo>
                <a:lnTo>
                  <a:pt x="376949" y="17621"/>
                </a:lnTo>
                <a:lnTo>
                  <a:pt x="378713" y="17759"/>
                </a:lnTo>
                <a:lnTo>
                  <a:pt x="380476" y="17900"/>
                </a:lnTo>
                <a:lnTo>
                  <a:pt x="382240" y="18044"/>
                </a:lnTo>
                <a:lnTo>
                  <a:pt x="384003" y="18191"/>
                </a:lnTo>
                <a:lnTo>
                  <a:pt x="385767" y="18340"/>
                </a:lnTo>
                <a:lnTo>
                  <a:pt x="387530" y="18492"/>
                </a:lnTo>
                <a:lnTo>
                  <a:pt x="388765" y="4318"/>
                </a:lnTo>
                <a:lnTo>
                  <a:pt x="386979" y="4164"/>
                </a:lnTo>
                <a:lnTo>
                  <a:pt x="385193" y="4013"/>
                </a:lnTo>
                <a:lnTo>
                  <a:pt x="383407" y="3864"/>
                </a:lnTo>
                <a:lnTo>
                  <a:pt x="381621" y="3719"/>
                </a:lnTo>
                <a:lnTo>
                  <a:pt x="379835" y="3576"/>
                </a:lnTo>
                <a:lnTo>
                  <a:pt x="378048" y="3436"/>
                </a:lnTo>
                <a:lnTo>
                  <a:pt x="376262" y="3299"/>
                </a:lnTo>
                <a:lnTo>
                  <a:pt x="374476" y="3165"/>
                </a:lnTo>
                <a:lnTo>
                  <a:pt x="372690" y="3034"/>
                </a:lnTo>
                <a:lnTo>
                  <a:pt x="370904" y="2905"/>
                </a:lnTo>
                <a:lnTo>
                  <a:pt x="369118" y="2780"/>
                </a:lnTo>
                <a:lnTo>
                  <a:pt x="367332" y="2657"/>
                </a:lnTo>
                <a:lnTo>
                  <a:pt x="365546" y="2537"/>
                </a:lnTo>
                <a:lnTo>
                  <a:pt x="363760" y="2420"/>
                </a:lnTo>
                <a:lnTo>
                  <a:pt x="361974" y="2306"/>
                </a:lnTo>
                <a:lnTo>
                  <a:pt x="360187" y="2195"/>
                </a:lnTo>
                <a:lnTo>
                  <a:pt x="358401" y="2086"/>
                </a:lnTo>
                <a:lnTo>
                  <a:pt x="356615" y="1981"/>
                </a:lnTo>
                <a:lnTo>
                  <a:pt x="354829" y="1878"/>
                </a:lnTo>
                <a:lnTo>
                  <a:pt x="353043" y="1778"/>
                </a:lnTo>
                <a:lnTo>
                  <a:pt x="351257" y="1681"/>
                </a:lnTo>
                <a:lnTo>
                  <a:pt x="349471" y="1587"/>
                </a:lnTo>
                <a:lnTo>
                  <a:pt x="347685" y="1496"/>
                </a:lnTo>
                <a:lnTo>
                  <a:pt x="345899" y="1408"/>
                </a:lnTo>
                <a:lnTo>
                  <a:pt x="345207" y="15618"/>
                </a:lnTo>
                <a:lnTo>
                  <a:pt x="346971" y="15706"/>
                </a:lnTo>
                <a:lnTo>
                  <a:pt x="348734" y="15796"/>
                </a:lnTo>
                <a:lnTo>
                  <a:pt x="350498" y="15889"/>
                </a:lnTo>
                <a:lnTo>
                  <a:pt x="352261" y="15984"/>
                </a:lnTo>
                <a:lnTo>
                  <a:pt x="354025" y="16083"/>
                </a:lnTo>
                <a:lnTo>
                  <a:pt x="355788" y="16184"/>
                </a:lnTo>
                <a:close/>
                <a:moveTo>
                  <a:pt x="186498" y="19342"/>
                </a:moveTo>
                <a:lnTo>
                  <a:pt x="188261" y="19175"/>
                </a:lnTo>
                <a:lnTo>
                  <a:pt x="190025" y="19011"/>
                </a:lnTo>
                <a:lnTo>
                  <a:pt x="191788" y="18849"/>
                </a:lnTo>
                <a:lnTo>
                  <a:pt x="193552" y="18691"/>
                </a:lnTo>
                <a:lnTo>
                  <a:pt x="195315" y="18535"/>
                </a:lnTo>
                <a:lnTo>
                  <a:pt x="197079" y="18382"/>
                </a:lnTo>
                <a:lnTo>
                  <a:pt x="198842" y="18232"/>
                </a:lnTo>
                <a:lnTo>
                  <a:pt x="200606" y="18084"/>
                </a:lnTo>
                <a:lnTo>
                  <a:pt x="202369" y="17940"/>
                </a:lnTo>
                <a:lnTo>
                  <a:pt x="204133" y="17798"/>
                </a:lnTo>
                <a:lnTo>
                  <a:pt x="205897" y="17659"/>
                </a:lnTo>
                <a:lnTo>
                  <a:pt x="207660" y="17523"/>
                </a:lnTo>
                <a:lnTo>
                  <a:pt x="209424" y="17390"/>
                </a:lnTo>
                <a:lnTo>
                  <a:pt x="211187" y="17259"/>
                </a:lnTo>
                <a:lnTo>
                  <a:pt x="212951" y="17132"/>
                </a:lnTo>
                <a:lnTo>
                  <a:pt x="214715" y="17007"/>
                </a:lnTo>
                <a:lnTo>
                  <a:pt x="216478" y="16885"/>
                </a:lnTo>
                <a:lnTo>
                  <a:pt x="218242" y="16766"/>
                </a:lnTo>
                <a:lnTo>
                  <a:pt x="217295" y="2570"/>
                </a:lnTo>
                <a:lnTo>
                  <a:pt x="215509" y="2690"/>
                </a:lnTo>
                <a:lnTo>
                  <a:pt x="213723" y="2814"/>
                </a:lnTo>
                <a:lnTo>
                  <a:pt x="211937" y="2940"/>
                </a:lnTo>
                <a:lnTo>
                  <a:pt x="210151" y="3069"/>
                </a:lnTo>
                <a:lnTo>
                  <a:pt x="208365" y="3201"/>
                </a:lnTo>
                <a:lnTo>
                  <a:pt x="206579" y="3336"/>
                </a:lnTo>
                <a:lnTo>
                  <a:pt x="204793" y="3474"/>
                </a:lnTo>
                <a:lnTo>
                  <a:pt x="203007" y="3615"/>
                </a:lnTo>
                <a:lnTo>
                  <a:pt x="201221" y="3758"/>
                </a:lnTo>
                <a:lnTo>
                  <a:pt x="199435" y="3905"/>
                </a:lnTo>
                <a:lnTo>
                  <a:pt x="197649" y="4054"/>
                </a:lnTo>
                <a:lnTo>
                  <a:pt x="195863" y="4206"/>
                </a:lnTo>
                <a:lnTo>
                  <a:pt x="194077" y="4361"/>
                </a:lnTo>
                <a:lnTo>
                  <a:pt x="192291" y="4519"/>
                </a:lnTo>
                <a:lnTo>
                  <a:pt x="190504" y="4680"/>
                </a:lnTo>
                <a:lnTo>
                  <a:pt x="188718" y="4843"/>
                </a:lnTo>
                <a:lnTo>
                  <a:pt x="186932" y="5010"/>
                </a:lnTo>
                <a:lnTo>
                  <a:pt x="185146" y="5179"/>
                </a:lnTo>
                <a:lnTo>
                  <a:pt x="183360" y="5351"/>
                </a:lnTo>
                <a:lnTo>
                  <a:pt x="181574" y="5526"/>
                </a:lnTo>
                <a:lnTo>
                  <a:pt x="179788" y="5704"/>
                </a:lnTo>
                <a:lnTo>
                  <a:pt x="178001" y="5885"/>
                </a:lnTo>
                <a:lnTo>
                  <a:pt x="176215" y="6069"/>
                </a:lnTo>
                <a:lnTo>
                  <a:pt x="174429" y="6255"/>
                </a:lnTo>
                <a:lnTo>
                  <a:pt x="175917" y="20405"/>
                </a:lnTo>
                <a:lnTo>
                  <a:pt x="177681" y="20221"/>
                </a:lnTo>
                <a:lnTo>
                  <a:pt x="179444" y="20039"/>
                </a:lnTo>
                <a:lnTo>
                  <a:pt x="181207" y="19861"/>
                </a:lnTo>
                <a:lnTo>
                  <a:pt x="182971" y="19685"/>
                </a:lnTo>
                <a:lnTo>
                  <a:pt x="184734" y="19512"/>
                </a:lnTo>
                <a:lnTo>
                  <a:pt x="186498" y="19342"/>
                </a:lnTo>
                <a:close/>
                <a:moveTo>
                  <a:pt x="440282" y="24354"/>
                </a:moveTo>
                <a:lnTo>
                  <a:pt x="442019" y="24590"/>
                </a:lnTo>
                <a:lnTo>
                  <a:pt x="443757" y="24828"/>
                </a:lnTo>
                <a:lnTo>
                  <a:pt x="445494" y="25070"/>
                </a:lnTo>
                <a:lnTo>
                  <a:pt x="447232" y="25314"/>
                </a:lnTo>
                <a:lnTo>
                  <a:pt x="448969" y="25561"/>
                </a:lnTo>
                <a:lnTo>
                  <a:pt x="450707" y="25811"/>
                </a:lnTo>
                <a:lnTo>
                  <a:pt x="452444" y="26064"/>
                </a:lnTo>
                <a:lnTo>
                  <a:pt x="454182" y="26319"/>
                </a:lnTo>
                <a:lnTo>
                  <a:pt x="455920" y="26577"/>
                </a:lnTo>
                <a:lnTo>
                  <a:pt x="457657" y="26838"/>
                </a:lnTo>
                <a:lnTo>
                  <a:pt x="459395" y="27101"/>
                </a:lnTo>
                <a:lnTo>
                  <a:pt x="461132" y="27368"/>
                </a:lnTo>
                <a:lnTo>
                  <a:pt x="462870" y="27637"/>
                </a:lnTo>
                <a:lnTo>
                  <a:pt x="464608" y="27909"/>
                </a:lnTo>
                <a:lnTo>
                  <a:pt x="466345" y="28183"/>
                </a:lnTo>
                <a:lnTo>
                  <a:pt x="468083" y="28460"/>
                </a:lnTo>
                <a:lnTo>
                  <a:pt x="469820" y="28740"/>
                </a:lnTo>
                <a:lnTo>
                  <a:pt x="471558" y="29023"/>
                </a:lnTo>
                <a:lnTo>
                  <a:pt x="473854" y="14982"/>
                </a:lnTo>
                <a:lnTo>
                  <a:pt x="472095" y="14696"/>
                </a:lnTo>
                <a:lnTo>
                  <a:pt x="470335" y="14412"/>
                </a:lnTo>
                <a:lnTo>
                  <a:pt x="468576" y="14131"/>
                </a:lnTo>
                <a:lnTo>
                  <a:pt x="466817" y="13854"/>
                </a:lnTo>
                <a:lnTo>
                  <a:pt x="465057" y="13578"/>
                </a:lnTo>
                <a:lnTo>
                  <a:pt x="463298" y="13306"/>
                </a:lnTo>
                <a:lnTo>
                  <a:pt x="461539" y="13036"/>
                </a:lnTo>
                <a:lnTo>
                  <a:pt x="459779" y="12770"/>
                </a:lnTo>
                <a:lnTo>
                  <a:pt x="458020" y="12505"/>
                </a:lnTo>
                <a:lnTo>
                  <a:pt x="456261" y="12244"/>
                </a:lnTo>
                <a:lnTo>
                  <a:pt x="454501" y="11986"/>
                </a:lnTo>
                <a:lnTo>
                  <a:pt x="452742" y="11730"/>
                </a:lnTo>
                <a:lnTo>
                  <a:pt x="450983" y="11477"/>
                </a:lnTo>
                <a:lnTo>
                  <a:pt x="449223" y="11227"/>
                </a:lnTo>
                <a:lnTo>
                  <a:pt x="447464" y="10980"/>
                </a:lnTo>
                <a:lnTo>
                  <a:pt x="445705" y="10735"/>
                </a:lnTo>
                <a:lnTo>
                  <a:pt x="443945" y="10493"/>
                </a:lnTo>
                <a:lnTo>
                  <a:pt x="442186" y="10254"/>
                </a:lnTo>
                <a:lnTo>
                  <a:pt x="440426" y="10018"/>
                </a:lnTo>
                <a:lnTo>
                  <a:pt x="438667" y="9784"/>
                </a:lnTo>
                <a:lnTo>
                  <a:pt x="436908" y="9554"/>
                </a:lnTo>
                <a:lnTo>
                  <a:pt x="435148" y="9326"/>
                </a:lnTo>
                <a:lnTo>
                  <a:pt x="433389" y="9100"/>
                </a:lnTo>
                <a:lnTo>
                  <a:pt x="431630" y="8878"/>
                </a:lnTo>
                <a:lnTo>
                  <a:pt x="429856" y="22995"/>
                </a:lnTo>
                <a:lnTo>
                  <a:pt x="431594" y="23214"/>
                </a:lnTo>
                <a:lnTo>
                  <a:pt x="433331" y="23437"/>
                </a:lnTo>
                <a:lnTo>
                  <a:pt x="435069" y="23662"/>
                </a:lnTo>
                <a:lnTo>
                  <a:pt x="436806" y="23890"/>
                </a:lnTo>
                <a:lnTo>
                  <a:pt x="438544" y="24120"/>
                </a:lnTo>
                <a:lnTo>
                  <a:pt x="440282" y="24354"/>
                </a:lnTo>
                <a:close/>
                <a:moveTo>
                  <a:pt x="102619" y="30558"/>
                </a:moveTo>
                <a:lnTo>
                  <a:pt x="104355" y="30261"/>
                </a:lnTo>
                <a:lnTo>
                  <a:pt x="106091" y="29967"/>
                </a:lnTo>
                <a:lnTo>
                  <a:pt x="107826" y="29676"/>
                </a:lnTo>
                <a:lnTo>
                  <a:pt x="109562" y="29387"/>
                </a:lnTo>
                <a:lnTo>
                  <a:pt x="111297" y="29101"/>
                </a:lnTo>
                <a:lnTo>
                  <a:pt x="113033" y="28818"/>
                </a:lnTo>
                <a:lnTo>
                  <a:pt x="114768" y="28538"/>
                </a:lnTo>
                <a:lnTo>
                  <a:pt x="116504" y="28260"/>
                </a:lnTo>
                <a:lnTo>
                  <a:pt x="118239" y="27985"/>
                </a:lnTo>
                <a:lnTo>
                  <a:pt x="119975" y="27713"/>
                </a:lnTo>
                <a:lnTo>
                  <a:pt x="121710" y="27443"/>
                </a:lnTo>
                <a:lnTo>
                  <a:pt x="123446" y="27177"/>
                </a:lnTo>
                <a:lnTo>
                  <a:pt x="125181" y="26913"/>
                </a:lnTo>
                <a:lnTo>
                  <a:pt x="126917" y="26651"/>
                </a:lnTo>
                <a:lnTo>
                  <a:pt x="128652" y="26393"/>
                </a:lnTo>
                <a:lnTo>
                  <a:pt x="130387" y="26137"/>
                </a:lnTo>
                <a:lnTo>
                  <a:pt x="132123" y="25884"/>
                </a:lnTo>
                <a:lnTo>
                  <a:pt x="133858" y="25634"/>
                </a:lnTo>
                <a:lnTo>
                  <a:pt x="131838" y="11550"/>
                </a:lnTo>
                <a:lnTo>
                  <a:pt x="130081" y="11804"/>
                </a:lnTo>
                <a:lnTo>
                  <a:pt x="128324" y="12060"/>
                </a:lnTo>
                <a:lnTo>
                  <a:pt x="126566" y="12319"/>
                </a:lnTo>
                <a:lnTo>
                  <a:pt x="124809" y="12581"/>
                </a:lnTo>
                <a:lnTo>
                  <a:pt x="123052" y="12845"/>
                </a:lnTo>
                <a:lnTo>
                  <a:pt x="121295" y="13112"/>
                </a:lnTo>
                <a:lnTo>
                  <a:pt x="119538" y="13383"/>
                </a:lnTo>
                <a:lnTo>
                  <a:pt x="117780" y="13655"/>
                </a:lnTo>
                <a:lnTo>
                  <a:pt x="116023" y="13931"/>
                </a:lnTo>
                <a:lnTo>
                  <a:pt x="114266" y="14209"/>
                </a:lnTo>
                <a:lnTo>
                  <a:pt x="112509" y="14490"/>
                </a:lnTo>
                <a:lnTo>
                  <a:pt x="110752" y="14774"/>
                </a:lnTo>
                <a:lnTo>
                  <a:pt x="108995" y="15061"/>
                </a:lnTo>
                <a:lnTo>
                  <a:pt x="107238" y="15351"/>
                </a:lnTo>
                <a:lnTo>
                  <a:pt x="105480" y="15643"/>
                </a:lnTo>
                <a:lnTo>
                  <a:pt x="103723" y="15938"/>
                </a:lnTo>
                <a:lnTo>
                  <a:pt x="101966" y="16235"/>
                </a:lnTo>
                <a:lnTo>
                  <a:pt x="100209" y="16536"/>
                </a:lnTo>
                <a:lnTo>
                  <a:pt x="98452" y="16839"/>
                </a:lnTo>
                <a:lnTo>
                  <a:pt x="96695" y="17145"/>
                </a:lnTo>
                <a:lnTo>
                  <a:pt x="94938" y="17454"/>
                </a:lnTo>
                <a:lnTo>
                  <a:pt x="93181" y="17766"/>
                </a:lnTo>
                <a:lnTo>
                  <a:pt x="91424" y="18080"/>
                </a:lnTo>
                <a:lnTo>
                  <a:pt x="89667" y="18397"/>
                </a:lnTo>
                <a:lnTo>
                  <a:pt x="92206" y="32397"/>
                </a:lnTo>
                <a:lnTo>
                  <a:pt x="93941" y="32083"/>
                </a:lnTo>
                <a:lnTo>
                  <a:pt x="95677" y="31773"/>
                </a:lnTo>
                <a:lnTo>
                  <a:pt x="97413" y="31465"/>
                </a:lnTo>
                <a:lnTo>
                  <a:pt x="99148" y="31160"/>
                </a:lnTo>
                <a:lnTo>
                  <a:pt x="100884" y="30858"/>
                </a:lnTo>
                <a:lnTo>
                  <a:pt x="102619" y="30558"/>
                </a:lnTo>
                <a:close/>
                <a:moveTo>
                  <a:pt x="523627" y="38769"/>
                </a:moveTo>
                <a:lnTo>
                  <a:pt x="525362" y="39136"/>
                </a:lnTo>
                <a:lnTo>
                  <a:pt x="527098" y="39506"/>
                </a:lnTo>
                <a:lnTo>
                  <a:pt x="528834" y="39879"/>
                </a:lnTo>
                <a:lnTo>
                  <a:pt x="530570" y="40254"/>
                </a:lnTo>
                <a:lnTo>
                  <a:pt x="532305" y="40633"/>
                </a:lnTo>
                <a:lnTo>
                  <a:pt x="534041" y="41014"/>
                </a:lnTo>
                <a:lnTo>
                  <a:pt x="535777" y="41397"/>
                </a:lnTo>
                <a:lnTo>
                  <a:pt x="537513" y="41784"/>
                </a:lnTo>
                <a:lnTo>
                  <a:pt x="539249" y="42173"/>
                </a:lnTo>
                <a:lnTo>
                  <a:pt x="540985" y="42565"/>
                </a:lnTo>
                <a:lnTo>
                  <a:pt x="542721" y="42960"/>
                </a:lnTo>
                <a:lnTo>
                  <a:pt x="544457" y="43357"/>
                </a:lnTo>
                <a:lnTo>
                  <a:pt x="546193" y="43758"/>
                </a:lnTo>
                <a:lnTo>
                  <a:pt x="547929" y="44161"/>
                </a:lnTo>
                <a:lnTo>
                  <a:pt x="549665" y="44566"/>
                </a:lnTo>
                <a:lnTo>
                  <a:pt x="551401" y="44975"/>
                </a:lnTo>
                <a:lnTo>
                  <a:pt x="553137" y="45386"/>
                </a:lnTo>
                <a:lnTo>
                  <a:pt x="554873" y="45800"/>
                </a:lnTo>
                <a:lnTo>
                  <a:pt x="558183" y="31963"/>
                </a:lnTo>
                <a:lnTo>
                  <a:pt x="556427" y="31544"/>
                </a:lnTo>
                <a:lnTo>
                  <a:pt x="554670" y="31128"/>
                </a:lnTo>
                <a:lnTo>
                  <a:pt x="552914" y="30715"/>
                </a:lnTo>
                <a:lnTo>
                  <a:pt x="551157" y="30304"/>
                </a:lnTo>
                <a:lnTo>
                  <a:pt x="549401" y="29896"/>
                </a:lnTo>
                <a:lnTo>
                  <a:pt x="547644" y="29491"/>
                </a:lnTo>
                <a:lnTo>
                  <a:pt x="545888" y="29089"/>
                </a:lnTo>
                <a:lnTo>
                  <a:pt x="544131" y="28690"/>
                </a:lnTo>
                <a:lnTo>
                  <a:pt x="542374" y="28293"/>
                </a:lnTo>
                <a:lnTo>
                  <a:pt x="540618" y="27899"/>
                </a:lnTo>
                <a:lnTo>
                  <a:pt x="538861" y="27508"/>
                </a:lnTo>
                <a:lnTo>
                  <a:pt x="537104" y="27120"/>
                </a:lnTo>
                <a:lnTo>
                  <a:pt x="535347" y="26734"/>
                </a:lnTo>
                <a:lnTo>
                  <a:pt x="533591" y="26351"/>
                </a:lnTo>
                <a:lnTo>
                  <a:pt x="531834" y="25971"/>
                </a:lnTo>
                <a:lnTo>
                  <a:pt x="530077" y="25594"/>
                </a:lnTo>
                <a:lnTo>
                  <a:pt x="528320" y="25219"/>
                </a:lnTo>
                <a:lnTo>
                  <a:pt x="526563" y="24848"/>
                </a:lnTo>
                <a:lnTo>
                  <a:pt x="524806" y="24478"/>
                </a:lnTo>
                <a:lnTo>
                  <a:pt x="523049" y="24112"/>
                </a:lnTo>
                <a:lnTo>
                  <a:pt x="521292" y="23749"/>
                </a:lnTo>
                <a:lnTo>
                  <a:pt x="519535" y="23388"/>
                </a:lnTo>
                <a:lnTo>
                  <a:pt x="517778" y="23030"/>
                </a:lnTo>
                <a:lnTo>
                  <a:pt x="516021" y="22675"/>
                </a:lnTo>
                <a:lnTo>
                  <a:pt x="513213" y="36622"/>
                </a:lnTo>
                <a:lnTo>
                  <a:pt x="514949" y="36973"/>
                </a:lnTo>
                <a:lnTo>
                  <a:pt x="516684" y="37327"/>
                </a:lnTo>
                <a:lnTo>
                  <a:pt x="518420" y="37683"/>
                </a:lnTo>
                <a:lnTo>
                  <a:pt x="520155" y="38042"/>
                </a:lnTo>
                <a:lnTo>
                  <a:pt x="521891" y="38404"/>
                </a:lnTo>
                <a:lnTo>
                  <a:pt x="523627" y="38769"/>
                </a:lnTo>
                <a:close/>
                <a:moveTo>
                  <a:pt x="19300" y="48029"/>
                </a:moveTo>
                <a:lnTo>
                  <a:pt x="21036" y="47601"/>
                </a:lnTo>
                <a:lnTo>
                  <a:pt x="22772" y="47175"/>
                </a:lnTo>
                <a:lnTo>
                  <a:pt x="24508" y="46752"/>
                </a:lnTo>
                <a:lnTo>
                  <a:pt x="26244" y="46332"/>
                </a:lnTo>
                <a:lnTo>
                  <a:pt x="27980" y="45915"/>
                </a:lnTo>
                <a:lnTo>
                  <a:pt x="29716" y="45500"/>
                </a:lnTo>
                <a:lnTo>
                  <a:pt x="31452" y="45088"/>
                </a:lnTo>
                <a:lnTo>
                  <a:pt x="33188" y="44679"/>
                </a:lnTo>
                <a:lnTo>
                  <a:pt x="34924" y="44272"/>
                </a:lnTo>
                <a:lnTo>
                  <a:pt x="36660" y="43869"/>
                </a:lnTo>
                <a:lnTo>
                  <a:pt x="38396" y="43468"/>
                </a:lnTo>
                <a:lnTo>
                  <a:pt x="40132" y="43069"/>
                </a:lnTo>
                <a:lnTo>
                  <a:pt x="41868" y="42674"/>
                </a:lnTo>
                <a:lnTo>
                  <a:pt x="43604" y="42281"/>
                </a:lnTo>
                <a:lnTo>
                  <a:pt x="45340" y="41891"/>
                </a:lnTo>
                <a:lnTo>
                  <a:pt x="47076" y="41504"/>
                </a:lnTo>
                <a:lnTo>
                  <a:pt x="48812" y="41119"/>
                </a:lnTo>
                <a:lnTo>
                  <a:pt x="50548" y="40737"/>
                </a:lnTo>
                <a:lnTo>
                  <a:pt x="47503" y="26840"/>
                </a:lnTo>
                <a:lnTo>
                  <a:pt x="45746" y="27226"/>
                </a:lnTo>
                <a:lnTo>
                  <a:pt x="43990" y="27615"/>
                </a:lnTo>
                <a:lnTo>
                  <a:pt x="42233" y="28007"/>
                </a:lnTo>
                <a:lnTo>
                  <a:pt x="40477" y="28402"/>
                </a:lnTo>
                <a:lnTo>
                  <a:pt x="38720" y="28799"/>
                </a:lnTo>
                <a:lnTo>
                  <a:pt x="36963" y="29199"/>
                </a:lnTo>
                <a:lnTo>
                  <a:pt x="35207" y="29602"/>
                </a:lnTo>
                <a:lnTo>
                  <a:pt x="33450" y="30008"/>
                </a:lnTo>
                <a:lnTo>
                  <a:pt x="31693" y="30416"/>
                </a:lnTo>
                <a:lnTo>
                  <a:pt x="29937" y="30828"/>
                </a:lnTo>
                <a:lnTo>
                  <a:pt x="28180" y="31242"/>
                </a:lnTo>
                <a:lnTo>
                  <a:pt x="26423" y="31659"/>
                </a:lnTo>
                <a:lnTo>
                  <a:pt x="24667" y="32078"/>
                </a:lnTo>
                <a:lnTo>
                  <a:pt x="22910" y="32501"/>
                </a:lnTo>
                <a:lnTo>
                  <a:pt x="21153" y="32926"/>
                </a:lnTo>
                <a:lnTo>
                  <a:pt x="19397" y="33354"/>
                </a:lnTo>
                <a:lnTo>
                  <a:pt x="17640" y="33784"/>
                </a:lnTo>
                <a:lnTo>
                  <a:pt x="15883" y="34218"/>
                </a:lnTo>
                <a:lnTo>
                  <a:pt x="14127" y="34654"/>
                </a:lnTo>
                <a:lnTo>
                  <a:pt x="12370" y="35093"/>
                </a:lnTo>
                <a:lnTo>
                  <a:pt x="10613" y="35535"/>
                </a:lnTo>
                <a:lnTo>
                  <a:pt x="8857" y="35979"/>
                </a:lnTo>
                <a:lnTo>
                  <a:pt x="7100" y="36427"/>
                </a:lnTo>
                <a:lnTo>
                  <a:pt x="5343" y="36877"/>
                </a:lnTo>
                <a:lnTo>
                  <a:pt x="8885" y="50656"/>
                </a:lnTo>
                <a:lnTo>
                  <a:pt x="10621" y="50212"/>
                </a:lnTo>
                <a:lnTo>
                  <a:pt x="12356" y="49770"/>
                </a:lnTo>
                <a:lnTo>
                  <a:pt x="14092" y="49330"/>
                </a:lnTo>
                <a:lnTo>
                  <a:pt x="15828" y="48894"/>
                </a:lnTo>
                <a:lnTo>
                  <a:pt x="17564" y="48460"/>
                </a:lnTo>
                <a:lnTo>
                  <a:pt x="19300" y="48029"/>
                </a:lnTo>
                <a:close/>
                <a:moveTo>
                  <a:pt x="607335" y="58638"/>
                </a:moveTo>
                <a:lnTo>
                  <a:pt x="609092" y="59037"/>
                </a:lnTo>
                <a:lnTo>
                  <a:pt x="610849" y="59434"/>
                </a:lnTo>
                <a:lnTo>
                  <a:pt x="612605" y="59827"/>
                </a:lnTo>
                <a:lnTo>
                  <a:pt x="614362" y="60218"/>
                </a:lnTo>
                <a:lnTo>
                  <a:pt x="616119" y="60606"/>
                </a:lnTo>
                <a:lnTo>
                  <a:pt x="617875" y="60991"/>
                </a:lnTo>
                <a:lnTo>
                  <a:pt x="619632" y="61373"/>
                </a:lnTo>
                <a:lnTo>
                  <a:pt x="621389" y="61752"/>
                </a:lnTo>
                <a:lnTo>
                  <a:pt x="623145" y="62129"/>
                </a:lnTo>
                <a:lnTo>
                  <a:pt x="624902" y="62503"/>
                </a:lnTo>
                <a:lnTo>
                  <a:pt x="626659" y="62874"/>
                </a:lnTo>
                <a:lnTo>
                  <a:pt x="628415" y="63243"/>
                </a:lnTo>
                <a:lnTo>
                  <a:pt x="630172" y="63609"/>
                </a:lnTo>
                <a:lnTo>
                  <a:pt x="631928" y="63971"/>
                </a:lnTo>
                <a:lnTo>
                  <a:pt x="633685" y="64332"/>
                </a:lnTo>
                <a:lnTo>
                  <a:pt x="635442" y="64689"/>
                </a:lnTo>
                <a:lnTo>
                  <a:pt x="637198" y="65043"/>
                </a:lnTo>
                <a:lnTo>
                  <a:pt x="638955" y="65395"/>
                </a:lnTo>
                <a:lnTo>
                  <a:pt x="641738" y="51442"/>
                </a:lnTo>
                <a:lnTo>
                  <a:pt x="640002" y="51095"/>
                </a:lnTo>
                <a:lnTo>
                  <a:pt x="638267" y="50745"/>
                </a:lnTo>
                <a:lnTo>
                  <a:pt x="636531" y="50391"/>
                </a:lnTo>
                <a:lnTo>
                  <a:pt x="634795" y="50036"/>
                </a:lnTo>
                <a:lnTo>
                  <a:pt x="633059" y="49677"/>
                </a:lnTo>
                <a:lnTo>
                  <a:pt x="631324" y="49316"/>
                </a:lnTo>
                <a:lnTo>
                  <a:pt x="629588" y="48952"/>
                </a:lnTo>
                <a:lnTo>
                  <a:pt x="627852" y="48585"/>
                </a:lnTo>
                <a:lnTo>
                  <a:pt x="626117" y="48215"/>
                </a:lnTo>
                <a:lnTo>
                  <a:pt x="624381" y="47843"/>
                </a:lnTo>
                <a:lnTo>
                  <a:pt x="622645" y="47468"/>
                </a:lnTo>
                <a:lnTo>
                  <a:pt x="620909" y="47090"/>
                </a:lnTo>
                <a:lnTo>
                  <a:pt x="619174" y="46710"/>
                </a:lnTo>
                <a:lnTo>
                  <a:pt x="617438" y="46327"/>
                </a:lnTo>
                <a:lnTo>
                  <a:pt x="615702" y="45941"/>
                </a:lnTo>
                <a:lnTo>
                  <a:pt x="613967" y="45552"/>
                </a:lnTo>
                <a:lnTo>
                  <a:pt x="612231" y="45160"/>
                </a:lnTo>
                <a:lnTo>
                  <a:pt x="610495" y="44766"/>
                </a:lnTo>
                <a:lnTo>
                  <a:pt x="608760" y="44369"/>
                </a:lnTo>
                <a:lnTo>
                  <a:pt x="607024" y="43970"/>
                </a:lnTo>
                <a:lnTo>
                  <a:pt x="605288" y="43567"/>
                </a:lnTo>
                <a:lnTo>
                  <a:pt x="603553" y="43162"/>
                </a:lnTo>
                <a:lnTo>
                  <a:pt x="601817" y="42754"/>
                </a:lnTo>
                <a:lnTo>
                  <a:pt x="600081" y="42343"/>
                </a:lnTo>
                <a:lnTo>
                  <a:pt x="596795" y="56186"/>
                </a:lnTo>
                <a:lnTo>
                  <a:pt x="598552" y="56602"/>
                </a:lnTo>
                <a:lnTo>
                  <a:pt x="600309" y="57015"/>
                </a:lnTo>
                <a:lnTo>
                  <a:pt x="602065" y="57425"/>
                </a:lnTo>
                <a:lnTo>
                  <a:pt x="603822" y="57832"/>
                </a:lnTo>
                <a:lnTo>
                  <a:pt x="605579" y="58237"/>
                </a:lnTo>
                <a:lnTo>
                  <a:pt x="607335" y="58638"/>
                </a:lnTo>
                <a:close/>
                <a:moveTo>
                  <a:pt x="691687" y="74663"/>
                </a:moveTo>
                <a:lnTo>
                  <a:pt x="693448" y="74929"/>
                </a:lnTo>
                <a:lnTo>
                  <a:pt x="695209" y="75193"/>
                </a:lnTo>
                <a:lnTo>
                  <a:pt x="696970" y="75454"/>
                </a:lnTo>
                <a:lnTo>
                  <a:pt x="698731" y="75712"/>
                </a:lnTo>
                <a:lnTo>
                  <a:pt x="700492" y="75967"/>
                </a:lnTo>
                <a:lnTo>
                  <a:pt x="702253" y="76219"/>
                </a:lnTo>
                <a:lnTo>
                  <a:pt x="704014" y="76469"/>
                </a:lnTo>
                <a:lnTo>
                  <a:pt x="705775" y="76716"/>
                </a:lnTo>
                <a:lnTo>
                  <a:pt x="707536" y="76960"/>
                </a:lnTo>
                <a:lnTo>
                  <a:pt x="709297" y="77201"/>
                </a:lnTo>
                <a:lnTo>
                  <a:pt x="711058" y="77440"/>
                </a:lnTo>
                <a:lnTo>
                  <a:pt x="712818" y="77675"/>
                </a:lnTo>
                <a:lnTo>
                  <a:pt x="714579" y="77908"/>
                </a:lnTo>
                <a:lnTo>
                  <a:pt x="716340" y="78138"/>
                </a:lnTo>
                <a:lnTo>
                  <a:pt x="718101" y="78366"/>
                </a:lnTo>
                <a:lnTo>
                  <a:pt x="719862" y="78590"/>
                </a:lnTo>
                <a:lnTo>
                  <a:pt x="721623" y="78812"/>
                </a:lnTo>
                <a:lnTo>
                  <a:pt x="723384" y="79031"/>
                </a:lnTo>
                <a:lnTo>
                  <a:pt x="725128" y="64910"/>
                </a:lnTo>
                <a:lnTo>
                  <a:pt x="723389" y="64694"/>
                </a:lnTo>
                <a:lnTo>
                  <a:pt x="721650" y="64475"/>
                </a:lnTo>
                <a:lnTo>
                  <a:pt x="719910" y="64253"/>
                </a:lnTo>
                <a:lnTo>
                  <a:pt x="718171" y="64029"/>
                </a:lnTo>
                <a:lnTo>
                  <a:pt x="716432" y="63802"/>
                </a:lnTo>
                <a:lnTo>
                  <a:pt x="714693" y="63572"/>
                </a:lnTo>
                <a:lnTo>
                  <a:pt x="712954" y="63339"/>
                </a:lnTo>
                <a:lnTo>
                  <a:pt x="711214" y="63103"/>
                </a:lnTo>
                <a:lnTo>
                  <a:pt x="709475" y="62865"/>
                </a:lnTo>
                <a:lnTo>
                  <a:pt x="707736" y="62624"/>
                </a:lnTo>
                <a:lnTo>
                  <a:pt x="705997" y="62380"/>
                </a:lnTo>
                <a:lnTo>
                  <a:pt x="704258" y="62134"/>
                </a:lnTo>
                <a:lnTo>
                  <a:pt x="702519" y="61884"/>
                </a:lnTo>
                <a:lnTo>
                  <a:pt x="700780" y="61632"/>
                </a:lnTo>
                <a:lnTo>
                  <a:pt x="699041" y="61378"/>
                </a:lnTo>
                <a:lnTo>
                  <a:pt x="697302" y="61120"/>
                </a:lnTo>
                <a:lnTo>
                  <a:pt x="695563" y="60860"/>
                </a:lnTo>
                <a:lnTo>
                  <a:pt x="693824" y="60597"/>
                </a:lnTo>
                <a:lnTo>
                  <a:pt x="692085" y="60331"/>
                </a:lnTo>
                <a:lnTo>
                  <a:pt x="690346" y="60063"/>
                </a:lnTo>
                <a:lnTo>
                  <a:pt x="688607" y="59791"/>
                </a:lnTo>
                <a:lnTo>
                  <a:pt x="686868" y="59517"/>
                </a:lnTo>
                <a:lnTo>
                  <a:pt x="685129" y="59240"/>
                </a:lnTo>
                <a:lnTo>
                  <a:pt x="683390" y="58961"/>
                </a:lnTo>
                <a:lnTo>
                  <a:pt x="681121" y="73006"/>
                </a:lnTo>
                <a:lnTo>
                  <a:pt x="682882" y="73289"/>
                </a:lnTo>
                <a:lnTo>
                  <a:pt x="684643" y="73570"/>
                </a:lnTo>
                <a:lnTo>
                  <a:pt x="686404" y="73847"/>
                </a:lnTo>
                <a:lnTo>
                  <a:pt x="688165" y="74122"/>
                </a:lnTo>
                <a:lnTo>
                  <a:pt x="689926" y="74394"/>
                </a:lnTo>
                <a:lnTo>
                  <a:pt x="691687" y="74663"/>
                </a:lnTo>
                <a:close/>
                <a:moveTo>
                  <a:pt x="776964" y="84359"/>
                </a:moveTo>
                <a:lnTo>
                  <a:pt x="778750" y="84492"/>
                </a:lnTo>
                <a:lnTo>
                  <a:pt x="780536" y="84622"/>
                </a:lnTo>
                <a:lnTo>
                  <a:pt x="782322" y="84750"/>
                </a:lnTo>
                <a:lnTo>
                  <a:pt x="784109" y="84874"/>
                </a:lnTo>
                <a:lnTo>
                  <a:pt x="785895" y="84996"/>
                </a:lnTo>
                <a:lnTo>
                  <a:pt x="787681" y="85115"/>
                </a:lnTo>
                <a:lnTo>
                  <a:pt x="789467" y="85231"/>
                </a:lnTo>
                <a:lnTo>
                  <a:pt x="791253" y="85344"/>
                </a:lnTo>
                <a:lnTo>
                  <a:pt x="793039" y="85454"/>
                </a:lnTo>
                <a:lnTo>
                  <a:pt x="794825" y="85561"/>
                </a:lnTo>
                <a:lnTo>
                  <a:pt x="796611" y="85666"/>
                </a:lnTo>
                <a:lnTo>
                  <a:pt x="798398" y="85767"/>
                </a:lnTo>
                <a:lnTo>
                  <a:pt x="800184" y="85866"/>
                </a:lnTo>
                <a:lnTo>
                  <a:pt x="801970" y="85962"/>
                </a:lnTo>
                <a:lnTo>
                  <a:pt x="803756" y="86055"/>
                </a:lnTo>
                <a:lnTo>
                  <a:pt x="805543" y="86145"/>
                </a:lnTo>
                <a:lnTo>
                  <a:pt x="807329" y="86232"/>
                </a:lnTo>
                <a:lnTo>
                  <a:pt x="809115" y="86317"/>
                </a:lnTo>
                <a:lnTo>
                  <a:pt x="809775" y="72105"/>
                </a:lnTo>
                <a:lnTo>
                  <a:pt x="808012" y="72021"/>
                </a:lnTo>
                <a:lnTo>
                  <a:pt x="806249" y="71935"/>
                </a:lnTo>
                <a:lnTo>
                  <a:pt x="804486" y="71846"/>
                </a:lnTo>
                <a:lnTo>
                  <a:pt x="802722" y="71754"/>
                </a:lnTo>
                <a:lnTo>
                  <a:pt x="800959" y="71660"/>
                </a:lnTo>
                <a:lnTo>
                  <a:pt x="799196" y="71562"/>
                </a:lnTo>
                <a:lnTo>
                  <a:pt x="797432" y="71462"/>
                </a:lnTo>
                <a:lnTo>
                  <a:pt x="795669" y="71359"/>
                </a:lnTo>
                <a:lnTo>
                  <a:pt x="793906" y="71253"/>
                </a:lnTo>
                <a:lnTo>
                  <a:pt x="792142" y="71144"/>
                </a:lnTo>
                <a:lnTo>
                  <a:pt x="790379" y="71032"/>
                </a:lnTo>
                <a:lnTo>
                  <a:pt x="788615" y="70918"/>
                </a:lnTo>
                <a:lnTo>
                  <a:pt x="786852" y="70801"/>
                </a:lnTo>
                <a:lnTo>
                  <a:pt x="785089" y="70680"/>
                </a:lnTo>
                <a:lnTo>
                  <a:pt x="783325" y="70557"/>
                </a:lnTo>
                <a:lnTo>
                  <a:pt x="781562" y="70432"/>
                </a:lnTo>
                <a:lnTo>
                  <a:pt x="779798" y="70303"/>
                </a:lnTo>
                <a:lnTo>
                  <a:pt x="778035" y="70171"/>
                </a:lnTo>
                <a:lnTo>
                  <a:pt x="776271" y="70037"/>
                </a:lnTo>
                <a:lnTo>
                  <a:pt x="774508" y="69900"/>
                </a:lnTo>
                <a:lnTo>
                  <a:pt x="772744" y="69760"/>
                </a:lnTo>
                <a:lnTo>
                  <a:pt x="770980" y="69617"/>
                </a:lnTo>
                <a:lnTo>
                  <a:pt x="769217" y="69472"/>
                </a:lnTo>
                <a:lnTo>
                  <a:pt x="767453" y="69323"/>
                </a:lnTo>
                <a:lnTo>
                  <a:pt x="766249" y="83500"/>
                </a:lnTo>
                <a:lnTo>
                  <a:pt x="768035" y="83650"/>
                </a:lnTo>
                <a:lnTo>
                  <a:pt x="769821" y="83798"/>
                </a:lnTo>
                <a:lnTo>
                  <a:pt x="771607" y="83942"/>
                </a:lnTo>
                <a:lnTo>
                  <a:pt x="773392" y="84084"/>
                </a:lnTo>
                <a:lnTo>
                  <a:pt x="775178" y="84223"/>
                </a:lnTo>
                <a:lnTo>
                  <a:pt x="776964" y="84359"/>
                </a:lnTo>
                <a:close/>
                <a:moveTo>
                  <a:pt x="0" y="2975784"/>
                </a:moveTo>
                <a:lnTo>
                  <a:pt x="0" y="3018467"/>
                </a:lnTo>
                <a:lnTo>
                  <a:pt x="14228" y="3018467"/>
                </a:lnTo>
                <a:lnTo>
                  <a:pt x="14228" y="2975784"/>
                </a:lnTo>
                <a:lnTo>
                  <a:pt x="0" y="2975784"/>
                </a:lnTo>
                <a:close/>
                <a:moveTo>
                  <a:pt x="0" y="3061150"/>
                </a:moveTo>
                <a:lnTo>
                  <a:pt x="0" y="3103832"/>
                </a:lnTo>
                <a:lnTo>
                  <a:pt x="14228" y="3103832"/>
                </a:lnTo>
                <a:lnTo>
                  <a:pt x="14228" y="3061150"/>
                </a:lnTo>
                <a:lnTo>
                  <a:pt x="0" y="3061150"/>
                </a:lnTo>
                <a:close/>
                <a:moveTo>
                  <a:pt x="0" y="3146515"/>
                </a:moveTo>
                <a:lnTo>
                  <a:pt x="0" y="3189198"/>
                </a:lnTo>
                <a:lnTo>
                  <a:pt x="14228" y="3189198"/>
                </a:lnTo>
                <a:lnTo>
                  <a:pt x="14228" y="3146515"/>
                </a:lnTo>
                <a:lnTo>
                  <a:pt x="0" y="3146515"/>
                </a:lnTo>
                <a:close/>
                <a:moveTo>
                  <a:pt x="0" y="3231881"/>
                </a:moveTo>
                <a:lnTo>
                  <a:pt x="0" y="3274564"/>
                </a:lnTo>
                <a:lnTo>
                  <a:pt x="14228" y="3274564"/>
                </a:lnTo>
                <a:lnTo>
                  <a:pt x="14228" y="3231881"/>
                </a:lnTo>
                <a:lnTo>
                  <a:pt x="0" y="3231881"/>
                </a:lnTo>
                <a:close/>
                <a:moveTo>
                  <a:pt x="0" y="3317246"/>
                </a:moveTo>
                <a:lnTo>
                  <a:pt x="0" y="3359929"/>
                </a:lnTo>
                <a:lnTo>
                  <a:pt x="14228" y="3359929"/>
                </a:lnTo>
                <a:lnTo>
                  <a:pt x="14228" y="3317246"/>
                </a:lnTo>
                <a:lnTo>
                  <a:pt x="0" y="3317246"/>
                </a:lnTo>
                <a:close/>
                <a:moveTo>
                  <a:pt x="0" y="3445295"/>
                </a:moveTo>
                <a:lnTo>
                  <a:pt x="14228" y="3445295"/>
                </a:lnTo>
                <a:lnTo>
                  <a:pt x="14228" y="3402612"/>
                </a:lnTo>
                <a:lnTo>
                  <a:pt x="0" y="3402612"/>
                </a:lnTo>
                <a:lnTo>
                  <a:pt x="0" y="3445295"/>
                </a:lnTo>
                <a:close/>
                <a:moveTo>
                  <a:pt x="0" y="3530660"/>
                </a:moveTo>
                <a:lnTo>
                  <a:pt x="14228" y="3530660"/>
                </a:lnTo>
                <a:lnTo>
                  <a:pt x="14228" y="3487978"/>
                </a:lnTo>
                <a:lnTo>
                  <a:pt x="0" y="3487978"/>
                </a:lnTo>
                <a:lnTo>
                  <a:pt x="0" y="3530660"/>
                </a:lnTo>
                <a:close/>
                <a:moveTo>
                  <a:pt x="0" y="3573343"/>
                </a:moveTo>
                <a:lnTo>
                  <a:pt x="0" y="3616026"/>
                </a:lnTo>
                <a:lnTo>
                  <a:pt x="14228" y="3616026"/>
                </a:lnTo>
                <a:lnTo>
                  <a:pt x="14228" y="3573343"/>
                </a:lnTo>
                <a:lnTo>
                  <a:pt x="0" y="3573343"/>
                </a:lnTo>
                <a:close/>
                <a:moveTo>
                  <a:pt x="0" y="3658709"/>
                </a:moveTo>
                <a:lnTo>
                  <a:pt x="0" y="3701392"/>
                </a:lnTo>
                <a:lnTo>
                  <a:pt x="14228" y="3701392"/>
                </a:lnTo>
                <a:lnTo>
                  <a:pt x="14228" y="3658709"/>
                </a:lnTo>
                <a:lnTo>
                  <a:pt x="0" y="3658709"/>
                </a:lnTo>
                <a:close/>
                <a:moveTo>
                  <a:pt x="0" y="3744075"/>
                </a:moveTo>
                <a:lnTo>
                  <a:pt x="0" y="3786757"/>
                </a:lnTo>
                <a:lnTo>
                  <a:pt x="14228" y="3786757"/>
                </a:lnTo>
                <a:lnTo>
                  <a:pt x="14228" y="3744075"/>
                </a:lnTo>
                <a:lnTo>
                  <a:pt x="0" y="3744075"/>
                </a:lnTo>
                <a:close/>
                <a:moveTo>
                  <a:pt x="0" y="3829440"/>
                </a:moveTo>
                <a:lnTo>
                  <a:pt x="0" y="3872123"/>
                </a:lnTo>
                <a:lnTo>
                  <a:pt x="14228" y="3872123"/>
                </a:lnTo>
                <a:lnTo>
                  <a:pt x="14228" y="3829440"/>
                </a:lnTo>
                <a:lnTo>
                  <a:pt x="0" y="3829440"/>
                </a:lnTo>
                <a:close/>
                <a:moveTo>
                  <a:pt x="0" y="3914806"/>
                </a:moveTo>
                <a:lnTo>
                  <a:pt x="0" y="3957489"/>
                </a:lnTo>
                <a:lnTo>
                  <a:pt x="14228" y="3957489"/>
                </a:lnTo>
                <a:lnTo>
                  <a:pt x="14228" y="3914806"/>
                </a:lnTo>
                <a:lnTo>
                  <a:pt x="0" y="3914806"/>
                </a:lnTo>
                <a:close/>
                <a:moveTo>
                  <a:pt x="260437" y="3988665"/>
                </a:moveTo>
                <a:lnTo>
                  <a:pt x="258650" y="3988717"/>
                </a:lnTo>
                <a:lnTo>
                  <a:pt x="256864" y="3988771"/>
                </a:lnTo>
                <a:lnTo>
                  <a:pt x="255078" y="3988828"/>
                </a:lnTo>
                <a:lnTo>
                  <a:pt x="253291" y="3988889"/>
                </a:lnTo>
                <a:lnTo>
                  <a:pt x="251505" y="3988951"/>
                </a:lnTo>
                <a:lnTo>
                  <a:pt x="249719" y="3989017"/>
                </a:lnTo>
                <a:lnTo>
                  <a:pt x="247933" y="3989086"/>
                </a:lnTo>
                <a:lnTo>
                  <a:pt x="246147" y="3989157"/>
                </a:lnTo>
                <a:lnTo>
                  <a:pt x="244361" y="3989232"/>
                </a:lnTo>
                <a:lnTo>
                  <a:pt x="242575" y="3989309"/>
                </a:lnTo>
                <a:lnTo>
                  <a:pt x="240789" y="3989389"/>
                </a:lnTo>
                <a:lnTo>
                  <a:pt x="239003" y="3989472"/>
                </a:lnTo>
                <a:lnTo>
                  <a:pt x="237217" y="3989558"/>
                </a:lnTo>
                <a:lnTo>
                  <a:pt x="235431" y="3989647"/>
                </a:lnTo>
                <a:lnTo>
                  <a:pt x="233646" y="3989738"/>
                </a:lnTo>
                <a:lnTo>
                  <a:pt x="231860" y="3989833"/>
                </a:lnTo>
                <a:lnTo>
                  <a:pt x="230074" y="3989930"/>
                </a:lnTo>
                <a:lnTo>
                  <a:pt x="228289" y="3990030"/>
                </a:lnTo>
                <a:lnTo>
                  <a:pt x="229096" y="4004235"/>
                </a:lnTo>
                <a:lnTo>
                  <a:pt x="230860" y="4004136"/>
                </a:lnTo>
                <a:lnTo>
                  <a:pt x="232624" y="4004040"/>
                </a:lnTo>
                <a:lnTo>
                  <a:pt x="234388" y="4003947"/>
                </a:lnTo>
                <a:lnTo>
                  <a:pt x="236152" y="4003856"/>
                </a:lnTo>
                <a:lnTo>
                  <a:pt x="237916" y="4003769"/>
                </a:lnTo>
                <a:lnTo>
                  <a:pt x="239680" y="4003684"/>
                </a:lnTo>
                <a:lnTo>
                  <a:pt x="241444" y="4003602"/>
                </a:lnTo>
                <a:lnTo>
                  <a:pt x="243207" y="4003523"/>
                </a:lnTo>
                <a:lnTo>
                  <a:pt x="244971" y="4003446"/>
                </a:lnTo>
                <a:lnTo>
                  <a:pt x="246734" y="4003373"/>
                </a:lnTo>
                <a:lnTo>
                  <a:pt x="248498" y="4003302"/>
                </a:lnTo>
                <a:lnTo>
                  <a:pt x="250261" y="4003235"/>
                </a:lnTo>
                <a:lnTo>
                  <a:pt x="252025" y="4003170"/>
                </a:lnTo>
                <a:lnTo>
                  <a:pt x="253788" y="4003107"/>
                </a:lnTo>
                <a:lnTo>
                  <a:pt x="255551" y="4003048"/>
                </a:lnTo>
                <a:lnTo>
                  <a:pt x="257315" y="4002992"/>
                </a:lnTo>
                <a:lnTo>
                  <a:pt x="259078" y="4002938"/>
                </a:lnTo>
                <a:lnTo>
                  <a:pt x="260841" y="4002887"/>
                </a:lnTo>
                <a:lnTo>
                  <a:pt x="262604" y="4002839"/>
                </a:lnTo>
                <a:lnTo>
                  <a:pt x="264367" y="4002794"/>
                </a:lnTo>
                <a:lnTo>
                  <a:pt x="266130" y="4002752"/>
                </a:lnTo>
                <a:lnTo>
                  <a:pt x="267893" y="4002712"/>
                </a:lnTo>
                <a:lnTo>
                  <a:pt x="269656" y="4002675"/>
                </a:lnTo>
                <a:lnTo>
                  <a:pt x="271419" y="4002641"/>
                </a:lnTo>
                <a:lnTo>
                  <a:pt x="271157" y="3988417"/>
                </a:lnTo>
                <a:lnTo>
                  <a:pt x="269370" y="3988451"/>
                </a:lnTo>
                <a:lnTo>
                  <a:pt x="267583" y="3988488"/>
                </a:lnTo>
                <a:lnTo>
                  <a:pt x="265797" y="3988528"/>
                </a:lnTo>
                <a:lnTo>
                  <a:pt x="264010" y="3988571"/>
                </a:lnTo>
                <a:lnTo>
                  <a:pt x="262223" y="3988617"/>
                </a:lnTo>
                <a:lnTo>
                  <a:pt x="260437" y="3988665"/>
                </a:lnTo>
                <a:close/>
                <a:moveTo>
                  <a:pt x="346175" y="3989561"/>
                </a:moveTo>
                <a:lnTo>
                  <a:pt x="344389" y="3989475"/>
                </a:lnTo>
                <a:lnTo>
                  <a:pt x="342603" y="3989392"/>
                </a:lnTo>
                <a:lnTo>
                  <a:pt x="340816" y="3989312"/>
                </a:lnTo>
                <a:lnTo>
                  <a:pt x="339030" y="3989234"/>
                </a:lnTo>
                <a:lnTo>
                  <a:pt x="337244" y="3989160"/>
                </a:lnTo>
                <a:lnTo>
                  <a:pt x="335458" y="3989088"/>
                </a:lnTo>
                <a:lnTo>
                  <a:pt x="333672" y="3989019"/>
                </a:lnTo>
                <a:lnTo>
                  <a:pt x="331886" y="3988953"/>
                </a:lnTo>
                <a:lnTo>
                  <a:pt x="330099" y="3988890"/>
                </a:lnTo>
                <a:lnTo>
                  <a:pt x="328313" y="3988830"/>
                </a:lnTo>
                <a:lnTo>
                  <a:pt x="326527" y="3988773"/>
                </a:lnTo>
                <a:lnTo>
                  <a:pt x="324741" y="3988719"/>
                </a:lnTo>
                <a:lnTo>
                  <a:pt x="322955" y="3988667"/>
                </a:lnTo>
                <a:lnTo>
                  <a:pt x="321169" y="3988618"/>
                </a:lnTo>
                <a:lnTo>
                  <a:pt x="319383" y="3988572"/>
                </a:lnTo>
                <a:lnTo>
                  <a:pt x="317597" y="3988529"/>
                </a:lnTo>
                <a:lnTo>
                  <a:pt x="315811" y="3988489"/>
                </a:lnTo>
                <a:lnTo>
                  <a:pt x="314026" y="3988452"/>
                </a:lnTo>
                <a:lnTo>
                  <a:pt x="313740" y="4002677"/>
                </a:lnTo>
                <a:lnTo>
                  <a:pt x="315504" y="4002714"/>
                </a:lnTo>
                <a:lnTo>
                  <a:pt x="317267" y="4002753"/>
                </a:lnTo>
                <a:lnTo>
                  <a:pt x="319031" y="4002796"/>
                </a:lnTo>
                <a:lnTo>
                  <a:pt x="320795" y="4002841"/>
                </a:lnTo>
                <a:lnTo>
                  <a:pt x="322558" y="4002889"/>
                </a:lnTo>
                <a:lnTo>
                  <a:pt x="324322" y="4002940"/>
                </a:lnTo>
                <a:lnTo>
                  <a:pt x="326085" y="4002994"/>
                </a:lnTo>
                <a:lnTo>
                  <a:pt x="327849" y="4003051"/>
                </a:lnTo>
                <a:lnTo>
                  <a:pt x="329612" y="4003110"/>
                </a:lnTo>
                <a:lnTo>
                  <a:pt x="331376" y="4003172"/>
                </a:lnTo>
                <a:lnTo>
                  <a:pt x="333139" y="4003237"/>
                </a:lnTo>
                <a:lnTo>
                  <a:pt x="334903" y="4003305"/>
                </a:lnTo>
                <a:lnTo>
                  <a:pt x="336666" y="4003376"/>
                </a:lnTo>
                <a:lnTo>
                  <a:pt x="338430" y="4003449"/>
                </a:lnTo>
                <a:lnTo>
                  <a:pt x="340193" y="4003526"/>
                </a:lnTo>
                <a:lnTo>
                  <a:pt x="341956" y="4003605"/>
                </a:lnTo>
                <a:lnTo>
                  <a:pt x="343720" y="4003687"/>
                </a:lnTo>
                <a:lnTo>
                  <a:pt x="345483" y="4003772"/>
                </a:lnTo>
                <a:lnTo>
                  <a:pt x="347246" y="4003859"/>
                </a:lnTo>
                <a:lnTo>
                  <a:pt x="349010" y="4003950"/>
                </a:lnTo>
                <a:lnTo>
                  <a:pt x="350773" y="4004043"/>
                </a:lnTo>
                <a:lnTo>
                  <a:pt x="352536" y="4004139"/>
                </a:lnTo>
                <a:lnTo>
                  <a:pt x="354299" y="4004238"/>
                </a:lnTo>
                <a:lnTo>
                  <a:pt x="356062" y="4004340"/>
                </a:lnTo>
                <a:lnTo>
                  <a:pt x="356893" y="3990137"/>
                </a:lnTo>
                <a:lnTo>
                  <a:pt x="355107" y="3990034"/>
                </a:lnTo>
                <a:lnTo>
                  <a:pt x="353321" y="3989933"/>
                </a:lnTo>
                <a:lnTo>
                  <a:pt x="351534" y="3989836"/>
                </a:lnTo>
                <a:lnTo>
                  <a:pt x="349748" y="3989741"/>
                </a:lnTo>
                <a:lnTo>
                  <a:pt x="347961" y="3989650"/>
                </a:lnTo>
                <a:lnTo>
                  <a:pt x="346175" y="3989561"/>
                </a:lnTo>
                <a:close/>
                <a:moveTo>
                  <a:pt x="174732" y="3994363"/>
                </a:moveTo>
                <a:lnTo>
                  <a:pt x="172951" y="3994551"/>
                </a:lnTo>
                <a:lnTo>
                  <a:pt x="171169" y="3994743"/>
                </a:lnTo>
                <a:lnTo>
                  <a:pt x="169387" y="3994937"/>
                </a:lnTo>
                <a:lnTo>
                  <a:pt x="167605" y="3995134"/>
                </a:lnTo>
                <a:lnTo>
                  <a:pt x="165823" y="3995334"/>
                </a:lnTo>
                <a:lnTo>
                  <a:pt x="164041" y="3995536"/>
                </a:lnTo>
                <a:lnTo>
                  <a:pt x="162259" y="3995742"/>
                </a:lnTo>
                <a:lnTo>
                  <a:pt x="160477" y="3995950"/>
                </a:lnTo>
                <a:lnTo>
                  <a:pt x="158695" y="3996162"/>
                </a:lnTo>
                <a:lnTo>
                  <a:pt x="156912" y="3996376"/>
                </a:lnTo>
                <a:lnTo>
                  <a:pt x="155130" y="3996593"/>
                </a:lnTo>
                <a:lnTo>
                  <a:pt x="153348" y="3996812"/>
                </a:lnTo>
                <a:lnTo>
                  <a:pt x="151566" y="3997035"/>
                </a:lnTo>
                <a:lnTo>
                  <a:pt x="149784" y="3997261"/>
                </a:lnTo>
                <a:lnTo>
                  <a:pt x="148001" y="3997489"/>
                </a:lnTo>
                <a:lnTo>
                  <a:pt x="146219" y="3997720"/>
                </a:lnTo>
                <a:lnTo>
                  <a:pt x="144437" y="3997954"/>
                </a:lnTo>
                <a:lnTo>
                  <a:pt x="142654" y="3998191"/>
                </a:lnTo>
                <a:lnTo>
                  <a:pt x="144541" y="4012293"/>
                </a:lnTo>
                <a:lnTo>
                  <a:pt x="146300" y="4012059"/>
                </a:lnTo>
                <a:lnTo>
                  <a:pt x="148060" y="4011828"/>
                </a:lnTo>
                <a:lnTo>
                  <a:pt x="149819" y="4011600"/>
                </a:lnTo>
                <a:lnTo>
                  <a:pt x="151579" y="4011374"/>
                </a:lnTo>
                <a:lnTo>
                  <a:pt x="153338" y="4011151"/>
                </a:lnTo>
                <a:lnTo>
                  <a:pt x="155098" y="4010932"/>
                </a:lnTo>
                <a:lnTo>
                  <a:pt x="156857" y="4010715"/>
                </a:lnTo>
                <a:lnTo>
                  <a:pt x="158617" y="4010500"/>
                </a:lnTo>
                <a:lnTo>
                  <a:pt x="160376" y="4010289"/>
                </a:lnTo>
                <a:lnTo>
                  <a:pt x="162136" y="4010080"/>
                </a:lnTo>
                <a:lnTo>
                  <a:pt x="163896" y="4009875"/>
                </a:lnTo>
                <a:lnTo>
                  <a:pt x="165655" y="4009672"/>
                </a:lnTo>
                <a:lnTo>
                  <a:pt x="167415" y="4009472"/>
                </a:lnTo>
                <a:lnTo>
                  <a:pt x="169175" y="4009274"/>
                </a:lnTo>
                <a:lnTo>
                  <a:pt x="170934" y="4009080"/>
                </a:lnTo>
                <a:lnTo>
                  <a:pt x="172694" y="4008888"/>
                </a:lnTo>
                <a:lnTo>
                  <a:pt x="174454" y="4008699"/>
                </a:lnTo>
                <a:lnTo>
                  <a:pt x="176214" y="4008513"/>
                </a:lnTo>
                <a:lnTo>
                  <a:pt x="177974" y="4008330"/>
                </a:lnTo>
                <a:lnTo>
                  <a:pt x="179734" y="4008149"/>
                </a:lnTo>
                <a:lnTo>
                  <a:pt x="181494" y="4007972"/>
                </a:lnTo>
                <a:lnTo>
                  <a:pt x="183253" y="4007797"/>
                </a:lnTo>
                <a:lnTo>
                  <a:pt x="185013" y="4007625"/>
                </a:lnTo>
                <a:lnTo>
                  <a:pt x="186773" y="4007456"/>
                </a:lnTo>
                <a:lnTo>
                  <a:pt x="185423" y="3993292"/>
                </a:lnTo>
                <a:lnTo>
                  <a:pt x="183641" y="3993464"/>
                </a:lnTo>
                <a:lnTo>
                  <a:pt x="181860" y="3993638"/>
                </a:lnTo>
                <a:lnTo>
                  <a:pt x="180078" y="3993815"/>
                </a:lnTo>
                <a:lnTo>
                  <a:pt x="178296" y="3993995"/>
                </a:lnTo>
                <a:lnTo>
                  <a:pt x="176514" y="3994177"/>
                </a:lnTo>
                <a:lnTo>
                  <a:pt x="174732" y="3994363"/>
                </a:lnTo>
                <a:close/>
                <a:moveTo>
                  <a:pt x="431816" y="3997041"/>
                </a:moveTo>
                <a:lnTo>
                  <a:pt x="430036" y="3996819"/>
                </a:lnTo>
                <a:lnTo>
                  <a:pt x="428255" y="3996599"/>
                </a:lnTo>
                <a:lnTo>
                  <a:pt x="426474" y="3996382"/>
                </a:lnTo>
                <a:lnTo>
                  <a:pt x="424694" y="3996168"/>
                </a:lnTo>
                <a:lnTo>
                  <a:pt x="422913" y="3995957"/>
                </a:lnTo>
                <a:lnTo>
                  <a:pt x="421132" y="3995749"/>
                </a:lnTo>
                <a:lnTo>
                  <a:pt x="419352" y="3995543"/>
                </a:lnTo>
                <a:lnTo>
                  <a:pt x="417571" y="3995340"/>
                </a:lnTo>
                <a:lnTo>
                  <a:pt x="415790" y="3995141"/>
                </a:lnTo>
                <a:lnTo>
                  <a:pt x="414009" y="3994944"/>
                </a:lnTo>
                <a:lnTo>
                  <a:pt x="412228" y="3994750"/>
                </a:lnTo>
                <a:lnTo>
                  <a:pt x="410447" y="3994558"/>
                </a:lnTo>
                <a:lnTo>
                  <a:pt x="408666" y="3994370"/>
                </a:lnTo>
                <a:lnTo>
                  <a:pt x="406885" y="3994184"/>
                </a:lnTo>
                <a:lnTo>
                  <a:pt x="405104" y="3994002"/>
                </a:lnTo>
                <a:lnTo>
                  <a:pt x="403322" y="3993822"/>
                </a:lnTo>
                <a:lnTo>
                  <a:pt x="401541" y="3993645"/>
                </a:lnTo>
                <a:lnTo>
                  <a:pt x="399760" y="3993470"/>
                </a:lnTo>
                <a:lnTo>
                  <a:pt x="398386" y="4007631"/>
                </a:lnTo>
                <a:lnTo>
                  <a:pt x="400144" y="4007803"/>
                </a:lnTo>
                <a:lnTo>
                  <a:pt x="401902" y="4007978"/>
                </a:lnTo>
                <a:lnTo>
                  <a:pt x="403660" y="4008156"/>
                </a:lnTo>
                <a:lnTo>
                  <a:pt x="405418" y="4008336"/>
                </a:lnTo>
                <a:lnTo>
                  <a:pt x="407176" y="4008519"/>
                </a:lnTo>
                <a:lnTo>
                  <a:pt x="408935" y="4008705"/>
                </a:lnTo>
                <a:lnTo>
                  <a:pt x="410693" y="4008894"/>
                </a:lnTo>
                <a:lnTo>
                  <a:pt x="412451" y="4009086"/>
                </a:lnTo>
                <a:lnTo>
                  <a:pt x="414209" y="4009280"/>
                </a:lnTo>
                <a:lnTo>
                  <a:pt x="415968" y="4009478"/>
                </a:lnTo>
                <a:lnTo>
                  <a:pt x="417726" y="4009678"/>
                </a:lnTo>
                <a:lnTo>
                  <a:pt x="419485" y="4009881"/>
                </a:lnTo>
                <a:lnTo>
                  <a:pt x="421243" y="4010086"/>
                </a:lnTo>
                <a:lnTo>
                  <a:pt x="423002" y="4010295"/>
                </a:lnTo>
                <a:lnTo>
                  <a:pt x="424760" y="4010506"/>
                </a:lnTo>
                <a:lnTo>
                  <a:pt x="426519" y="4010720"/>
                </a:lnTo>
                <a:lnTo>
                  <a:pt x="428277" y="4010937"/>
                </a:lnTo>
                <a:lnTo>
                  <a:pt x="430036" y="4011157"/>
                </a:lnTo>
                <a:lnTo>
                  <a:pt x="431795" y="4011380"/>
                </a:lnTo>
                <a:lnTo>
                  <a:pt x="433554" y="4011605"/>
                </a:lnTo>
                <a:lnTo>
                  <a:pt x="435313" y="4011833"/>
                </a:lnTo>
                <a:lnTo>
                  <a:pt x="437072" y="4012064"/>
                </a:lnTo>
                <a:lnTo>
                  <a:pt x="438830" y="4012298"/>
                </a:lnTo>
                <a:lnTo>
                  <a:pt x="440589" y="4012535"/>
                </a:lnTo>
                <a:lnTo>
                  <a:pt x="442498" y="3998436"/>
                </a:lnTo>
                <a:lnTo>
                  <a:pt x="440718" y="3998196"/>
                </a:lnTo>
                <a:lnTo>
                  <a:pt x="438938" y="3997959"/>
                </a:lnTo>
                <a:lnTo>
                  <a:pt x="437157" y="3997726"/>
                </a:lnTo>
                <a:lnTo>
                  <a:pt x="435377" y="3997495"/>
                </a:lnTo>
                <a:lnTo>
                  <a:pt x="433597" y="3997266"/>
                </a:lnTo>
                <a:lnTo>
                  <a:pt x="431816" y="3997041"/>
                </a:lnTo>
                <a:close/>
                <a:moveTo>
                  <a:pt x="89941" y="4006487"/>
                </a:moveTo>
                <a:lnTo>
                  <a:pt x="88184" y="4006807"/>
                </a:lnTo>
                <a:lnTo>
                  <a:pt x="86428" y="4007129"/>
                </a:lnTo>
                <a:lnTo>
                  <a:pt x="84671" y="4007454"/>
                </a:lnTo>
                <a:lnTo>
                  <a:pt x="82914" y="4007782"/>
                </a:lnTo>
                <a:lnTo>
                  <a:pt x="81157" y="4008113"/>
                </a:lnTo>
                <a:lnTo>
                  <a:pt x="79400" y="4008446"/>
                </a:lnTo>
                <a:lnTo>
                  <a:pt x="77643" y="4008782"/>
                </a:lnTo>
                <a:lnTo>
                  <a:pt x="75886" y="4009121"/>
                </a:lnTo>
                <a:lnTo>
                  <a:pt x="74129" y="4009463"/>
                </a:lnTo>
                <a:lnTo>
                  <a:pt x="72372" y="4009807"/>
                </a:lnTo>
                <a:lnTo>
                  <a:pt x="70615" y="4010154"/>
                </a:lnTo>
                <a:lnTo>
                  <a:pt x="68858" y="4010504"/>
                </a:lnTo>
                <a:lnTo>
                  <a:pt x="67101" y="4010857"/>
                </a:lnTo>
                <a:lnTo>
                  <a:pt x="65345" y="4011212"/>
                </a:lnTo>
                <a:lnTo>
                  <a:pt x="63588" y="4011571"/>
                </a:lnTo>
                <a:lnTo>
                  <a:pt x="61831" y="4011932"/>
                </a:lnTo>
                <a:lnTo>
                  <a:pt x="60074" y="4012295"/>
                </a:lnTo>
                <a:lnTo>
                  <a:pt x="58317" y="4012662"/>
                </a:lnTo>
                <a:lnTo>
                  <a:pt x="61234" y="4026588"/>
                </a:lnTo>
                <a:lnTo>
                  <a:pt x="62969" y="4026225"/>
                </a:lnTo>
                <a:lnTo>
                  <a:pt x="64705" y="4025866"/>
                </a:lnTo>
                <a:lnTo>
                  <a:pt x="66441" y="4025509"/>
                </a:lnTo>
                <a:lnTo>
                  <a:pt x="68176" y="4025155"/>
                </a:lnTo>
                <a:lnTo>
                  <a:pt x="69912" y="4024804"/>
                </a:lnTo>
                <a:lnTo>
                  <a:pt x="71648" y="4024456"/>
                </a:lnTo>
                <a:lnTo>
                  <a:pt x="73384" y="4024110"/>
                </a:lnTo>
                <a:lnTo>
                  <a:pt x="75119" y="4023767"/>
                </a:lnTo>
                <a:lnTo>
                  <a:pt x="76855" y="4023427"/>
                </a:lnTo>
                <a:lnTo>
                  <a:pt x="78590" y="4023089"/>
                </a:lnTo>
                <a:lnTo>
                  <a:pt x="80326" y="4022754"/>
                </a:lnTo>
                <a:lnTo>
                  <a:pt x="82062" y="4022422"/>
                </a:lnTo>
                <a:lnTo>
                  <a:pt x="83797" y="4022093"/>
                </a:lnTo>
                <a:lnTo>
                  <a:pt x="85533" y="4021766"/>
                </a:lnTo>
                <a:lnTo>
                  <a:pt x="87269" y="4021443"/>
                </a:lnTo>
                <a:lnTo>
                  <a:pt x="89004" y="4021121"/>
                </a:lnTo>
                <a:lnTo>
                  <a:pt x="90740" y="4020803"/>
                </a:lnTo>
                <a:lnTo>
                  <a:pt x="92476" y="4020488"/>
                </a:lnTo>
                <a:lnTo>
                  <a:pt x="94211" y="4020175"/>
                </a:lnTo>
                <a:lnTo>
                  <a:pt x="95947" y="4019865"/>
                </a:lnTo>
                <a:lnTo>
                  <a:pt x="97682" y="4019557"/>
                </a:lnTo>
                <a:lnTo>
                  <a:pt x="99418" y="4019253"/>
                </a:lnTo>
                <a:lnTo>
                  <a:pt x="101154" y="4018951"/>
                </a:lnTo>
                <a:lnTo>
                  <a:pt x="102889" y="4018651"/>
                </a:lnTo>
                <a:lnTo>
                  <a:pt x="100483" y="4004629"/>
                </a:lnTo>
                <a:lnTo>
                  <a:pt x="98726" y="4004932"/>
                </a:lnTo>
                <a:lnTo>
                  <a:pt x="96969" y="4005237"/>
                </a:lnTo>
                <a:lnTo>
                  <a:pt x="95212" y="4005546"/>
                </a:lnTo>
                <a:lnTo>
                  <a:pt x="93455" y="4005857"/>
                </a:lnTo>
                <a:lnTo>
                  <a:pt x="91698" y="4006171"/>
                </a:lnTo>
                <a:lnTo>
                  <a:pt x="89941" y="4006487"/>
                </a:lnTo>
                <a:close/>
                <a:moveTo>
                  <a:pt x="516294" y="4010869"/>
                </a:moveTo>
                <a:lnTo>
                  <a:pt x="514537" y="4010517"/>
                </a:lnTo>
                <a:lnTo>
                  <a:pt x="512780" y="4010167"/>
                </a:lnTo>
                <a:lnTo>
                  <a:pt x="511023" y="4009819"/>
                </a:lnTo>
                <a:lnTo>
                  <a:pt x="509266" y="4009475"/>
                </a:lnTo>
                <a:lnTo>
                  <a:pt x="507509" y="4009133"/>
                </a:lnTo>
                <a:lnTo>
                  <a:pt x="505752" y="4008794"/>
                </a:lnTo>
                <a:lnTo>
                  <a:pt x="503995" y="4008458"/>
                </a:lnTo>
                <a:lnTo>
                  <a:pt x="502238" y="4008124"/>
                </a:lnTo>
                <a:lnTo>
                  <a:pt x="500481" y="4007794"/>
                </a:lnTo>
                <a:lnTo>
                  <a:pt x="498724" y="4007466"/>
                </a:lnTo>
                <a:lnTo>
                  <a:pt x="496967" y="4007141"/>
                </a:lnTo>
                <a:lnTo>
                  <a:pt x="495210" y="4006819"/>
                </a:lnTo>
                <a:lnTo>
                  <a:pt x="493453" y="4006499"/>
                </a:lnTo>
                <a:lnTo>
                  <a:pt x="491696" y="4006182"/>
                </a:lnTo>
                <a:lnTo>
                  <a:pt x="489939" y="4005868"/>
                </a:lnTo>
                <a:lnTo>
                  <a:pt x="488183" y="4005557"/>
                </a:lnTo>
                <a:lnTo>
                  <a:pt x="486426" y="4005248"/>
                </a:lnTo>
                <a:lnTo>
                  <a:pt x="484669" y="4004943"/>
                </a:lnTo>
                <a:lnTo>
                  <a:pt x="482240" y="4018962"/>
                </a:lnTo>
                <a:lnTo>
                  <a:pt x="483976" y="4019264"/>
                </a:lnTo>
                <a:lnTo>
                  <a:pt x="485712" y="4019569"/>
                </a:lnTo>
                <a:lnTo>
                  <a:pt x="487448" y="4019876"/>
                </a:lnTo>
                <a:lnTo>
                  <a:pt x="489183" y="4020186"/>
                </a:lnTo>
                <a:lnTo>
                  <a:pt x="490919" y="4020499"/>
                </a:lnTo>
                <a:lnTo>
                  <a:pt x="492655" y="4020815"/>
                </a:lnTo>
                <a:lnTo>
                  <a:pt x="494391" y="4021133"/>
                </a:lnTo>
                <a:lnTo>
                  <a:pt x="496126" y="4021455"/>
                </a:lnTo>
                <a:lnTo>
                  <a:pt x="497862" y="4021779"/>
                </a:lnTo>
                <a:lnTo>
                  <a:pt x="499598" y="4022105"/>
                </a:lnTo>
                <a:lnTo>
                  <a:pt x="501333" y="4022435"/>
                </a:lnTo>
                <a:lnTo>
                  <a:pt x="503069" y="4022767"/>
                </a:lnTo>
                <a:lnTo>
                  <a:pt x="504805" y="4023102"/>
                </a:lnTo>
                <a:lnTo>
                  <a:pt x="506541" y="4023439"/>
                </a:lnTo>
                <a:lnTo>
                  <a:pt x="508276" y="4023780"/>
                </a:lnTo>
                <a:lnTo>
                  <a:pt x="510012" y="4024123"/>
                </a:lnTo>
                <a:lnTo>
                  <a:pt x="511748" y="4024468"/>
                </a:lnTo>
                <a:lnTo>
                  <a:pt x="513483" y="4024817"/>
                </a:lnTo>
                <a:lnTo>
                  <a:pt x="515219" y="4025168"/>
                </a:lnTo>
                <a:lnTo>
                  <a:pt x="516955" y="4025522"/>
                </a:lnTo>
                <a:lnTo>
                  <a:pt x="518690" y="4025879"/>
                </a:lnTo>
                <a:lnTo>
                  <a:pt x="520426" y="4026239"/>
                </a:lnTo>
                <a:lnTo>
                  <a:pt x="522161" y="4026601"/>
                </a:lnTo>
                <a:lnTo>
                  <a:pt x="523897" y="4026966"/>
                </a:lnTo>
                <a:lnTo>
                  <a:pt x="526835" y="4013045"/>
                </a:lnTo>
                <a:lnTo>
                  <a:pt x="525078" y="4012675"/>
                </a:lnTo>
                <a:lnTo>
                  <a:pt x="523321" y="4012309"/>
                </a:lnTo>
                <a:lnTo>
                  <a:pt x="521564" y="4011945"/>
                </a:lnTo>
                <a:lnTo>
                  <a:pt x="519808" y="4011583"/>
                </a:lnTo>
                <a:lnTo>
                  <a:pt x="518051" y="4011225"/>
                </a:lnTo>
                <a:lnTo>
                  <a:pt x="516294" y="4010869"/>
                </a:lnTo>
                <a:close/>
                <a:moveTo>
                  <a:pt x="10214" y="4038455"/>
                </a:moveTo>
                <a:lnTo>
                  <a:pt x="10657" y="4038342"/>
                </a:lnTo>
                <a:lnTo>
                  <a:pt x="11101" y="4038229"/>
                </a:lnTo>
                <a:lnTo>
                  <a:pt x="11545" y="4038116"/>
                </a:lnTo>
                <a:lnTo>
                  <a:pt x="11989" y="4038003"/>
                </a:lnTo>
                <a:lnTo>
                  <a:pt x="12433" y="4037890"/>
                </a:lnTo>
                <a:lnTo>
                  <a:pt x="12878" y="4037777"/>
                </a:lnTo>
                <a:lnTo>
                  <a:pt x="13322" y="4037665"/>
                </a:lnTo>
                <a:lnTo>
                  <a:pt x="13767" y="4037552"/>
                </a:lnTo>
                <a:lnTo>
                  <a:pt x="14213" y="4037440"/>
                </a:lnTo>
                <a:lnTo>
                  <a:pt x="14658" y="4037328"/>
                </a:lnTo>
                <a:lnTo>
                  <a:pt x="15104" y="4037216"/>
                </a:lnTo>
                <a:lnTo>
                  <a:pt x="15549" y="4037104"/>
                </a:lnTo>
                <a:lnTo>
                  <a:pt x="15995" y="4036992"/>
                </a:lnTo>
                <a:lnTo>
                  <a:pt x="16442" y="4036880"/>
                </a:lnTo>
                <a:lnTo>
                  <a:pt x="16888" y="4036769"/>
                </a:lnTo>
                <a:lnTo>
                  <a:pt x="17335" y="4036657"/>
                </a:lnTo>
                <a:lnTo>
                  <a:pt x="17782" y="4036546"/>
                </a:lnTo>
                <a:lnTo>
                  <a:pt x="18229" y="4036435"/>
                </a:lnTo>
                <a:lnTo>
                  <a:pt x="18676" y="4036323"/>
                </a:lnTo>
                <a:lnTo>
                  <a:pt x="19124" y="4036212"/>
                </a:lnTo>
                <a:lnTo>
                  <a:pt x="19571" y="4036102"/>
                </a:lnTo>
                <a:lnTo>
                  <a:pt x="16155" y="4022290"/>
                </a:lnTo>
                <a:lnTo>
                  <a:pt x="15707" y="4022401"/>
                </a:lnTo>
                <a:lnTo>
                  <a:pt x="15259" y="4022512"/>
                </a:lnTo>
                <a:lnTo>
                  <a:pt x="14811" y="4022623"/>
                </a:lnTo>
                <a:lnTo>
                  <a:pt x="14362" y="4022735"/>
                </a:lnTo>
                <a:lnTo>
                  <a:pt x="14228" y="4022768"/>
                </a:lnTo>
                <a:lnTo>
                  <a:pt x="14228" y="4000171"/>
                </a:lnTo>
                <a:lnTo>
                  <a:pt x="0" y="4000171"/>
                </a:lnTo>
                <a:lnTo>
                  <a:pt x="0" y="4041079"/>
                </a:lnTo>
                <a:lnTo>
                  <a:pt x="8885" y="4038796"/>
                </a:lnTo>
                <a:lnTo>
                  <a:pt x="9327" y="4038682"/>
                </a:lnTo>
                <a:lnTo>
                  <a:pt x="9770" y="4038569"/>
                </a:lnTo>
                <a:lnTo>
                  <a:pt x="10214" y="4038455"/>
                </a:lnTo>
                <a:close/>
                <a:moveTo>
                  <a:pt x="602572" y="4031072"/>
                </a:moveTo>
                <a:lnTo>
                  <a:pt x="601207" y="4030750"/>
                </a:lnTo>
                <a:lnTo>
                  <a:pt x="599841" y="4030426"/>
                </a:lnTo>
                <a:lnTo>
                  <a:pt x="598475" y="4030101"/>
                </a:lnTo>
                <a:lnTo>
                  <a:pt x="597110" y="4029774"/>
                </a:lnTo>
                <a:lnTo>
                  <a:pt x="595744" y="4029445"/>
                </a:lnTo>
                <a:lnTo>
                  <a:pt x="594379" y="4029115"/>
                </a:lnTo>
                <a:lnTo>
                  <a:pt x="593013" y="4028783"/>
                </a:lnTo>
                <a:lnTo>
                  <a:pt x="591647" y="4028449"/>
                </a:lnTo>
                <a:lnTo>
                  <a:pt x="590282" y="4028114"/>
                </a:lnTo>
                <a:lnTo>
                  <a:pt x="588916" y="4027776"/>
                </a:lnTo>
                <a:lnTo>
                  <a:pt x="587551" y="4027437"/>
                </a:lnTo>
                <a:lnTo>
                  <a:pt x="586185" y="4027097"/>
                </a:lnTo>
                <a:lnTo>
                  <a:pt x="584820" y="4026755"/>
                </a:lnTo>
                <a:lnTo>
                  <a:pt x="583454" y="4026411"/>
                </a:lnTo>
                <a:lnTo>
                  <a:pt x="582089" y="4026065"/>
                </a:lnTo>
                <a:lnTo>
                  <a:pt x="580723" y="4025717"/>
                </a:lnTo>
                <a:lnTo>
                  <a:pt x="579358" y="4025368"/>
                </a:lnTo>
                <a:lnTo>
                  <a:pt x="577992" y="4025018"/>
                </a:lnTo>
                <a:lnTo>
                  <a:pt x="569023" y="4022748"/>
                </a:lnTo>
                <a:lnTo>
                  <a:pt x="565533" y="4036542"/>
                </a:lnTo>
                <a:lnTo>
                  <a:pt x="574444" y="4038795"/>
                </a:lnTo>
                <a:lnTo>
                  <a:pt x="575826" y="4039150"/>
                </a:lnTo>
                <a:lnTo>
                  <a:pt x="577208" y="4039503"/>
                </a:lnTo>
                <a:lnTo>
                  <a:pt x="578590" y="4039855"/>
                </a:lnTo>
                <a:lnTo>
                  <a:pt x="579971" y="4040205"/>
                </a:lnTo>
                <a:lnTo>
                  <a:pt x="581353" y="4040553"/>
                </a:lnTo>
                <a:lnTo>
                  <a:pt x="582735" y="4040899"/>
                </a:lnTo>
                <a:lnTo>
                  <a:pt x="584117" y="4041244"/>
                </a:lnTo>
                <a:lnTo>
                  <a:pt x="585499" y="4041587"/>
                </a:lnTo>
                <a:lnTo>
                  <a:pt x="586881" y="4041928"/>
                </a:lnTo>
                <a:lnTo>
                  <a:pt x="588263" y="4042268"/>
                </a:lnTo>
                <a:lnTo>
                  <a:pt x="589645" y="4042605"/>
                </a:lnTo>
                <a:lnTo>
                  <a:pt x="591026" y="4042942"/>
                </a:lnTo>
                <a:lnTo>
                  <a:pt x="592408" y="4043276"/>
                </a:lnTo>
                <a:lnTo>
                  <a:pt x="593790" y="4043608"/>
                </a:lnTo>
                <a:lnTo>
                  <a:pt x="595172" y="4043939"/>
                </a:lnTo>
                <a:lnTo>
                  <a:pt x="596554" y="4044269"/>
                </a:lnTo>
                <a:lnTo>
                  <a:pt x="597935" y="4044596"/>
                </a:lnTo>
                <a:lnTo>
                  <a:pt x="599317" y="4044922"/>
                </a:lnTo>
                <a:lnTo>
                  <a:pt x="600699" y="4045246"/>
                </a:lnTo>
                <a:lnTo>
                  <a:pt x="602081" y="4045568"/>
                </a:lnTo>
                <a:lnTo>
                  <a:pt x="603462" y="4045889"/>
                </a:lnTo>
                <a:lnTo>
                  <a:pt x="604844" y="4046208"/>
                </a:lnTo>
                <a:lnTo>
                  <a:pt x="606226" y="4046525"/>
                </a:lnTo>
                <a:lnTo>
                  <a:pt x="607608" y="4046840"/>
                </a:lnTo>
                <a:lnTo>
                  <a:pt x="610766" y="4032968"/>
                </a:lnTo>
                <a:lnTo>
                  <a:pt x="609400" y="4032656"/>
                </a:lnTo>
                <a:lnTo>
                  <a:pt x="608035" y="4032343"/>
                </a:lnTo>
                <a:lnTo>
                  <a:pt x="606669" y="4032028"/>
                </a:lnTo>
                <a:lnTo>
                  <a:pt x="605303" y="4031711"/>
                </a:lnTo>
                <a:lnTo>
                  <a:pt x="603938" y="4031392"/>
                </a:lnTo>
                <a:lnTo>
                  <a:pt x="602572" y="4031072"/>
                </a:lnTo>
                <a:close/>
                <a:moveTo>
                  <a:pt x="683661" y="4047145"/>
                </a:moveTo>
                <a:lnTo>
                  <a:pt x="681926" y="4046863"/>
                </a:lnTo>
                <a:lnTo>
                  <a:pt x="680191" y="4046579"/>
                </a:lnTo>
                <a:lnTo>
                  <a:pt x="678456" y="4046293"/>
                </a:lnTo>
                <a:lnTo>
                  <a:pt x="676721" y="4046003"/>
                </a:lnTo>
                <a:lnTo>
                  <a:pt x="674985" y="4045711"/>
                </a:lnTo>
                <a:lnTo>
                  <a:pt x="673250" y="4045416"/>
                </a:lnTo>
                <a:lnTo>
                  <a:pt x="671514" y="4045118"/>
                </a:lnTo>
                <a:lnTo>
                  <a:pt x="669779" y="4044817"/>
                </a:lnTo>
                <a:lnTo>
                  <a:pt x="668043" y="4044514"/>
                </a:lnTo>
                <a:lnTo>
                  <a:pt x="666308" y="4044208"/>
                </a:lnTo>
                <a:lnTo>
                  <a:pt x="664572" y="4043899"/>
                </a:lnTo>
                <a:lnTo>
                  <a:pt x="662837" y="4043588"/>
                </a:lnTo>
                <a:lnTo>
                  <a:pt x="661101" y="4043274"/>
                </a:lnTo>
                <a:lnTo>
                  <a:pt x="659365" y="4042957"/>
                </a:lnTo>
                <a:lnTo>
                  <a:pt x="657629" y="4042637"/>
                </a:lnTo>
                <a:lnTo>
                  <a:pt x="655893" y="4042314"/>
                </a:lnTo>
                <a:lnTo>
                  <a:pt x="654157" y="4041989"/>
                </a:lnTo>
                <a:lnTo>
                  <a:pt x="652421" y="4041661"/>
                </a:lnTo>
                <a:lnTo>
                  <a:pt x="649769" y="4055639"/>
                </a:lnTo>
                <a:lnTo>
                  <a:pt x="651526" y="4055971"/>
                </a:lnTo>
                <a:lnTo>
                  <a:pt x="653282" y="4056300"/>
                </a:lnTo>
                <a:lnTo>
                  <a:pt x="655039" y="4056627"/>
                </a:lnTo>
                <a:lnTo>
                  <a:pt x="656795" y="4056950"/>
                </a:lnTo>
                <a:lnTo>
                  <a:pt x="658552" y="4057271"/>
                </a:lnTo>
                <a:lnTo>
                  <a:pt x="660308" y="4057589"/>
                </a:lnTo>
                <a:lnTo>
                  <a:pt x="662065" y="4057904"/>
                </a:lnTo>
                <a:lnTo>
                  <a:pt x="663822" y="4058217"/>
                </a:lnTo>
                <a:lnTo>
                  <a:pt x="665578" y="4058526"/>
                </a:lnTo>
                <a:lnTo>
                  <a:pt x="667335" y="4058833"/>
                </a:lnTo>
                <a:lnTo>
                  <a:pt x="669092" y="4059138"/>
                </a:lnTo>
                <a:lnTo>
                  <a:pt x="670849" y="4059439"/>
                </a:lnTo>
                <a:lnTo>
                  <a:pt x="672606" y="4059738"/>
                </a:lnTo>
                <a:lnTo>
                  <a:pt x="674363" y="4060034"/>
                </a:lnTo>
                <a:lnTo>
                  <a:pt x="676120" y="4060327"/>
                </a:lnTo>
                <a:lnTo>
                  <a:pt x="677877" y="4060617"/>
                </a:lnTo>
                <a:lnTo>
                  <a:pt x="679634" y="4060905"/>
                </a:lnTo>
                <a:lnTo>
                  <a:pt x="681392" y="4061190"/>
                </a:lnTo>
                <a:lnTo>
                  <a:pt x="683149" y="4061472"/>
                </a:lnTo>
                <a:lnTo>
                  <a:pt x="684906" y="4061751"/>
                </a:lnTo>
                <a:lnTo>
                  <a:pt x="686663" y="4062028"/>
                </a:lnTo>
                <a:lnTo>
                  <a:pt x="688421" y="4062301"/>
                </a:lnTo>
                <a:lnTo>
                  <a:pt x="690178" y="4062572"/>
                </a:lnTo>
                <a:lnTo>
                  <a:pt x="691936" y="4062841"/>
                </a:lnTo>
                <a:lnTo>
                  <a:pt x="694071" y="4048774"/>
                </a:lnTo>
                <a:lnTo>
                  <a:pt x="692336" y="4048510"/>
                </a:lnTo>
                <a:lnTo>
                  <a:pt x="690602" y="4048242"/>
                </a:lnTo>
                <a:lnTo>
                  <a:pt x="688867" y="4047972"/>
                </a:lnTo>
                <a:lnTo>
                  <a:pt x="687132" y="4047699"/>
                </a:lnTo>
                <a:lnTo>
                  <a:pt x="685397" y="4047423"/>
                </a:lnTo>
                <a:lnTo>
                  <a:pt x="683661" y="4047145"/>
                </a:lnTo>
                <a:close/>
                <a:moveTo>
                  <a:pt x="765963" y="4057335"/>
                </a:moveTo>
                <a:lnTo>
                  <a:pt x="764199" y="4057182"/>
                </a:lnTo>
                <a:lnTo>
                  <a:pt x="762435" y="4057025"/>
                </a:lnTo>
                <a:lnTo>
                  <a:pt x="760672" y="4056866"/>
                </a:lnTo>
                <a:lnTo>
                  <a:pt x="758908" y="4056703"/>
                </a:lnTo>
                <a:lnTo>
                  <a:pt x="757145" y="4056538"/>
                </a:lnTo>
                <a:lnTo>
                  <a:pt x="755381" y="4056371"/>
                </a:lnTo>
                <a:lnTo>
                  <a:pt x="753618" y="4056200"/>
                </a:lnTo>
                <a:lnTo>
                  <a:pt x="751855" y="4056026"/>
                </a:lnTo>
                <a:lnTo>
                  <a:pt x="750091" y="4055850"/>
                </a:lnTo>
                <a:lnTo>
                  <a:pt x="748328" y="4055671"/>
                </a:lnTo>
                <a:lnTo>
                  <a:pt x="746564" y="4055489"/>
                </a:lnTo>
                <a:lnTo>
                  <a:pt x="744801" y="4055304"/>
                </a:lnTo>
                <a:lnTo>
                  <a:pt x="743037" y="4055116"/>
                </a:lnTo>
                <a:lnTo>
                  <a:pt x="741274" y="4054926"/>
                </a:lnTo>
                <a:lnTo>
                  <a:pt x="739511" y="4054733"/>
                </a:lnTo>
                <a:lnTo>
                  <a:pt x="737747" y="4054536"/>
                </a:lnTo>
                <a:lnTo>
                  <a:pt x="735984" y="4054337"/>
                </a:lnTo>
                <a:lnTo>
                  <a:pt x="734378" y="4068474"/>
                </a:lnTo>
                <a:lnTo>
                  <a:pt x="736164" y="4068676"/>
                </a:lnTo>
                <a:lnTo>
                  <a:pt x="737950" y="4068874"/>
                </a:lnTo>
                <a:lnTo>
                  <a:pt x="739736" y="4069070"/>
                </a:lnTo>
                <a:lnTo>
                  <a:pt x="741522" y="4069263"/>
                </a:lnTo>
                <a:lnTo>
                  <a:pt x="743309" y="4069453"/>
                </a:lnTo>
                <a:lnTo>
                  <a:pt x="745095" y="4069640"/>
                </a:lnTo>
                <a:lnTo>
                  <a:pt x="746881" y="4069825"/>
                </a:lnTo>
                <a:lnTo>
                  <a:pt x="748667" y="4070006"/>
                </a:lnTo>
                <a:lnTo>
                  <a:pt x="750453" y="4070185"/>
                </a:lnTo>
                <a:lnTo>
                  <a:pt x="752239" y="4070361"/>
                </a:lnTo>
                <a:lnTo>
                  <a:pt x="754025" y="4070533"/>
                </a:lnTo>
                <a:lnTo>
                  <a:pt x="755811" y="4070703"/>
                </a:lnTo>
                <a:lnTo>
                  <a:pt x="757597" y="4070871"/>
                </a:lnTo>
                <a:lnTo>
                  <a:pt x="759383" y="4071035"/>
                </a:lnTo>
                <a:lnTo>
                  <a:pt x="761169" y="4071196"/>
                </a:lnTo>
                <a:lnTo>
                  <a:pt x="762955" y="4071355"/>
                </a:lnTo>
                <a:lnTo>
                  <a:pt x="764741" y="4071510"/>
                </a:lnTo>
                <a:lnTo>
                  <a:pt x="766527" y="4071663"/>
                </a:lnTo>
                <a:lnTo>
                  <a:pt x="768313" y="4071813"/>
                </a:lnTo>
                <a:lnTo>
                  <a:pt x="770099" y="4071960"/>
                </a:lnTo>
                <a:lnTo>
                  <a:pt x="771885" y="4072104"/>
                </a:lnTo>
                <a:lnTo>
                  <a:pt x="773671" y="4072246"/>
                </a:lnTo>
                <a:lnTo>
                  <a:pt x="775457" y="4072384"/>
                </a:lnTo>
                <a:lnTo>
                  <a:pt x="777242" y="4072519"/>
                </a:lnTo>
                <a:lnTo>
                  <a:pt x="778308" y="4058332"/>
                </a:lnTo>
                <a:lnTo>
                  <a:pt x="776544" y="4058198"/>
                </a:lnTo>
                <a:lnTo>
                  <a:pt x="774781" y="4058061"/>
                </a:lnTo>
                <a:lnTo>
                  <a:pt x="773017" y="4057922"/>
                </a:lnTo>
                <a:lnTo>
                  <a:pt x="771253" y="4057779"/>
                </a:lnTo>
                <a:lnTo>
                  <a:pt x="769490" y="4057634"/>
                </a:lnTo>
                <a:lnTo>
                  <a:pt x="767726" y="4057486"/>
                </a:lnTo>
                <a:lnTo>
                  <a:pt x="765963" y="4057335"/>
                </a:lnTo>
                <a:close/>
                <a:moveTo>
                  <a:pt x="850607" y="4061381"/>
                </a:moveTo>
                <a:lnTo>
                  <a:pt x="848843" y="4061364"/>
                </a:lnTo>
                <a:lnTo>
                  <a:pt x="847080" y="4061343"/>
                </a:lnTo>
                <a:lnTo>
                  <a:pt x="845317" y="4061320"/>
                </a:lnTo>
                <a:lnTo>
                  <a:pt x="843553" y="4061293"/>
                </a:lnTo>
                <a:lnTo>
                  <a:pt x="841790" y="4061264"/>
                </a:lnTo>
                <a:lnTo>
                  <a:pt x="840027" y="4061232"/>
                </a:lnTo>
                <a:lnTo>
                  <a:pt x="838263" y="4061198"/>
                </a:lnTo>
                <a:lnTo>
                  <a:pt x="836500" y="4061160"/>
                </a:lnTo>
                <a:lnTo>
                  <a:pt x="834737" y="4061120"/>
                </a:lnTo>
                <a:lnTo>
                  <a:pt x="832973" y="4061076"/>
                </a:lnTo>
                <a:lnTo>
                  <a:pt x="831210" y="4061030"/>
                </a:lnTo>
                <a:lnTo>
                  <a:pt x="829447" y="4060981"/>
                </a:lnTo>
                <a:lnTo>
                  <a:pt x="827683" y="4060930"/>
                </a:lnTo>
                <a:lnTo>
                  <a:pt x="825920" y="4060875"/>
                </a:lnTo>
                <a:lnTo>
                  <a:pt x="824157" y="4060818"/>
                </a:lnTo>
                <a:lnTo>
                  <a:pt x="822394" y="4060758"/>
                </a:lnTo>
                <a:lnTo>
                  <a:pt x="820630" y="4060695"/>
                </a:lnTo>
                <a:lnTo>
                  <a:pt x="820110" y="4074913"/>
                </a:lnTo>
                <a:lnTo>
                  <a:pt x="821897" y="4074977"/>
                </a:lnTo>
                <a:lnTo>
                  <a:pt x="823683" y="4075038"/>
                </a:lnTo>
                <a:lnTo>
                  <a:pt x="825469" y="4075096"/>
                </a:lnTo>
                <a:lnTo>
                  <a:pt x="827255" y="4075151"/>
                </a:lnTo>
                <a:lnTo>
                  <a:pt x="829041" y="4075203"/>
                </a:lnTo>
                <a:lnTo>
                  <a:pt x="830828" y="4075253"/>
                </a:lnTo>
                <a:lnTo>
                  <a:pt x="832614" y="4075300"/>
                </a:lnTo>
                <a:lnTo>
                  <a:pt x="834400" y="4075343"/>
                </a:lnTo>
                <a:lnTo>
                  <a:pt x="836186" y="4075384"/>
                </a:lnTo>
                <a:lnTo>
                  <a:pt x="837972" y="4075422"/>
                </a:lnTo>
                <a:lnTo>
                  <a:pt x="839759" y="4075457"/>
                </a:lnTo>
                <a:lnTo>
                  <a:pt x="841545" y="4075490"/>
                </a:lnTo>
                <a:lnTo>
                  <a:pt x="843331" y="4075519"/>
                </a:lnTo>
                <a:lnTo>
                  <a:pt x="845117" y="4075546"/>
                </a:lnTo>
                <a:lnTo>
                  <a:pt x="846903" y="4075570"/>
                </a:lnTo>
                <a:lnTo>
                  <a:pt x="848689" y="4075590"/>
                </a:lnTo>
                <a:lnTo>
                  <a:pt x="850475" y="4075608"/>
                </a:lnTo>
                <a:lnTo>
                  <a:pt x="852262" y="4075623"/>
                </a:lnTo>
                <a:lnTo>
                  <a:pt x="854048" y="4075636"/>
                </a:lnTo>
                <a:lnTo>
                  <a:pt x="855834" y="4075645"/>
                </a:lnTo>
                <a:lnTo>
                  <a:pt x="857620" y="4075652"/>
                </a:lnTo>
                <a:lnTo>
                  <a:pt x="859406" y="4075655"/>
                </a:lnTo>
                <a:lnTo>
                  <a:pt x="861192" y="4075656"/>
                </a:lnTo>
                <a:lnTo>
                  <a:pt x="862978" y="4075654"/>
                </a:lnTo>
                <a:lnTo>
                  <a:pt x="862951" y="4061426"/>
                </a:lnTo>
                <a:lnTo>
                  <a:pt x="861187" y="4061428"/>
                </a:lnTo>
                <a:lnTo>
                  <a:pt x="859424" y="4061428"/>
                </a:lnTo>
                <a:lnTo>
                  <a:pt x="857660" y="4061424"/>
                </a:lnTo>
                <a:lnTo>
                  <a:pt x="855897" y="4061418"/>
                </a:lnTo>
                <a:lnTo>
                  <a:pt x="854134" y="4061408"/>
                </a:lnTo>
                <a:lnTo>
                  <a:pt x="852370" y="4061396"/>
                </a:lnTo>
                <a:lnTo>
                  <a:pt x="850607" y="4061381"/>
                </a:lnTo>
                <a:close/>
                <a:moveTo>
                  <a:pt x="1454209" y="14584"/>
                </a:moveTo>
                <a:lnTo>
                  <a:pt x="1455972" y="14625"/>
                </a:lnTo>
                <a:lnTo>
                  <a:pt x="1457736" y="14668"/>
                </a:lnTo>
                <a:lnTo>
                  <a:pt x="1459499" y="14714"/>
                </a:lnTo>
                <a:lnTo>
                  <a:pt x="1461263" y="14763"/>
                </a:lnTo>
                <a:lnTo>
                  <a:pt x="1463026" y="14815"/>
                </a:lnTo>
                <a:lnTo>
                  <a:pt x="1464789" y="14869"/>
                </a:lnTo>
                <a:lnTo>
                  <a:pt x="1466553" y="14927"/>
                </a:lnTo>
                <a:lnTo>
                  <a:pt x="1468316" y="14987"/>
                </a:lnTo>
                <a:lnTo>
                  <a:pt x="1470080" y="15050"/>
                </a:lnTo>
                <a:lnTo>
                  <a:pt x="1471843" y="15116"/>
                </a:lnTo>
                <a:lnTo>
                  <a:pt x="1473606" y="15185"/>
                </a:lnTo>
                <a:lnTo>
                  <a:pt x="1475370" y="15256"/>
                </a:lnTo>
                <a:lnTo>
                  <a:pt x="1477133" y="15330"/>
                </a:lnTo>
                <a:lnTo>
                  <a:pt x="1478897" y="15408"/>
                </a:lnTo>
                <a:lnTo>
                  <a:pt x="1480660" y="15488"/>
                </a:lnTo>
                <a:lnTo>
                  <a:pt x="1482423" y="15570"/>
                </a:lnTo>
                <a:lnTo>
                  <a:pt x="1484187" y="15656"/>
                </a:lnTo>
                <a:lnTo>
                  <a:pt x="1485950" y="15745"/>
                </a:lnTo>
                <a:lnTo>
                  <a:pt x="1486674" y="1535"/>
                </a:lnTo>
                <a:lnTo>
                  <a:pt x="1484888" y="1446"/>
                </a:lnTo>
                <a:lnTo>
                  <a:pt x="1483102" y="1359"/>
                </a:lnTo>
                <a:lnTo>
                  <a:pt x="1481316" y="1275"/>
                </a:lnTo>
                <a:lnTo>
                  <a:pt x="1479530" y="1194"/>
                </a:lnTo>
                <a:lnTo>
                  <a:pt x="1477743" y="1116"/>
                </a:lnTo>
                <a:lnTo>
                  <a:pt x="1475957" y="1041"/>
                </a:lnTo>
                <a:lnTo>
                  <a:pt x="1474171" y="968"/>
                </a:lnTo>
                <a:lnTo>
                  <a:pt x="1472385" y="899"/>
                </a:lnTo>
                <a:lnTo>
                  <a:pt x="1470599" y="832"/>
                </a:lnTo>
                <a:lnTo>
                  <a:pt x="1468813" y="768"/>
                </a:lnTo>
                <a:lnTo>
                  <a:pt x="1467026" y="707"/>
                </a:lnTo>
                <a:lnTo>
                  <a:pt x="1465240" y="649"/>
                </a:lnTo>
                <a:lnTo>
                  <a:pt x="1463454" y="594"/>
                </a:lnTo>
                <a:lnTo>
                  <a:pt x="1461668" y="541"/>
                </a:lnTo>
                <a:lnTo>
                  <a:pt x="1459882" y="492"/>
                </a:lnTo>
                <a:lnTo>
                  <a:pt x="1458096" y="445"/>
                </a:lnTo>
                <a:lnTo>
                  <a:pt x="1456310" y="401"/>
                </a:lnTo>
                <a:lnTo>
                  <a:pt x="1454523" y="360"/>
                </a:lnTo>
                <a:lnTo>
                  <a:pt x="1452737" y="322"/>
                </a:lnTo>
                <a:lnTo>
                  <a:pt x="1450951" y="287"/>
                </a:lnTo>
                <a:lnTo>
                  <a:pt x="1449165" y="255"/>
                </a:lnTo>
                <a:lnTo>
                  <a:pt x="1447379" y="225"/>
                </a:lnTo>
                <a:lnTo>
                  <a:pt x="1445593" y="199"/>
                </a:lnTo>
                <a:lnTo>
                  <a:pt x="1443807" y="175"/>
                </a:lnTo>
                <a:lnTo>
                  <a:pt x="1443629" y="14401"/>
                </a:lnTo>
                <a:lnTo>
                  <a:pt x="1445392" y="14425"/>
                </a:lnTo>
                <a:lnTo>
                  <a:pt x="1447156" y="14451"/>
                </a:lnTo>
                <a:lnTo>
                  <a:pt x="1448919" y="14480"/>
                </a:lnTo>
                <a:lnTo>
                  <a:pt x="1450682" y="14512"/>
                </a:lnTo>
                <a:lnTo>
                  <a:pt x="1452446" y="14547"/>
                </a:lnTo>
                <a:lnTo>
                  <a:pt x="1454209" y="14584"/>
                </a:lnTo>
                <a:close/>
                <a:moveTo>
                  <a:pt x="1369566" y="15968"/>
                </a:moveTo>
                <a:lnTo>
                  <a:pt x="1371329" y="15873"/>
                </a:lnTo>
                <a:lnTo>
                  <a:pt x="1373092" y="15781"/>
                </a:lnTo>
                <a:lnTo>
                  <a:pt x="1374856" y="15691"/>
                </a:lnTo>
                <a:lnTo>
                  <a:pt x="1376619" y="15604"/>
                </a:lnTo>
                <a:lnTo>
                  <a:pt x="1378383" y="15520"/>
                </a:lnTo>
                <a:lnTo>
                  <a:pt x="1380146" y="15439"/>
                </a:lnTo>
                <a:lnTo>
                  <a:pt x="1381910" y="15361"/>
                </a:lnTo>
                <a:lnTo>
                  <a:pt x="1383673" y="15286"/>
                </a:lnTo>
                <a:lnTo>
                  <a:pt x="1385436" y="15213"/>
                </a:lnTo>
                <a:lnTo>
                  <a:pt x="1387200" y="15143"/>
                </a:lnTo>
                <a:lnTo>
                  <a:pt x="1388963" y="15076"/>
                </a:lnTo>
                <a:lnTo>
                  <a:pt x="1390727" y="15012"/>
                </a:lnTo>
                <a:lnTo>
                  <a:pt x="1392490" y="14951"/>
                </a:lnTo>
                <a:lnTo>
                  <a:pt x="1394254" y="14892"/>
                </a:lnTo>
                <a:lnTo>
                  <a:pt x="1396017" y="14836"/>
                </a:lnTo>
                <a:lnTo>
                  <a:pt x="1397781" y="14784"/>
                </a:lnTo>
                <a:lnTo>
                  <a:pt x="1399544" y="14734"/>
                </a:lnTo>
                <a:lnTo>
                  <a:pt x="1401308" y="14686"/>
                </a:lnTo>
                <a:lnTo>
                  <a:pt x="1400939" y="463"/>
                </a:lnTo>
                <a:lnTo>
                  <a:pt x="1399152" y="511"/>
                </a:lnTo>
                <a:lnTo>
                  <a:pt x="1397366" y="562"/>
                </a:lnTo>
                <a:lnTo>
                  <a:pt x="1395580" y="615"/>
                </a:lnTo>
                <a:lnTo>
                  <a:pt x="1393794" y="672"/>
                </a:lnTo>
                <a:lnTo>
                  <a:pt x="1392008" y="731"/>
                </a:lnTo>
                <a:lnTo>
                  <a:pt x="1390222" y="793"/>
                </a:lnTo>
                <a:lnTo>
                  <a:pt x="1388435" y="858"/>
                </a:lnTo>
                <a:lnTo>
                  <a:pt x="1386649" y="926"/>
                </a:lnTo>
                <a:lnTo>
                  <a:pt x="1384863" y="997"/>
                </a:lnTo>
                <a:lnTo>
                  <a:pt x="1383077" y="1070"/>
                </a:lnTo>
                <a:lnTo>
                  <a:pt x="1381291" y="1147"/>
                </a:lnTo>
                <a:lnTo>
                  <a:pt x="1379505" y="1226"/>
                </a:lnTo>
                <a:lnTo>
                  <a:pt x="1377718" y="1308"/>
                </a:lnTo>
                <a:lnTo>
                  <a:pt x="1375932" y="1393"/>
                </a:lnTo>
                <a:lnTo>
                  <a:pt x="1374146" y="1481"/>
                </a:lnTo>
                <a:lnTo>
                  <a:pt x="1372360" y="1572"/>
                </a:lnTo>
                <a:lnTo>
                  <a:pt x="1370574" y="1666"/>
                </a:lnTo>
                <a:lnTo>
                  <a:pt x="1368787" y="1762"/>
                </a:lnTo>
                <a:lnTo>
                  <a:pt x="1367001" y="1861"/>
                </a:lnTo>
                <a:lnTo>
                  <a:pt x="1365215" y="1964"/>
                </a:lnTo>
                <a:lnTo>
                  <a:pt x="1363429" y="2069"/>
                </a:lnTo>
                <a:lnTo>
                  <a:pt x="1361642" y="2177"/>
                </a:lnTo>
                <a:lnTo>
                  <a:pt x="1359856" y="2288"/>
                </a:lnTo>
                <a:lnTo>
                  <a:pt x="1358070" y="2401"/>
                </a:lnTo>
                <a:lnTo>
                  <a:pt x="1358985" y="16599"/>
                </a:lnTo>
                <a:lnTo>
                  <a:pt x="1360749" y="16487"/>
                </a:lnTo>
                <a:lnTo>
                  <a:pt x="1362512" y="16378"/>
                </a:lnTo>
                <a:lnTo>
                  <a:pt x="1364275" y="16271"/>
                </a:lnTo>
                <a:lnTo>
                  <a:pt x="1366039" y="16167"/>
                </a:lnTo>
                <a:lnTo>
                  <a:pt x="1367802" y="16067"/>
                </a:lnTo>
                <a:lnTo>
                  <a:pt x="1369566" y="15968"/>
                </a:lnTo>
                <a:close/>
                <a:moveTo>
                  <a:pt x="1538855" y="19713"/>
                </a:moveTo>
                <a:lnTo>
                  <a:pt x="1540618" y="19889"/>
                </a:lnTo>
                <a:lnTo>
                  <a:pt x="1542382" y="20068"/>
                </a:lnTo>
                <a:lnTo>
                  <a:pt x="1544146" y="20250"/>
                </a:lnTo>
                <a:lnTo>
                  <a:pt x="1545909" y="20435"/>
                </a:lnTo>
                <a:lnTo>
                  <a:pt x="1547673" y="20622"/>
                </a:lnTo>
                <a:lnTo>
                  <a:pt x="1549436" y="20812"/>
                </a:lnTo>
                <a:lnTo>
                  <a:pt x="1551200" y="21005"/>
                </a:lnTo>
                <a:lnTo>
                  <a:pt x="1552964" y="21201"/>
                </a:lnTo>
                <a:lnTo>
                  <a:pt x="1554727" y="21400"/>
                </a:lnTo>
                <a:lnTo>
                  <a:pt x="1556491" y="21602"/>
                </a:lnTo>
                <a:lnTo>
                  <a:pt x="1558254" y="21806"/>
                </a:lnTo>
                <a:lnTo>
                  <a:pt x="1560018" y="22013"/>
                </a:lnTo>
                <a:lnTo>
                  <a:pt x="1561782" y="22223"/>
                </a:lnTo>
                <a:lnTo>
                  <a:pt x="1563545" y="22436"/>
                </a:lnTo>
                <a:lnTo>
                  <a:pt x="1565309" y="22652"/>
                </a:lnTo>
                <a:lnTo>
                  <a:pt x="1567073" y="22870"/>
                </a:lnTo>
                <a:lnTo>
                  <a:pt x="1568836" y="23092"/>
                </a:lnTo>
                <a:lnTo>
                  <a:pt x="1570600" y="23316"/>
                </a:lnTo>
                <a:lnTo>
                  <a:pt x="1572405" y="9203"/>
                </a:lnTo>
                <a:lnTo>
                  <a:pt x="1570619" y="8976"/>
                </a:lnTo>
                <a:lnTo>
                  <a:pt x="1568833" y="8752"/>
                </a:lnTo>
                <a:lnTo>
                  <a:pt x="1567047" y="8531"/>
                </a:lnTo>
                <a:lnTo>
                  <a:pt x="1565261" y="8312"/>
                </a:lnTo>
                <a:lnTo>
                  <a:pt x="1563475" y="8097"/>
                </a:lnTo>
                <a:lnTo>
                  <a:pt x="1561689" y="7884"/>
                </a:lnTo>
                <a:lnTo>
                  <a:pt x="1559903" y="7674"/>
                </a:lnTo>
                <a:lnTo>
                  <a:pt x="1558117" y="7467"/>
                </a:lnTo>
                <a:lnTo>
                  <a:pt x="1556331" y="7263"/>
                </a:lnTo>
                <a:lnTo>
                  <a:pt x="1554545" y="7062"/>
                </a:lnTo>
                <a:lnTo>
                  <a:pt x="1552759" y="6864"/>
                </a:lnTo>
                <a:lnTo>
                  <a:pt x="1550973" y="6668"/>
                </a:lnTo>
                <a:lnTo>
                  <a:pt x="1549187" y="6475"/>
                </a:lnTo>
                <a:lnTo>
                  <a:pt x="1547401" y="6286"/>
                </a:lnTo>
                <a:lnTo>
                  <a:pt x="1545615" y="6099"/>
                </a:lnTo>
                <a:lnTo>
                  <a:pt x="1543829" y="5915"/>
                </a:lnTo>
                <a:lnTo>
                  <a:pt x="1542043" y="5733"/>
                </a:lnTo>
                <a:lnTo>
                  <a:pt x="1540257" y="5555"/>
                </a:lnTo>
                <a:lnTo>
                  <a:pt x="1538471" y="5380"/>
                </a:lnTo>
                <a:lnTo>
                  <a:pt x="1536685" y="5207"/>
                </a:lnTo>
                <a:lnTo>
                  <a:pt x="1534899" y="5037"/>
                </a:lnTo>
                <a:lnTo>
                  <a:pt x="1533113" y="4870"/>
                </a:lnTo>
                <a:lnTo>
                  <a:pt x="1531327" y="4706"/>
                </a:lnTo>
                <a:lnTo>
                  <a:pt x="1529541" y="4545"/>
                </a:lnTo>
                <a:lnTo>
                  <a:pt x="1528274" y="18716"/>
                </a:lnTo>
                <a:lnTo>
                  <a:pt x="1530037" y="18875"/>
                </a:lnTo>
                <a:lnTo>
                  <a:pt x="1531801" y="19037"/>
                </a:lnTo>
                <a:lnTo>
                  <a:pt x="1533564" y="19202"/>
                </a:lnTo>
                <a:lnTo>
                  <a:pt x="1535328" y="19370"/>
                </a:lnTo>
                <a:lnTo>
                  <a:pt x="1537091" y="19540"/>
                </a:lnTo>
                <a:lnTo>
                  <a:pt x="1538855" y="19713"/>
                </a:lnTo>
                <a:close/>
                <a:moveTo>
                  <a:pt x="1285086" y="23843"/>
                </a:moveTo>
                <a:lnTo>
                  <a:pt x="1286840" y="23614"/>
                </a:lnTo>
                <a:lnTo>
                  <a:pt x="1288594" y="23387"/>
                </a:lnTo>
                <a:lnTo>
                  <a:pt x="1290348" y="23163"/>
                </a:lnTo>
                <a:lnTo>
                  <a:pt x="1292102" y="22942"/>
                </a:lnTo>
                <a:lnTo>
                  <a:pt x="1293857" y="22724"/>
                </a:lnTo>
                <a:lnTo>
                  <a:pt x="1295611" y="22508"/>
                </a:lnTo>
                <a:lnTo>
                  <a:pt x="1297365" y="22296"/>
                </a:lnTo>
                <a:lnTo>
                  <a:pt x="1299119" y="22086"/>
                </a:lnTo>
                <a:lnTo>
                  <a:pt x="1300873" y="21879"/>
                </a:lnTo>
                <a:lnTo>
                  <a:pt x="1302627" y="21674"/>
                </a:lnTo>
                <a:lnTo>
                  <a:pt x="1304381" y="21473"/>
                </a:lnTo>
                <a:lnTo>
                  <a:pt x="1306135" y="21274"/>
                </a:lnTo>
                <a:lnTo>
                  <a:pt x="1307890" y="21078"/>
                </a:lnTo>
                <a:lnTo>
                  <a:pt x="1309644" y="20885"/>
                </a:lnTo>
                <a:lnTo>
                  <a:pt x="1311398" y="20695"/>
                </a:lnTo>
                <a:lnTo>
                  <a:pt x="1313152" y="20507"/>
                </a:lnTo>
                <a:lnTo>
                  <a:pt x="1314906" y="20323"/>
                </a:lnTo>
                <a:lnTo>
                  <a:pt x="1316660" y="20141"/>
                </a:lnTo>
                <a:lnTo>
                  <a:pt x="1315204" y="5988"/>
                </a:lnTo>
                <a:lnTo>
                  <a:pt x="1313427" y="6172"/>
                </a:lnTo>
                <a:lnTo>
                  <a:pt x="1311651" y="6359"/>
                </a:lnTo>
                <a:lnTo>
                  <a:pt x="1309875" y="6549"/>
                </a:lnTo>
                <a:lnTo>
                  <a:pt x="1308098" y="6742"/>
                </a:lnTo>
                <a:lnTo>
                  <a:pt x="1306322" y="6937"/>
                </a:lnTo>
                <a:lnTo>
                  <a:pt x="1304546" y="7136"/>
                </a:lnTo>
                <a:lnTo>
                  <a:pt x="1302769" y="7337"/>
                </a:lnTo>
                <a:lnTo>
                  <a:pt x="1300993" y="7541"/>
                </a:lnTo>
                <a:lnTo>
                  <a:pt x="1299217" y="7748"/>
                </a:lnTo>
                <a:lnTo>
                  <a:pt x="1297440" y="7958"/>
                </a:lnTo>
                <a:lnTo>
                  <a:pt x="1295664" y="8170"/>
                </a:lnTo>
                <a:lnTo>
                  <a:pt x="1293888" y="8386"/>
                </a:lnTo>
                <a:lnTo>
                  <a:pt x="1292111" y="8604"/>
                </a:lnTo>
                <a:lnTo>
                  <a:pt x="1290335" y="8825"/>
                </a:lnTo>
                <a:lnTo>
                  <a:pt x="1288559" y="9049"/>
                </a:lnTo>
                <a:lnTo>
                  <a:pt x="1286782" y="9275"/>
                </a:lnTo>
                <a:lnTo>
                  <a:pt x="1285006" y="9505"/>
                </a:lnTo>
                <a:lnTo>
                  <a:pt x="1283230" y="9737"/>
                </a:lnTo>
                <a:lnTo>
                  <a:pt x="1281453" y="9972"/>
                </a:lnTo>
                <a:lnTo>
                  <a:pt x="1279677" y="10210"/>
                </a:lnTo>
                <a:lnTo>
                  <a:pt x="1277901" y="10451"/>
                </a:lnTo>
                <a:lnTo>
                  <a:pt x="1276125" y="10695"/>
                </a:lnTo>
                <a:lnTo>
                  <a:pt x="1274348" y="10942"/>
                </a:lnTo>
                <a:lnTo>
                  <a:pt x="1272572" y="11191"/>
                </a:lnTo>
                <a:lnTo>
                  <a:pt x="1274561" y="25279"/>
                </a:lnTo>
                <a:lnTo>
                  <a:pt x="1276315" y="25033"/>
                </a:lnTo>
                <a:lnTo>
                  <a:pt x="1278069" y="24789"/>
                </a:lnTo>
                <a:lnTo>
                  <a:pt x="1279823" y="24548"/>
                </a:lnTo>
                <a:lnTo>
                  <a:pt x="1281577" y="24311"/>
                </a:lnTo>
                <a:lnTo>
                  <a:pt x="1283332" y="24076"/>
                </a:lnTo>
                <a:lnTo>
                  <a:pt x="1285086" y="23843"/>
                </a:lnTo>
                <a:close/>
                <a:moveTo>
                  <a:pt x="1622675" y="31210"/>
                </a:moveTo>
                <a:lnTo>
                  <a:pt x="1624411" y="31515"/>
                </a:lnTo>
                <a:lnTo>
                  <a:pt x="1626147" y="31823"/>
                </a:lnTo>
                <a:lnTo>
                  <a:pt x="1627883" y="32134"/>
                </a:lnTo>
                <a:lnTo>
                  <a:pt x="1629618" y="32448"/>
                </a:lnTo>
                <a:lnTo>
                  <a:pt x="1631354" y="32765"/>
                </a:lnTo>
                <a:lnTo>
                  <a:pt x="1633090" y="33084"/>
                </a:lnTo>
                <a:lnTo>
                  <a:pt x="1634825" y="33406"/>
                </a:lnTo>
                <a:lnTo>
                  <a:pt x="1636561" y="33731"/>
                </a:lnTo>
                <a:lnTo>
                  <a:pt x="1638297" y="34058"/>
                </a:lnTo>
                <a:lnTo>
                  <a:pt x="1640032" y="34388"/>
                </a:lnTo>
                <a:lnTo>
                  <a:pt x="1641768" y="34721"/>
                </a:lnTo>
                <a:lnTo>
                  <a:pt x="1643503" y="35057"/>
                </a:lnTo>
                <a:lnTo>
                  <a:pt x="1645239" y="35395"/>
                </a:lnTo>
                <a:lnTo>
                  <a:pt x="1646974" y="35736"/>
                </a:lnTo>
                <a:lnTo>
                  <a:pt x="1648710" y="36080"/>
                </a:lnTo>
                <a:lnTo>
                  <a:pt x="1650445" y="36426"/>
                </a:lnTo>
                <a:lnTo>
                  <a:pt x="1652181" y="36776"/>
                </a:lnTo>
                <a:lnTo>
                  <a:pt x="1653916" y="37128"/>
                </a:lnTo>
                <a:lnTo>
                  <a:pt x="1656755" y="23186"/>
                </a:lnTo>
                <a:lnTo>
                  <a:pt x="1654998" y="22830"/>
                </a:lnTo>
                <a:lnTo>
                  <a:pt x="1653240" y="22476"/>
                </a:lnTo>
                <a:lnTo>
                  <a:pt x="1651483" y="22125"/>
                </a:lnTo>
                <a:lnTo>
                  <a:pt x="1649726" y="21777"/>
                </a:lnTo>
                <a:lnTo>
                  <a:pt x="1647969" y="21432"/>
                </a:lnTo>
                <a:lnTo>
                  <a:pt x="1646212" y="21089"/>
                </a:lnTo>
                <a:lnTo>
                  <a:pt x="1644455" y="20750"/>
                </a:lnTo>
                <a:lnTo>
                  <a:pt x="1642698" y="20413"/>
                </a:lnTo>
                <a:lnTo>
                  <a:pt x="1640941" y="20078"/>
                </a:lnTo>
                <a:lnTo>
                  <a:pt x="1639184" y="19747"/>
                </a:lnTo>
                <a:lnTo>
                  <a:pt x="1637427" y="19418"/>
                </a:lnTo>
                <a:lnTo>
                  <a:pt x="1635670" y="19092"/>
                </a:lnTo>
                <a:lnTo>
                  <a:pt x="1633913" y="18769"/>
                </a:lnTo>
                <a:lnTo>
                  <a:pt x="1632156" y="18449"/>
                </a:lnTo>
                <a:lnTo>
                  <a:pt x="1630400" y="18131"/>
                </a:lnTo>
                <a:lnTo>
                  <a:pt x="1628643" y="17816"/>
                </a:lnTo>
                <a:lnTo>
                  <a:pt x="1626886" y="17504"/>
                </a:lnTo>
                <a:lnTo>
                  <a:pt x="1625129" y="17195"/>
                </a:lnTo>
                <a:lnTo>
                  <a:pt x="1623372" y="16889"/>
                </a:lnTo>
                <a:lnTo>
                  <a:pt x="1621615" y="16585"/>
                </a:lnTo>
                <a:lnTo>
                  <a:pt x="1619858" y="16284"/>
                </a:lnTo>
                <a:lnTo>
                  <a:pt x="1618102" y="15986"/>
                </a:lnTo>
                <a:lnTo>
                  <a:pt x="1616345" y="15690"/>
                </a:lnTo>
                <a:lnTo>
                  <a:pt x="1614588" y="15398"/>
                </a:lnTo>
                <a:lnTo>
                  <a:pt x="1612261" y="29434"/>
                </a:lnTo>
                <a:lnTo>
                  <a:pt x="1613996" y="29723"/>
                </a:lnTo>
                <a:lnTo>
                  <a:pt x="1615732" y="30015"/>
                </a:lnTo>
                <a:lnTo>
                  <a:pt x="1617468" y="30309"/>
                </a:lnTo>
                <a:lnTo>
                  <a:pt x="1619204" y="30607"/>
                </a:lnTo>
                <a:lnTo>
                  <a:pt x="1620940" y="30907"/>
                </a:lnTo>
                <a:lnTo>
                  <a:pt x="1622675" y="31210"/>
                </a:lnTo>
                <a:close/>
                <a:moveTo>
                  <a:pt x="1201667" y="37984"/>
                </a:moveTo>
                <a:lnTo>
                  <a:pt x="1203403" y="37625"/>
                </a:lnTo>
                <a:lnTo>
                  <a:pt x="1205139" y="37269"/>
                </a:lnTo>
                <a:lnTo>
                  <a:pt x="1206874" y="36916"/>
                </a:lnTo>
                <a:lnTo>
                  <a:pt x="1208610" y="36566"/>
                </a:lnTo>
                <a:lnTo>
                  <a:pt x="1210346" y="36218"/>
                </a:lnTo>
                <a:lnTo>
                  <a:pt x="1212082" y="35873"/>
                </a:lnTo>
                <a:lnTo>
                  <a:pt x="1213817" y="35531"/>
                </a:lnTo>
                <a:lnTo>
                  <a:pt x="1215553" y="35191"/>
                </a:lnTo>
                <a:lnTo>
                  <a:pt x="1217289" y="34855"/>
                </a:lnTo>
                <a:lnTo>
                  <a:pt x="1219024" y="34521"/>
                </a:lnTo>
                <a:lnTo>
                  <a:pt x="1220760" y="34189"/>
                </a:lnTo>
                <a:lnTo>
                  <a:pt x="1222496" y="33861"/>
                </a:lnTo>
                <a:lnTo>
                  <a:pt x="1224231" y="33535"/>
                </a:lnTo>
                <a:lnTo>
                  <a:pt x="1225967" y="33212"/>
                </a:lnTo>
                <a:lnTo>
                  <a:pt x="1227702" y="32892"/>
                </a:lnTo>
                <a:lnTo>
                  <a:pt x="1229438" y="32574"/>
                </a:lnTo>
                <a:lnTo>
                  <a:pt x="1231173" y="32259"/>
                </a:lnTo>
                <a:lnTo>
                  <a:pt x="1232909" y="31947"/>
                </a:lnTo>
                <a:lnTo>
                  <a:pt x="1230402" y="17942"/>
                </a:lnTo>
                <a:lnTo>
                  <a:pt x="1228645" y="18258"/>
                </a:lnTo>
                <a:lnTo>
                  <a:pt x="1226887" y="18577"/>
                </a:lnTo>
                <a:lnTo>
                  <a:pt x="1225130" y="18899"/>
                </a:lnTo>
                <a:lnTo>
                  <a:pt x="1223373" y="19223"/>
                </a:lnTo>
                <a:lnTo>
                  <a:pt x="1221616" y="19550"/>
                </a:lnTo>
                <a:lnTo>
                  <a:pt x="1219859" y="19880"/>
                </a:lnTo>
                <a:lnTo>
                  <a:pt x="1218102" y="20212"/>
                </a:lnTo>
                <a:lnTo>
                  <a:pt x="1216345" y="20548"/>
                </a:lnTo>
                <a:lnTo>
                  <a:pt x="1214588" y="20886"/>
                </a:lnTo>
                <a:lnTo>
                  <a:pt x="1212831" y="21226"/>
                </a:lnTo>
                <a:lnTo>
                  <a:pt x="1211074" y="21570"/>
                </a:lnTo>
                <a:lnTo>
                  <a:pt x="1209317" y="21917"/>
                </a:lnTo>
                <a:lnTo>
                  <a:pt x="1207560" y="22266"/>
                </a:lnTo>
                <a:lnTo>
                  <a:pt x="1205803" y="22618"/>
                </a:lnTo>
                <a:lnTo>
                  <a:pt x="1204047" y="22972"/>
                </a:lnTo>
                <a:lnTo>
                  <a:pt x="1202290" y="23330"/>
                </a:lnTo>
                <a:lnTo>
                  <a:pt x="1200533" y="23690"/>
                </a:lnTo>
                <a:lnTo>
                  <a:pt x="1198776" y="24053"/>
                </a:lnTo>
                <a:lnTo>
                  <a:pt x="1197019" y="24419"/>
                </a:lnTo>
                <a:lnTo>
                  <a:pt x="1195262" y="24787"/>
                </a:lnTo>
                <a:lnTo>
                  <a:pt x="1193506" y="25159"/>
                </a:lnTo>
                <a:lnTo>
                  <a:pt x="1191749" y="25533"/>
                </a:lnTo>
                <a:lnTo>
                  <a:pt x="1189992" y="25909"/>
                </a:lnTo>
                <a:lnTo>
                  <a:pt x="1188235" y="26289"/>
                </a:lnTo>
                <a:lnTo>
                  <a:pt x="1191252" y="40193"/>
                </a:lnTo>
                <a:lnTo>
                  <a:pt x="1192987" y="39818"/>
                </a:lnTo>
                <a:lnTo>
                  <a:pt x="1194723" y="39446"/>
                </a:lnTo>
                <a:lnTo>
                  <a:pt x="1196459" y="39076"/>
                </a:lnTo>
                <a:lnTo>
                  <a:pt x="1198195" y="38709"/>
                </a:lnTo>
                <a:lnTo>
                  <a:pt x="1199931" y="38345"/>
                </a:lnTo>
                <a:lnTo>
                  <a:pt x="1201667" y="37984"/>
                </a:lnTo>
                <a:close/>
                <a:moveTo>
                  <a:pt x="1117374" y="57912"/>
                </a:moveTo>
                <a:lnTo>
                  <a:pt x="1119026" y="57529"/>
                </a:lnTo>
                <a:lnTo>
                  <a:pt x="1120677" y="57144"/>
                </a:lnTo>
                <a:lnTo>
                  <a:pt x="1122329" y="56757"/>
                </a:lnTo>
                <a:lnTo>
                  <a:pt x="1123980" y="56368"/>
                </a:lnTo>
                <a:lnTo>
                  <a:pt x="1125631" y="55975"/>
                </a:lnTo>
                <a:lnTo>
                  <a:pt x="1127283" y="55581"/>
                </a:lnTo>
                <a:lnTo>
                  <a:pt x="1128934" y="55184"/>
                </a:lnTo>
                <a:lnTo>
                  <a:pt x="1130585" y="54784"/>
                </a:lnTo>
                <a:lnTo>
                  <a:pt x="1132237" y="54383"/>
                </a:lnTo>
                <a:lnTo>
                  <a:pt x="1133888" y="53978"/>
                </a:lnTo>
                <a:lnTo>
                  <a:pt x="1135539" y="53571"/>
                </a:lnTo>
                <a:lnTo>
                  <a:pt x="1137190" y="53162"/>
                </a:lnTo>
                <a:lnTo>
                  <a:pt x="1138841" y="52751"/>
                </a:lnTo>
                <a:lnTo>
                  <a:pt x="1140492" y="52337"/>
                </a:lnTo>
                <a:lnTo>
                  <a:pt x="1142143" y="51920"/>
                </a:lnTo>
                <a:lnTo>
                  <a:pt x="1143794" y="51501"/>
                </a:lnTo>
                <a:lnTo>
                  <a:pt x="1145445" y="51080"/>
                </a:lnTo>
                <a:lnTo>
                  <a:pt x="1147096" y="50656"/>
                </a:lnTo>
                <a:lnTo>
                  <a:pt x="1149596" y="50016"/>
                </a:lnTo>
                <a:lnTo>
                  <a:pt x="1146070" y="36232"/>
                </a:lnTo>
                <a:lnTo>
                  <a:pt x="1143548" y="36877"/>
                </a:lnTo>
                <a:lnTo>
                  <a:pt x="1141916" y="37296"/>
                </a:lnTo>
                <a:lnTo>
                  <a:pt x="1140283" y="37713"/>
                </a:lnTo>
                <a:lnTo>
                  <a:pt x="1138651" y="38127"/>
                </a:lnTo>
                <a:lnTo>
                  <a:pt x="1137019" y="38539"/>
                </a:lnTo>
                <a:lnTo>
                  <a:pt x="1135387" y="38949"/>
                </a:lnTo>
                <a:lnTo>
                  <a:pt x="1133755" y="39356"/>
                </a:lnTo>
                <a:lnTo>
                  <a:pt x="1132123" y="39760"/>
                </a:lnTo>
                <a:lnTo>
                  <a:pt x="1130491" y="40162"/>
                </a:lnTo>
                <a:lnTo>
                  <a:pt x="1128859" y="40562"/>
                </a:lnTo>
                <a:lnTo>
                  <a:pt x="1127227" y="40959"/>
                </a:lnTo>
                <a:lnTo>
                  <a:pt x="1125595" y="41354"/>
                </a:lnTo>
                <a:lnTo>
                  <a:pt x="1123963" y="41746"/>
                </a:lnTo>
                <a:lnTo>
                  <a:pt x="1122331" y="42136"/>
                </a:lnTo>
                <a:lnTo>
                  <a:pt x="1120699" y="42524"/>
                </a:lnTo>
                <a:lnTo>
                  <a:pt x="1119068" y="42909"/>
                </a:lnTo>
                <a:lnTo>
                  <a:pt x="1117436" y="43291"/>
                </a:lnTo>
                <a:lnTo>
                  <a:pt x="1115804" y="43671"/>
                </a:lnTo>
                <a:lnTo>
                  <a:pt x="1114172" y="44049"/>
                </a:lnTo>
                <a:lnTo>
                  <a:pt x="1112541" y="44424"/>
                </a:lnTo>
                <a:lnTo>
                  <a:pt x="1110909" y="44797"/>
                </a:lnTo>
                <a:lnTo>
                  <a:pt x="1109278" y="45168"/>
                </a:lnTo>
                <a:lnTo>
                  <a:pt x="1107646" y="45536"/>
                </a:lnTo>
                <a:lnTo>
                  <a:pt x="1106015" y="45901"/>
                </a:lnTo>
                <a:lnTo>
                  <a:pt x="1104383" y="46264"/>
                </a:lnTo>
                <a:lnTo>
                  <a:pt x="1107464" y="60154"/>
                </a:lnTo>
                <a:lnTo>
                  <a:pt x="1109116" y="59787"/>
                </a:lnTo>
                <a:lnTo>
                  <a:pt x="1110767" y="59416"/>
                </a:lnTo>
                <a:lnTo>
                  <a:pt x="1112419" y="59044"/>
                </a:lnTo>
                <a:lnTo>
                  <a:pt x="1114071" y="58669"/>
                </a:lnTo>
                <a:lnTo>
                  <a:pt x="1115722" y="58291"/>
                </a:lnTo>
                <a:lnTo>
                  <a:pt x="1117374" y="57912"/>
                </a:lnTo>
                <a:close/>
                <a:moveTo>
                  <a:pt x="1714036" y="36323"/>
                </a:moveTo>
                <a:lnTo>
                  <a:pt x="1713316" y="36140"/>
                </a:lnTo>
                <a:lnTo>
                  <a:pt x="1712596" y="35957"/>
                </a:lnTo>
                <a:lnTo>
                  <a:pt x="1711875" y="35774"/>
                </a:lnTo>
                <a:lnTo>
                  <a:pt x="1711155" y="35592"/>
                </a:lnTo>
                <a:lnTo>
                  <a:pt x="1710435" y="35411"/>
                </a:lnTo>
                <a:lnTo>
                  <a:pt x="1709715" y="35230"/>
                </a:lnTo>
                <a:lnTo>
                  <a:pt x="1708995" y="35049"/>
                </a:lnTo>
                <a:lnTo>
                  <a:pt x="1708275" y="34869"/>
                </a:lnTo>
                <a:lnTo>
                  <a:pt x="1707555" y="34689"/>
                </a:lnTo>
                <a:lnTo>
                  <a:pt x="1706835" y="34510"/>
                </a:lnTo>
                <a:lnTo>
                  <a:pt x="1706115" y="34331"/>
                </a:lnTo>
                <a:lnTo>
                  <a:pt x="1705395" y="34153"/>
                </a:lnTo>
                <a:lnTo>
                  <a:pt x="1704675" y="33975"/>
                </a:lnTo>
                <a:lnTo>
                  <a:pt x="1703955" y="33798"/>
                </a:lnTo>
                <a:lnTo>
                  <a:pt x="1703235" y="33621"/>
                </a:lnTo>
                <a:lnTo>
                  <a:pt x="1702515" y="33444"/>
                </a:lnTo>
                <a:lnTo>
                  <a:pt x="1701796" y="33269"/>
                </a:lnTo>
                <a:lnTo>
                  <a:pt x="1701076" y="33093"/>
                </a:lnTo>
                <a:lnTo>
                  <a:pt x="1700356" y="32918"/>
                </a:lnTo>
                <a:lnTo>
                  <a:pt x="1699636" y="32744"/>
                </a:lnTo>
                <a:lnTo>
                  <a:pt x="1698917" y="32570"/>
                </a:lnTo>
                <a:lnTo>
                  <a:pt x="1695577" y="46400"/>
                </a:lnTo>
                <a:lnTo>
                  <a:pt x="1696289" y="46572"/>
                </a:lnTo>
                <a:lnTo>
                  <a:pt x="1697001" y="46745"/>
                </a:lnTo>
                <a:lnTo>
                  <a:pt x="1697713" y="46918"/>
                </a:lnTo>
                <a:lnTo>
                  <a:pt x="1698425" y="47091"/>
                </a:lnTo>
                <a:lnTo>
                  <a:pt x="1699137" y="47265"/>
                </a:lnTo>
                <a:lnTo>
                  <a:pt x="1699849" y="47440"/>
                </a:lnTo>
                <a:lnTo>
                  <a:pt x="1700561" y="47614"/>
                </a:lnTo>
                <a:lnTo>
                  <a:pt x="1701272" y="47790"/>
                </a:lnTo>
                <a:lnTo>
                  <a:pt x="1701984" y="47966"/>
                </a:lnTo>
                <a:lnTo>
                  <a:pt x="1702696" y="48142"/>
                </a:lnTo>
                <a:lnTo>
                  <a:pt x="1703407" y="48318"/>
                </a:lnTo>
                <a:lnTo>
                  <a:pt x="1704119" y="48496"/>
                </a:lnTo>
                <a:lnTo>
                  <a:pt x="1704831" y="48673"/>
                </a:lnTo>
                <a:lnTo>
                  <a:pt x="1705542" y="48851"/>
                </a:lnTo>
                <a:lnTo>
                  <a:pt x="1706254" y="49030"/>
                </a:lnTo>
                <a:lnTo>
                  <a:pt x="1706965" y="49209"/>
                </a:lnTo>
                <a:lnTo>
                  <a:pt x="1707312" y="49296"/>
                </a:lnTo>
                <a:lnTo>
                  <a:pt x="1707312" y="68954"/>
                </a:lnTo>
                <a:lnTo>
                  <a:pt x="1721540" y="68954"/>
                </a:lnTo>
                <a:lnTo>
                  <a:pt x="1721540" y="38250"/>
                </a:lnTo>
                <a:lnTo>
                  <a:pt x="1716197" y="36877"/>
                </a:lnTo>
                <a:lnTo>
                  <a:pt x="1715477" y="36692"/>
                </a:lnTo>
                <a:lnTo>
                  <a:pt x="1714756" y="36507"/>
                </a:lnTo>
                <a:lnTo>
                  <a:pt x="1714036" y="36323"/>
                </a:lnTo>
                <a:close/>
                <a:moveTo>
                  <a:pt x="1033677" y="74075"/>
                </a:moveTo>
                <a:lnTo>
                  <a:pt x="1035434" y="73801"/>
                </a:lnTo>
                <a:lnTo>
                  <a:pt x="1037191" y="73523"/>
                </a:lnTo>
                <a:lnTo>
                  <a:pt x="1038948" y="73243"/>
                </a:lnTo>
                <a:lnTo>
                  <a:pt x="1040705" y="72960"/>
                </a:lnTo>
                <a:lnTo>
                  <a:pt x="1042462" y="72675"/>
                </a:lnTo>
                <a:lnTo>
                  <a:pt x="1044218" y="72386"/>
                </a:lnTo>
                <a:lnTo>
                  <a:pt x="1045975" y="72095"/>
                </a:lnTo>
                <a:lnTo>
                  <a:pt x="1047732" y="71801"/>
                </a:lnTo>
                <a:lnTo>
                  <a:pt x="1049489" y="71504"/>
                </a:lnTo>
                <a:lnTo>
                  <a:pt x="1051246" y="71205"/>
                </a:lnTo>
                <a:lnTo>
                  <a:pt x="1053003" y="70902"/>
                </a:lnTo>
                <a:lnTo>
                  <a:pt x="1054760" y="70597"/>
                </a:lnTo>
                <a:lnTo>
                  <a:pt x="1056517" y="70289"/>
                </a:lnTo>
                <a:lnTo>
                  <a:pt x="1058274" y="69979"/>
                </a:lnTo>
                <a:lnTo>
                  <a:pt x="1060031" y="69665"/>
                </a:lnTo>
                <a:lnTo>
                  <a:pt x="1061788" y="69349"/>
                </a:lnTo>
                <a:lnTo>
                  <a:pt x="1063545" y="69030"/>
                </a:lnTo>
                <a:lnTo>
                  <a:pt x="1065302" y="68708"/>
                </a:lnTo>
                <a:lnTo>
                  <a:pt x="1062728" y="54715"/>
                </a:lnTo>
                <a:lnTo>
                  <a:pt x="1060993" y="55033"/>
                </a:lnTo>
                <a:lnTo>
                  <a:pt x="1059258" y="55348"/>
                </a:lnTo>
                <a:lnTo>
                  <a:pt x="1057522" y="55661"/>
                </a:lnTo>
                <a:lnTo>
                  <a:pt x="1055787" y="55970"/>
                </a:lnTo>
                <a:lnTo>
                  <a:pt x="1054052" y="56277"/>
                </a:lnTo>
                <a:lnTo>
                  <a:pt x="1052316" y="56581"/>
                </a:lnTo>
                <a:lnTo>
                  <a:pt x="1050581" y="56882"/>
                </a:lnTo>
                <a:lnTo>
                  <a:pt x="1048846" y="57181"/>
                </a:lnTo>
                <a:lnTo>
                  <a:pt x="1047110" y="57477"/>
                </a:lnTo>
                <a:lnTo>
                  <a:pt x="1045375" y="57770"/>
                </a:lnTo>
                <a:lnTo>
                  <a:pt x="1043639" y="58060"/>
                </a:lnTo>
                <a:lnTo>
                  <a:pt x="1041904" y="58348"/>
                </a:lnTo>
                <a:lnTo>
                  <a:pt x="1040169" y="58633"/>
                </a:lnTo>
                <a:lnTo>
                  <a:pt x="1038433" y="58915"/>
                </a:lnTo>
                <a:lnTo>
                  <a:pt x="1036698" y="59195"/>
                </a:lnTo>
                <a:lnTo>
                  <a:pt x="1034962" y="59471"/>
                </a:lnTo>
                <a:lnTo>
                  <a:pt x="1033227" y="59745"/>
                </a:lnTo>
                <a:lnTo>
                  <a:pt x="1031492" y="60016"/>
                </a:lnTo>
                <a:lnTo>
                  <a:pt x="1029756" y="60285"/>
                </a:lnTo>
                <a:lnTo>
                  <a:pt x="1028021" y="60550"/>
                </a:lnTo>
                <a:lnTo>
                  <a:pt x="1026285" y="60813"/>
                </a:lnTo>
                <a:lnTo>
                  <a:pt x="1024550" y="61074"/>
                </a:lnTo>
                <a:lnTo>
                  <a:pt x="1022815" y="61331"/>
                </a:lnTo>
                <a:lnTo>
                  <a:pt x="1021079" y="61586"/>
                </a:lnTo>
                <a:lnTo>
                  <a:pt x="1023135" y="75664"/>
                </a:lnTo>
                <a:lnTo>
                  <a:pt x="1024892" y="75406"/>
                </a:lnTo>
                <a:lnTo>
                  <a:pt x="1026649" y="75146"/>
                </a:lnTo>
                <a:lnTo>
                  <a:pt x="1028406" y="74882"/>
                </a:lnTo>
                <a:lnTo>
                  <a:pt x="1030163" y="74616"/>
                </a:lnTo>
                <a:lnTo>
                  <a:pt x="1031920" y="74347"/>
                </a:lnTo>
                <a:lnTo>
                  <a:pt x="1033677" y="74075"/>
                </a:lnTo>
                <a:close/>
                <a:moveTo>
                  <a:pt x="948437" y="84061"/>
                </a:moveTo>
                <a:lnTo>
                  <a:pt x="950223" y="83919"/>
                </a:lnTo>
                <a:lnTo>
                  <a:pt x="952009" y="83774"/>
                </a:lnTo>
                <a:lnTo>
                  <a:pt x="953795" y="83626"/>
                </a:lnTo>
                <a:lnTo>
                  <a:pt x="955581" y="83475"/>
                </a:lnTo>
                <a:lnTo>
                  <a:pt x="957367" y="83321"/>
                </a:lnTo>
                <a:lnTo>
                  <a:pt x="959153" y="83165"/>
                </a:lnTo>
                <a:lnTo>
                  <a:pt x="960939" y="83005"/>
                </a:lnTo>
                <a:lnTo>
                  <a:pt x="962725" y="82843"/>
                </a:lnTo>
                <a:lnTo>
                  <a:pt x="964511" y="82678"/>
                </a:lnTo>
                <a:lnTo>
                  <a:pt x="966297" y="82510"/>
                </a:lnTo>
                <a:lnTo>
                  <a:pt x="968083" y="82339"/>
                </a:lnTo>
                <a:lnTo>
                  <a:pt x="969869" y="82165"/>
                </a:lnTo>
                <a:lnTo>
                  <a:pt x="971655" y="81989"/>
                </a:lnTo>
                <a:lnTo>
                  <a:pt x="973442" y="81809"/>
                </a:lnTo>
                <a:lnTo>
                  <a:pt x="975228" y="81627"/>
                </a:lnTo>
                <a:lnTo>
                  <a:pt x="977014" y="81441"/>
                </a:lnTo>
                <a:lnTo>
                  <a:pt x="978800" y="81253"/>
                </a:lnTo>
                <a:lnTo>
                  <a:pt x="980586" y="81062"/>
                </a:lnTo>
                <a:lnTo>
                  <a:pt x="979062" y="66917"/>
                </a:lnTo>
                <a:lnTo>
                  <a:pt x="977298" y="67105"/>
                </a:lnTo>
                <a:lnTo>
                  <a:pt x="975535" y="67291"/>
                </a:lnTo>
                <a:lnTo>
                  <a:pt x="973772" y="67474"/>
                </a:lnTo>
                <a:lnTo>
                  <a:pt x="972008" y="67654"/>
                </a:lnTo>
                <a:lnTo>
                  <a:pt x="970245" y="67831"/>
                </a:lnTo>
                <a:lnTo>
                  <a:pt x="968481" y="68005"/>
                </a:lnTo>
                <a:lnTo>
                  <a:pt x="966718" y="68177"/>
                </a:lnTo>
                <a:lnTo>
                  <a:pt x="964954" y="68346"/>
                </a:lnTo>
                <a:lnTo>
                  <a:pt x="963191" y="68512"/>
                </a:lnTo>
                <a:lnTo>
                  <a:pt x="961427" y="68675"/>
                </a:lnTo>
                <a:lnTo>
                  <a:pt x="959664" y="68835"/>
                </a:lnTo>
                <a:lnTo>
                  <a:pt x="957901" y="68992"/>
                </a:lnTo>
                <a:lnTo>
                  <a:pt x="956137" y="69147"/>
                </a:lnTo>
                <a:lnTo>
                  <a:pt x="954374" y="69299"/>
                </a:lnTo>
                <a:lnTo>
                  <a:pt x="952610" y="69448"/>
                </a:lnTo>
                <a:lnTo>
                  <a:pt x="950847" y="69594"/>
                </a:lnTo>
                <a:lnTo>
                  <a:pt x="949083" y="69737"/>
                </a:lnTo>
                <a:lnTo>
                  <a:pt x="947320" y="69877"/>
                </a:lnTo>
                <a:lnTo>
                  <a:pt x="945556" y="70015"/>
                </a:lnTo>
                <a:lnTo>
                  <a:pt x="943793" y="70150"/>
                </a:lnTo>
                <a:lnTo>
                  <a:pt x="942029" y="70282"/>
                </a:lnTo>
                <a:lnTo>
                  <a:pt x="940265" y="70411"/>
                </a:lnTo>
                <a:lnTo>
                  <a:pt x="938502" y="70537"/>
                </a:lnTo>
                <a:lnTo>
                  <a:pt x="936738" y="70661"/>
                </a:lnTo>
                <a:lnTo>
                  <a:pt x="937721" y="84854"/>
                </a:lnTo>
                <a:lnTo>
                  <a:pt x="939507" y="84729"/>
                </a:lnTo>
                <a:lnTo>
                  <a:pt x="941293" y="84601"/>
                </a:lnTo>
                <a:lnTo>
                  <a:pt x="943079" y="84471"/>
                </a:lnTo>
                <a:lnTo>
                  <a:pt x="944865" y="84337"/>
                </a:lnTo>
                <a:lnTo>
                  <a:pt x="946651" y="84201"/>
                </a:lnTo>
                <a:lnTo>
                  <a:pt x="948437" y="84061"/>
                </a:lnTo>
                <a:close/>
                <a:moveTo>
                  <a:pt x="862701" y="87515"/>
                </a:moveTo>
                <a:lnTo>
                  <a:pt x="864487" y="87510"/>
                </a:lnTo>
                <a:lnTo>
                  <a:pt x="866273" y="87503"/>
                </a:lnTo>
                <a:lnTo>
                  <a:pt x="868060" y="87493"/>
                </a:lnTo>
                <a:lnTo>
                  <a:pt x="869846" y="87479"/>
                </a:lnTo>
                <a:lnTo>
                  <a:pt x="871632" y="87463"/>
                </a:lnTo>
                <a:lnTo>
                  <a:pt x="873418" y="87445"/>
                </a:lnTo>
                <a:lnTo>
                  <a:pt x="875204" y="87423"/>
                </a:lnTo>
                <a:lnTo>
                  <a:pt x="876990" y="87398"/>
                </a:lnTo>
                <a:lnTo>
                  <a:pt x="878777" y="87371"/>
                </a:lnTo>
                <a:lnTo>
                  <a:pt x="880563" y="87340"/>
                </a:lnTo>
                <a:lnTo>
                  <a:pt x="882349" y="87307"/>
                </a:lnTo>
                <a:lnTo>
                  <a:pt x="884135" y="87271"/>
                </a:lnTo>
                <a:lnTo>
                  <a:pt x="885921" y="87232"/>
                </a:lnTo>
                <a:lnTo>
                  <a:pt x="887708" y="87190"/>
                </a:lnTo>
                <a:lnTo>
                  <a:pt x="889494" y="87145"/>
                </a:lnTo>
                <a:lnTo>
                  <a:pt x="891280" y="87098"/>
                </a:lnTo>
                <a:lnTo>
                  <a:pt x="893066" y="87047"/>
                </a:lnTo>
                <a:lnTo>
                  <a:pt x="894852" y="86994"/>
                </a:lnTo>
                <a:lnTo>
                  <a:pt x="894417" y="72773"/>
                </a:lnTo>
                <a:lnTo>
                  <a:pt x="892653" y="72826"/>
                </a:lnTo>
                <a:lnTo>
                  <a:pt x="890890" y="72876"/>
                </a:lnTo>
                <a:lnTo>
                  <a:pt x="889127" y="72923"/>
                </a:lnTo>
                <a:lnTo>
                  <a:pt x="887363" y="72967"/>
                </a:lnTo>
                <a:lnTo>
                  <a:pt x="885600" y="73008"/>
                </a:lnTo>
                <a:lnTo>
                  <a:pt x="883837" y="73046"/>
                </a:lnTo>
                <a:lnTo>
                  <a:pt x="882073" y="73082"/>
                </a:lnTo>
                <a:lnTo>
                  <a:pt x="880310" y="73115"/>
                </a:lnTo>
                <a:lnTo>
                  <a:pt x="878547" y="73145"/>
                </a:lnTo>
                <a:lnTo>
                  <a:pt x="876783" y="73172"/>
                </a:lnTo>
                <a:lnTo>
                  <a:pt x="875020" y="73196"/>
                </a:lnTo>
                <a:lnTo>
                  <a:pt x="873257" y="73218"/>
                </a:lnTo>
                <a:lnTo>
                  <a:pt x="871493" y="73236"/>
                </a:lnTo>
                <a:lnTo>
                  <a:pt x="869730" y="73252"/>
                </a:lnTo>
                <a:lnTo>
                  <a:pt x="867967" y="73265"/>
                </a:lnTo>
                <a:lnTo>
                  <a:pt x="866203" y="73275"/>
                </a:lnTo>
                <a:lnTo>
                  <a:pt x="864440" y="73283"/>
                </a:lnTo>
                <a:lnTo>
                  <a:pt x="862677" y="73287"/>
                </a:lnTo>
                <a:lnTo>
                  <a:pt x="860913" y="73289"/>
                </a:lnTo>
                <a:lnTo>
                  <a:pt x="859150" y="73288"/>
                </a:lnTo>
                <a:lnTo>
                  <a:pt x="857387" y="73284"/>
                </a:lnTo>
                <a:lnTo>
                  <a:pt x="855623" y="73277"/>
                </a:lnTo>
                <a:lnTo>
                  <a:pt x="853860" y="73267"/>
                </a:lnTo>
                <a:lnTo>
                  <a:pt x="852096" y="73255"/>
                </a:lnTo>
                <a:lnTo>
                  <a:pt x="851984" y="87482"/>
                </a:lnTo>
                <a:lnTo>
                  <a:pt x="853770" y="87494"/>
                </a:lnTo>
                <a:lnTo>
                  <a:pt x="855557" y="87504"/>
                </a:lnTo>
                <a:lnTo>
                  <a:pt x="857343" y="87511"/>
                </a:lnTo>
                <a:lnTo>
                  <a:pt x="859129" y="87515"/>
                </a:lnTo>
                <a:lnTo>
                  <a:pt x="860915" y="87516"/>
                </a:lnTo>
                <a:lnTo>
                  <a:pt x="862701" y="87515"/>
                </a:lnTo>
                <a:close/>
                <a:moveTo>
                  <a:pt x="1721540" y="1264072"/>
                </a:moveTo>
                <a:lnTo>
                  <a:pt x="1721540" y="1221390"/>
                </a:lnTo>
                <a:lnTo>
                  <a:pt x="1707312" y="1221390"/>
                </a:lnTo>
                <a:lnTo>
                  <a:pt x="1707312" y="1264072"/>
                </a:lnTo>
                <a:lnTo>
                  <a:pt x="1721540" y="1264072"/>
                </a:lnTo>
                <a:close/>
                <a:moveTo>
                  <a:pt x="1721540" y="1349438"/>
                </a:moveTo>
                <a:lnTo>
                  <a:pt x="1721540" y="1306755"/>
                </a:lnTo>
                <a:lnTo>
                  <a:pt x="1707312" y="1306755"/>
                </a:lnTo>
                <a:lnTo>
                  <a:pt x="1707312" y="1349438"/>
                </a:lnTo>
                <a:lnTo>
                  <a:pt x="1721540" y="1349438"/>
                </a:lnTo>
                <a:close/>
                <a:moveTo>
                  <a:pt x="1721540" y="1434804"/>
                </a:moveTo>
                <a:lnTo>
                  <a:pt x="1721540" y="1392121"/>
                </a:lnTo>
                <a:lnTo>
                  <a:pt x="1707312" y="1392121"/>
                </a:lnTo>
                <a:lnTo>
                  <a:pt x="1707312" y="1434804"/>
                </a:lnTo>
                <a:lnTo>
                  <a:pt x="1721540" y="1434804"/>
                </a:lnTo>
                <a:close/>
                <a:moveTo>
                  <a:pt x="1721540" y="1477486"/>
                </a:moveTo>
                <a:lnTo>
                  <a:pt x="1707312" y="1477486"/>
                </a:lnTo>
                <a:lnTo>
                  <a:pt x="1707312" y="1520169"/>
                </a:lnTo>
                <a:lnTo>
                  <a:pt x="1721540" y="1520169"/>
                </a:lnTo>
                <a:lnTo>
                  <a:pt x="1721540" y="1477486"/>
                </a:lnTo>
                <a:close/>
                <a:moveTo>
                  <a:pt x="1721540" y="1562852"/>
                </a:moveTo>
                <a:lnTo>
                  <a:pt x="1707312" y="1562852"/>
                </a:lnTo>
                <a:lnTo>
                  <a:pt x="1707312" y="1605535"/>
                </a:lnTo>
                <a:lnTo>
                  <a:pt x="1721540" y="1605535"/>
                </a:lnTo>
                <a:lnTo>
                  <a:pt x="1721540" y="1562852"/>
                </a:lnTo>
                <a:close/>
                <a:moveTo>
                  <a:pt x="1721540" y="1690901"/>
                </a:moveTo>
                <a:lnTo>
                  <a:pt x="1721540" y="1648218"/>
                </a:lnTo>
                <a:lnTo>
                  <a:pt x="1707312" y="1648218"/>
                </a:lnTo>
                <a:lnTo>
                  <a:pt x="1707312" y="1690901"/>
                </a:lnTo>
                <a:lnTo>
                  <a:pt x="1721540" y="1690901"/>
                </a:lnTo>
                <a:close/>
                <a:moveTo>
                  <a:pt x="1721540" y="1776266"/>
                </a:moveTo>
                <a:lnTo>
                  <a:pt x="1721540" y="1733583"/>
                </a:lnTo>
                <a:lnTo>
                  <a:pt x="1707312" y="1733583"/>
                </a:lnTo>
                <a:lnTo>
                  <a:pt x="1707312" y="1776266"/>
                </a:lnTo>
                <a:lnTo>
                  <a:pt x="1721540" y="1776266"/>
                </a:lnTo>
                <a:close/>
                <a:moveTo>
                  <a:pt x="1721540" y="1861632"/>
                </a:moveTo>
                <a:lnTo>
                  <a:pt x="1721540" y="1818949"/>
                </a:lnTo>
                <a:lnTo>
                  <a:pt x="1707312" y="1818949"/>
                </a:lnTo>
                <a:lnTo>
                  <a:pt x="1707312" y="1861632"/>
                </a:lnTo>
                <a:lnTo>
                  <a:pt x="1721540" y="1861632"/>
                </a:lnTo>
                <a:close/>
                <a:moveTo>
                  <a:pt x="1721540" y="1946997"/>
                </a:moveTo>
                <a:lnTo>
                  <a:pt x="1721540" y="1904315"/>
                </a:lnTo>
                <a:lnTo>
                  <a:pt x="1707312" y="1904315"/>
                </a:lnTo>
                <a:lnTo>
                  <a:pt x="1707312" y="1946997"/>
                </a:lnTo>
                <a:lnTo>
                  <a:pt x="1721540" y="1946997"/>
                </a:lnTo>
                <a:close/>
                <a:moveTo>
                  <a:pt x="1721540" y="2032363"/>
                </a:moveTo>
                <a:lnTo>
                  <a:pt x="1721540" y="1989680"/>
                </a:lnTo>
                <a:lnTo>
                  <a:pt x="1707312" y="1989680"/>
                </a:lnTo>
                <a:lnTo>
                  <a:pt x="1707312" y="2032363"/>
                </a:lnTo>
                <a:lnTo>
                  <a:pt x="1721540" y="2032363"/>
                </a:lnTo>
                <a:close/>
                <a:moveTo>
                  <a:pt x="1721540" y="2203094"/>
                </a:moveTo>
                <a:lnTo>
                  <a:pt x="1721540" y="2160411"/>
                </a:lnTo>
                <a:lnTo>
                  <a:pt x="1707312" y="2160411"/>
                </a:lnTo>
                <a:lnTo>
                  <a:pt x="1707312" y="2203094"/>
                </a:lnTo>
                <a:lnTo>
                  <a:pt x="1721540" y="2203094"/>
                </a:lnTo>
                <a:close/>
                <a:moveTo>
                  <a:pt x="1721540" y="2886019"/>
                </a:moveTo>
                <a:lnTo>
                  <a:pt x="1721540" y="2843336"/>
                </a:lnTo>
                <a:lnTo>
                  <a:pt x="1707312" y="2843336"/>
                </a:lnTo>
                <a:lnTo>
                  <a:pt x="1707312" y="2886019"/>
                </a:lnTo>
                <a:lnTo>
                  <a:pt x="1721540" y="2886019"/>
                </a:lnTo>
                <a:close/>
                <a:moveTo>
                  <a:pt x="1444083" y="3988318"/>
                </a:moveTo>
                <a:lnTo>
                  <a:pt x="1442297" y="3988297"/>
                </a:lnTo>
                <a:lnTo>
                  <a:pt x="1440511" y="3988278"/>
                </a:lnTo>
                <a:lnTo>
                  <a:pt x="1438725" y="3988263"/>
                </a:lnTo>
                <a:lnTo>
                  <a:pt x="1436938" y="3988250"/>
                </a:lnTo>
                <a:lnTo>
                  <a:pt x="1435152" y="3988240"/>
                </a:lnTo>
                <a:lnTo>
                  <a:pt x="1433366" y="3988233"/>
                </a:lnTo>
                <a:lnTo>
                  <a:pt x="1431580" y="3988229"/>
                </a:lnTo>
                <a:lnTo>
                  <a:pt x="1429794" y="3988228"/>
                </a:lnTo>
                <a:lnTo>
                  <a:pt x="1428007" y="3988229"/>
                </a:lnTo>
                <a:lnTo>
                  <a:pt x="1426221" y="3988234"/>
                </a:lnTo>
                <a:lnTo>
                  <a:pt x="1424435" y="3988241"/>
                </a:lnTo>
                <a:lnTo>
                  <a:pt x="1422649" y="3988251"/>
                </a:lnTo>
                <a:lnTo>
                  <a:pt x="1420863" y="3988264"/>
                </a:lnTo>
                <a:lnTo>
                  <a:pt x="1419076" y="3988280"/>
                </a:lnTo>
                <a:lnTo>
                  <a:pt x="1417290" y="3988299"/>
                </a:lnTo>
                <a:lnTo>
                  <a:pt x="1415504" y="3988320"/>
                </a:lnTo>
                <a:lnTo>
                  <a:pt x="1413718" y="3988345"/>
                </a:lnTo>
                <a:lnTo>
                  <a:pt x="1411932" y="3988372"/>
                </a:lnTo>
                <a:lnTo>
                  <a:pt x="1412161" y="4002598"/>
                </a:lnTo>
                <a:lnTo>
                  <a:pt x="1413924" y="4002571"/>
                </a:lnTo>
                <a:lnTo>
                  <a:pt x="1415688" y="4002547"/>
                </a:lnTo>
                <a:lnTo>
                  <a:pt x="1417451" y="4002526"/>
                </a:lnTo>
                <a:lnTo>
                  <a:pt x="1419215" y="4002507"/>
                </a:lnTo>
                <a:lnTo>
                  <a:pt x="1420978" y="4002491"/>
                </a:lnTo>
                <a:lnTo>
                  <a:pt x="1422741" y="4002479"/>
                </a:lnTo>
                <a:lnTo>
                  <a:pt x="1424505" y="4002469"/>
                </a:lnTo>
                <a:lnTo>
                  <a:pt x="1426268" y="4002461"/>
                </a:lnTo>
                <a:lnTo>
                  <a:pt x="1428032" y="4002457"/>
                </a:lnTo>
                <a:lnTo>
                  <a:pt x="1429795" y="4002455"/>
                </a:lnTo>
                <a:lnTo>
                  <a:pt x="1431558" y="4002457"/>
                </a:lnTo>
                <a:lnTo>
                  <a:pt x="1433322" y="4002461"/>
                </a:lnTo>
                <a:lnTo>
                  <a:pt x="1435085" y="4002468"/>
                </a:lnTo>
                <a:lnTo>
                  <a:pt x="1436849" y="4002477"/>
                </a:lnTo>
                <a:lnTo>
                  <a:pt x="1438612" y="4002490"/>
                </a:lnTo>
                <a:lnTo>
                  <a:pt x="1440375" y="4002505"/>
                </a:lnTo>
                <a:lnTo>
                  <a:pt x="1442139" y="4002524"/>
                </a:lnTo>
                <a:lnTo>
                  <a:pt x="1443902" y="4002545"/>
                </a:lnTo>
                <a:lnTo>
                  <a:pt x="1445666" y="4002569"/>
                </a:lnTo>
                <a:lnTo>
                  <a:pt x="1447429" y="4002595"/>
                </a:lnTo>
                <a:lnTo>
                  <a:pt x="1449192" y="4002625"/>
                </a:lnTo>
                <a:lnTo>
                  <a:pt x="1450956" y="4002657"/>
                </a:lnTo>
                <a:lnTo>
                  <a:pt x="1452719" y="4002692"/>
                </a:lnTo>
                <a:lnTo>
                  <a:pt x="1454482" y="4002730"/>
                </a:lnTo>
                <a:lnTo>
                  <a:pt x="1454800" y="3988506"/>
                </a:lnTo>
                <a:lnTo>
                  <a:pt x="1453014" y="3988468"/>
                </a:lnTo>
                <a:lnTo>
                  <a:pt x="1451228" y="3988432"/>
                </a:lnTo>
                <a:lnTo>
                  <a:pt x="1449442" y="3988399"/>
                </a:lnTo>
                <a:lnTo>
                  <a:pt x="1447656" y="3988369"/>
                </a:lnTo>
                <a:lnTo>
                  <a:pt x="1445869" y="3988342"/>
                </a:lnTo>
                <a:lnTo>
                  <a:pt x="1444083" y="3988318"/>
                </a:lnTo>
                <a:close/>
                <a:moveTo>
                  <a:pt x="1358347" y="3990523"/>
                </a:moveTo>
                <a:lnTo>
                  <a:pt x="1356561" y="3990639"/>
                </a:lnTo>
                <a:lnTo>
                  <a:pt x="1354775" y="3990758"/>
                </a:lnTo>
                <a:lnTo>
                  <a:pt x="1352989" y="3990880"/>
                </a:lnTo>
                <a:lnTo>
                  <a:pt x="1351202" y="3991005"/>
                </a:lnTo>
                <a:lnTo>
                  <a:pt x="1349416" y="3991132"/>
                </a:lnTo>
                <a:lnTo>
                  <a:pt x="1347630" y="3991262"/>
                </a:lnTo>
                <a:lnTo>
                  <a:pt x="1345844" y="3991396"/>
                </a:lnTo>
                <a:lnTo>
                  <a:pt x="1344058" y="3991532"/>
                </a:lnTo>
                <a:lnTo>
                  <a:pt x="1342272" y="3991671"/>
                </a:lnTo>
                <a:lnTo>
                  <a:pt x="1340486" y="3991813"/>
                </a:lnTo>
                <a:lnTo>
                  <a:pt x="1338700" y="3991957"/>
                </a:lnTo>
                <a:lnTo>
                  <a:pt x="1336914" y="3992105"/>
                </a:lnTo>
                <a:lnTo>
                  <a:pt x="1335128" y="3992255"/>
                </a:lnTo>
                <a:lnTo>
                  <a:pt x="1333342" y="3992409"/>
                </a:lnTo>
                <a:lnTo>
                  <a:pt x="1331556" y="3992565"/>
                </a:lnTo>
                <a:lnTo>
                  <a:pt x="1329770" y="3992724"/>
                </a:lnTo>
                <a:lnTo>
                  <a:pt x="1327984" y="3992886"/>
                </a:lnTo>
                <a:lnTo>
                  <a:pt x="1326198" y="3993051"/>
                </a:lnTo>
                <a:lnTo>
                  <a:pt x="1327516" y="4007217"/>
                </a:lnTo>
                <a:lnTo>
                  <a:pt x="1329280" y="4007055"/>
                </a:lnTo>
                <a:lnTo>
                  <a:pt x="1331043" y="4006895"/>
                </a:lnTo>
                <a:lnTo>
                  <a:pt x="1332807" y="4006738"/>
                </a:lnTo>
                <a:lnTo>
                  <a:pt x="1334571" y="4006584"/>
                </a:lnTo>
                <a:lnTo>
                  <a:pt x="1336334" y="4006432"/>
                </a:lnTo>
                <a:lnTo>
                  <a:pt x="1338098" y="4006284"/>
                </a:lnTo>
                <a:lnTo>
                  <a:pt x="1339861" y="4006138"/>
                </a:lnTo>
                <a:lnTo>
                  <a:pt x="1341625" y="4005995"/>
                </a:lnTo>
                <a:lnTo>
                  <a:pt x="1343388" y="4005855"/>
                </a:lnTo>
                <a:lnTo>
                  <a:pt x="1345152" y="4005718"/>
                </a:lnTo>
                <a:lnTo>
                  <a:pt x="1346915" y="4005584"/>
                </a:lnTo>
                <a:lnTo>
                  <a:pt x="1348679" y="4005452"/>
                </a:lnTo>
                <a:lnTo>
                  <a:pt x="1350442" y="4005323"/>
                </a:lnTo>
                <a:lnTo>
                  <a:pt x="1352206" y="4005197"/>
                </a:lnTo>
                <a:lnTo>
                  <a:pt x="1353969" y="4005074"/>
                </a:lnTo>
                <a:lnTo>
                  <a:pt x="1355732" y="4004954"/>
                </a:lnTo>
                <a:lnTo>
                  <a:pt x="1357496" y="4004836"/>
                </a:lnTo>
                <a:lnTo>
                  <a:pt x="1359259" y="4004722"/>
                </a:lnTo>
                <a:lnTo>
                  <a:pt x="1361023" y="4004610"/>
                </a:lnTo>
                <a:lnTo>
                  <a:pt x="1362786" y="4004501"/>
                </a:lnTo>
                <a:lnTo>
                  <a:pt x="1364549" y="4004395"/>
                </a:lnTo>
                <a:lnTo>
                  <a:pt x="1366313" y="4004292"/>
                </a:lnTo>
                <a:lnTo>
                  <a:pt x="1368076" y="4004191"/>
                </a:lnTo>
                <a:lnTo>
                  <a:pt x="1369839" y="4004094"/>
                </a:lnTo>
                <a:lnTo>
                  <a:pt x="1369064" y="3989886"/>
                </a:lnTo>
                <a:lnTo>
                  <a:pt x="1367278" y="3989985"/>
                </a:lnTo>
                <a:lnTo>
                  <a:pt x="1365492" y="3990087"/>
                </a:lnTo>
                <a:lnTo>
                  <a:pt x="1363705" y="3990192"/>
                </a:lnTo>
                <a:lnTo>
                  <a:pt x="1361919" y="3990299"/>
                </a:lnTo>
                <a:lnTo>
                  <a:pt x="1360133" y="3990410"/>
                </a:lnTo>
                <a:lnTo>
                  <a:pt x="1358347" y="3990523"/>
                </a:lnTo>
                <a:close/>
                <a:moveTo>
                  <a:pt x="1529818" y="3992710"/>
                </a:moveTo>
                <a:lnTo>
                  <a:pt x="1528032" y="3992551"/>
                </a:lnTo>
                <a:lnTo>
                  <a:pt x="1526246" y="3992395"/>
                </a:lnTo>
                <a:lnTo>
                  <a:pt x="1524460" y="3992242"/>
                </a:lnTo>
                <a:lnTo>
                  <a:pt x="1522674" y="3992092"/>
                </a:lnTo>
                <a:lnTo>
                  <a:pt x="1520888" y="3991944"/>
                </a:lnTo>
                <a:lnTo>
                  <a:pt x="1519102" y="3991800"/>
                </a:lnTo>
                <a:lnTo>
                  <a:pt x="1517315" y="3991658"/>
                </a:lnTo>
                <a:lnTo>
                  <a:pt x="1515529" y="3991520"/>
                </a:lnTo>
                <a:lnTo>
                  <a:pt x="1513743" y="3991384"/>
                </a:lnTo>
                <a:lnTo>
                  <a:pt x="1511957" y="3991251"/>
                </a:lnTo>
                <a:lnTo>
                  <a:pt x="1510171" y="3991121"/>
                </a:lnTo>
                <a:lnTo>
                  <a:pt x="1508385" y="3990994"/>
                </a:lnTo>
                <a:lnTo>
                  <a:pt x="1506599" y="3990869"/>
                </a:lnTo>
                <a:lnTo>
                  <a:pt x="1504813" y="3990748"/>
                </a:lnTo>
                <a:lnTo>
                  <a:pt x="1503027" y="3990629"/>
                </a:lnTo>
                <a:lnTo>
                  <a:pt x="1501241" y="3990513"/>
                </a:lnTo>
                <a:lnTo>
                  <a:pt x="1499455" y="3990400"/>
                </a:lnTo>
                <a:lnTo>
                  <a:pt x="1497669" y="3990290"/>
                </a:lnTo>
                <a:lnTo>
                  <a:pt x="1496805" y="4004492"/>
                </a:lnTo>
                <a:lnTo>
                  <a:pt x="1498568" y="4004600"/>
                </a:lnTo>
                <a:lnTo>
                  <a:pt x="1500332" y="4004712"/>
                </a:lnTo>
                <a:lnTo>
                  <a:pt x="1502095" y="4004826"/>
                </a:lnTo>
                <a:lnTo>
                  <a:pt x="1503859" y="4004943"/>
                </a:lnTo>
                <a:lnTo>
                  <a:pt x="1505622" y="4005063"/>
                </a:lnTo>
                <a:lnTo>
                  <a:pt x="1507386" y="4005186"/>
                </a:lnTo>
                <a:lnTo>
                  <a:pt x="1509149" y="4005312"/>
                </a:lnTo>
                <a:lnTo>
                  <a:pt x="1510913" y="4005440"/>
                </a:lnTo>
                <a:lnTo>
                  <a:pt x="1512676" y="4005572"/>
                </a:lnTo>
                <a:lnTo>
                  <a:pt x="1514440" y="4005706"/>
                </a:lnTo>
                <a:lnTo>
                  <a:pt x="1516203" y="4005843"/>
                </a:lnTo>
                <a:lnTo>
                  <a:pt x="1517967" y="4005982"/>
                </a:lnTo>
                <a:lnTo>
                  <a:pt x="1519730" y="4006125"/>
                </a:lnTo>
                <a:lnTo>
                  <a:pt x="1521494" y="4006271"/>
                </a:lnTo>
                <a:lnTo>
                  <a:pt x="1523257" y="4006419"/>
                </a:lnTo>
                <a:lnTo>
                  <a:pt x="1525021" y="4006570"/>
                </a:lnTo>
                <a:lnTo>
                  <a:pt x="1526784" y="4006724"/>
                </a:lnTo>
                <a:lnTo>
                  <a:pt x="1528548" y="4006881"/>
                </a:lnTo>
                <a:lnTo>
                  <a:pt x="1530311" y="4007040"/>
                </a:lnTo>
                <a:lnTo>
                  <a:pt x="1532075" y="4007203"/>
                </a:lnTo>
                <a:lnTo>
                  <a:pt x="1533838" y="4007368"/>
                </a:lnTo>
                <a:lnTo>
                  <a:pt x="1535602" y="4007536"/>
                </a:lnTo>
                <a:lnTo>
                  <a:pt x="1537365" y="4007707"/>
                </a:lnTo>
                <a:lnTo>
                  <a:pt x="1539129" y="4007880"/>
                </a:lnTo>
                <a:lnTo>
                  <a:pt x="1540535" y="3993722"/>
                </a:lnTo>
                <a:lnTo>
                  <a:pt x="1538749" y="3993546"/>
                </a:lnTo>
                <a:lnTo>
                  <a:pt x="1536962" y="3993373"/>
                </a:lnTo>
                <a:lnTo>
                  <a:pt x="1535176" y="3993203"/>
                </a:lnTo>
                <a:lnTo>
                  <a:pt x="1533390" y="3993036"/>
                </a:lnTo>
                <a:lnTo>
                  <a:pt x="1531604" y="3992871"/>
                </a:lnTo>
                <a:lnTo>
                  <a:pt x="1529818" y="3992710"/>
                </a:lnTo>
                <a:close/>
                <a:moveTo>
                  <a:pt x="1272845" y="3999292"/>
                </a:moveTo>
                <a:lnTo>
                  <a:pt x="1271087" y="3999541"/>
                </a:lnTo>
                <a:lnTo>
                  <a:pt x="1269330" y="3999793"/>
                </a:lnTo>
                <a:lnTo>
                  <a:pt x="1267573" y="4000048"/>
                </a:lnTo>
                <a:lnTo>
                  <a:pt x="1265816" y="4000305"/>
                </a:lnTo>
                <a:lnTo>
                  <a:pt x="1264059" y="4000565"/>
                </a:lnTo>
                <a:lnTo>
                  <a:pt x="1262302" y="4000828"/>
                </a:lnTo>
                <a:lnTo>
                  <a:pt x="1260545" y="4001094"/>
                </a:lnTo>
                <a:lnTo>
                  <a:pt x="1258787" y="4001362"/>
                </a:lnTo>
                <a:lnTo>
                  <a:pt x="1257030" y="4001633"/>
                </a:lnTo>
                <a:lnTo>
                  <a:pt x="1255273" y="4001907"/>
                </a:lnTo>
                <a:lnTo>
                  <a:pt x="1253516" y="4002184"/>
                </a:lnTo>
                <a:lnTo>
                  <a:pt x="1251759" y="4002464"/>
                </a:lnTo>
                <a:lnTo>
                  <a:pt x="1250002" y="4002746"/>
                </a:lnTo>
                <a:lnTo>
                  <a:pt x="1248245" y="4003031"/>
                </a:lnTo>
                <a:lnTo>
                  <a:pt x="1246488" y="4003319"/>
                </a:lnTo>
                <a:lnTo>
                  <a:pt x="1244731" y="4003609"/>
                </a:lnTo>
                <a:lnTo>
                  <a:pt x="1242974" y="4003902"/>
                </a:lnTo>
                <a:lnTo>
                  <a:pt x="1241217" y="4004198"/>
                </a:lnTo>
                <a:lnTo>
                  <a:pt x="1243592" y="4018226"/>
                </a:lnTo>
                <a:lnTo>
                  <a:pt x="1245327" y="4017934"/>
                </a:lnTo>
                <a:lnTo>
                  <a:pt x="1247063" y="4017644"/>
                </a:lnTo>
                <a:lnTo>
                  <a:pt x="1248798" y="4017357"/>
                </a:lnTo>
                <a:lnTo>
                  <a:pt x="1250534" y="4017073"/>
                </a:lnTo>
                <a:lnTo>
                  <a:pt x="1252269" y="4016791"/>
                </a:lnTo>
                <a:lnTo>
                  <a:pt x="1254005" y="4016512"/>
                </a:lnTo>
                <a:lnTo>
                  <a:pt x="1255740" y="4016236"/>
                </a:lnTo>
                <a:lnTo>
                  <a:pt x="1257476" y="4015963"/>
                </a:lnTo>
                <a:lnTo>
                  <a:pt x="1259211" y="4015692"/>
                </a:lnTo>
                <a:lnTo>
                  <a:pt x="1260947" y="4015424"/>
                </a:lnTo>
                <a:lnTo>
                  <a:pt x="1262682" y="4015159"/>
                </a:lnTo>
                <a:lnTo>
                  <a:pt x="1264418" y="4014897"/>
                </a:lnTo>
                <a:lnTo>
                  <a:pt x="1266153" y="4014637"/>
                </a:lnTo>
                <a:lnTo>
                  <a:pt x="1267889" y="4014380"/>
                </a:lnTo>
                <a:lnTo>
                  <a:pt x="1269624" y="4014126"/>
                </a:lnTo>
                <a:lnTo>
                  <a:pt x="1271360" y="4013875"/>
                </a:lnTo>
                <a:lnTo>
                  <a:pt x="1273095" y="4013626"/>
                </a:lnTo>
                <a:lnTo>
                  <a:pt x="1274830" y="4013380"/>
                </a:lnTo>
                <a:lnTo>
                  <a:pt x="1276566" y="4013137"/>
                </a:lnTo>
                <a:lnTo>
                  <a:pt x="1278301" y="4012897"/>
                </a:lnTo>
                <a:lnTo>
                  <a:pt x="1280037" y="4012659"/>
                </a:lnTo>
                <a:lnTo>
                  <a:pt x="1281772" y="4012424"/>
                </a:lnTo>
                <a:lnTo>
                  <a:pt x="1283507" y="4012192"/>
                </a:lnTo>
                <a:lnTo>
                  <a:pt x="1285243" y="4011962"/>
                </a:lnTo>
                <a:lnTo>
                  <a:pt x="1283388" y="3997856"/>
                </a:lnTo>
                <a:lnTo>
                  <a:pt x="1281631" y="3998089"/>
                </a:lnTo>
                <a:lnTo>
                  <a:pt x="1279873" y="3998324"/>
                </a:lnTo>
                <a:lnTo>
                  <a:pt x="1278116" y="3998562"/>
                </a:lnTo>
                <a:lnTo>
                  <a:pt x="1276359" y="3998803"/>
                </a:lnTo>
                <a:lnTo>
                  <a:pt x="1274602" y="3999046"/>
                </a:lnTo>
                <a:lnTo>
                  <a:pt x="1272845" y="3999292"/>
                </a:lnTo>
                <a:close/>
                <a:moveTo>
                  <a:pt x="1614858" y="4003582"/>
                </a:moveTo>
                <a:lnTo>
                  <a:pt x="1613101" y="4003292"/>
                </a:lnTo>
                <a:lnTo>
                  <a:pt x="1611343" y="4003004"/>
                </a:lnTo>
                <a:lnTo>
                  <a:pt x="1609586" y="4002719"/>
                </a:lnTo>
                <a:lnTo>
                  <a:pt x="1607829" y="4002437"/>
                </a:lnTo>
                <a:lnTo>
                  <a:pt x="1606072" y="4002158"/>
                </a:lnTo>
                <a:lnTo>
                  <a:pt x="1604314" y="4001882"/>
                </a:lnTo>
                <a:lnTo>
                  <a:pt x="1602557" y="4001608"/>
                </a:lnTo>
                <a:lnTo>
                  <a:pt x="1600800" y="4001337"/>
                </a:lnTo>
                <a:lnTo>
                  <a:pt x="1599043" y="4001069"/>
                </a:lnTo>
                <a:lnTo>
                  <a:pt x="1597286" y="4000803"/>
                </a:lnTo>
                <a:lnTo>
                  <a:pt x="1595529" y="4000541"/>
                </a:lnTo>
                <a:lnTo>
                  <a:pt x="1593772" y="4000281"/>
                </a:lnTo>
                <a:lnTo>
                  <a:pt x="1592015" y="4000024"/>
                </a:lnTo>
                <a:lnTo>
                  <a:pt x="1590258" y="3999770"/>
                </a:lnTo>
                <a:lnTo>
                  <a:pt x="1588501" y="3999518"/>
                </a:lnTo>
                <a:lnTo>
                  <a:pt x="1586744" y="3999269"/>
                </a:lnTo>
                <a:lnTo>
                  <a:pt x="1584988" y="3999023"/>
                </a:lnTo>
                <a:lnTo>
                  <a:pt x="1583231" y="3998780"/>
                </a:lnTo>
                <a:lnTo>
                  <a:pt x="1581291" y="4012875"/>
                </a:lnTo>
                <a:lnTo>
                  <a:pt x="1583027" y="4013115"/>
                </a:lnTo>
                <a:lnTo>
                  <a:pt x="1584763" y="4013358"/>
                </a:lnTo>
                <a:lnTo>
                  <a:pt x="1586498" y="4013604"/>
                </a:lnTo>
                <a:lnTo>
                  <a:pt x="1588234" y="4013852"/>
                </a:lnTo>
                <a:lnTo>
                  <a:pt x="1589970" y="4014104"/>
                </a:lnTo>
                <a:lnTo>
                  <a:pt x="1591706" y="4014358"/>
                </a:lnTo>
                <a:lnTo>
                  <a:pt x="1593441" y="4014614"/>
                </a:lnTo>
                <a:lnTo>
                  <a:pt x="1595177" y="4014874"/>
                </a:lnTo>
                <a:lnTo>
                  <a:pt x="1596912" y="4015136"/>
                </a:lnTo>
                <a:lnTo>
                  <a:pt x="1598648" y="4015401"/>
                </a:lnTo>
                <a:lnTo>
                  <a:pt x="1600384" y="4015668"/>
                </a:lnTo>
                <a:lnTo>
                  <a:pt x="1602119" y="4015939"/>
                </a:lnTo>
                <a:lnTo>
                  <a:pt x="1603855" y="4016212"/>
                </a:lnTo>
                <a:lnTo>
                  <a:pt x="1605590" y="4016487"/>
                </a:lnTo>
                <a:lnTo>
                  <a:pt x="1607325" y="4016766"/>
                </a:lnTo>
                <a:lnTo>
                  <a:pt x="1609061" y="4017047"/>
                </a:lnTo>
                <a:lnTo>
                  <a:pt x="1610796" y="4017331"/>
                </a:lnTo>
                <a:lnTo>
                  <a:pt x="1612532" y="4017618"/>
                </a:lnTo>
                <a:lnTo>
                  <a:pt x="1614267" y="4017907"/>
                </a:lnTo>
                <a:lnTo>
                  <a:pt x="1616002" y="4018200"/>
                </a:lnTo>
                <a:lnTo>
                  <a:pt x="1617737" y="4018495"/>
                </a:lnTo>
                <a:lnTo>
                  <a:pt x="1619472" y="4018792"/>
                </a:lnTo>
                <a:lnTo>
                  <a:pt x="1621208" y="4019093"/>
                </a:lnTo>
                <a:lnTo>
                  <a:pt x="1622943" y="4019396"/>
                </a:lnTo>
                <a:lnTo>
                  <a:pt x="1625402" y="4005383"/>
                </a:lnTo>
                <a:lnTo>
                  <a:pt x="1623645" y="4005076"/>
                </a:lnTo>
                <a:lnTo>
                  <a:pt x="1621887" y="4004772"/>
                </a:lnTo>
                <a:lnTo>
                  <a:pt x="1620130" y="4004470"/>
                </a:lnTo>
                <a:lnTo>
                  <a:pt x="1618373" y="4004171"/>
                </a:lnTo>
                <a:lnTo>
                  <a:pt x="1616615" y="4003875"/>
                </a:lnTo>
                <a:lnTo>
                  <a:pt x="1614858" y="4003582"/>
                </a:lnTo>
                <a:close/>
                <a:moveTo>
                  <a:pt x="1188509" y="4014370"/>
                </a:moveTo>
                <a:lnTo>
                  <a:pt x="1186753" y="4014752"/>
                </a:lnTo>
                <a:lnTo>
                  <a:pt x="1184996" y="4015137"/>
                </a:lnTo>
                <a:lnTo>
                  <a:pt x="1183239" y="4015524"/>
                </a:lnTo>
                <a:lnTo>
                  <a:pt x="1181482" y="4015914"/>
                </a:lnTo>
                <a:lnTo>
                  <a:pt x="1179726" y="4016307"/>
                </a:lnTo>
                <a:lnTo>
                  <a:pt x="1177969" y="4016703"/>
                </a:lnTo>
                <a:lnTo>
                  <a:pt x="1176212" y="4017102"/>
                </a:lnTo>
                <a:lnTo>
                  <a:pt x="1174456" y="4017503"/>
                </a:lnTo>
                <a:lnTo>
                  <a:pt x="1172699" y="4017907"/>
                </a:lnTo>
                <a:lnTo>
                  <a:pt x="1170942" y="4018314"/>
                </a:lnTo>
                <a:lnTo>
                  <a:pt x="1169186" y="4018724"/>
                </a:lnTo>
                <a:lnTo>
                  <a:pt x="1167429" y="4019136"/>
                </a:lnTo>
                <a:lnTo>
                  <a:pt x="1165672" y="4019552"/>
                </a:lnTo>
                <a:lnTo>
                  <a:pt x="1163915" y="4019969"/>
                </a:lnTo>
                <a:lnTo>
                  <a:pt x="1162159" y="4020390"/>
                </a:lnTo>
                <a:lnTo>
                  <a:pt x="1160402" y="4020814"/>
                </a:lnTo>
                <a:lnTo>
                  <a:pt x="1158645" y="4021240"/>
                </a:lnTo>
                <a:lnTo>
                  <a:pt x="1156889" y="4021669"/>
                </a:lnTo>
                <a:lnTo>
                  <a:pt x="1160274" y="4035488"/>
                </a:lnTo>
                <a:lnTo>
                  <a:pt x="1162010" y="4035064"/>
                </a:lnTo>
                <a:lnTo>
                  <a:pt x="1163746" y="4034642"/>
                </a:lnTo>
                <a:lnTo>
                  <a:pt x="1165482" y="4034224"/>
                </a:lnTo>
                <a:lnTo>
                  <a:pt x="1167218" y="4033808"/>
                </a:lnTo>
                <a:lnTo>
                  <a:pt x="1168954" y="4033395"/>
                </a:lnTo>
                <a:lnTo>
                  <a:pt x="1170690" y="4032985"/>
                </a:lnTo>
                <a:lnTo>
                  <a:pt x="1172426" y="4032577"/>
                </a:lnTo>
                <a:lnTo>
                  <a:pt x="1174162" y="4032172"/>
                </a:lnTo>
                <a:lnTo>
                  <a:pt x="1175897" y="4031770"/>
                </a:lnTo>
                <a:lnTo>
                  <a:pt x="1177633" y="4031371"/>
                </a:lnTo>
                <a:lnTo>
                  <a:pt x="1179369" y="4030974"/>
                </a:lnTo>
                <a:lnTo>
                  <a:pt x="1181105" y="4030581"/>
                </a:lnTo>
                <a:lnTo>
                  <a:pt x="1182841" y="4030189"/>
                </a:lnTo>
                <a:lnTo>
                  <a:pt x="1184577" y="4029801"/>
                </a:lnTo>
                <a:lnTo>
                  <a:pt x="1186313" y="4029415"/>
                </a:lnTo>
                <a:lnTo>
                  <a:pt x="1188049" y="4029033"/>
                </a:lnTo>
                <a:lnTo>
                  <a:pt x="1189785" y="4028652"/>
                </a:lnTo>
                <a:lnTo>
                  <a:pt x="1191521" y="4028275"/>
                </a:lnTo>
                <a:lnTo>
                  <a:pt x="1193257" y="4027900"/>
                </a:lnTo>
                <a:lnTo>
                  <a:pt x="1194993" y="4027528"/>
                </a:lnTo>
                <a:lnTo>
                  <a:pt x="1196728" y="4027159"/>
                </a:lnTo>
                <a:lnTo>
                  <a:pt x="1198464" y="4026793"/>
                </a:lnTo>
                <a:lnTo>
                  <a:pt x="1200200" y="4026429"/>
                </a:lnTo>
                <a:lnTo>
                  <a:pt x="1201936" y="4026068"/>
                </a:lnTo>
                <a:lnTo>
                  <a:pt x="1199050" y="4012136"/>
                </a:lnTo>
                <a:lnTo>
                  <a:pt x="1197293" y="4012502"/>
                </a:lnTo>
                <a:lnTo>
                  <a:pt x="1195536" y="4012870"/>
                </a:lnTo>
                <a:lnTo>
                  <a:pt x="1193779" y="4013241"/>
                </a:lnTo>
                <a:lnTo>
                  <a:pt x="1192023" y="4013614"/>
                </a:lnTo>
                <a:lnTo>
                  <a:pt x="1190266" y="4013991"/>
                </a:lnTo>
                <a:lnTo>
                  <a:pt x="1188509" y="4014370"/>
                </a:lnTo>
                <a:close/>
                <a:moveTo>
                  <a:pt x="1699188" y="4020775"/>
                </a:moveTo>
                <a:lnTo>
                  <a:pt x="1697431" y="4020352"/>
                </a:lnTo>
                <a:lnTo>
                  <a:pt x="1695674" y="4019931"/>
                </a:lnTo>
                <a:lnTo>
                  <a:pt x="1693917" y="4019514"/>
                </a:lnTo>
                <a:lnTo>
                  <a:pt x="1692161" y="4019099"/>
                </a:lnTo>
                <a:lnTo>
                  <a:pt x="1690404" y="4018687"/>
                </a:lnTo>
                <a:lnTo>
                  <a:pt x="1688647" y="4018277"/>
                </a:lnTo>
                <a:lnTo>
                  <a:pt x="1686891" y="4017871"/>
                </a:lnTo>
                <a:lnTo>
                  <a:pt x="1685134" y="4017467"/>
                </a:lnTo>
                <a:lnTo>
                  <a:pt x="1683377" y="4017066"/>
                </a:lnTo>
                <a:lnTo>
                  <a:pt x="1681620" y="4016667"/>
                </a:lnTo>
                <a:lnTo>
                  <a:pt x="1679864" y="4016272"/>
                </a:lnTo>
                <a:lnTo>
                  <a:pt x="1678107" y="4015879"/>
                </a:lnTo>
                <a:lnTo>
                  <a:pt x="1676351" y="4015489"/>
                </a:lnTo>
                <a:lnTo>
                  <a:pt x="1674594" y="4015102"/>
                </a:lnTo>
                <a:lnTo>
                  <a:pt x="1672837" y="4014718"/>
                </a:lnTo>
                <a:lnTo>
                  <a:pt x="1671081" y="4014336"/>
                </a:lnTo>
                <a:lnTo>
                  <a:pt x="1669324" y="4013957"/>
                </a:lnTo>
                <a:lnTo>
                  <a:pt x="1667568" y="4013581"/>
                </a:lnTo>
                <a:lnTo>
                  <a:pt x="1664599" y="4027495"/>
                </a:lnTo>
                <a:lnTo>
                  <a:pt x="1666335" y="4027867"/>
                </a:lnTo>
                <a:lnTo>
                  <a:pt x="1668071" y="4028241"/>
                </a:lnTo>
                <a:lnTo>
                  <a:pt x="1669807" y="4028619"/>
                </a:lnTo>
                <a:lnTo>
                  <a:pt x="1671543" y="4028999"/>
                </a:lnTo>
                <a:lnTo>
                  <a:pt x="1673279" y="4029381"/>
                </a:lnTo>
                <a:lnTo>
                  <a:pt x="1675015" y="4029767"/>
                </a:lnTo>
                <a:lnTo>
                  <a:pt x="1676752" y="4030155"/>
                </a:lnTo>
                <a:lnTo>
                  <a:pt x="1678488" y="4030546"/>
                </a:lnTo>
                <a:lnTo>
                  <a:pt x="1680224" y="4030939"/>
                </a:lnTo>
                <a:lnTo>
                  <a:pt x="1681960" y="4031336"/>
                </a:lnTo>
                <a:lnTo>
                  <a:pt x="1683696" y="4031735"/>
                </a:lnTo>
                <a:lnTo>
                  <a:pt x="1685432" y="4032137"/>
                </a:lnTo>
                <a:lnTo>
                  <a:pt x="1687168" y="4032541"/>
                </a:lnTo>
                <a:lnTo>
                  <a:pt x="1688904" y="4032948"/>
                </a:lnTo>
                <a:lnTo>
                  <a:pt x="1690640" y="4033358"/>
                </a:lnTo>
                <a:lnTo>
                  <a:pt x="1692376" y="4033771"/>
                </a:lnTo>
                <a:lnTo>
                  <a:pt x="1694111" y="4034187"/>
                </a:lnTo>
                <a:lnTo>
                  <a:pt x="1695847" y="4034605"/>
                </a:lnTo>
                <a:lnTo>
                  <a:pt x="1697583" y="4035026"/>
                </a:lnTo>
                <a:lnTo>
                  <a:pt x="1699319" y="4035449"/>
                </a:lnTo>
                <a:lnTo>
                  <a:pt x="1701055" y="4035876"/>
                </a:lnTo>
                <a:lnTo>
                  <a:pt x="1702791" y="4036305"/>
                </a:lnTo>
                <a:lnTo>
                  <a:pt x="1704527" y="4036737"/>
                </a:lnTo>
                <a:lnTo>
                  <a:pt x="1706262" y="4037172"/>
                </a:lnTo>
                <a:lnTo>
                  <a:pt x="1709728" y="4023373"/>
                </a:lnTo>
                <a:lnTo>
                  <a:pt x="1707972" y="4022933"/>
                </a:lnTo>
                <a:lnTo>
                  <a:pt x="1706215" y="4022496"/>
                </a:lnTo>
                <a:lnTo>
                  <a:pt x="1704458" y="4022062"/>
                </a:lnTo>
                <a:lnTo>
                  <a:pt x="1702701" y="4021630"/>
                </a:lnTo>
                <a:lnTo>
                  <a:pt x="1700944" y="4021201"/>
                </a:lnTo>
                <a:lnTo>
                  <a:pt x="1699188" y="4020775"/>
                </a:lnTo>
                <a:close/>
                <a:moveTo>
                  <a:pt x="1104651" y="4034345"/>
                </a:moveTo>
                <a:lnTo>
                  <a:pt x="1102915" y="4034729"/>
                </a:lnTo>
                <a:lnTo>
                  <a:pt x="1101180" y="4035110"/>
                </a:lnTo>
                <a:lnTo>
                  <a:pt x="1099444" y="4035489"/>
                </a:lnTo>
                <a:lnTo>
                  <a:pt x="1097708" y="4035865"/>
                </a:lnTo>
                <a:lnTo>
                  <a:pt x="1095972" y="4036238"/>
                </a:lnTo>
                <a:lnTo>
                  <a:pt x="1094237" y="4036608"/>
                </a:lnTo>
                <a:lnTo>
                  <a:pt x="1092501" y="4036976"/>
                </a:lnTo>
                <a:lnTo>
                  <a:pt x="1090765" y="4037341"/>
                </a:lnTo>
                <a:lnTo>
                  <a:pt x="1089030" y="4037703"/>
                </a:lnTo>
                <a:lnTo>
                  <a:pt x="1087294" y="4038063"/>
                </a:lnTo>
                <a:lnTo>
                  <a:pt x="1085559" y="4038419"/>
                </a:lnTo>
                <a:lnTo>
                  <a:pt x="1083823" y="4038773"/>
                </a:lnTo>
                <a:lnTo>
                  <a:pt x="1082088" y="4039124"/>
                </a:lnTo>
                <a:lnTo>
                  <a:pt x="1080353" y="4039473"/>
                </a:lnTo>
                <a:lnTo>
                  <a:pt x="1078617" y="4039818"/>
                </a:lnTo>
                <a:lnTo>
                  <a:pt x="1076882" y="4040161"/>
                </a:lnTo>
                <a:lnTo>
                  <a:pt x="1075147" y="4040501"/>
                </a:lnTo>
                <a:lnTo>
                  <a:pt x="1073412" y="4040839"/>
                </a:lnTo>
                <a:lnTo>
                  <a:pt x="1076117" y="4054807"/>
                </a:lnTo>
                <a:lnTo>
                  <a:pt x="1077874" y="4054465"/>
                </a:lnTo>
                <a:lnTo>
                  <a:pt x="1079631" y="4054121"/>
                </a:lnTo>
                <a:lnTo>
                  <a:pt x="1081388" y="4053773"/>
                </a:lnTo>
                <a:lnTo>
                  <a:pt x="1083145" y="4053423"/>
                </a:lnTo>
                <a:lnTo>
                  <a:pt x="1084902" y="4053071"/>
                </a:lnTo>
                <a:lnTo>
                  <a:pt x="1086659" y="4052715"/>
                </a:lnTo>
                <a:lnTo>
                  <a:pt x="1088416" y="4052357"/>
                </a:lnTo>
                <a:lnTo>
                  <a:pt x="1090173" y="4051996"/>
                </a:lnTo>
                <a:lnTo>
                  <a:pt x="1091930" y="4051632"/>
                </a:lnTo>
                <a:lnTo>
                  <a:pt x="1093686" y="4051266"/>
                </a:lnTo>
                <a:lnTo>
                  <a:pt x="1095443" y="4050896"/>
                </a:lnTo>
                <a:lnTo>
                  <a:pt x="1097200" y="4050524"/>
                </a:lnTo>
                <a:lnTo>
                  <a:pt x="1098957" y="4050149"/>
                </a:lnTo>
                <a:lnTo>
                  <a:pt x="1100713" y="4049772"/>
                </a:lnTo>
                <a:lnTo>
                  <a:pt x="1102470" y="4049391"/>
                </a:lnTo>
                <a:lnTo>
                  <a:pt x="1104226" y="4049008"/>
                </a:lnTo>
                <a:lnTo>
                  <a:pt x="1105983" y="4048622"/>
                </a:lnTo>
                <a:lnTo>
                  <a:pt x="1107739" y="4048233"/>
                </a:lnTo>
                <a:lnTo>
                  <a:pt x="1109496" y="4047842"/>
                </a:lnTo>
                <a:lnTo>
                  <a:pt x="1111252" y="4047448"/>
                </a:lnTo>
                <a:lnTo>
                  <a:pt x="1113008" y="4047051"/>
                </a:lnTo>
                <a:lnTo>
                  <a:pt x="1114764" y="4046651"/>
                </a:lnTo>
                <a:lnTo>
                  <a:pt x="1116521" y="4046248"/>
                </a:lnTo>
                <a:lnTo>
                  <a:pt x="1118277" y="4045843"/>
                </a:lnTo>
                <a:lnTo>
                  <a:pt x="1115067" y="4031982"/>
                </a:lnTo>
                <a:lnTo>
                  <a:pt x="1113331" y="4032383"/>
                </a:lnTo>
                <a:lnTo>
                  <a:pt x="1111595" y="4032781"/>
                </a:lnTo>
                <a:lnTo>
                  <a:pt x="1109859" y="4033176"/>
                </a:lnTo>
                <a:lnTo>
                  <a:pt x="1108123" y="4033568"/>
                </a:lnTo>
                <a:lnTo>
                  <a:pt x="1106387" y="4033958"/>
                </a:lnTo>
                <a:lnTo>
                  <a:pt x="1104651" y="4034345"/>
                </a:lnTo>
                <a:close/>
                <a:moveTo>
                  <a:pt x="1019557" y="4049947"/>
                </a:moveTo>
                <a:lnTo>
                  <a:pt x="1017813" y="4050198"/>
                </a:lnTo>
                <a:lnTo>
                  <a:pt x="1016070" y="4050446"/>
                </a:lnTo>
                <a:lnTo>
                  <a:pt x="1014327" y="4050691"/>
                </a:lnTo>
                <a:lnTo>
                  <a:pt x="1012583" y="4050934"/>
                </a:lnTo>
                <a:lnTo>
                  <a:pt x="1010840" y="4051173"/>
                </a:lnTo>
                <a:lnTo>
                  <a:pt x="1009096" y="4051410"/>
                </a:lnTo>
                <a:lnTo>
                  <a:pt x="1007353" y="4051644"/>
                </a:lnTo>
                <a:lnTo>
                  <a:pt x="1005609" y="4051876"/>
                </a:lnTo>
                <a:lnTo>
                  <a:pt x="1003866" y="4052104"/>
                </a:lnTo>
                <a:lnTo>
                  <a:pt x="1002122" y="4052330"/>
                </a:lnTo>
                <a:lnTo>
                  <a:pt x="1000379" y="4052553"/>
                </a:lnTo>
                <a:lnTo>
                  <a:pt x="998635" y="4052773"/>
                </a:lnTo>
                <a:lnTo>
                  <a:pt x="996892" y="4052991"/>
                </a:lnTo>
                <a:lnTo>
                  <a:pt x="995148" y="4053206"/>
                </a:lnTo>
                <a:lnTo>
                  <a:pt x="993405" y="4053418"/>
                </a:lnTo>
                <a:lnTo>
                  <a:pt x="991661" y="4053627"/>
                </a:lnTo>
                <a:lnTo>
                  <a:pt x="989918" y="4053833"/>
                </a:lnTo>
                <a:lnTo>
                  <a:pt x="991580" y="4067963"/>
                </a:lnTo>
                <a:lnTo>
                  <a:pt x="993345" y="4067754"/>
                </a:lnTo>
                <a:lnTo>
                  <a:pt x="995111" y="4067542"/>
                </a:lnTo>
                <a:lnTo>
                  <a:pt x="996876" y="4067328"/>
                </a:lnTo>
                <a:lnTo>
                  <a:pt x="998642" y="4067110"/>
                </a:lnTo>
                <a:lnTo>
                  <a:pt x="1000407" y="4066890"/>
                </a:lnTo>
                <a:lnTo>
                  <a:pt x="1002172" y="4066667"/>
                </a:lnTo>
                <a:lnTo>
                  <a:pt x="1003938" y="4066441"/>
                </a:lnTo>
                <a:lnTo>
                  <a:pt x="1005703" y="4066212"/>
                </a:lnTo>
                <a:lnTo>
                  <a:pt x="1007468" y="4065981"/>
                </a:lnTo>
                <a:lnTo>
                  <a:pt x="1009234" y="4065747"/>
                </a:lnTo>
                <a:lnTo>
                  <a:pt x="1010999" y="4065510"/>
                </a:lnTo>
                <a:lnTo>
                  <a:pt x="1012765" y="4065270"/>
                </a:lnTo>
                <a:lnTo>
                  <a:pt x="1014530" y="4065027"/>
                </a:lnTo>
                <a:lnTo>
                  <a:pt x="1016295" y="4064782"/>
                </a:lnTo>
                <a:lnTo>
                  <a:pt x="1018061" y="4064533"/>
                </a:lnTo>
                <a:lnTo>
                  <a:pt x="1019826" y="4064282"/>
                </a:lnTo>
                <a:lnTo>
                  <a:pt x="1021592" y="4064028"/>
                </a:lnTo>
                <a:lnTo>
                  <a:pt x="1023357" y="4063772"/>
                </a:lnTo>
                <a:lnTo>
                  <a:pt x="1025123" y="4063512"/>
                </a:lnTo>
                <a:lnTo>
                  <a:pt x="1026888" y="4063250"/>
                </a:lnTo>
                <a:lnTo>
                  <a:pt x="1028653" y="4062985"/>
                </a:lnTo>
                <a:lnTo>
                  <a:pt x="1030419" y="4062717"/>
                </a:lnTo>
                <a:lnTo>
                  <a:pt x="1032184" y="4062446"/>
                </a:lnTo>
                <a:lnTo>
                  <a:pt x="1033950" y="4062173"/>
                </a:lnTo>
                <a:lnTo>
                  <a:pt x="1031761" y="4048114"/>
                </a:lnTo>
                <a:lnTo>
                  <a:pt x="1030017" y="4048384"/>
                </a:lnTo>
                <a:lnTo>
                  <a:pt x="1028274" y="4048652"/>
                </a:lnTo>
                <a:lnTo>
                  <a:pt x="1026530" y="4048916"/>
                </a:lnTo>
                <a:lnTo>
                  <a:pt x="1024787" y="4049178"/>
                </a:lnTo>
                <a:lnTo>
                  <a:pt x="1023044" y="4049437"/>
                </a:lnTo>
                <a:lnTo>
                  <a:pt x="1021300" y="4049694"/>
                </a:lnTo>
                <a:lnTo>
                  <a:pt x="1019557" y="4049947"/>
                </a:lnTo>
                <a:close/>
                <a:moveTo>
                  <a:pt x="935251" y="4058902"/>
                </a:moveTo>
                <a:lnTo>
                  <a:pt x="933488" y="4059021"/>
                </a:lnTo>
                <a:lnTo>
                  <a:pt x="931725" y="4059136"/>
                </a:lnTo>
                <a:lnTo>
                  <a:pt x="929961" y="4059249"/>
                </a:lnTo>
                <a:lnTo>
                  <a:pt x="928198" y="4059358"/>
                </a:lnTo>
                <a:lnTo>
                  <a:pt x="926435" y="4059465"/>
                </a:lnTo>
                <a:lnTo>
                  <a:pt x="924671" y="4059569"/>
                </a:lnTo>
                <a:lnTo>
                  <a:pt x="922908" y="4059670"/>
                </a:lnTo>
                <a:lnTo>
                  <a:pt x="921144" y="4059769"/>
                </a:lnTo>
                <a:lnTo>
                  <a:pt x="919381" y="4059864"/>
                </a:lnTo>
                <a:lnTo>
                  <a:pt x="917617" y="4059957"/>
                </a:lnTo>
                <a:lnTo>
                  <a:pt x="915854" y="4060047"/>
                </a:lnTo>
                <a:lnTo>
                  <a:pt x="914090" y="4060134"/>
                </a:lnTo>
                <a:lnTo>
                  <a:pt x="912327" y="4060218"/>
                </a:lnTo>
                <a:lnTo>
                  <a:pt x="910563" y="4060299"/>
                </a:lnTo>
                <a:lnTo>
                  <a:pt x="908799" y="4060378"/>
                </a:lnTo>
                <a:lnTo>
                  <a:pt x="907036" y="4060454"/>
                </a:lnTo>
                <a:lnTo>
                  <a:pt x="905272" y="4060526"/>
                </a:lnTo>
                <a:lnTo>
                  <a:pt x="905847" y="4074743"/>
                </a:lnTo>
                <a:lnTo>
                  <a:pt x="907633" y="4074669"/>
                </a:lnTo>
                <a:lnTo>
                  <a:pt x="909419" y="4074592"/>
                </a:lnTo>
                <a:lnTo>
                  <a:pt x="911205" y="4074513"/>
                </a:lnTo>
                <a:lnTo>
                  <a:pt x="912991" y="4074430"/>
                </a:lnTo>
                <a:lnTo>
                  <a:pt x="914777" y="4074345"/>
                </a:lnTo>
                <a:lnTo>
                  <a:pt x="916563" y="4074257"/>
                </a:lnTo>
                <a:lnTo>
                  <a:pt x="918349" y="4074166"/>
                </a:lnTo>
                <a:lnTo>
                  <a:pt x="920135" y="4074072"/>
                </a:lnTo>
                <a:lnTo>
                  <a:pt x="921921" y="4073975"/>
                </a:lnTo>
                <a:lnTo>
                  <a:pt x="923707" y="4073876"/>
                </a:lnTo>
                <a:lnTo>
                  <a:pt x="925493" y="4073773"/>
                </a:lnTo>
                <a:lnTo>
                  <a:pt x="927279" y="4073668"/>
                </a:lnTo>
                <a:lnTo>
                  <a:pt x="929065" y="4073559"/>
                </a:lnTo>
                <a:lnTo>
                  <a:pt x="930851" y="4073448"/>
                </a:lnTo>
                <a:lnTo>
                  <a:pt x="932638" y="4073334"/>
                </a:lnTo>
                <a:lnTo>
                  <a:pt x="934424" y="4073217"/>
                </a:lnTo>
                <a:lnTo>
                  <a:pt x="936210" y="4073098"/>
                </a:lnTo>
                <a:lnTo>
                  <a:pt x="937997" y="4072975"/>
                </a:lnTo>
                <a:lnTo>
                  <a:pt x="939783" y="4072850"/>
                </a:lnTo>
                <a:lnTo>
                  <a:pt x="941569" y="4072721"/>
                </a:lnTo>
                <a:lnTo>
                  <a:pt x="943356" y="4072590"/>
                </a:lnTo>
                <a:lnTo>
                  <a:pt x="945142" y="4072456"/>
                </a:lnTo>
                <a:lnTo>
                  <a:pt x="946929" y="4072319"/>
                </a:lnTo>
                <a:lnTo>
                  <a:pt x="948715" y="4072179"/>
                </a:lnTo>
                <a:lnTo>
                  <a:pt x="947593" y="4057996"/>
                </a:lnTo>
                <a:lnTo>
                  <a:pt x="945830" y="4058134"/>
                </a:lnTo>
                <a:lnTo>
                  <a:pt x="944067" y="4058269"/>
                </a:lnTo>
                <a:lnTo>
                  <a:pt x="942304" y="4058401"/>
                </a:lnTo>
                <a:lnTo>
                  <a:pt x="940541" y="4058531"/>
                </a:lnTo>
                <a:lnTo>
                  <a:pt x="938778" y="4058658"/>
                </a:lnTo>
                <a:lnTo>
                  <a:pt x="937014" y="4058781"/>
                </a:lnTo>
                <a:lnTo>
                  <a:pt x="935251" y="4058902"/>
                </a:lnTo>
                <a:close/>
                <a:moveTo>
                  <a:pt x="1721540" y="154319"/>
                </a:moveTo>
                <a:lnTo>
                  <a:pt x="1721540" y="111637"/>
                </a:lnTo>
                <a:lnTo>
                  <a:pt x="1707312" y="111637"/>
                </a:lnTo>
                <a:lnTo>
                  <a:pt x="1707312" y="154319"/>
                </a:lnTo>
                <a:lnTo>
                  <a:pt x="1721540" y="154319"/>
                </a:lnTo>
                <a:close/>
                <a:moveTo>
                  <a:pt x="1721540" y="239685"/>
                </a:moveTo>
                <a:lnTo>
                  <a:pt x="1721540" y="197002"/>
                </a:lnTo>
                <a:lnTo>
                  <a:pt x="1707312" y="197002"/>
                </a:lnTo>
                <a:lnTo>
                  <a:pt x="1707312" y="239685"/>
                </a:lnTo>
                <a:lnTo>
                  <a:pt x="1721540" y="239685"/>
                </a:lnTo>
                <a:close/>
                <a:moveTo>
                  <a:pt x="1721540" y="325051"/>
                </a:moveTo>
                <a:lnTo>
                  <a:pt x="1721540" y="282368"/>
                </a:lnTo>
                <a:lnTo>
                  <a:pt x="1707312" y="282368"/>
                </a:lnTo>
                <a:lnTo>
                  <a:pt x="1707312" y="325051"/>
                </a:lnTo>
                <a:lnTo>
                  <a:pt x="1721540" y="325051"/>
                </a:lnTo>
                <a:close/>
                <a:moveTo>
                  <a:pt x="1721540" y="410416"/>
                </a:moveTo>
                <a:lnTo>
                  <a:pt x="1721540" y="367733"/>
                </a:lnTo>
                <a:lnTo>
                  <a:pt x="1707312" y="367733"/>
                </a:lnTo>
                <a:lnTo>
                  <a:pt x="1707312" y="410416"/>
                </a:lnTo>
                <a:lnTo>
                  <a:pt x="1721540" y="410416"/>
                </a:lnTo>
                <a:close/>
                <a:moveTo>
                  <a:pt x="1721540" y="495782"/>
                </a:moveTo>
                <a:lnTo>
                  <a:pt x="1721540" y="453099"/>
                </a:lnTo>
                <a:lnTo>
                  <a:pt x="1707312" y="453099"/>
                </a:lnTo>
                <a:lnTo>
                  <a:pt x="1707312" y="495782"/>
                </a:lnTo>
                <a:lnTo>
                  <a:pt x="1721540" y="495782"/>
                </a:lnTo>
                <a:close/>
                <a:moveTo>
                  <a:pt x="1721540" y="581147"/>
                </a:moveTo>
                <a:lnTo>
                  <a:pt x="1721540" y="538465"/>
                </a:lnTo>
                <a:lnTo>
                  <a:pt x="1707312" y="538465"/>
                </a:lnTo>
                <a:lnTo>
                  <a:pt x="1707312" y="581147"/>
                </a:lnTo>
                <a:lnTo>
                  <a:pt x="1721540" y="581147"/>
                </a:lnTo>
                <a:close/>
                <a:moveTo>
                  <a:pt x="1721540" y="666513"/>
                </a:moveTo>
                <a:lnTo>
                  <a:pt x="1721540" y="623830"/>
                </a:lnTo>
                <a:lnTo>
                  <a:pt x="1707312" y="623830"/>
                </a:lnTo>
                <a:lnTo>
                  <a:pt x="1707312" y="666513"/>
                </a:lnTo>
                <a:lnTo>
                  <a:pt x="1721540" y="666513"/>
                </a:lnTo>
                <a:close/>
                <a:moveTo>
                  <a:pt x="1721540" y="751879"/>
                </a:moveTo>
                <a:lnTo>
                  <a:pt x="1721540" y="709196"/>
                </a:lnTo>
                <a:lnTo>
                  <a:pt x="1707312" y="709196"/>
                </a:lnTo>
                <a:lnTo>
                  <a:pt x="1707312" y="751879"/>
                </a:lnTo>
                <a:lnTo>
                  <a:pt x="1721540" y="751879"/>
                </a:lnTo>
                <a:close/>
                <a:moveTo>
                  <a:pt x="1721540" y="837244"/>
                </a:moveTo>
                <a:lnTo>
                  <a:pt x="1721540" y="794561"/>
                </a:lnTo>
                <a:lnTo>
                  <a:pt x="1707312" y="794561"/>
                </a:lnTo>
                <a:lnTo>
                  <a:pt x="1707312" y="837244"/>
                </a:lnTo>
                <a:lnTo>
                  <a:pt x="1721540" y="837244"/>
                </a:lnTo>
                <a:close/>
                <a:moveTo>
                  <a:pt x="1721540" y="922610"/>
                </a:moveTo>
                <a:lnTo>
                  <a:pt x="1721540" y="879927"/>
                </a:lnTo>
                <a:lnTo>
                  <a:pt x="1707312" y="879927"/>
                </a:lnTo>
                <a:lnTo>
                  <a:pt x="1707312" y="922610"/>
                </a:lnTo>
                <a:lnTo>
                  <a:pt x="1721540" y="922610"/>
                </a:lnTo>
                <a:close/>
                <a:moveTo>
                  <a:pt x="1721540" y="1007976"/>
                </a:moveTo>
                <a:lnTo>
                  <a:pt x="1721540" y="965293"/>
                </a:lnTo>
                <a:lnTo>
                  <a:pt x="1707312" y="965293"/>
                </a:lnTo>
                <a:lnTo>
                  <a:pt x="1707312" y="1007976"/>
                </a:lnTo>
                <a:lnTo>
                  <a:pt x="1721540" y="1007976"/>
                </a:lnTo>
                <a:close/>
                <a:moveTo>
                  <a:pt x="1721540" y="1093341"/>
                </a:moveTo>
                <a:lnTo>
                  <a:pt x="1721540" y="1050658"/>
                </a:lnTo>
                <a:lnTo>
                  <a:pt x="1707312" y="1050658"/>
                </a:lnTo>
                <a:lnTo>
                  <a:pt x="1707312" y="1093341"/>
                </a:lnTo>
                <a:lnTo>
                  <a:pt x="1721540" y="1093341"/>
                </a:lnTo>
                <a:close/>
                <a:moveTo>
                  <a:pt x="1721540" y="1178707"/>
                </a:moveTo>
                <a:lnTo>
                  <a:pt x="1721540" y="1136024"/>
                </a:lnTo>
                <a:lnTo>
                  <a:pt x="1707312" y="1136024"/>
                </a:lnTo>
                <a:lnTo>
                  <a:pt x="1707312" y="1178707"/>
                </a:lnTo>
                <a:lnTo>
                  <a:pt x="1721540" y="1178707"/>
                </a:lnTo>
                <a:close/>
                <a:moveTo>
                  <a:pt x="1721540" y="2117729"/>
                </a:moveTo>
                <a:lnTo>
                  <a:pt x="1721540" y="2075046"/>
                </a:lnTo>
                <a:lnTo>
                  <a:pt x="1707312" y="2075046"/>
                </a:lnTo>
                <a:lnTo>
                  <a:pt x="1707312" y="2117729"/>
                </a:lnTo>
                <a:lnTo>
                  <a:pt x="1721540" y="2117729"/>
                </a:lnTo>
                <a:close/>
                <a:moveTo>
                  <a:pt x="1721540" y="2288460"/>
                </a:moveTo>
                <a:lnTo>
                  <a:pt x="1721540" y="2245777"/>
                </a:lnTo>
                <a:lnTo>
                  <a:pt x="1707312" y="2245777"/>
                </a:lnTo>
                <a:lnTo>
                  <a:pt x="1707312" y="2288460"/>
                </a:lnTo>
                <a:lnTo>
                  <a:pt x="1721540" y="2288460"/>
                </a:lnTo>
                <a:close/>
                <a:moveTo>
                  <a:pt x="1721540" y="2331143"/>
                </a:moveTo>
                <a:lnTo>
                  <a:pt x="1707312" y="2331143"/>
                </a:lnTo>
                <a:lnTo>
                  <a:pt x="1707312" y="2373825"/>
                </a:lnTo>
                <a:lnTo>
                  <a:pt x="1721540" y="2373825"/>
                </a:lnTo>
                <a:lnTo>
                  <a:pt x="1721540" y="2331143"/>
                </a:lnTo>
                <a:close/>
                <a:moveTo>
                  <a:pt x="1721540" y="2416508"/>
                </a:moveTo>
                <a:lnTo>
                  <a:pt x="1707312" y="2416508"/>
                </a:lnTo>
                <a:lnTo>
                  <a:pt x="1707312" y="2459191"/>
                </a:lnTo>
                <a:lnTo>
                  <a:pt x="1721540" y="2459191"/>
                </a:lnTo>
                <a:lnTo>
                  <a:pt x="1721540" y="2416508"/>
                </a:lnTo>
                <a:close/>
                <a:moveTo>
                  <a:pt x="1721540" y="2544557"/>
                </a:moveTo>
                <a:lnTo>
                  <a:pt x="1721540" y="2501874"/>
                </a:lnTo>
                <a:lnTo>
                  <a:pt x="1707312" y="2501874"/>
                </a:lnTo>
                <a:lnTo>
                  <a:pt x="1707312" y="2544557"/>
                </a:lnTo>
                <a:lnTo>
                  <a:pt x="1721540" y="2544557"/>
                </a:lnTo>
                <a:close/>
                <a:moveTo>
                  <a:pt x="1721540" y="2629922"/>
                </a:moveTo>
                <a:lnTo>
                  <a:pt x="1721540" y="2587240"/>
                </a:lnTo>
                <a:lnTo>
                  <a:pt x="1707312" y="2587240"/>
                </a:lnTo>
                <a:lnTo>
                  <a:pt x="1707312" y="2629922"/>
                </a:lnTo>
                <a:lnTo>
                  <a:pt x="1721540" y="2629922"/>
                </a:lnTo>
                <a:close/>
                <a:moveTo>
                  <a:pt x="1721540" y="2715288"/>
                </a:moveTo>
                <a:lnTo>
                  <a:pt x="1721540" y="2672605"/>
                </a:lnTo>
                <a:lnTo>
                  <a:pt x="1707312" y="2672605"/>
                </a:lnTo>
                <a:lnTo>
                  <a:pt x="1707312" y="2715288"/>
                </a:lnTo>
                <a:lnTo>
                  <a:pt x="1721540" y="2715288"/>
                </a:lnTo>
                <a:close/>
                <a:moveTo>
                  <a:pt x="1721540" y="2800654"/>
                </a:moveTo>
                <a:lnTo>
                  <a:pt x="1721540" y="2757971"/>
                </a:lnTo>
                <a:lnTo>
                  <a:pt x="1707312" y="2757971"/>
                </a:lnTo>
                <a:lnTo>
                  <a:pt x="1707312" y="2800654"/>
                </a:lnTo>
                <a:lnTo>
                  <a:pt x="1721540" y="2800654"/>
                </a:lnTo>
                <a:close/>
                <a:moveTo>
                  <a:pt x="1721540" y="2971385"/>
                </a:moveTo>
                <a:lnTo>
                  <a:pt x="1721540" y="2928702"/>
                </a:lnTo>
                <a:lnTo>
                  <a:pt x="1707312" y="2928702"/>
                </a:lnTo>
                <a:lnTo>
                  <a:pt x="1707312" y="2971385"/>
                </a:lnTo>
                <a:lnTo>
                  <a:pt x="1721540" y="2971385"/>
                </a:lnTo>
                <a:close/>
                <a:moveTo>
                  <a:pt x="1721540" y="3056750"/>
                </a:moveTo>
                <a:lnTo>
                  <a:pt x="1721540" y="3014068"/>
                </a:lnTo>
                <a:lnTo>
                  <a:pt x="1707312" y="3014068"/>
                </a:lnTo>
                <a:lnTo>
                  <a:pt x="1707312" y="3056750"/>
                </a:lnTo>
                <a:lnTo>
                  <a:pt x="1721540" y="3056750"/>
                </a:lnTo>
                <a:close/>
                <a:moveTo>
                  <a:pt x="1721540" y="3142116"/>
                </a:moveTo>
                <a:lnTo>
                  <a:pt x="1721540" y="3099433"/>
                </a:lnTo>
                <a:lnTo>
                  <a:pt x="1707312" y="3099433"/>
                </a:lnTo>
                <a:lnTo>
                  <a:pt x="1707312" y="3142116"/>
                </a:lnTo>
                <a:lnTo>
                  <a:pt x="1721540" y="3142116"/>
                </a:lnTo>
                <a:close/>
                <a:moveTo>
                  <a:pt x="1721540" y="3227482"/>
                </a:moveTo>
                <a:lnTo>
                  <a:pt x="1721540" y="3184799"/>
                </a:lnTo>
                <a:lnTo>
                  <a:pt x="1707312" y="3184799"/>
                </a:lnTo>
                <a:lnTo>
                  <a:pt x="1707312" y="3227482"/>
                </a:lnTo>
                <a:lnTo>
                  <a:pt x="1721540" y="3227482"/>
                </a:lnTo>
                <a:close/>
                <a:moveTo>
                  <a:pt x="1721540" y="3312847"/>
                </a:moveTo>
                <a:lnTo>
                  <a:pt x="1721540" y="3270165"/>
                </a:lnTo>
                <a:lnTo>
                  <a:pt x="1707312" y="3270165"/>
                </a:lnTo>
                <a:lnTo>
                  <a:pt x="1707312" y="3312847"/>
                </a:lnTo>
                <a:lnTo>
                  <a:pt x="1721540" y="3312847"/>
                </a:lnTo>
                <a:close/>
                <a:moveTo>
                  <a:pt x="1721540" y="3398213"/>
                </a:moveTo>
                <a:lnTo>
                  <a:pt x="1721540" y="3355530"/>
                </a:lnTo>
                <a:lnTo>
                  <a:pt x="1707312" y="3355530"/>
                </a:lnTo>
                <a:lnTo>
                  <a:pt x="1707312" y="3398213"/>
                </a:lnTo>
                <a:lnTo>
                  <a:pt x="1721540" y="3398213"/>
                </a:lnTo>
                <a:close/>
                <a:moveTo>
                  <a:pt x="1721540" y="3483579"/>
                </a:moveTo>
                <a:lnTo>
                  <a:pt x="1721540" y="3440896"/>
                </a:lnTo>
                <a:lnTo>
                  <a:pt x="1707312" y="3440896"/>
                </a:lnTo>
                <a:lnTo>
                  <a:pt x="1707312" y="3483579"/>
                </a:lnTo>
                <a:lnTo>
                  <a:pt x="1721540" y="3483579"/>
                </a:lnTo>
                <a:close/>
                <a:moveTo>
                  <a:pt x="1721540" y="3568944"/>
                </a:moveTo>
                <a:lnTo>
                  <a:pt x="1721540" y="3526261"/>
                </a:lnTo>
                <a:lnTo>
                  <a:pt x="1707312" y="3526261"/>
                </a:lnTo>
                <a:lnTo>
                  <a:pt x="1707312" y="3568944"/>
                </a:lnTo>
                <a:lnTo>
                  <a:pt x="1721540" y="3568944"/>
                </a:lnTo>
                <a:close/>
                <a:moveTo>
                  <a:pt x="1721540" y="3654310"/>
                </a:moveTo>
                <a:lnTo>
                  <a:pt x="1721540" y="3611627"/>
                </a:lnTo>
                <a:lnTo>
                  <a:pt x="1707312" y="3611627"/>
                </a:lnTo>
                <a:lnTo>
                  <a:pt x="1707312" y="3654310"/>
                </a:lnTo>
                <a:lnTo>
                  <a:pt x="1721540" y="3654310"/>
                </a:lnTo>
                <a:close/>
                <a:moveTo>
                  <a:pt x="1721540" y="3739675"/>
                </a:moveTo>
                <a:lnTo>
                  <a:pt x="1721540" y="3696993"/>
                </a:lnTo>
                <a:lnTo>
                  <a:pt x="1707312" y="3696993"/>
                </a:lnTo>
                <a:lnTo>
                  <a:pt x="1707312" y="3739675"/>
                </a:lnTo>
                <a:lnTo>
                  <a:pt x="1721540" y="3739675"/>
                </a:lnTo>
                <a:close/>
                <a:moveTo>
                  <a:pt x="1721540" y="3825041"/>
                </a:moveTo>
                <a:lnTo>
                  <a:pt x="1721540" y="3782358"/>
                </a:lnTo>
                <a:lnTo>
                  <a:pt x="1707312" y="3782358"/>
                </a:lnTo>
                <a:lnTo>
                  <a:pt x="1707312" y="3825041"/>
                </a:lnTo>
                <a:lnTo>
                  <a:pt x="1721540" y="3825041"/>
                </a:lnTo>
                <a:close/>
                <a:moveTo>
                  <a:pt x="1721540" y="3867724"/>
                </a:moveTo>
                <a:lnTo>
                  <a:pt x="1707312" y="3867724"/>
                </a:lnTo>
                <a:lnTo>
                  <a:pt x="1707312" y="3910407"/>
                </a:lnTo>
                <a:lnTo>
                  <a:pt x="1721540" y="3910407"/>
                </a:lnTo>
                <a:lnTo>
                  <a:pt x="1721540" y="3867724"/>
                </a:lnTo>
                <a:close/>
                <a:moveTo>
                  <a:pt x="1721540" y="3953090"/>
                </a:moveTo>
                <a:lnTo>
                  <a:pt x="1707312" y="3953090"/>
                </a:lnTo>
                <a:lnTo>
                  <a:pt x="1707312" y="3995772"/>
                </a:lnTo>
                <a:lnTo>
                  <a:pt x="1721540" y="3995772"/>
                </a:lnTo>
                <a:lnTo>
                  <a:pt x="1721540" y="39530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3F61B6-1F46-434F-ABE2-D4593710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939" y="4032550"/>
            <a:ext cx="862620" cy="10"/>
          </a:xfrm>
          <a:custGeom xmlns:a="http://schemas.openxmlformats.org/drawingml/2006/main">
            <a:pathLst>
              <a:path w="862620" h="1" fill="none">
                <a:moveTo>
                  <a:pt x="86262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FA710-E53E-4F0B-BE4B-7EA0EC85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244" y="3982754"/>
            <a:ext cx="99593" cy="99593"/>
          </a:xfrm>
          <a:custGeom xmlns:a="http://schemas.openxmlformats.org/drawingml/2006/main">
            <a:pathLst>
              <a:path w="99593" h="99593">
                <a:moveTo>
                  <a:pt x="0" y="49797"/>
                </a:moveTo>
                <a:lnTo>
                  <a:pt x="99593" y="0"/>
                </a:lnTo>
                <a:lnTo>
                  <a:pt x="74695" y="49797"/>
                </a:lnTo>
                <a:lnTo>
                  <a:pt x="99593" y="99593"/>
                </a:lnTo>
                <a:lnTo>
                  <a:pt x="0" y="49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49F01-1E52-4702-A62E-14A69E1E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244" y="3982754"/>
            <a:ext cx="99593" cy="99593"/>
          </a:xfrm>
          <a:custGeom xmlns:a="http://schemas.openxmlformats.org/drawingml/2006/main">
            <a:pathLst>
              <a:path w="99593" h="99593" fill="none">
                <a:moveTo>
                  <a:pt x="0" y="49797"/>
                </a:moveTo>
                <a:lnTo>
                  <a:pt x="99593" y="0"/>
                </a:lnTo>
                <a:lnTo>
                  <a:pt x="74695" y="49797"/>
                </a:lnTo>
                <a:lnTo>
                  <a:pt x="99593" y="99593"/>
                </a:lnTo>
                <a:lnTo>
                  <a:pt x="0" y="49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A3FE6A-DBE5-4DB2-81B3-D0F0B26A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836746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1"/>
                  <a:pt x="1462432" y="24416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5"/>
                  <a:pt x="15294" y="255477"/>
                  <a:pt x="11585" y="251768"/>
                </a:cubicBezTo>
                <a:cubicBezTo>
                  <a:pt x="7876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1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D09892-FC23-4C6D-B6F2-460972C6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836746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1"/>
                  <a:pt x="1462432" y="24416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5"/>
                  <a:pt x="15294" y="255477"/>
                  <a:pt x="11585" y="251768"/>
                </a:cubicBezTo>
                <a:cubicBezTo>
                  <a:pt x="7876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1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35" name="Text stack↓">
            <a:extLst xmlns:a="http://schemas.openxmlformats.org/drawingml/2006/main">
              <a:ext uri="{FF2B5EF4-FFF2-40B4-BE49-F238E27FC236}">
                <a16:creationId xmlns:a16="http://schemas.microsoft.com/office/drawing/2014/main" id="{7A4A197A-0E3F-4A19-A70F-8029CCC7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754" y="907115"/>
            <a:ext cx="470610" cy="144812"/>
          </a:xfrm>
          <a:custGeom xmlns:a="http://schemas.openxmlformats.org/drawingml/2006/main">
            <a:pathLst>
              <a:path w="470610" h="144812">
                <a:moveTo>
                  <a:pt x="0" y="87728"/>
                </a:moveTo>
                <a:lnTo>
                  <a:pt x="13602" y="85588"/>
                </a:lnTo>
                <a:cubicBezTo>
                  <a:pt x="14367" y="91015"/>
                  <a:pt x="16494" y="95174"/>
                  <a:pt x="19983" y="98066"/>
                </a:cubicBezTo>
                <a:cubicBezTo>
                  <a:pt x="23473" y="100955"/>
                  <a:pt x="28351" y="102400"/>
                  <a:pt x="34617" y="102400"/>
                </a:cubicBezTo>
                <a:cubicBezTo>
                  <a:pt x="40934" y="102400"/>
                  <a:pt x="45621" y="101124"/>
                  <a:pt x="48678" y="98572"/>
                </a:cubicBezTo>
                <a:cubicBezTo>
                  <a:pt x="51735" y="96018"/>
                  <a:pt x="53263" y="93024"/>
                  <a:pt x="53263" y="89588"/>
                </a:cubicBezTo>
                <a:cubicBezTo>
                  <a:pt x="53263" y="86504"/>
                  <a:pt x="51913" y="84078"/>
                  <a:pt x="49213" y="82309"/>
                </a:cubicBezTo>
                <a:cubicBezTo>
                  <a:pt x="47328" y="81096"/>
                  <a:pt x="42641" y="79554"/>
                  <a:pt x="35152" y="77683"/>
                </a:cubicBezTo>
                <a:cubicBezTo>
                  <a:pt x="25065" y="75135"/>
                  <a:pt x="18073" y="72930"/>
                  <a:pt x="14176" y="71069"/>
                </a:cubicBezTo>
                <a:cubicBezTo>
                  <a:pt x="10278" y="69207"/>
                  <a:pt x="7323" y="66632"/>
                  <a:pt x="5311" y="63343"/>
                </a:cubicBezTo>
                <a:cubicBezTo>
                  <a:pt x="3299" y="60054"/>
                  <a:pt x="2293" y="56421"/>
                  <a:pt x="2293" y="52444"/>
                </a:cubicBezTo>
                <a:cubicBezTo>
                  <a:pt x="2293" y="48824"/>
                  <a:pt x="3120" y="45471"/>
                  <a:pt x="4776" y="42386"/>
                </a:cubicBezTo>
                <a:cubicBezTo>
                  <a:pt x="6432" y="39300"/>
                  <a:pt x="8686" y="36738"/>
                  <a:pt x="11539" y="34698"/>
                </a:cubicBezTo>
                <a:cubicBezTo>
                  <a:pt x="13679" y="33118"/>
                  <a:pt x="16595" y="31779"/>
                  <a:pt x="20289" y="30684"/>
                </a:cubicBezTo>
                <a:cubicBezTo>
                  <a:pt x="23982" y="29587"/>
                  <a:pt x="27943" y="29039"/>
                  <a:pt x="32172" y="29039"/>
                </a:cubicBezTo>
                <a:cubicBezTo>
                  <a:pt x="38540" y="29039"/>
                  <a:pt x="44131" y="29962"/>
                  <a:pt x="48946" y="31809"/>
                </a:cubicBezTo>
                <a:cubicBezTo>
                  <a:pt x="53760" y="33654"/>
                  <a:pt x="57313" y="36154"/>
                  <a:pt x="59606" y="39310"/>
                </a:cubicBezTo>
                <a:cubicBezTo>
                  <a:pt x="61898" y="42464"/>
                  <a:pt x="63478" y="46682"/>
                  <a:pt x="64344" y="51964"/>
                </a:cubicBezTo>
                <a:lnTo>
                  <a:pt x="50894" y="53798"/>
                </a:lnTo>
                <a:cubicBezTo>
                  <a:pt x="50283" y="49621"/>
                  <a:pt x="48513" y="46360"/>
                  <a:pt x="45583" y="44017"/>
                </a:cubicBezTo>
                <a:cubicBezTo>
                  <a:pt x="42654" y="41673"/>
                  <a:pt x="38515" y="40501"/>
                  <a:pt x="33165" y="40501"/>
                </a:cubicBezTo>
                <a:cubicBezTo>
                  <a:pt x="26848" y="40501"/>
                  <a:pt x="22339" y="41541"/>
                  <a:pt x="19639" y="43620"/>
                </a:cubicBezTo>
                <a:cubicBezTo>
                  <a:pt x="16939" y="45698"/>
                  <a:pt x="15589" y="48131"/>
                  <a:pt x="15589" y="50921"/>
                </a:cubicBezTo>
                <a:cubicBezTo>
                  <a:pt x="15589" y="52694"/>
                  <a:pt x="16150" y="54291"/>
                  <a:pt x="17270" y="55711"/>
                </a:cubicBezTo>
                <a:cubicBezTo>
                  <a:pt x="18391" y="57180"/>
                  <a:pt x="20149" y="58397"/>
                  <a:pt x="22543" y="59360"/>
                </a:cubicBezTo>
                <a:cubicBezTo>
                  <a:pt x="23919" y="59868"/>
                  <a:pt x="27969" y="61034"/>
                  <a:pt x="34694" y="62858"/>
                </a:cubicBezTo>
                <a:cubicBezTo>
                  <a:pt x="44424" y="65455"/>
                  <a:pt x="51213" y="67580"/>
                  <a:pt x="55059" y="69235"/>
                </a:cubicBezTo>
                <a:cubicBezTo>
                  <a:pt x="58905" y="70889"/>
                  <a:pt x="61924" y="73294"/>
                  <a:pt x="64115" y="76451"/>
                </a:cubicBezTo>
                <a:cubicBezTo>
                  <a:pt x="66305" y="79607"/>
                  <a:pt x="67400" y="83525"/>
                  <a:pt x="67400" y="88208"/>
                </a:cubicBezTo>
                <a:cubicBezTo>
                  <a:pt x="67400" y="92790"/>
                  <a:pt x="66063" y="97104"/>
                  <a:pt x="63389" y="101151"/>
                </a:cubicBezTo>
                <a:cubicBezTo>
                  <a:pt x="60714" y="105196"/>
                  <a:pt x="56855" y="108326"/>
                  <a:pt x="51811" y="110541"/>
                </a:cubicBezTo>
                <a:cubicBezTo>
                  <a:pt x="46768" y="112755"/>
                  <a:pt x="41062" y="113863"/>
                  <a:pt x="34694" y="113863"/>
                </a:cubicBezTo>
                <a:cubicBezTo>
                  <a:pt x="24148" y="113863"/>
                  <a:pt x="16111" y="111666"/>
                  <a:pt x="10584" y="107271"/>
                </a:cubicBezTo>
                <a:cubicBezTo>
                  <a:pt x="5056" y="102877"/>
                  <a:pt x="1528" y="96363"/>
                  <a:pt x="0" y="87728"/>
                </a:cubicBezTo>
                <a:close/>
                <a:moveTo>
                  <a:pt x="113786" y="99878"/>
                </a:moveTo>
                <a:lnTo>
                  <a:pt x="115773" y="112028"/>
                </a:lnTo>
                <a:cubicBezTo>
                  <a:pt x="111901" y="112742"/>
                  <a:pt x="108437" y="113098"/>
                  <a:pt x="105380" y="113098"/>
                </a:cubicBezTo>
                <a:cubicBezTo>
                  <a:pt x="100387" y="113098"/>
                  <a:pt x="96516" y="112309"/>
                  <a:pt x="93765" y="110729"/>
                </a:cubicBezTo>
                <a:cubicBezTo>
                  <a:pt x="91014" y="109150"/>
                  <a:pt x="89078" y="107074"/>
                  <a:pt x="87957" y="104501"/>
                </a:cubicBezTo>
                <a:cubicBezTo>
                  <a:pt x="86836" y="101929"/>
                  <a:pt x="86276" y="96516"/>
                  <a:pt x="86276" y="88263"/>
                </a:cubicBezTo>
                <a:lnTo>
                  <a:pt x="86276" y="41571"/>
                </a:lnTo>
                <a:lnTo>
                  <a:pt x="76188" y="41571"/>
                </a:lnTo>
                <a:lnTo>
                  <a:pt x="76188" y="30873"/>
                </a:lnTo>
                <a:lnTo>
                  <a:pt x="86276" y="30873"/>
                </a:lnTo>
                <a:lnTo>
                  <a:pt x="86276" y="10720"/>
                </a:lnTo>
                <a:lnTo>
                  <a:pt x="99954" y="2445"/>
                </a:lnTo>
                <a:lnTo>
                  <a:pt x="99954" y="30873"/>
                </a:lnTo>
                <a:lnTo>
                  <a:pt x="113786" y="30873"/>
                </a:lnTo>
                <a:lnTo>
                  <a:pt x="113786" y="41571"/>
                </a:lnTo>
                <a:lnTo>
                  <a:pt x="99954" y="41571"/>
                </a:lnTo>
                <a:lnTo>
                  <a:pt x="99954" y="89027"/>
                </a:lnTo>
                <a:cubicBezTo>
                  <a:pt x="99954" y="92950"/>
                  <a:pt x="100196" y="95471"/>
                  <a:pt x="100680" y="96592"/>
                </a:cubicBezTo>
                <a:cubicBezTo>
                  <a:pt x="101164" y="97713"/>
                  <a:pt x="101954" y="98604"/>
                  <a:pt x="103049" y="99267"/>
                </a:cubicBezTo>
                <a:cubicBezTo>
                  <a:pt x="104145" y="99929"/>
                  <a:pt x="105711" y="100260"/>
                  <a:pt x="107749" y="100260"/>
                </a:cubicBezTo>
                <a:cubicBezTo>
                  <a:pt x="109277" y="100260"/>
                  <a:pt x="111290" y="100133"/>
                  <a:pt x="113786" y="99878"/>
                </a:cubicBezTo>
                <a:close/>
                <a:moveTo>
                  <a:pt x="180220" y="102008"/>
                </a:moveTo>
                <a:cubicBezTo>
                  <a:pt x="175125" y="106342"/>
                  <a:pt x="170222" y="109401"/>
                  <a:pt x="165509" y="111186"/>
                </a:cubicBezTo>
                <a:cubicBezTo>
                  <a:pt x="160797" y="112970"/>
                  <a:pt x="155740" y="113863"/>
                  <a:pt x="150340" y="113863"/>
                </a:cubicBezTo>
                <a:cubicBezTo>
                  <a:pt x="141425" y="113863"/>
                  <a:pt x="134573" y="111683"/>
                  <a:pt x="129784" y="107324"/>
                </a:cubicBezTo>
                <a:cubicBezTo>
                  <a:pt x="124995" y="102965"/>
                  <a:pt x="122601" y="97395"/>
                  <a:pt x="122601" y="90615"/>
                </a:cubicBezTo>
                <a:cubicBezTo>
                  <a:pt x="122601" y="86639"/>
                  <a:pt x="123505" y="83008"/>
                  <a:pt x="125313" y="79720"/>
                </a:cubicBezTo>
                <a:cubicBezTo>
                  <a:pt x="127122" y="76431"/>
                  <a:pt x="129491" y="73793"/>
                  <a:pt x="132420" y="71804"/>
                </a:cubicBezTo>
                <a:cubicBezTo>
                  <a:pt x="135350" y="69816"/>
                  <a:pt x="138648" y="68312"/>
                  <a:pt x="142316" y="67293"/>
                </a:cubicBezTo>
                <a:cubicBezTo>
                  <a:pt x="145017" y="66578"/>
                  <a:pt x="149092" y="65890"/>
                  <a:pt x="154543" y="65227"/>
                </a:cubicBezTo>
                <a:cubicBezTo>
                  <a:pt x="165649" y="63912"/>
                  <a:pt x="173826" y="62344"/>
                  <a:pt x="179073" y="60523"/>
                </a:cubicBezTo>
                <a:cubicBezTo>
                  <a:pt x="179124" y="58646"/>
                  <a:pt x="179150" y="57453"/>
                  <a:pt x="179150" y="56946"/>
                </a:cubicBezTo>
                <a:cubicBezTo>
                  <a:pt x="179150" y="51362"/>
                  <a:pt x="177851" y="47429"/>
                  <a:pt x="175253" y="45146"/>
                </a:cubicBezTo>
                <a:cubicBezTo>
                  <a:pt x="171737" y="42050"/>
                  <a:pt x="166515" y="40501"/>
                  <a:pt x="159587" y="40501"/>
                </a:cubicBezTo>
                <a:cubicBezTo>
                  <a:pt x="153117" y="40501"/>
                  <a:pt x="148341" y="41635"/>
                  <a:pt x="145259" y="43902"/>
                </a:cubicBezTo>
                <a:cubicBezTo>
                  <a:pt x="142176" y="46169"/>
                  <a:pt x="139897" y="50181"/>
                  <a:pt x="138419" y="55938"/>
                </a:cubicBezTo>
                <a:lnTo>
                  <a:pt x="124970" y="54104"/>
                </a:lnTo>
                <a:cubicBezTo>
                  <a:pt x="126192" y="48329"/>
                  <a:pt x="128205" y="43666"/>
                  <a:pt x="131007" y="40115"/>
                </a:cubicBezTo>
                <a:cubicBezTo>
                  <a:pt x="133809" y="36563"/>
                  <a:pt x="137859" y="33829"/>
                  <a:pt x="143157" y="31914"/>
                </a:cubicBezTo>
                <a:cubicBezTo>
                  <a:pt x="148455" y="29997"/>
                  <a:pt x="154594" y="29039"/>
                  <a:pt x="161574" y="29039"/>
                </a:cubicBezTo>
                <a:cubicBezTo>
                  <a:pt x="168502" y="29039"/>
                  <a:pt x="174132" y="29854"/>
                  <a:pt x="178462" y="31484"/>
                </a:cubicBezTo>
                <a:cubicBezTo>
                  <a:pt x="182792" y="33114"/>
                  <a:pt x="185976" y="35165"/>
                  <a:pt x="188014" y="37636"/>
                </a:cubicBezTo>
                <a:cubicBezTo>
                  <a:pt x="190052" y="40107"/>
                  <a:pt x="191479" y="43227"/>
                  <a:pt x="192294" y="46997"/>
                </a:cubicBezTo>
                <a:cubicBezTo>
                  <a:pt x="192752" y="49340"/>
                  <a:pt x="192981" y="53569"/>
                  <a:pt x="192981" y="59682"/>
                </a:cubicBezTo>
                <a:lnTo>
                  <a:pt x="192981" y="78023"/>
                </a:lnTo>
                <a:cubicBezTo>
                  <a:pt x="192981" y="90810"/>
                  <a:pt x="193274" y="98897"/>
                  <a:pt x="193860" y="102285"/>
                </a:cubicBezTo>
                <a:cubicBezTo>
                  <a:pt x="194446" y="105673"/>
                  <a:pt x="195605" y="108921"/>
                  <a:pt x="197337" y="112028"/>
                </a:cubicBezTo>
                <a:lnTo>
                  <a:pt x="182971" y="112028"/>
                </a:lnTo>
                <a:cubicBezTo>
                  <a:pt x="181544" y="109172"/>
                  <a:pt x="180627" y="105832"/>
                  <a:pt x="180220" y="102008"/>
                </a:cubicBezTo>
                <a:moveTo>
                  <a:pt x="179073" y="71221"/>
                </a:moveTo>
                <a:cubicBezTo>
                  <a:pt x="174081" y="73277"/>
                  <a:pt x="166592" y="75023"/>
                  <a:pt x="156607" y="76461"/>
                </a:cubicBezTo>
                <a:cubicBezTo>
                  <a:pt x="150952" y="77279"/>
                  <a:pt x="146952" y="78200"/>
                  <a:pt x="144609" y="79224"/>
                </a:cubicBezTo>
                <a:cubicBezTo>
                  <a:pt x="142265" y="80246"/>
                  <a:pt x="140457" y="81742"/>
                  <a:pt x="139183" y="83713"/>
                </a:cubicBezTo>
                <a:cubicBezTo>
                  <a:pt x="137910" y="85683"/>
                  <a:pt x="137273" y="87869"/>
                  <a:pt x="137273" y="90273"/>
                </a:cubicBezTo>
                <a:cubicBezTo>
                  <a:pt x="137273" y="93956"/>
                  <a:pt x="138661" y="97025"/>
                  <a:pt x="141438" y="99482"/>
                </a:cubicBezTo>
                <a:cubicBezTo>
                  <a:pt x="144214" y="101937"/>
                  <a:pt x="148277" y="103164"/>
                  <a:pt x="153626" y="103164"/>
                </a:cubicBezTo>
                <a:cubicBezTo>
                  <a:pt x="158925" y="103164"/>
                  <a:pt x="163637" y="101999"/>
                  <a:pt x="167764" y="99670"/>
                </a:cubicBezTo>
                <a:cubicBezTo>
                  <a:pt x="171890" y="97341"/>
                  <a:pt x="174921" y="94155"/>
                  <a:pt x="176857" y="90111"/>
                </a:cubicBezTo>
                <a:cubicBezTo>
                  <a:pt x="178335" y="86987"/>
                  <a:pt x="179073" y="82380"/>
                  <a:pt x="179073" y="76289"/>
                </a:cubicBezTo>
                <a:lnTo>
                  <a:pt x="179073" y="71221"/>
                </a:lnTo>
                <a:close/>
                <a:moveTo>
                  <a:pt x="267236" y="82226"/>
                </a:moveTo>
                <a:lnTo>
                  <a:pt x="280762" y="83983"/>
                </a:lnTo>
                <a:cubicBezTo>
                  <a:pt x="279284" y="93330"/>
                  <a:pt x="275502" y="100647"/>
                  <a:pt x="269414" y="105934"/>
                </a:cubicBezTo>
                <a:cubicBezTo>
                  <a:pt x="263326" y="111220"/>
                  <a:pt x="255849" y="113863"/>
                  <a:pt x="246985" y="113863"/>
                </a:cubicBezTo>
                <a:cubicBezTo>
                  <a:pt x="235879" y="113863"/>
                  <a:pt x="226951" y="110233"/>
                  <a:pt x="220201" y="102973"/>
                </a:cubicBezTo>
                <a:cubicBezTo>
                  <a:pt x="213450" y="95713"/>
                  <a:pt x="210075" y="85308"/>
                  <a:pt x="210075" y="71756"/>
                </a:cubicBezTo>
                <a:cubicBezTo>
                  <a:pt x="210075" y="62994"/>
                  <a:pt x="211527" y="55326"/>
                  <a:pt x="214431" y="48755"/>
                </a:cubicBezTo>
                <a:cubicBezTo>
                  <a:pt x="217335" y="42183"/>
                  <a:pt x="221754" y="37254"/>
                  <a:pt x="227689" y="33968"/>
                </a:cubicBezTo>
                <a:cubicBezTo>
                  <a:pt x="233625" y="30682"/>
                  <a:pt x="240082" y="29039"/>
                  <a:pt x="247061" y="29039"/>
                </a:cubicBezTo>
                <a:cubicBezTo>
                  <a:pt x="255875" y="29039"/>
                  <a:pt x="263084" y="31275"/>
                  <a:pt x="268688" y="35747"/>
                </a:cubicBezTo>
                <a:cubicBezTo>
                  <a:pt x="274292" y="40217"/>
                  <a:pt x="277883" y="46566"/>
                  <a:pt x="279463" y="54792"/>
                </a:cubicBezTo>
                <a:lnTo>
                  <a:pt x="266089" y="56855"/>
                </a:lnTo>
                <a:cubicBezTo>
                  <a:pt x="264816" y="51429"/>
                  <a:pt x="262561" y="47347"/>
                  <a:pt x="259326" y="44609"/>
                </a:cubicBezTo>
                <a:cubicBezTo>
                  <a:pt x="256091" y="41871"/>
                  <a:pt x="252181" y="40501"/>
                  <a:pt x="247596" y="40501"/>
                </a:cubicBezTo>
                <a:cubicBezTo>
                  <a:pt x="240668" y="40501"/>
                  <a:pt x="235038" y="42973"/>
                  <a:pt x="230708" y="47916"/>
                </a:cubicBezTo>
                <a:cubicBezTo>
                  <a:pt x="226378" y="52858"/>
                  <a:pt x="224212" y="60677"/>
                  <a:pt x="224212" y="71374"/>
                </a:cubicBezTo>
                <a:cubicBezTo>
                  <a:pt x="224212" y="82224"/>
                  <a:pt x="226301" y="90108"/>
                  <a:pt x="230479" y="95026"/>
                </a:cubicBezTo>
                <a:cubicBezTo>
                  <a:pt x="234656" y="99942"/>
                  <a:pt x="240107" y="102400"/>
                  <a:pt x="246832" y="102400"/>
                </a:cubicBezTo>
                <a:cubicBezTo>
                  <a:pt x="252232" y="102400"/>
                  <a:pt x="256741" y="100750"/>
                  <a:pt x="260358" y="97452"/>
                </a:cubicBezTo>
                <a:cubicBezTo>
                  <a:pt x="263975" y="94153"/>
                  <a:pt x="266268" y="89078"/>
                  <a:pt x="267236" y="82226"/>
                </a:cubicBezTo>
                <a:close/>
                <a:moveTo>
                  <a:pt x="292607" y="112028"/>
                </a:moveTo>
                <a:lnTo>
                  <a:pt x="292607" y="0"/>
                </a:lnTo>
                <a:lnTo>
                  <a:pt x="306362" y="0"/>
                </a:lnTo>
                <a:lnTo>
                  <a:pt x="306362" y="63885"/>
                </a:lnTo>
                <a:lnTo>
                  <a:pt x="338916" y="30873"/>
                </a:lnTo>
                <a:lnTo>
                  <a:pt x="356721" y="30873"/>
                </a:lnTo>
                <a:lnTo>
                  <a:pt x="325696" y="60981"/>
                </a:lnTo>
                <a:lnTo>
                  <a:pt x="359854" y="112028"/>
                </a:lnTo>
                <a:lnTo>
                  <a:pt x="342890" y="112028"/>
                </a:lnTo>
                <a:lnTo>
                  <a:pt x="316067" y="70534"/>
                </a:lnTo>
                <a:lnTo>
                  <a:pt x="306362" y="79857"/>
                </a:lnTo>
                <a:lnTo>
                  <a:pt x="306362" y="112028"/>
                </a:lnTo>
                <a:lnTo>
                  <a:pt x="292607" y="112028"/>
                </a:lnTo>
                <a:close/>
                <a:moveTo>
                  <a:pt x="415666" y="113251"/>
                </a:moveTo>
                <a:lnTo>
                  <a:pt x="415666" y="107443"/>
                </a:lnTo>
                <a:cubicBezTo>
                  <a:pt x="421728" y="110449"/>
                  <a:pt x="425956" y="112716"/>
                  <a:pt x="428351" y="114245"/>
                </a:cubicBezTo>
                <a:cubicBezTo>
                  <a:pt x="430745" y="115773"/>
                  <a:pt x="434388" y="118473"/>
                  <a:pt x="439279" y="122345"/>
                </a:cubicBezTo>
                <a:lnTo>
                  <a:pt x="439279" y="9705"/>
                </a:lnTo>
                <a:lnTo>
                  <a:pt x="446997" y="9705"/>
                </a:lnTo>
                <a:lnTo>
                  <a:pt x="446997" y="122345"/>
                </a:lnTo>
                <a:cubicBezTo>
                  <a:pt x="452499" y="117098"/>
                  <a:pt x="460370" y="112079"/>
                  <a:pt x="470610" y="107291"/>
                </a:cubicBezTo>
                <a:lnTo>
                  <a:pt x="470610" y="113175"/>
                </a:lnTo>
                <a:cubicBezTo>
                  <a:pt x="463274" y="119747"/>
                  <a:pt x="457708" y="125402"/>
                  <a:pt x="453913" y="130140"/>
                </a:cubicBezTo>
                <a:cubicBezTo>
                  <a:pt x="450117" y="134877"/>
                  <a:pt x="447022" y="139768"/>
                  <a:pt x="444628" y="144812"/>
                </a:cubicBezTo>
                <a:lnTo>
                  <a:pt x="441113" y="144812"/>
                </a:lnTo>
                <a:cubicBezTo>
                  <a:pt x="439228" y="140430"/>
                  <a:pt x="436362" y="135769"/>
                  <a:pt x="432516" y="130827"/>
                </a:cubicBezTo>
                <a:cubicBezTo>
                  <a:pt x="428669" y="125886"/>
                  <a:pt x="423053" y="120027"/>
                  <a:pt x="415666" y="1132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4A88C-FB8C-478C-8BED-1F865F92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1148046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4"/>
                  <a:pt x="15294" y="255476"/>
                  <a:pt x="11585" y="251768"/>
                </a:cubicBezTo>
                <a:cubicBezTo>
                  <a:pt x="7876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1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CEE54F-E347-46C9-A6B1-3DA080AE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1148046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4"/>
                  <a:pt x="15294" y="255476"/>
                  <a:pt x="11585" y="251768"/>
                </a:cubicBezTo>
                <a:cubicBezTo>
                  <a:pt x="7876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1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38" name="Text library(libc,libcuda)">
            <a:extLst xmlns:a="http://schemas.openxmlformats.org/drawingml/2006/main">
              <a:ext uri="{FF2B5EF4-FFF2-40B4-BE49-F238E27FC236}">
                <a16:creationId xmlns:a16="http://schemas.microsoft.com/office/drawing/2014/main" id="{A0FE6945-B2E2-40D8-AFE6-5A6274D5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343" y="1218289"/>
            <a:ext cx="1332144" cy="146875"/>
          </a:xfrm>
          <a:custGeom xmlns:a="http://schemas.openxmlformats.org/drawingml/2006/main">
            <a:pathLst>
              <a:path w="1332144" h="146875">
                <a:moveTo>
                  <a:pt x="0" y="113863"/>
                </a:moveTo>
                <a:lnTo>
                  <a:pt x="0" y="1834"/>
                </a:lnTo>
                <a:lnTo>
                  <a:pt x="13755" y="1834"/>
                </a:lnTo>
                <a:lnTo>
                  <a:pt x="13755" y="113863"/>
                </a:lnTo>
                <a:lnTo>
                  <a:pt x="0" y="113863"/>
                </a:lnTo>
                <a:close/>
                <a:moveTo>
                  <a:pt x="35126" y="17729"/>
                </a:moveTo>
                <a:lnTo>
                  <a:pt x="35126" y="1834"/>
                </a:lnTo>
                <a:lnTo>
                  <a:pt x="48881" y="1834"/>
                </a:lnTo>
                <a:lnTo>
                  <a:pt x="48881" y="17729"/>
                </a:lnTo>
                <a:lnTo>
                  <a:pt x="35126" y="17729"/>
                </a:lnTo>
                <a:moveTo>
                  <a:pt x="35126" y="113863"/>
                </a:moveTo>
                <a:lnTo>
                  <a:pt x="35126" y="32707"/>
                </a:lnTo>
                <a:lnTo>
                  <a:pt x="48881" y="32707"/>
                </a:lnTo>
                <a:lnTo>
                  <a:pt x="48881" y="113863"/>
                </a:lnTo>
                <a:lnTo>
                  <a:pt x="35126" y="113863"/>
                </a:lnTo>
                <a:close/>
                <a:moveTo>
                  <a:pt x="82479" y="113863"/>
                </a:moveTo>
                <a:lnTo>
                  <a:pt x="69717" y="113863"/>
                </a:lnTo>
                <a:lnTo>
                  <a:pt x="69717" y="1834"/>
                </a:lnTo>
                <a:lnTo>
                  <a:pt x="83472" y="1834"/>
                </a:lnTo>
                <a:lnTo>
                  <a:pt x="83472" y="41949"/>
                </a:lnTo>
                <a:cubicBezTo>
                  <a:pt x="89280" y="34565"/>
                  <a:pt x="96693" y="30873"/>
                  <a:pt x="105710" y="30873"/>
                </a:cubicBezTo>
                <a:cubicBezTo>
                  <a:pt x="110702" y="30873"/>
                  <a:pt x="115428" y="31879"/>
                  <a:pt x="119885" y="33891"/>
                </a:cubicBezTo>
                <a:cubicBezTo>
                  <a:pt x="124343" y="35904"/>
                  <a:pt x="128011" y="38731"/>
                  <a:pt x="130889" y="42374"/>
                </a:cubicBezTo>
                <a:cubicBezTo>
                  <a:pt x="133768" y="46016"/>
                  <a:pt x="136022" y="50410"/>
                  <a:pt x="137652" y="55556"/>
                </a:cubicBezTo>
                <a:cubicBezTo>
                  <a:pt x="139283" y="60701"/>
                  <a:pt x="140098" y="66203"/>
                  <a:pt x="140098" y="72062"/>
                </a:cubicBezTo>
                <a:cubicBezTo>
                  <a:pt x="140098" y="85970"/>
                  <a:pt x="136659" y="96719"/>
                  <a:pt x="129781" y="104310"/>
                </a:cubicBezTo>
                <a:cubicBezTo>
                  <a:pt x="122904" y="111901"/>
                  <a:pt x="114651" y="115697"/>
                  <a:pt x="105022" y="115697"/>
                </a:cubicBezTo>
                <a:cubicBezTo>
                  <a:pt x="95444" y="115697"/>
                  <a:pt x="87930" y="111646"/>
                  <a:pt x="82479" y="103546"/>
                </a:cubicBezTo>
                <a:lnTo>
                  <a:pt x="82479" y="113863"/>
                </a:lnTo>
                <a:moveTo>
                  <a:pt x="82326" y="72676"/>
                </a:moveTo>
                <a:cubicBezTo>
                  <a:pt x="82326" y="82358"/>
                  <a:pt x="83651" y="89355"/>
                  <a:pt x="86300" y="93664"/>
                </a:cubicBezTo>
                <a:cubicBezTo>
                  <a:pt x="90630" y="100711"/>
                  <a:pt x="96489" y="104234"/>
                  <a:pt x="103876" y="104234"/>
                </a:cubicBezTo>
                <a:cubicBezTo>
                  <a:pt x="109887" y="104234"/>
                  <a:pt x="115084" y="101636"/>
                  <a:pt x="119465" y="96439"/>
                </a:cubicBezTo>
                <a:cubicBezTo>
                  <a:pt x="123846" y="91243"/>
                  <a:pt x="126037" y="83499"/>
                  <a:pt x="126037" y="73208"/>
                </a:cubicBezTo>
                <a:cubicBezTo>
                  <a:pt x="126037" y="62664"/>
                  <a:pt x="123935" y="54883"/>
                  <a:pt x="119732" y="49865"/>
                </a:cubicBezTo>
                <a:cubicBezTo>
                  <a:pt x="115529" y="44845"/>
                  <a:pt x="110448" y="42335"/>
                  <a:pt x="104487" y="42335"/>
                </a:cubicBezTo>
                <a:cubicBezTo>
                  <a:pt x="98476" y="42335"/>
                  <a:pt x="93279" y="44934"/>
                  <a:pt x="88898" y="50130"/>
                </a:cubicBezTo>
                <a:cubicBezTo>
                  <a:pt x="84517" y="55326"/>
                  <a:pt x="82326" y="62842"/>
                  <a:pt x="82326" y="72676"/>
                </a:cubicBezTo>
                <a:close/>
                <a:moveTo>
                  <a:pt x="156656" y="113863"/>
                </a:moveTo>
                <a:lnTo>
                  <a:pt x="156656" y="32707"/>
                </a:lnTo>
                <a:lnTo>
                  <a:pt x="169036" y="32707"/>
                </a:lnTo>
                <a:lnTo>
                  <a:pt x="169036" y="44934"/>
                </a:lnTo>
                <a:cubicBezTo>
                  <a:pt x="172194" y="39209"/>
                  <a:pt x="175111" y="35434"/>
                  <a:pt x="177786" y="33610"/>
                </a:cubicBezTo>
                <a:cubicBezTo>
                  <a:pt x="180460" y="31785"/>
                  <a:pt x="183402" y="30873"/>
                  <a:pt x="186612" y="30873"/>
                </a:cubicBezTo>
                <a:cubicBezTo>
                  <a:pt x="191248" y="30873"/>
                  <a:pt x="195960" y="32344"/>
                  <a:pt x="200749" y="35286"/>
                </a:cubicBezTo>
                <a:lnTo>
                  <a:pt x="196011" y="47990"/>
                </a:lnTo>
                <a:cubicBezTo>
                  <a:pt x="192649" y="46004"/>
                  <a:pt x="189287" y="45010"/>
                  <a:pt x="185924" y="45010"/>
                </a:cubicBezTo>
                <a:cubicBezTo>
                  <a:pt x="182918" y="45010"/>
                  <a:pt x="180218" y="45916"/>
                  <a:pt x="177824" y="47728"/>
                </a:cubicBezTo>
                <a:cubicBezTo>
                  <a:pt x="175429" y="49538"/>
                  <a:pt x="173723" y="52049"/>
                  <a:pt x="172704" y="55262"/>
                </a:cubicBezTo>
                <a:cubicBezTo>
                  <a:pt x="171175" y="60158"/>
                  <a:pt x="170411" y="65512"/>
                  <a:pt x="170411" y="71326"/>
                </a:cubicBezTo>
                <a:lnTo>
                  <a:pt x="170411" y="113863"/>
                </a:lnTo>
                <a:lnTo>
                  <a:pt x="156656" y="113863"/>
                </a:lnTo>
                <a:close/>
                <a:moveTo>
                  <a:pt x="261882" y="103842"/>
                </a:moveTo>
                <a:cubicBezTo>
                  <a:pt x="256788" y="108176"/>
                  <a:pt x="251884" y="111235"/>
                  <a:pt x="247172" y="113020"/>
                </a:cubicBezTo>
                <a:cubicBezTo>
                  <a:pt x="242459" y="114804"/>
                  <a:pt x="237403" y="115697"/>
                  <a:pt x="232003" y="115697"/>
                </a:cubicBezTo>
                <a:cubicBezTo>
                  <a:pt x="223087" y="115697"/>
                  <a:pt x="216235" y="113517"/>
                  <a:pt x="211446" y="109158"/>
                </a:cubicBezTo>
                <a:cubicBezTo>
                  <a:pt x="206658" y="104799"/>
                  <a:pt x="204263" y="99229"/>
                  <a:pt x="204263" y="92449"/>
                </a:cubicBezTo>
                <a:cubicBezTo>
                  <a:pt x="204263" y="88474"/>
                  <a:pt x="205167" y="84842"/>
                  <a:pt x="206976" y="81555"/>
                </a:cubicBezTo>
                <a:cubicBezTo>
                  <a:pt x="208785" y="78265"/>
                  <a:pt x="211153" y="75627"/>
                  <a:pt x="214083" y="73638"/>
                </a:cubicBezTo>
                <a:cubicBezTo>
                  <a:pt x="217012" y="71650"/>
                  <a:pt x="220311" y="70146"/>
                  <a:pt x="223979" y="69127"/>
                </a:cubicBezTo>
                <a:cubicBezTo>
                  <a:pt x="226679" y="68412"/>
                  <a:pt x="230755" y="67724"/>
                  <a:pt x="236206" y="67061"/>
                </a:cubicBezTo>
                <a:cubicBezTo>
                  <a:pt x="247312" y="65746"/>
                  <a:pt x="255489" y="64178"/>
                  <a:pt x="260736" y="62357"/>
                </a:cubicBezTo>
                <a:cubicBezTo>
                  <a:pt x="260787" y="60480"/>
                  <a:pt x="260812" y="59287"/>
                  <a:pt x="260812" y="58780"/>
                </a:cubicBezTo>
                <a:cubicBezTo>
                  <a:pt x="260812" y="53196"/>
                  <a:pt x="259513" y="49263"/>
                  <a:pt x="256915" y="46980"/>
                </a:cubicBezTo>
                <a:cubicBezTo>
                  <a:pt x="253400" y="43884"/>
                  <a:pt x="248178" y="42335"/>
                  <a:pt x="241249" y="42335"/>
                </a:cubicBezTo>
                <a:cubicBezTo>
                  <a:pt x="234779" y="42335"/>
                  <a:pt x="230003" y="43469"/>
                  <a:pt x="226921" y="45736"/>
                </a:cubicBezTo>
                <a:cubicBezTo>
                  <a:pt x="223839" y="48003"/>
                  <a:pt x="221559" y="52015"/>
                  <a:pt x="220082" y="57772"/>
                </a:cubicBezTo>
                <a:lnTo>
                  <a:pt x="206632" y="55938"/>
                </a:lnTo>
                <a:cubicBezTo>
                  <a:pt x="207855" y="50164"/>
                  <a:pt x="209867" y="45500"/>
                  <a:pt x="212669" y="41949"/>
                </a:cubicBezTo>
                <a:cubicBezTo>
                  <a:pt x="215471" y="38397"/>
                  <a:pt x="219521" y="35663"/>
                  <a:pt x="224820" y="33748"/>
                </a:cubicBezTo>
                <a:cubicBezTo>
                  <a:pt x="230118" y="31831"/>
                  <a:pt x="236257" y="30873"/>
                  <a:pt x="243236" y="30873"/>
                </a:cubicBezTo>
                <a:cubicBezTo>
                  <a:pt x="250165" y="30873"/>
                  <a:pt x="255794" y="31688"/>
                  <a:pt x="260125" y="33318"/>
                </a:cubicBezTo>
                <a:cubicBezTo>
                  <a:pt x="264455" y="34948"/>
                  <a:pt x="267639" y="36999"/>
                  <a:pt x="269677" y="39470"/>
                </a:cubicBezTo>
                <a:cubicBezTo>
                  <a:pt x="271715" y="41941"/>
                  <a:pt x="273141" y="45061"/>
                  <a:pt x="273956" y="48831"/>
                </a:cubicBezTo>
                <a:cubicBezTo>
                  <a:pt x="274415" y="51174"/>
                  <a:pt x="274644" y="55403"/>
                  <a:pt x="274644" y="61516"/>
                </a:cubicBezTo>
                <a:lnTo>
                  <a:pt x="274644" y="79857"/>
                </a:lnTo>
                <a:cubicBezTo>
                  <a:pt x="274644" y="92644"/>
                  <a:pt x="274937" y="100731"/>
                  <a:pt x="275523" y="104119"/>
                </a:cubicBezTo>
                <a:cubicBezTo>
                  <a:pt x="276109" y="107507"/>
                  <a:pt x="277268" y="110755"/>
                  <a:pt x="279000" y="113863"/>
                </a:cubicBezTo>
                <a:lnTo>
                  <a:pt x="264633" y="113863"/>
                </a:lnTo>
                <a:cubicBezTo>
                  <a:pt x="263207" y="111006"/>
                  <a:pt x="262290" y="107666"/>
                  <a:pt x="261882" y="103842"/>
                </a:cubicBezTo>
                <a:moveTo>
                  <a:pt x="260736" y="73055"/>
                </a:moveTo>
                <a:cubicBezTo>
                  <a:pt x="255743" y="75111"/>
                  <a:pt x="248254" y="76857"/>
                  <a:pt x="238269" y="78295"/>
                </a:cubicBezTo>
                <a:cubicBezTo>
                  <a:pt x="232614" y="79113"/>
                  <a:pt x="228615" y="80034"/>
                  <a:pt x="226271" y="81058"/>
                </a:cubicBezTo>
                <a:cubicBezTo>
                  <a:pt x="223928" y="82080"/>
                  <a:pt x="222119" y="83576"/>
                  <a:pt x="220846" y="85547"/>
                </a:cubicBezTo>
                <a:cubicBezTo>
                  <a:pt x="219572" y="87517"/>
                  <a:pt x="218935" y="89703"/>
                  <a:pt x="218935" y="92107"/>
                </a:cubicBezTo>
                <a:cubicBezTo>
                  <a:pt x="218935" y="95790"/>
                  <a:pt x="220324" y="98859"/>
                  <a:pt x="223100" y="101316"/>
                </a:cubicBezTo>
                <a:cubicBezTo>
                  <a:pt x="225877" y="103771"/>
                  <a:pt x="229939" y="104998"/>
                  <a:pt x="235289" y="104998"/>
                </a:cubicBezTo>
                <a:cubicBezTo>
                  <a:pt x="240587" y="104998"/>
                  <a:pt x="245299" y="103833"/>
                  <a:pt x="249426" y="101504"/>
                </a:cubicBezTo>
                <a:cubicBezTo>
                  <a:pt x="253553" y="99175"/>
                  <a:pt x="256584" y="95989"/>
                  <a:pt x="258520" y="91945"/>
                </a:cubicBezTo>
                <a:cubicBezTo>
                  <a:pt x="259997" y="88821"/>
                  <a:pt x="260736" y="84214"/>
                  <a:pt x="260736" y="78123"/>
                </a:cubicBezTo>
                <a:lnTo>
                  <a:pt x="260736" y="73055"/>
                </a:lnTo>
                <a:close/>
                <a:moveTo>
                  <a:pt x="295788" y="113863"/>
                </a:moveTo>
                <a:lnTo>
                  <a:pt x="295788" y="32707"/>
                </a:lnTo>
                <a:lnTo>
                  <a:pt x="308167" y="32707"/>
                </a:lnTo>
                <a:lnTo>
                  <a:pt x="308167" y="44934"/>
                </a:lnTo>
                <a:cubicBezTo>
                  <a:pt x="311326" y="39209"/>
                  <a:pt x="314243" y="35434"/>
                  <a:pt x="316917" y="33610"/>
                </a:cubicBezTo>
                <a:cubicBezTo>
                  <a:pt x="319592" y="31785"/>
                  <a:pt x="322534" y="30873"/>
                  <a:pt x="325744" y="30873"/>
                </a:cubicBezTo>
                <a:cubicBezTo>
                  <a:pt x="330380" y="30873"/>
                  <a:pt x="335092" y="32344"/>
                  <a:pt x="339881" y="35286"/>
                </a:cubicBezTo>
                <a:lnTo>
                  <a:pt x="335143" y="47990"/>
                </a:lnTo>
                <a:cubicBezTo>
                  <a:pt x="331781" y="46004"/>
                  <a:pt x="328418" y="45010"/>
                  <a:pt x="325056" y="45010"/>
                </a:cubicBezTo>
                <a:cubicBezTo>
                  <a:pt x="322050" y="45010"/>
                  <a:pt x="319350" y="45916"/>
                  <a:pt x="316956" y="47728"/>
                </a:cubicBezTo>
                <a:cubicBezTo>
                  <a:pt x="314561" y="49538"/>
                  <a:pt x="312854" y="52049"/>
                  <a:pt x="311836" y="55262"/>
                </a:cubicBezTo>
                <a:cubicBezTo>
                  <a:pt x="310307" y="60158"/>
                  <a:pt x="309543" y="65512"/>
                  <a:pt x="309543" y="71326"/>
                </a:cubicBezTo>
                <a:lnTo>
                  <a:pt x="309543" y="113863"/>
                </a:lnTo>
                <a:lnTo>
                  <a:pt x="295788" y="113863"/>
                </a:lnTo>
                <a:close/>
                <a:moveTo>
                  <a:pt x="347445" y="145194"/>
                </a:moveTo>
                <a:lnTo>
                  <a:pt x="345917" y="132279"/>
                </a:lnTo>
                <a:cubicBezTo>
                  <a:pt x="348923" y="133094"/>
                  <a:pt x="351546" y="133502"/>
                  <a:pt x="353788" y="133502"/>
                </a:cubicBezTo>
                <a:cubicBezTo>
                  <a:pt x="356845" y="133502"/>
                  <a:pt x="359290" y="132986"/>
                  <a:pt x="361124" y="131954"/>
                </a:cubicBezTo>
                <a:cubicBezTo>
                  <a:pt x="362958" y="130924"/>
                  <a:pt x="364461" y="129481"/>
                  <a:pt x="365633" y="127625"/>
                </a:cubicBezTo>
                <a:cubicBezTo>
                  <a:pt x="366499" y="126233"/>
                  <a:pt x="367900" y="122780"/>
                  <a:pt x="369836" y="117266"/>
                </a:cubicBezTo>
                <a:cubicBezTo>
                  <a:pt x="370090" y="116492"/>
                  <a:pt x="370498" y="115357"/>
                  <a:pt x="371058" y="113863"/>
                </a:cubicBezTo>
                <a:lnTo>
                  <a:pt x="340262" y="32707"/>
                </a:lnTo>
                <a:lnTo>
                  <a:pt x="355087" y="32707"/>
                </a:lnTo>
                <a:lnTo>
                  <a:pt x="371975" y="79594"/>
                </a:lnTo>
                <a:cubicBezTo>
                  <a:pt x="374166" y="85542"/>
                  <a:pt x="376127" y="91794"/>
                  <a:pt x="377859" y="98350"/>
                </a:cubicBezTo>
                <a:cubicBezTo>
                  <a:pt x="379439" y="92047"/>
                  <a:pt x="381324" y="85897"/>
                  <a:pt x="383514" y="79900"/>
                </a:cubicBezTo>
                <a:lnTo>
                  <a:pt x="400861" y="32707"/>
                </a:lnTo>
                <a:lnTo>
                  <a:pt x="414616" y="32707"/>
                </a:lnTo>
                <a:lnTo>
                  <a:pt x="383744" y="115293"/>
                </a:lnTo>
                <a:cubicBezTo>
                  <a:pt x="380432" y="124215"/>
                  <a:pt x="377859" y="130358"/>
                  <a:pt x="376025" y="133722"/>
                </a:cubicBezTo>
                <a:cubicBezTo>
                  <a:pt x="373580" y="138259"/>
                  <a:pt x="370778" y="141585"/>
                  <a:pt x="367619" y="143701"/>
                </a:cubicBezTo>
                <a:cubicBezTo>
                  <a:pt x="364461" y="145817"/>
                  <a:pt x="360691" y="146875"/>
                  <a:pt x="356310" y="146875"/>
                </a:cubicBezTo>
                <a:cubicBezTo>
                  <a:pt x="353661" y="146875"/>
                  <a:pt x="350706" y="146315"/>
                  <a:pt x="347445" y="145194"/>
                </a:cubicBezTo>
                <a:close/>
                <a:moveTo>
                  <a:pt x="452596" y="146875"/>
                </a:moveTo>
                <a:cubicBezTo>
                  <a:pt x="445005" y="137297"/>
                  <a:pt x="438586" y="126089"/>
                  <a:pt x="433338" y="113251"/>
                </a:cubicBezTo>
                <a:cubicBezTo>
                  <a:pt x="428091" y="100413"/>
                  <a:pt x="425467" y="87116"/>
                  <a:pt x="425467" y="73361"/>
                </a:cubicBezTo>
                <a:cubicBezTo>
                  <a:pt x="425467" y="61236"/>
                  <a:pt x="427429" y="49621"/>
                  <a:pt x="431352" y="38515"/>
                </a:cubicBezTo>
                <a:cubicBezTo>
                  <a:pt x="435937" y="25625"/>
                  <a:pt x="443018" y="12787"/>
                  <a:pt x="452596" y="0"/>
                </a:cubicBezTo>
                <a:lnTo>
                  <a:pt x="462454" y="0"/>
                </a:lnTo>
                <a:cubicBezTo>
                  <a:pt x="456289" y="10597"/>
                  <a:pt x="452214" y="18162"/>
                  <a:pt x="450227" y="22696"/>
                </a:cubicBezTo>
                <a:cubicBezTo>
                  <a:pt x="447119" y="29727"/>
                  <a:pt x="444674" y="37063"/>
                  <a:pt x="442891" y="44704"/>
                </a:cubicBezTo>
                <a:cubicBezTo>
                  <a:pt x="440700" y="54231"/>
                  <a:pt x="439605" y="63809"/>
                  <a:pt x="439605" y="73438"/>
                </a:cubicBezTo>
                <a:cubicBezTo>
                  <a:pt x="439605" y="97942"/>
                  <a:pt x="447221" y="122421"/>
                  <a:pt x="462454" y="146875"/>
                </a:cubicBezTo>
                <a:lnTo>
                  <a:pt x="452596" y="146875"/>
                </a:lnTo>
                <a:close/>
                <a:moveTo>
                  <a:pt x="478118" y="113863"/>
                </a:moveTo>
                <a:lnTo>
                  <a:pt x="478118" y="1834"/>
                </a:lnTo>
                <a:lnTo>
                  <a:pt x="491873" y="1834"/>
                </a:lnTo>
                <a:lnTo>
                  <a:pt x="491873" y="113863"/>
                </a:lnTo>
                <a:lnTo>
                  <a:pt x="478118" y="113863"/>
                </a:lnTo>
                <a:close/>
                <a:moveTo>
                  <a:pt x="513244" y="17729"/>
                </a:moveTo>
                <a:lnTo>
                  <a:pt x="513244" y="1834"/>
                </a:lnTo>
                <a:lnTo>
                  <a:pt x="526999" y="1834"/>
                </a:lnTo>
                <a:lnTo>
                  <a:pt x="526999" y="17729"/>
                </a:lnTo>
                <a:lnTo>
                  <a:pt x="513244" y="17729"/>
                </a:lnTo>
                <a:moveTo>
                  <a:pt x="513244" y="113863"/>
                </a:moveTo>
                <a:lnTo>
                  <a:pt x="513244" y="32707"/>
                </a:lnTo>
                <a:lnTo>
                  <a:pt x="526999" y="32707"/>
                </a:lnTo>
                <a:lnTo>
                  <a:pt x="526999" y="113863"/>
                </a:lnTo>
                <a:lnTo>
                  <a:pt x="513244" y="113863"/>
                </a:lnTo>
                <a:close/>
                <a:moveTo>
                  <a:pt x="560596" y="113863"/>
                </a:moveTo>
                <a:lnTo>
                  <a:pt x="547835" y="113863"/>
                </a:lnTo>
                <a:lnTo>
                  <a:pt x="547835" y="1834"/>
                </a:lnTo>
                <a:lnTo>
                  <a:pt x="561590" y="1834"/>
                </a:lnTo>
                <a:lnTo>
                  <a:pt x="561590" y="41949"/>
                </a:lnTo>
                <a:cubicBezTo>
                  <a:pt x="567398" y="34565"/>
                  <a:pt x="574810" y="30873"/>
                  <a:pt x="583827" y="30873"/>
                </a:cubicBezTo>
                <a:cubicBezTo>
                  <a:pt x="588820" y="30873"/>
                  <a:pt x="593545" y="31879"/>
                  <a:pt x="598003" y="33891"/>
                </a:cubicBezTo>
                <a:cubicBezTo>
                  <a:pt x="602461" y="35904"/>
                  <a:pt x="606129" y="38731"/>
                  <a:pt x="609007" y="42374"/>
                </a:cubicBezTo>
                <a:cubicBezTo>
                  <a:pt x="611885" y="46016"/>
                  <a:pt x="614140" y="50410"/>
                  <a:pt x="615770" y="55556"/>
                </a:cubicBezTo>
                <a:cubicBezTo>
                  <a:pt x="617400" y="60701"/>
                  <a:pt x="618215" y="66203"/>
                  <a:pt x="618215" y="72062"/>
                </a:cubicBezTo>
                <a:cubicBezTo>
                  <a:pt x="618215" y="85970"/>
                  <a:pt x="614777" y="96719"/>
                  <a:pt x="607899" y="104310"/>
                </a:cubicBezTo>
                <a:cubicBezTo>
                  <a:pt x="601021" y="111901"/>
                  <a:pt x="592768" y="115697"/>
                  <a:pt x="583140" y="115697"/>
                </a:cubicBezTo>
                <a:cubicBezTo>
                  <a:pt x="573562" y="115697"/>
                  <a:pt x="566047" y="111646"/>
                  <a:pt x="560596" y="103546"/>
                </a:cubicBezTo>
                <a:lnTo>
                  <a:pt x="560596" y="113863"/>
                </a:lnTo>
                <a:moveTo>
                  <a:pt x="560443" y="72676"/>
                </a:moveTo>
                <a:cubicBezTo>
                  <a:pt x="560443" y="82358"/>
                  <a:pt x="561768" y="89355"/>
                  <a:pt x="564417" y="93664"/>
                </a:cubicBezTo>
                <a:cubicBezTo>
                  <a:pt x="568748" y="100711"/>
                  <a:pt x="574606" y="104234"/>
                  <a:pt x="581993" y="104234"/>
                </a:cubicBezTo>
                <a:cubicBezTo>
                  <a:pt x="588005" y="104234"/>
                  <a:pt x="593201" y="101636"/>
                  <a:pt x="597583" y="96439"/>
                </a:cubicBezTo>
                <a:cubicBezTo>
                  <a:pt x="601964" y="91243"/>
                  <a:pt x="604154" y="83499"/>
                  <a:pt x="604154" y="73208"/>
                </a:cubicBezTo>
                <a:cubicBezTo>
                  <a:pt x="604154" y="62664"/>
                  <a:pt x="602053" y="54883"/>
                  <a:pt x="597850" y="49865"/>
                </a:cubicBezTo>
                <a:cubicBezTo>
                  <a:pt x="593647" y="44845"/>
                  <a:pt x="588565" y="42335"/>
                  <a:pt x="582605" y="42335"/>
                </a:cubicBezTo>
                <a:cubicBezTo>
                  <a:pt x="576593" y="42335"/>
                  <a:pt x="571397" y="44934"/>
                  <a:pt x="567015" y="50130"/>
                </a:cubicBezTo>
                <a:cubicBezTo>
                  <a:pt x="562634" y="55326"/>
                  <a:pt x="560443" y="62842"/>
                  <a:pt x="560443" y="72676"/>
                </a:cubicBezTo>
                <a:close/>
                <a:moveTo>
                  <a:pt x="687885" y="84060"/>
                </a:moveTo>
                <a:lnTo>
                  <a:pt x="701410" y="85817"/>
                </a:lnTo>
                <a:cubicBezTo>
                  <a:pt x="699933" y="95164"/>
                  <a:pt x="696150" y="102481"/>
                  <a:pt x="690062" y="107768"/>
                </a:cubicBezTo>
                <a:cubicBezTo>
                  <a:pt x="683974" y="113054"/>
                  <a:pt x="676498" y="115697"/>
                  <a:pt x="667634" y="115697"/>
                </a:cubicBezTo>
                <a:cubicBezTo>
                  <a:pt x="656528" y="115697"/>
                  <a:pt x="647600" y="112067"/>
                  <a:pt x="640849" y="104807"/>
                </a:cubicBezTo>
                <a:cubicBezTo>
                  <a:pt x="634099" y="97547"/>
                  <a:pt x="630724" y="87142"/>
                  <a:pt x="630724" y="73590"/>
                </a:cubicBezTo>
                <a:cubicBezTo>
                  <a:pt x="630724" y="64828"/>
                  <a:pt x="632176" y="57161"/>
                  <a:pt x="635080" y="50589"/>
                </a:cubicBezTo>
                <a:cubicBezTo>
                  <a:pt x="637984" y="44017"/>
                  <a:pt x="642403" y="39088"/>
                  <a:pt x="648338" y="35802"/>
                </a:cubicBezTo>
                <a:cubicBezTo>
                  <a:pt x="654273" y="32516"/>
                  <a:pt x="660731" y="30873"/>
                  <a:pt x="667710" y="30873"/>
                </a:cubicBezTo>
                <a:cubicBezTo>
                  <a:pt x="676524" y="30873"/>
                  <a:pt x="683732" y="33109"/>
                  <a:pt x="689336" y="37581"/>
                </a:cubicBezTo>
                <a:cubicBezTo>
                  <a:pt x="694940" y="42051"/>
                  <a:pt x="698532" y="48400"/>
                  <a:pt x="700111" y="56626"/>
                </a:cubicBezTo>
                <a:lnTo>
                  <a:pt x="686738" y="58689"/>
                </a:lnTo>
                <a:cubicBezTo>
                  <a:pt x="685465" y="53263"/>
                  <a:pt x="683210" y="49181"/>
                  <a:pt x="679975" y="46443"/>
                </a:cubicBezTo>
                <a:cubicBezTo>
                  <a:pt x="676740" y="43705"/>
                  <a:pt x="672830" y="42335"/>
                  <a:pt x="668245" y="42335"/>
                </a:cubicBezTo>
                <a:cubicBezTo>
                  <a:pt x="661317" y="42335"/>
                  <a:pt x="655687" y="44807"/>
                  <a:pt x="651357" y="49750"/>
                </a:cubicBezTo>
                <a:cubicBezTo>
                  <a:pt x="647026" y="54692"/>
                  <a:pt x="644861" y="62511"/>
                  <a:pt x="644861" y="73208"/>
                </a:cubicBezTo>
                <a:cubicBezTo>
                  <a:pt x="644861" y="84058"/>
                  <a:pt x="646950" y="91942"/>
                  <a:pt x="651128" y="96860"/>
                </a:cubicBezTo>
                <a:cubicBezTo>
                  <a:pt x="655305" y="101776"/>
                  <a:pt x="660756" y="104234"/>
                  <a:pt x="667481" y="104234"/>
                </a:cubicBezTo>
                <a:cubicBezTo>
                  <a:pt x="672881" y="104234"/>
                  <a:pt x="677390" y="102585"/>
                  <a:pt x="681007" y="99286"/>
                </a:cubicBezTo>
                <a:cubicBezTo>
                  <a:pt x="684624" y="95987"/>
                  <a:pt x="686917" y="90912"/>
                  <a:pt x="687885" y="84060"/>
                </a:cubicBezTo>
                <a:close/>
                <a:moveTo>
                  <a:pt x="716771" y="113863"/>
                </a:moveTo>
                <a:lnTo>
                  <a:pt x="716771" y="98120"/>
                </a:lnTo>
                <a:lnTo>
                  <a:pt x="732436" y="98120"/>
                </a:lnTo>
                <a:lnTo>
                  <a:pt x="732436" y="113817"/>
                </a:lnTo>
                <a:cubicBezTo>
                  <a:pt x="732436" y="119587"/>
                  <a:pt x="731417" y="124245"/>
                  <a:pt x="729380" y="127792"/>
                </a:cubicBezTo>
                <a:cubicBezTo>
                  <a:pt x="727342" y="131341"/>
                  <a:pt x="724107" y="134085"/>
                  <a:pt x="719675" y="136024"/>
                </a:cubicBezTo>
                <a:lnTo>
                  <a:pt x="715854" y="130063"/>
                </a:lnTo>
                <a:cubicBezTo>
                  <a:pt x="718758" y="128796"/>
                  <a:pt x="720897" y="126932"/>
                  <a:pt x="722273" y="124473"/>
                </a:cubicBezTo>
                <a:cubicBezTo>
                  <a:pt x="723648" y="122013"/>
                  <a:pt x="724412" y="118476"/>
                  <a:pt x="724565" y="113863"/>
                </a:cubicBezTo>
                <a:lnTo>
                  <a:pt x="716771" y="113863"/>
                </a:lnTo>
                <a:close/>
                <a:moveTo>
                  <a:pt x="799889" y="113863"/>
                </a:moveTo>
                <a:lnTo>
                  <a:pt x="799889" y="1834"/>
                </a:lnTo>
                <a:lnTo>
                  <a:pt x="813645" y="1834"/>
                </a:lnTo>
                <a:lnTo>
                  <a:pt x="813645" y="113863"/>
                </a:lnTo>
                <a:lnTo>
                  <a:pt x="799889" y="113863"/>
                </a:lnTo>
                <a:close/>
                <a:moveTo>
                  <a:pt x="835015" y="17729"/>
                </a:moveTo>
                <a:lnTo>
                  <a:pt x="835015" y="1834"/>
                </a:lnTo>
                <a:lnTo>
                  <a:pt x="848770" y="1834"/>
                </a:lnTo>
                <a:lnTo>
                  <a:pt x="848770" y="17729"/>
                </a:lnTo>
                <a:lnTo>
                  <a:pt x="835015" y="17729"/>
                </a:lnTo>
                <a:moveTo>
                  <a:pt x="835015" y="113863"/>
                </a:moveTo>
                <a:lnTo>
                  <a:pt x="835015" y="32707"/>
                </a:lnTo>
                <a:lnTo>
                  <a:pt x="848770" y="32707"/>
                </a:lnTo>
                <a:lnTo>
                  <a:pt x="848770" y="113863"/>
                </a:lnTo>
                <a:lnTo>
                  <a:pt x="835015" y="113863"/>
                </a:lnTo>
                <a:close/>
                <a:moveTo>
                  <a:pt x="882368" y="113863"/>
                </a:moveTo>
                <a:lnTo>
                  <a:pt x="869606" y="113863"/>
                </a:lnTo>
                <a:lnTo>
                  <a:pt x="869606" y="1834"/>
                </a:lnTo>
                <a:lnTo>
                  <a:pt x="883362" y="1834"/>
                </a:lnTo>
                <a:lnTo>
                  <a:pt x="883362" y="41949"/>
                </a:lnTo>
                <a:cubicBezTo>
                  <a:pt x="889169" y="34565"/>
                  <a:pt x="896582" y="30873"/>
                  <a:pt x="905599" y="30873"/>
                </a:cubicBezTo>
                <a:cubicBezTo>
                  <a:pt x="910592" y="30873"/>
                  <a:pt x="915317" y="31879"/>
                  <a:pt x="919775" y="33891"/>
                </a:cubicBezTo>
                <a:cubicBezTo>
                  <a:pt x="924232" y="35904"/>
                  <a:pt x="927900" y="38731"/>
                  <a:pt x="930779" y="42374"/>
                </a:cubicBezTo>
                <a:cubicBezTo>
                  <a:pt x="933657" y="46016"/>
                  <a:pt x="935912" y="50410"/>
                  <a:pt x="937542" y="55556"/>
                </a:cubicBezTo>
                <a:cubicBezTo>
                  <a:pt x="939172" y="60701"/>
                  <a:pt x="939987" y="66203"/>
                  <a:pt x="939987" y="72062"/>
                </a:cubicBezTo>
                <a:cubicBezTo>
                  <a:pt x="939987" y="85970"/>
                  <a:pt x="936548" y="96719"/>
                  <a:pt x="929671" y="104310"/>
                </a:cubicBezTo>
                <a:cubicBezTo>
                  <a:pt x="922793" y="111901"/>
                  <a:pt x="914540" y="115697"/>
                  <a:pt x="904911" y="115697"/>
                </a:cubicBezTo>
                <a:cubicBezTo>
                  <a:pt x="895334" y="115697"/>
                  <a:pt x="887819" y="111646"/>
                  <a:pt x="882368" y="103546"/>
                </a:cubicBezTo>
                <a:lnTo>
                  <a:pt x="882368" y="113863"/>
                </a:lnTo>
                <a:moveTo>
                  <a:pt x="882215" y="72676"/>
                </a:moveTo>
                <a:cubicBezTo>
                  <a:pt x="882215" y="82358"/>
                  <a:pt x="883540" y="89355"/>
                  <a:pt x="886189" y="93664"/>
                </a:cubicBezTo>
                <a:cubicBezTo>
                  <a:pt x="890519" y="100711"/>
                  <a:pt x="896378" y="104234"/>
                  <a:pt x="903765" y="104234"/>
                </a:cubicBezTo>
                <a:cubicBezTo>
                  <a:pt x="909777" y="104234"/>
                  <a:pt x="914973" y="101636"/>
                  <a:pt x="919354" y="96439"/>
                </a:cubicBezTo>
                <a:cubicBezTo>
                  <a:pt x="923736" y="91243"/>
                  <a:pt x="925926" y="83499"/>
                  <a:pt x="925926" y="73208"/>
                </a:cubicBezTo>
                <a:cubicBezTo>
                  <a:pt x="925926" y="62664"/>
                  <a:pt x="923825" y="54883"/>
                  <a:pt x="919622" y="49865"/>
                </a:cubicBezTo>
                <a:cubicBezTo>
                  <a:pt x="915419" y="44845"/>
                  <a:pt x="910337" y="42335"/>
                  <a:pt x="904377" y="42335"/>
                </a:cubicBezTo>
                <a:cubicBezTo>
                  <a:pt x="898365" y="42335"/>
                  <a:pt x="893169" y="44934"/>
                  <a:pt x="888787" y="50130"/>
                </a:cubicBezTo>
                <a:cubicBezTo>
                  <a:pt x="884406" y="55326"/>
                  <a:pt x="882215" y="62842"/>
                  <a:pt x="882215" y="72676"/>
                </a:cubicBezTo>
                <a:close/>
                <a:moveTo>
                  <a:pt x="1009656" y="84060"/>
                </a:moveTo>
                <a:lnTo>
                  <a:pt x="1023182" y="85817"/>
                </a:lnTo>
                <a:cubicBezTo>
                  <a:pt x="1021704" y="95164"/>
                  <a:pt x="1017922" y="102481"/>
                  <a:pt x="1011834" y="107768"/>
                </a:cubicBezTo>
                <a:cubicBezTo>
                  <a:pt x="1005746" y="113054"/>
                  <a:pt x="998270" y="115697"/>
                  <a:pt x="989405" y="115697"/>
                </a:cubicBezTo>
                <a:cubicBezTo>
                  <a:pt x="978299" y="115697"/>
                  <a:pt x="969371" y="112067"/>
                  <a:pt x="962621" y="104807"/>
                </a:cubicBezTo>
                <a:cubicBezTo>
                  <a:pt x="955870" y="97547"/>
                  <a:pt x="952495" y="87142"/>
                  <a:pt x="952495" y="73590"/>
                </a:cubicBezTo>
                <a:cubicBezTo>
                  <a:pt x="952495" y="64828"/>
                  <a:pt x="953947" y="57161"/>
                  <a:pt x="956851" y="50589"/>
                </a:cubicBezTo>
                <a:cubicBezTo>
                  <a:pt x="959755" y="44017"/>
                  <a:pt x="964175" y="39088"/>
                  <a:pt x="970110" y="35802"/>
                </a:cubicBezTo>
                <a:cubicBezTo>
                  <a:pt x="976045" y="32516"/>
                  <a:pt x="982502" y="30873"/>
                  <a:pt x="989482" y="30873"/>
                </a:cubicBezTo>
                <a:cubicBezTo>
                  <a:pt x="998295" y="30873"/>
                  <a:pt x="1005504" y="33109"/>
                  <a:pt x="1011108" y="37581"/>
                </a:cubicBezTo>
                <a:cubicBezTo>
                  <a:pt x="1016712" y="42051"/>
                  <a:pt x="1020303" y="48400"/>
                  <a:pt x="1021883" y="56626"/>
                </a:cubicBezTo>
                <a:lnTo>
                  <a:pt x="1008510" y="58689"/>
                </a:lnTo>
                <a:cubicBezTo>
                  <a:pt x="1007236" y="53263"/>
                  <a:pt x="1004982" y="49181"/>
                  <a:pt x="1001747" y="46443"/>
                </a:cubicBezTo>
                <a:cubicBezTo>
                  <a:pt x="998512" y="43705"/>
                  <a:pt x="994602" y="42335"/>
                  <a:pt x="990017" y="42335"/>
                </a:cubicBezTo>
                <a:cubicBezTo>
                  <a:pt x="983088" y="42335"/>
                  <a:pt x="977459" y="44807"/>
                  <a:pt x="973128" y="49750"/>
                </a:cubicBezTo>
                <a:cubicBezTo>
                  <a:pt x="968798" y="54692"/>
                  <a:pt x="966633" y="62511"/>
                  <a:pt x="966633" y="73208"/>
                </a:cubicBezTo>
                <a:cubicBezTo>
                  <a:pt x="966633" y="84058"/>
                  <a:pt x="968721" y="91942"/>
                  <a:pt x="972899" y="96860"/>
                </a:cubicBezTo>
                <a:cubicBezTo>
                  <a:pt x="977076" y="101776"/>
                  <a:pt x="982528" y="104234"/>
                  <a:pt x="989252" y="104234"/>
                </a:cubicBezTo>
                <a:cubicBezTo>
                  <a:pt x="994653" y="104234"/>
                  <a:pt x="999161" y="102585"/>
                  <a:pt x="1002778" y="99286"/>
                </a:cubicBezTo>
                <a:cubicBezTo>
                  <a:pt x="1006395" y="95987"/>
                  <a:pt x="1008688" y="90912"/>
                  <a:pt x="1009656" y="84060"/>
                </a:cubicBezTo>
                <a:close/>
                <a:moveTo>
                  <a:pt x="1088137" y="113863"/>
                </a:moveTo>
                <a:lnTo>
                  <a:pt x="1088137" y="101941"/>
                </a:lnTo>
                <a:cubicBezTo>
                  <a:pt x="1081820" y="111111"/>
                  <a:pt x="1073236" y="115697"/>
                  <a:pt x="1062384" y="115697"/>
                </a:cubicBezTo>
                <a:cubicBezTo>
                  <a:pt x="1057596" y="115697"/>
                  <a:pt x="1053125" y="114780"/>
                  <a:pt x="1048973" y="112946"/>
                </a:cubicBezTo>
                <a:cubicBezTo>
                  <a:pt x="1044821" y="111111"/>
                  <a:pt x="1041739" y="108806"/>
                  <a:pt x="1039727" y="106030"/>
                </a:cubicBezTo>
                <a:cubicBezTo>
                  <a:pt x="1037714" y="103253"/>
                  <a:pt x="1036300" y="99853"/>
                  <a:pt x="1035485" y="95828"/>
                </a:cubicBezTo>
                <a:cubicBezTo>
                  <a:pt x="1034925" y="93128"/>
                  <a:pt x="1034645" y="88848"/>
                  <a:pt x="1034645" y="82990"/>
                </a:cubicBezTo>
                <a:lnTo>
                  <a:pt x="1034645" y="32707"/>
                </a:lnTo>
                <a:lnTo>
                  <a:pt x="1048400" y="32707"/>
                </a:lnTo>
                <a:lnTo>
                  <a:pt x="1048400" y="77717"/>
                </a:lnTo>
                <a:cubicBezTo>
                  <a:pt x="1048400" y="84900"/>
                  <a:pt x="1048680" y="89740"/>
                  <a:pt x="1049241" y="92236"/>
                </a:cubicBezTo>
                <a:cubicBezTo>
                  <a:pt x="1050107" y="95853"/>
                  <a:pt x="1051941" y="98694"/>
                  <a:pt x="1054743" y="100757"/>
                </a:cubicBezTo>
                <a:cubicBezTo>
                  <a:pt x="1057545" y="102820"/>
                  <a:pt x="1061009" y="103852"/>
                  <a:pt x="1065135" y="103852"/>
                </a:cubicBezTo>
                <a:cubicBezTo>
                  <a:pt x="1069262" y="103852"/>
                  <a:pt x="1073134" y="102795"/>
                  <a:pt x="1076751" y="100680"/>
                </a:cubicBezTo>
                <a:cubicBezTo>
                  <a:pt x="1080368" y="98566"/>
                  <a:pt x="1082928" y="95688"/>
                  <a:pt x="1084431" y="92045"/>
                </a:cubicBezTo>
                <a:cubicBezTo>
                  <a:pt x="1085934" y="88403"/>
                  <a:pt x="1086685" y="83117"/>
                  <a:pt x="1086685" y="76189"/>
                </a:cubicBezTo>
                <a:lnTo>
                  <a:pt x="1086685" y="32707"/>
                </a:lnTo>
                <a:lnTo>
                  <a:pt x="1100440" y="32707"/>
                </a:lnTo>
                <a:lnTo>
                  <a:pt x="1100440" y="113863"/>
                </a:lnTo>
                <a:lnTo>
                  <a:pt x="1088137" y="113863"/>
                </a:lnTo>
                <a:close/>
                <a:moveTo>
                  <a:pt x="1174618" y="113863"/>
                </a:moveTo>
                <a:lnTo>
                  <a:pt x="1174618" y="103623"/>
                </a:lnTo>
                <a:cubicBezTo>
                  <a:pt x="1169473" y="111672"/>
                  <a:pt x="1161907" y="115697"/>
                  <a:pt x="1151922" y="115697"/>
                </a:cubicBezTo>
                <a:cubicBezTo>
                  <a:pt x="1145452" y="115697"/>
                  <a:pt x="1139504" y="113913"/>
                  <a:pt x="1134079" y="110347"/>
                </a:cubicBezTo>
                <a:cubicBezTo>
                  <a:pt x="1128653" y="106781"/>
                  <a:pt x="1124450" y="101801"/>
                  <a:pt x="1121470" y="95408"/>
                </a:cubicBezTo>
                <a:cubicBezTo>
                  <a:pt x="1118489" y="89014"/>
                  <a:pt x="1116999" y="81665"/>
                  <a:pt x="1116999" y="73361"/>
                </a:cubicBezTo>
                <a:cubicBezTo>
                  <a:pt x="1116999" y="65261"/>
                  <a:pt x="1118349" y="57912"/>
                  <a:pt x="1121049" y="51315"/>
                </a:cubicBezTo>
                <a:cubicBezTo>
                  <a:pt x="1123750" y="44717"/>
                  <a:pt x="1127800" y="39661"/>
                  <a:pt x="1133200" y="36146"/>
                </a:cubicBezTo>
                <a:cubicBezTo>
                  <a:pt x="1138600" y="32630"/>
                  <a:pt x="1144637" y="30873"/>
                  <a:pt x="1151311" y="30873"/>
                </a:cubicBezTo>
                <a:cubicBezTo>
                  <a:pt x="1156202" y="30873"/>
                  <a:pt x="1160557" y="31904"/>
                  <a:pt x="1164378" y="33968"/>
                </a:cubicBezTo>
                <a:cubicBezTo>
                  <a:pt x="1168199" y="36031"/>
                  <a:pt x="1171307" y="38718"/>
                  <a:pt x="1173701" y="42030"/>
                </a:cubicBezTo>
                <a:lnTo>
                  <a:pt x="1173701" y="1834"/>
                </a:lnTo>
                <a:lnTo>
                  <a:pt x="1187380" y="1834"/>
                </a:lnTo>
                <a:lnTo>
                  <a:pt x="1187380" y="113863"/>
                </a:lnTo>
                <a:lnTo>
                  <a:pt x="1174618" y="113863"/>
                </a:lnTo>
                <a:moveTo>
                  <a:pt x="1131137" y="73323"/>
                </a:moveTo>
                <a:cubicBezTo>
                  <a:pt x="1131137" y="83677"/>
                  <a:pt x="1133327" y="91418"/>
                  <a:pt x="1137708" y="96544"/>
                </a:cubicBezTo>
                <a:cubicBezTo>
                  <a:pt x="1142090" y="101671"/>
                  <a:pt x="1147261" y="104234"/>
                  <a:pt x="1153221" y="104234"/>
                </a:cubicBezTo>
                <a:cubicBezTo>
                  <a:pt x="1159233" y="104234"/>
                  <a:pt x="1164340" y="101785"/>
                  <a:pt x="1168543" y="96888"/>
                </a:cubicBezTo>
                <a:cubicBezTo>
                  <a:pt x="1172746" y="91990"/>
                  <a:pt x="1174848" y="84515"/>
                  <a:pt x="1174848" y="74464"/>
                </a:cubicBezTo>
                <a:cubicBezTo>
                  <a:pt x="1174848" y="63400"/>
                  <a:pt x="1172708" y="55279"/>
                  <a:pt x="1168428" y="50101"/>
                </a:cubicBezTo>
                <a:cubicBezTo>
                  <a:pt x="1164149" y="44924"/>
                  <a:pt x="1158876" y="42335"/>
                  <a:pt x="1152610" y="42335"/>
                </a:cubicBezTo>
                <a:cubicBezTo>
                  <a:pt x="1146497" y="42335"/>
                  <a:pt x="1141389" y="44823"/>
                  <a:pt x="1137288" y="49798"/>
                </a:cubicBezTo>
                <a:cubicBezTo>
                  <a:pt x="1133187" y="54772"/>
                  <a:pt x="1131137" y="62613"/>
                  <a:pt x="1131137" y="73323"/>
                </a:cubicBezTo>
                <a:close/>
                <a:moveTo>
                  <a:pt x="1261940" y="103842"/>
                </a:moveTo>
                <a:cubicBezTo>
                  <a:pt x="1256845" y="108176"/>
                  <a:pt x="1251942" y="111235"/>
                  <a:pt x="1247230" y="113020"/>
                </a:cubicBezTo>
                <a:cubicBezTo>
                  <a:pt x="1242517" y="114804"/>
                  <a:pt x="1237461" y="115697"/>
                  <a:pt x="1232061" y="115697"/>
                </a:cubicBezTo>
                <a:cubicBezTo>
                  <a:pt x="1223145" y="115697"/>
                  <a:pt x="1216293" y="113517"/>
                  <a:pt x="1211504" y="109158"/>
                </a:cubicBezTo>
                <a:cubicBezTo>
                  <a:pt x="1206715" y="104799"/>
                  <a:pt x="1204321" y="99229"/>
                  <a:pt x="1204321" y="92449"/>
                </a:cubicBezTo>
                <a:cubicBezTo>
                  <a:pt x="1204321" y="88474"/>
                  <a:pt x="1205225" y="84842"/>
                  <a:pt x="1207034" y="81555"/>
                </a:cubicBezTo>
                <a:cubicBezTo>
                  <a:pt x="1208842" y="78265"/>
                  <a:pt x="1211211" y="75627"/>
                  <a:pt x="1214141" y="73638"/>
                </a:cubicBezTo>
                <a:cubicBezTo>
                  <a:pt x="1217070" y="71650"/>
                  <a:pt x="1220369" y="70146"/>
                  <a:pt x="1224037" y="69127"/>
                </a:cubicBezTo>
                <a:cubicBezTo>
                  <a:pt x="1226737" y="68412"/>
                  <a:pt x="1230812" y="67724"/>
                  <a:pt x="1236264" y="67061"/>
                </a:cubicBezTo>
                <a:cubicBezTo>
                  <a:pt x="1247370" y="65746"/>
                  <a:pt x="1255546" y="64178"/>
                  <a:pt x="1260794" y="62357"/>
                </a:cubicBezTo>
                <a:cubicBezTo>
                  <a:pt x="1260845" y="60480"/>
                  <a:pt x="1260870" y="59287"/>
                  <a:pt x="1260870" y="58780"/>
                </a:cubicBezTo>
                <a:cubicBezTo>
                  <a:pt x="1260870" y="53196"/>
                  <a:pt x="1259571" y="49263"/>
                  <a:pt x="1256973" y="46980"/>
                </a:cubicBezTo>
                <a:cubicBezTo>
                  <a:pt x="1253458" y="43884"/>
                  <a:pt x="1248236" y="42335"/>
                  <a:pt x="1241307" y="42335"/>
                </a:cubicBezTo>
                <a:cubicBezTo>
                  <a:pt x="1234837" y="42335"/>
                  <a:pt x="1230061" y="43469"/>
                  <a:pt x="1226979" y="45736"/>
                </a:cubicBezTo>
                <a:cubicBezTo>
                  <a:pt x="1223897" y="48003"/>
                  <a:pt x="1221617" y="52015"/>
                  <a:pt x="1220139" y="57772"/>
                </a:cubicBezTo>
                <a:lnTo>
                  <a:pt x="1206690" y="55938"/>
                </a:lnTo>
                <a:cubicBezTo>
                  <a:pt x="1207913" y="50164"/>
                  <a:pt x="1209925" y="45500"/>
                  <a:pt x="1212727" y="41949"/>
                </a:cubicBezTo>
                <a:cubicBezTo>
                  <a:pt x="1215529" y="38397"/>
                  <a:pt x="1219579" y="35663"/>
                  <a:pt x="1224877" y="33748"/>
                </a:cubicBezTo>
                <a:cubicBezTo>
                  <a:pt x="1230176" y="31831"/>
                  <a:pt x="1236315" y="30873"/>
                  <a:pt x="1243294" y="30873"/>
                </a:cubicBezTo>
                <a:cubicBezTo>
                  <a:pt x="1250223" y="30873"/>
                  <a:pt x="1255852" y="31688"/>
                  <a:pt x="1260182" y="33318"/>
                </a:cubicBezTo>
                <a:cubicBezTo>
                  <a:pt x="1264513" y="34948"/>
                  <a:pt x="1267697" y="36999"/>
                  <a:pt x="1269735" y="39470"/>
                </a:cubicBezTo>
                <a:cubicBezTo>
                  <a:pt x="1271772" y="41941"/>
                  <a:pt x="1273199" y="45061"/>
                  <a:pt x="1274014" y="48831"/>
                </a:cubicBezTo>
                <a:cubicBezTo>
                  <a:pt x="1274473" y="51174"/>
                  <a:pt x="1274702" y="55403"/>
                  <a:pt x="1274702" y="61516"/>
                </a:cubicBezTo>
                <a:lnTo>
                  <a:pt x="1274702" y="79857"/>
                </a:lnTo>
                <a:cubicBezTo>
                  <a:pt x="1274702" y="92644"/>
                  <a:pt x="1274995" y="100731"/>
                  <a:pt x="1275581" y="104119"/>
                </a:cubicBezTo>
                <a:cubicBezTo>
                  <a:pt x="1276166" y="107507"/>
                  <a:pt x="1277325" y="110755"/>
                  <a:pt x="1279058" y="113863"/>
                </a:cubicBezTo>
                <a:lnTo>
                  <a:pt x="1264691" y="113863"/>
                </a:lnTo>
                <a:cubicBezTo>
                  <a:pt x="1263265" y="111006"/>
                  <a:pt x="1262348" y="107666"/>
                  <a:pt x="1261940" y="103842"/>
                </a:cubicBezTo>
                <a:moveTo>
                  <a:pt x="1260794" y="73055"/>
                </a:moveTo>
                <a:cubicBezTo>
                  <a:pt x="1255801" y="75111"/>
                  <a:pt x="1248312" y="76857"/>
                  <a:pt x="1238327" y="78295"/>
                </a:cubicBezTo>
                <a:cubicBezTo>
                  <a:pt x="1232672" y="79113"/>
                  <a:pt x="1228673" y="80034"/>
                  <a:pt x="1226329" y="81058"/>
                </a:cubicBezTo>
                <a:cubicBezTo>
                  <a:pt x="1223986" y="82080"/>
                  <a:pt x="1222177" y="83576"/>
                  <a:pt x="1220904" y="85547"/>
                </a:cubicBezTo>
                <a:cubicBezTo>
                  <a:pt x="1219630" y="87517"/>
                  <a:pt x="1218993" y="89703"/>
                  <a:pt x="1218993" y="92107"/>
                </a:cubicBezTo>
                <a:cubicBezTo>
                  <a:pt x="1218993" y="95790"/>
                  <a:pt x="1220381" y="98859"/>
                  <a:pt x="1223158" y="101316"/>
                </a:cubicBezTo>
                <a:cubicBezTo>
                  <a:pt x="1225934" y="103771"/>
                  <a:pt x="1229997" y="104998"/>
                  <a:pt x="1235347" y="104998"/>
                </a:cubicBezTo>
                <a:cubicBezTo>
                  <a:pt x="1240645" y="104998"/>
                  <a:pt x="1245357" y="103833"/>
                  <a:pt x="1249484" y="101504"/>
                </a:cubicBezTo>
                <a:cubicBezTo>
                  <a:pt x="1253610" y="99175"/>
                  <a:pt x="1256642" y="95989"/>
                  <a:pt x="1258578" y="91945"/>
                </a:cubicBezTo>
                <a:cubicBezTo>
                  <a:pt x="1260055" y="88821"/>
                  <a:pt x="1260794" y="84214"/>
                  <a:pt x="1260794" y="78123"/>
                </a:cubicBezTo>
                <a:lnTo>
                  <a:pt x="1260794" y="73055"/>
                </a:lnTo>
                <a:close/>
                <a:moveTo>
                  <a:pt x="1305015" y="146875"/>
                </a:moveTo>
                <a:lnTo>
                  <a:pt x="1295158" y="146875"/>
                </a:lnTo>
                <a:cubicBezTo>
                  <a:pt x="1310390" y="122421"/>
                  <a:pt x="1318007" y="97942"/>
                  <a:pt x="1318007" y="73438"/>
                </a:cubicBezTo>
                <a:cubicBezTo>
                  <a:pt x="1318007" y="63860"/>
                  <a:pt x="1316911" y="54359"/>
                  <a:pt x="1314721" y="44934"/>
                </a:cubicBezTo>
                <a:cubicBezTo>
                  <a:pt x="1312988" y="37292"/>
                  <a:pt x="1310569" y="29956"/>
                  <a:pt x="1307461" y="22925"/>
                </a:cubicBezTo>
                <a:cubicBezTo>
                  <a:pt x="1305474" y="18340"/>
                  <a:pt x="1301373" y="10698"/>
                  <a:pt x="1295158" y="0"/>
                </a:cubicBezTo>
                <a:lnTo>
                  <a:pt x="1305015" y="0"/>
                </a:lnTo>
                <a:cubicBezTo>
                  <a:pt x="1314593" y="12787"/>
                  <a:pt x="1321675" y="25625"/>
                  <a:pt x="1326260" y="38515"/>
                </a:cubicBezTo>
                <a:cubicBezTo>
                  <a:pt x="1330182" y="49621"/>
                  <a:pt x="1332144" y="61236"/>
                  <a:pt x="1332144" y="73361"/>
                </a:cubicBezTo>
                <a:cubicBezTo>
                  <a:pt x="1332144" y="87116"/>
                  <a:pt x="1329507" y="100413"/>
                  <a:pt x="1324235" y="113251"/>
                </a:cubicBezTo>
                <a:cubicBezTo>
                  <a:pt x="1318962" y="126089"/>
                  <a:pt x="1312555" y="137297"/>
                  <a:pt x="1305015" y="1468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AB2FE-DA98-4BD5-A3D5-FB2C99B0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1782313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5"/>
                  <a:pt x="15294" y="255477"/>
                  <a:pt x="11585" y="251768"/>
                </a:cubicBezTo>
                <a:cubicBezTo>
                  <a:pt x="7876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FEB39-F172-436F-B969-B9C3A065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1782313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5"/>
                  <a:pt x="15294" y="255477"/>
                  <a:pt x="11585" y="251768"/>
                </a:cubicBezTo>
                <a:cubicBezTo>
                  <a:pt x="7876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41" name="Text reserved">
            <a:extLst xmlns:a="http://schemas.openxmlformats.org/drawingml/2006/main">
              <a:ext uri="{FF2B5EF4-FFF2-40B4-BE49-F238E27FC236}">
                <a16:creationId xmlns:a16="http://schemas.microsoft.com/office/drawing/2014/main" id="{888A8662-30E8-471A-A82E-FCA827E5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191" y="1846137"/>
            <a:ext cx="587349" cy="113863"/>
          </a:xfrm>
          <a:custGeom xmlns:a="http://schemas.openxmlformats.org/drawingml/2006/main">
            <a:pathLst>
              <a:path w="587349" h="113863">
                <a:moveTo>
                  <a:pt x="0" y="112028"/>
                </a:moveTo>
                <a:lnTo>
                  <a:pt x="0" y="30873"/>
                </a:lnTo>
                <a:lnTo>
                  <a:pt x="12380" y="30873"/>
                </a:lnTo>
                <a:lnTo>
                  <a:pt x="12380" y="43100"/>
                </a:lnTo>
                <a:cubicBezTo>
                  <a:pt x="15538" y="37375"/>
                  <a:pt x="18455" y="33600"/>
                  <a:pt x="21130" y="31775"/>
                </a:cubicBezTo>
                <a:cubicBezTo>
                  <a:pt x="23804" y="29951"/>
                  <a:pt x="26746" y="29039"/>
                  <a:pt x="29956" y="29039"/>
                </a:cubicBezTo>
                <a:cubicBezTo>
                  <a:pt x="34592" y="29039"/>
                  <a:pt x="39304" y="30510"/>
                  <a:pt x="44093" y="33452"/>
                </a:cubicBezTo>
                <a:lnTo>
                  <a:pt x="39355" y="46156"/>
                </a:lnTo>
                <a:cubicBezTo>
                  <a:pt x="35993" y="44169"/>
                  <a:pt x="32630" y="43176"/>
                  <a:pt x="29268" y="43176"/>
                </a:cubicBezTo>
                <a:cubicBezTo>
                  <a:pt x="26262" y="43176"/>
                  <a:pt x="23562" y="44082"/>
                  <a:pt x="21168" y="45894"/>
                </a:cubicBezTo>
                <a:cubicBezTo>
                  <a:pt x="18773" y="47704"/>
                  <a:pt x="17067" y="50215"/>
                  <a:pt x="16048" y="53428"/>
                </a:cubicBezTo>
                <a:cubicBezTo>
                  <a:pt x="14519" y="58323"/>
                  <a:pt x="13755" y="63678"/>
                  <a:pt x="13755" y="69492"/>
                </a:cubicBezTo>
                <a:lnTo>
                  <a:pt x="13755" y="112028"/>
                </a:lnTo>
                <a:lnTo>
                  <a:pt x="0" y="112028"/>
                </a:lnTo>
                <a:close/>
                <a:moveTo>
                  <a:pt x="107824" y="85894"/>
                </a:moveTo>
                <a:lnTo>
                  <a:pt x="122038" y="87651"/>
                </a:lnTo>
                <a:cubicBezTo>
                  <a:pt x="119796" y="95955"/>
                  <a:pt x="115644" y="102400"/>
                  <a:pt x="109582" y="106985"/>
                </a:cubicBezTo>
                <a:cubicBezTo>
                  <a:pt x="103519" y="111570"/>
                  <a:pt x="95776" y="113863"/>
                  <a:pt x="86351" y="113863"/>
                </a:cubicBezTo>
                <a:cubicBezTo>
                  <a:pt x="74481" y="113863"/>
                  <a:pt x="65068" y="110207"/>
                  <a:pt x="58114" y="102897"/>
                </a:cubicBezTo>
                <a:cubicBezTo>
                  <a:pt x="51160" y="95586"/>
                  <a:pt x="47683" y="85333"/>
                  <a:pt x="47683" y="72138"/>
                </a:cubicBezTo>
                <a:cubicBezTo>
                  <a:pt x="47683" y="58485"/>
                  <a:pt x="51199" y="47888"/>
                  <a:pt x="58229" y="40349"/>
                </a:cubicBezTo>
                <a:cubicBezTo>
                  <a:pt x="65260" y="32809"/>
                  <a:pt x="74379" y="29039"/>
                  <a:pt x="85587" y="29039"/>
                </a:cubicBezTo>
                <a:cubicBezTo>
                  <a:pt x="96438" y="29039"/>
                  <a:pt x="105302" y="32727"/>
                  <a:pt x="112180" y="40103"/>
                </a:cubicBezTo>
                <a:cubicBezTo>
                  <a:pt x="119058" y="47477"/>
                  <a:pt x="122496" y="57852"/>
                  <a:pt x="122496" y="71229"/>
                </a:cubicBezTo>
                <a:cubicBezTo>
                  <a:pt x="122496" y="72042"/>
                  <a:pt x="122471" y="73262"/>
                  <a:pt x="122420" y="74889"/>
                </a:cubicBezTo>
                <a:lnTo>
                  <a:pt x="61897" y="74889"/>
                </a:lnTo>
                <a:cubicBezTo>
                  <a:pt x="62407" y="83779"/>
                  <a:pt x="64928" y="90587"/>
                  <a:pt x="69462" y="95312"/>
                </a:cubicBezTo>
                <a:cubicBezTo>
                  <a:pt x="73997" y="100037"/>
                  <a:pt x="79652" y="102400"/>
                  <a:pt x="86427" y="102400"/>
                </a:cubicBezTo>
                <a:cubicBezTo>
                  <a:pt x="91471" y="102400"/>
                  <a:pt x="95776" y="101088"/>
                  <a:pt x="99342" y="98464"/>
                </a:cubicBezTo>
                <a:cubicBezTo>
                  <a:pt x="102908" y="95839"/>
                  <a:pt x="105735" y="91649"/>
                  <a:pt x="107824" y="85894"/>
                </a:cubicBezTo>
                <a:moveTo>
                  <a:pt x="62661" y="63427"/>
                </a:moveTo>
                <a:lnTo>
                  <a:pt x="107977" y="63427"/>
                </a:lnTo>
                <a:cubicBezTo>
                  <a:pt x="107366" y="56712"/>
                  <a:pt x="105634" y="51675"/>
                  <a:pt x="102781" y="48318"/>
                </a:cubicBezTo>
                <a:cubicBezTo>
                  <a:pt x="98399" y="43107"/>
                  <a:pt x="92719" y="40501"/>
                  <a:pt x="85739" y="40501"/>
                </a:cubicBezTo>
                <a:cubicBezTo>
                  <a:pt x="79422" y="40501"/>
                  <a:pt x="74111" y="42581"/>
                  <a:pt x="69806" y="46741"/>
                </a:cubicBezTo>
                <a:cubicBezTo>
                  <a:pt x="65502" y="50900"/>
                  <a:pt x="63120" y="56462"/>
                  <a:pt x="62661" y="63427"/>
                </a:cubicBezTo>
                <a:close/>
                <a:moveTo>
                  <a:pt x="133783" y="87728"/>
                </a:moveTo>
                <a:lnTo>
                  <a:pt x="147385" y="85588"/>
                </a:lnTo>
                <a:cubicBezTo>
                  <a:pt x="148149" y="91015"/>
                  <a:pt x="150276" y="95174"/>
                  <a:pt x="153766" y="98066"/>
                </a:cubicBezTo>
                <a:cubicBezTo>
                  <a:pt x="157256" y="100955"/>
                  <a:pt x="162134" y="102400"/>
                  <a:pt x="168400" y="102400"/>
                </a:cubicBezTo>
                <a:cubicBezTo>
                  <a:pt x="174717" y="102400"/>
                  <a:pt x="179404" y="101124"/>
                  <a:pt x="182461" y="98572"/>
                </a:cubicBezTo>
                <a:cubicBezTo>
                  <a:pt x="185517" y="96018"/>
                  <a:pt x="187046" y="93024"/>
                  <a:pt x="187046" y="89588"/>
                </a:cubicBezTo>
                <a:cubicBezTo>
                  <a:pt x="187046" y="86504"/>
                  <a:pt x="185696" y="84078"/>
                  <a:pt x="182996" y="82309"/>
                </a:cubicBezTo>
                <a:cubicBezTo>
                  <a:pt x="181111" y="81096"/>
                  <a:pt x="176424" y="79554"/>
                  <a:pt x="168935" y="77683"/>
                </a:cubicBezTo>
                <a:cubicBezTo>
                  <a:pt x="158848" y="75135"/>
                  <a:pt x="151855" y="72930"/>
                  <a:pt x="147958" y="71069"/>
                </a:cubicBezTo>
                <a:cubicBezTo>
                  <a:pt x="144061" y="69207"/>
                  <a:pt x="141106" y="66632"/>
                  <a:pt x="139094" y="63343"/>
                </a:cubicBezTo>
                <a:cubicBezTo>
                  <a:pt x="137081" y="60054"/>
                  <a:pt x="136075" y="56421"/>
                  <a:pt x="136075" y="52444"/>
                </a:cubicBezTo>
                <a:cubicBezTo>
                  <a:pt x="136075" y="48824"/>
                  <a:pt x="136903" y="45471"/>
                  <a:pt x="138559" y="42386"/>
                </a:cubicBezTo>
                <a:cubicBezTo>
                  <a:pt x="140214" y="39300"/>
                  <a:pt x="142469" y="36738"/>
                  <a:pt x="145322" y="34698"/>
                </a:cubicBezTo>
                <a:cubicBezTo>
                  <a:pt x="147461" y="33118"/>
                  <a:pt x="150378" y="31779"/>
                  <a:pt x="154072" y="30684"/>
                </a:cubicBezTo>
                <a:cubicBezTo>
                  <a:pt x="157765" y="29587"/>
                  <a:pt x="161726" y="29039"/>
                  <a:pt x="165955" y="29039"/>
                </a:cubicBezTo>
                <a:cubicBezTo>
                  <a:pt x="172323" y="29039"/>
                  <a:pt x="177914" y="29962"/>
                  <a:pt x="182728" y="31809"/>
                </a:cubicBezTo>
                <a:cubicBezTo>
                  <a:pt x="187543" y="33654"/>
                  <a:pt x="191096" y="36154"/>
                  <a:pt x="193389" y="39310"/>
                </a:cubicBezTo>
                <a:cubicBezTo>
                  <a:pt x="195681" y="42464"/>
                  <a:pt x="197260" y="46682"/>
                  <a:pt x="198126" y="51964"/>
                </a:cubicBezTo>
                <a:lnTo>
                  <a:pt x="184677" y="53798"/>
                </a:lnTo>
                <a:cubicBezTo>
                  <a:pt x="184066" y="49621"/>
                  <a:pt x="182295" y="46360"/>
                  <a:pt x="179366" y="44017"/>
                </a:cubicBezTo>
                <a:cubicBezTo>
                  <a:pt x="176436" y="41673"/>
                  <a:pt x="172297" y="40501"/>
                  <a:pt x="166948" y="40501"/>
                </a:cubicBezTo>
                <a:cubicBezTo>
                  <a:pt x="160631" y="40501"/>
                  <a:pt x="156122" y="41541"/>
                  <a:pt x="153422" y="43620"/>
                </a:cubicBezTo>
                <a:cubicBezTo>
                  <a:pt x="150722" y="45698"/>
                  <a:pt x="149372" y="48131"/>
                  <a:pt x="149372" y="50921"/>
                </a:cubicBezTo>
                <a:cubicBezTo>
                  <a:pt x="149372" y="52694"/>
                  <a:pt x="149932" y="54291"/>
                  <a:pt x="151053" y="55711"/>
                </a:cubicBezTo>
                <a:cubicBezTo>
                  <a:pt x="152174" y="57180"/>
                  <a:pt x="153931" y="58397"/>
                  <a:pt x="156326" y="59360"/>
                </a:cubicBezTo>
                <a:cubicBezTo>
                  <a:pt x="157701" y="59868"/>
                  <a:pt x="161752" y="61034"/>
                  <a:pt x="168476" y="62858"/>
                </a:cubicBezTo>
                <a:cubicBezTo>
                  <a:pt x="178207" y="65455"/>
                  <a:pt x="184995" y="67580"/>
                  <a:pt x="188842" y="69235"/>
                </a:cubicBezTo>
                <a:cubicBezTo>
                  <a:pt x="192688" y="70889"/>
                  <a:pt x="195707" y="73294"/>
                  <a:pt x="197897" y="76451"/>
                </a:cubicBezTo>
                <a:cubicBezTo>
                  <a:pt x="200088" y="79607"/>
                  <a:pt x="201183" y="83525"/>
                  <a:pt x="201183" y="88208"/>
                </a:cubicBezTo>
                <a:cubicBezTo>
                  <a:pt x="201183" y="92790"/>
                  <a:pt x="199846" y="97104"/>
                  <a:pt x="197171" y="101151"/>
                </a:cubicBezTo>
                <a:cubicBezTo>
                  <a:pt x="194497" y="105196"/>
                  <a:pt x="190637" y="108326"/>
                  <a:pt x="185594" y="110541"/>
                </a:cubicBezTo>
                <a:cubicBezTo>
                  <a:pt x="180550" y="112755"/>
                  <a:pt x="174844" y="113863"/>
                  <a:pt x="168476" y="113863"/>
                </a:cubicBezTo>
                <a:cubicBezTo>
                  <a:pt x="157931" y="113863"/>
                  <a:pt x="149894" y="111666"/>
                  <a:pt x="144366" y="107271"/>
                </a:cubicBezTo>
                <a:cubicBezTo>
                  <a:pt x="138839" y="102877"/>
                  <a:pt x="135311" y="96363"/>
                  <a:pt x="133783" y="87728"/>
                </a:cubicBezTo>
                <a:close/>
                <a:moveTo>
                  <a:pt x="273092" y="85894"/>
                </a:moveTo>
                <a:lnTo>
                  <a:pt x="287306" y="87651"/>
                </a:lnTo>
                <a:cubicBezTo>
                  <a:pt x="285064" y="95955"/>
                  <a:pt x="280912" y="102400"/>
                  <a:pt x="274850" y="106985"/>
                </a:cubicBezTo>
                <a:cubicBezTo>
                  <a:pt x="268787" y="111570"/>
                  <a:pt x="261043" y="113863"/>
                  <a:pt x="251619" y="113863"/>
                </a:cubicBezTo>
                <a:cubicBezTo>
                  <a:pt x="239748" y="113863"/>
                  <a:pt x="230336" y="110207"/>
                  <a:pt x="223382" y="102897"/>
                </a:cubicBezTo>
                <a:cubicBezTo>
                  <a:pt x="216428" y="95586"/>
                  <a:pt x="212951" y="85333"/>
                  <a:pt x="212951" y="72138"/>
                </a:cubicBezTo>
                <a:cubicBezTo>
                  <a:pt x="212951" y="58485"/>
                  <a:pt x="216466" y="47888"/>
                  <a:pt x="223497" y="40349"/>
                </a:cubicBezTo>
                <a:cubicBezTo>
                  <a:pt x="230527" y="32809"/>
                  <a:pt x="239647" y="29039"/>
                  <a:pt x="250854" y="29039"/>
                </a:cubicBezTo>
                <a:cubicBezTo>
                  <a:pt x="261706" y="29039"/>
                  <a:pt x="270570" y="32727"/>
                  <a:pt x="277448" y="40103"/>
                </a:cubicBezTo>
                <a:cubicBezTo>
                  <a:pt x="284325" y="47477"/>
                  <a:pt x="287764" y="57852"/>
                  <a:pt x="287764" y="71229"/>
                </a:cubicBezTo>
                <a:cubicBezTo>
                  <a:pt x="287764" y="72042"/>
                  <a:pt x="287739" y="73262"/>
                  <a:pt x="287688" y="74889"/>
                </a:cubicBezTo>
                <a:lnTo>
                  <a:pt x="227165" y="74889"/>
                </a:lnTo>
                <a:cubicBezTo>
                  <a:pt x="227674" y="83779"/>
                  <a:pt x="230196" y="90587"/>
                  <a:pt x="234730" y="95312"/>
                </a:cubicBezTo>
                <a:cubicBezTo>
                  <a:pt x="239264" y="100037"/>
                  <a:pt x="244919" y="102400"/>
                  <a:pt x="251695" y="102400"/>
                </a:cubicBezTo>
                <a:cubicBezTo>
                  <a:pt x="256739" y="102400"/>
                  <a:pt x="261043" y="101088"/>
                  <a:pt x="264610" y="98464"/>
                </a:cubicBezTo>
                <a:cubicBezTo>
                  <a:pt x="268176" y="95839"/>
                  <a:pt x="271003" y="91649"/>
                  <a:pt x="273092" y="85894"/>
                </a:cubicBezTo>
                <a:moveTo>
                  <a:pt x="227929" y="63427"/>
                </a:moveTo>
                <a:lnTo>
                  <a:pt x="273245" y="63427"/>
                </a:lnTo>
                <a:cubicBezTo>
                  <a:pt x="272634" y="56712"/>
                  <a:pt x="270901" y="51675"/>
                  <a:pt x="268048" y="48318"/>
                </a:cubicBezTo>
                <a:cubicBezTo>
                  <a:pt x="263667" y="43107"/>
                  <a:pt x="257987" y="40501"/>
                  <a:pt x="251007" y="40501"/>
                </a:cubicBezTo>
                <a:cubicBezTo>
                  <a:pt x="244690" y="40501"/>
                  <a:pt x="239379" y="42581"/>
                  <a:pt x="235074" y="46741"/>
                </a:cubicBezTo>
                <a:cubicBezTo>
                  <a:pt x="230769" y="50900"/>
                  <a:pt x="228388" y="56462"/>
                  <a:pt x="227929" y="63427"/>
                </a:cubicBezTo>
                <a:close/>
                <a:moveTo>
                  <a:pt x="304399" y="112028"/>
                </a:moveTo>
                <a:lnTo>
                  <a:pt x="304399" y="30873"/>
                </a:lnTo>
                <a:lnTo>
                  <a:pt x="316779" y="30873"/>
                </a:lnTo>
                <a:lnTo>
                  <a:pt x="316779" y="43100"/>
                </a:lnTo>
                <a:cubicBezTo>
                  <a:pt x="319938" y="37375"/>
                  <a:pt x="322854" y="33600"/>
                  <a:pt x="325529" y="31775"/>
                </a:cubicBezTo>
                <a:cubicBezTo>
                  <a:pt x="328204" y="29951"/>
                  <a:pt x="331146" y="29039"/>
                  <a:pt x="334355" y="29039"/>
                </a:cubicBezTo>
                <a:cubicBezTo>
                  <a:pt x="338991" y="29039"/>
                  <a:pt x="343704" y="30510"/>
                  <a:pt x="348493" y="33452"/>
                </a:cubicBezTo>
                <a:lnTo>
                  <a:pt x="343755" y="46156"/>
                </a:lnTo>
                <a:cubicBezTo>
                  <a:pt x="340392" y="44169"/>
                  <a:pt x="337030" y="43176"/>
                  <a:pt x="333667" y="43176"/>
                </a:cubicBezTo>
                <a:cubicBezTo>
                  <a:pt x="330662" y="43176"/>
                  <a:pt x="327962" y="44082"/>
                  <a:pt x="325567" y="45894"/>
                </a:cubicBezTo>
                <a:cubicBezTo>
                  <a:pt x="323173" y="47704"/>
                  <a:pt x="321466" y="50215"/>
                  <a:pt x="320447" y="53428"/>
                </a:cubicBezTo>
                <a:cubicBezTo>
                  <a:pt x="318919" y="58323"/>
                  <a:pt x="318155" y="63678"/>
                  <a:pt x="318155" y="69492"/>
                </a:cubicBezTo>
                <a:lnTo>
                  <a:pt x="318155" y="112028"/>
                </a:lnTo>
                <a:lnTo>
                  <a:pt x="304399" y="112028"/>
                </a:lnTo>
                <a:close/>
                <a:moveTo>
                  <a:pt x="379211" y="112028"/>
                </a:moveTo>
                <a:lnTo>
                  <a:pt x="348338" y="30873"/>
                </a:lnTo>
                <a:lnTo>
                  <a:pt x="362858" y="30873"/>
                </a:lnTo>
                <a:lnTo>
                  <a:pt x="380281" y="79475"/>
                </a:lnTo>
                <a:cubicBezTo>
                  <a:pt x="382166" y="84722"/>
                  <a:pt x="383898" y="90173"/>
                  <a:pt x="385477" y="95828"/>
                </a:cubicBezTo>
                <a:cubicBezTo>
                  <a:pt x="386700" y="91549"/>
                  <a:pt x="388407" y="86403"/>
                  <a:pt x="390597" y="80392"/>
                </a:cubicBezTo>
                <a:lnTo>
                  <a:pt x="408632" y="30873"/>
                </a:lnTo>
                <a:lnTo>
                  <a:pt x="422769" y="30873"/>
                </a:lnTo>
                <a:lnTo>
                  <a:pt x="392049" y="112028"/>
                </a:lnTo>
                <a:lnTo>
                  <a:pt x="379211" y="112028"/>
                </a:lnTo>
                <a:close/>
                <a:moveTo>
                  <a:pt x="490475" y="85894"/>
                </a:moveTo>
                <a:lnTo>
                  <a:pt x="504689" y="87651"/>
                </a:lnTo>
                <a:cubicBezTo>
                  <a:pt x="502448" y="95955"/>
                  <a:pt x="498296" y="102400"/>
                  <a:pt x="492233" y="106985"/>
                </a:cubicBezTo>
                <a:cubicBezTo>
                  <a:pt x="486171" y="111570"/>
                  <a:pt x="478427" y="113863"/>
                  <a:pt x="469002" y="113863"/>
                </a:cubicBezTo>
                <a:cubicBezTo>
                  <a:pt x="457132" y="113863"/>
                  <a:pt x="447720" y="110207"/>
                  <a:pt x="440766" y="102897"/>
                </a:cubicBezTo>
                <a:cubicBezTo>
                  <a:pt x="433812" y="95586"/>
                  <a:pt x="430335" y="85333"/>
                  <a:pt x="430335" y="72138"/>
                </a:cubicBezTo>
                <a:cubicBezTo>
                  <a:pt x="430335" y="58485"/>
                  <a:pt x="433850" y="47888"/>
                  <a:pt x="440880" y="40349"/>
                </a:cubicBezTo>
                <a:cubicBezTo>
                  <a:pt x="447911" y="32809"/>
                  <a:pt x="457030" y="29039"/>
                  <a:pt x="468238" y="29039"/>
                </a:cubicBezTo>
                <a:cubicBezTo>
                  <a:pt x="479089" y="29039"/>
                  <a:pt x="487954" y="32727"/>
                  <a:pt x="494831" y="40103"/>
                </a:cubicBezTo>
                <a:cubicBezTo>
                  <a:pt x="501709" y="47477"/>
                  <a:pt x="505148" y="57852"/>
                  <a:pt x="505148" y="71229"/>
                </a:cubicBezTo>
                <a:cubicBezTo>
                  <a:pt x="505148" y="72042"/>
                  <a:pt x="505122" y="73262"/>
                  <a:pt x="505071" y="74889"/>
                </a:cubicBezTo>
                <a:lnTo>
                  <a:pt x="444548" y="74889"/>
                </a:lnTo>
                <a:cubicBezTo>
                  <a:pt x="445058" y="83779"/>
                  <a:pt x="447580" y="90587"/>
                  <a:pt x="452114" y="95312"/>
                </a:cubicBezTo>
                <a:cubicBezTo>
                  <a:pt x="456648" y="100037"/>
                  <a:pt x="462303" y="102400"/>
                  <a:pt x="469078" y="102400"/>
                </a:cubicBezTo>
                <a:cubicBezTo>
                  <a:pt x="474122" y="102400"/>
                  <a:pt x="478427" y="101088"/>
                  <a:pt x="481993" y="98464"/>
                </a:cubicBezTo>
                <a:cubicBezTo>
                  <a:pt x="485559" y="95839"/>
                  <a:pt x="488387" y="91649"/>
                  <a:pt x="490475" y="85894"/>
                </a:cubicBezTo>
                <a:moveTo>
                  <a:pt x="445313" y="63427"/>
                </a:moveTo>
                <a:lnTo>
                  <a:pt x="490628" y="63427"/>
                </a:lnTo>
                <a:cubicBezTo>
                  <a:pt x="490017" y="56712"/>
                  <a:pt x="488285" y="51675"/>
                  <a:pt x="485432" y="48318"/>
                </a:cubicBezTo>
                <a:cubicBezTo>
                  <a:pt x="481051" y="43107"/>
                  <a:pt x="475370" y="40501"/>
                  <a:pt x="468391" y="40501"/>
                </a:cubicBezTo>
                <a:cubicBezTo>
                  <a:pt x="462074" y="40501"/>
                  <a:pt x="456762" y="42581"/>
                  <a:pt x="452458" y="46741"/>
                </a:cubicBezTo>
                <a:cubicBezTo>
                  <a:pt x="448153" y="50900"/>
                  <a:pt x="445771" y="56462"/>
                  <a:pt x="445313" y="63427"/>
                </a:cubicBezTo>
                <a:close/>
                <a:moveTo>
                  <a:pt x="574588" y="112028"/>
                </a:moveTo>
                <a:lnTo>
                  <a:pt x="574588" y="101789"/>
                </a:lnTo>
                <a:cubicBezTo>
                  <a:pt x="569442" y="109838"/>
                  <a:pt x="561877" y="113863"/>
                  <a:pt x="551892" y="113863"/>
                </a:cubicBezTo>
                <a:cubicBezTo>
                  <a:pt x="545422" y="113863"/>
                  <a:pt x="539474" y="112079"/>
                  <a:pt x="534048" y="108513"/>
                </a:cubicBezTo>
                <a:cubicBezTo>
                  <a:pt x="528622" y="104947"/>
                  <a:pt x="524419" y="99967"/>
                  <a:pt x="521439" y="93574"/>
                </a:cubicBezTo>
                <a:cubicBezTo>
                  <a:pt x="518459" y="87180"/>
                  <a:pt x="516969" y="79831"/>
                  <a:pt x="516969" y="71527"/>
                </a:cubicBezTo>
                <a:cubicBezTo>
                  <a:pt x="516969" y="63427"/>
                  <a:pt x="518319" y="56078"/>
                  <a:pt x="521019" y="49481"/>
                </a:cubicBezTo>
                <a:cubicBezTo>
                  <a:pt x="523719" y="42883"/>
                  <a:pt x="527769" y="37827"/>
                  <a:pt x="533169" y="34312"/>
                </a:cubicBezTo>
                <a:cubicBezTo>
                  <a:pt x="538569" y="30796"/>
                  <a:pt x="544606" y="29039"/>
                  <a:pt x="551280" y="29039"/>
                </a:cubicBezTo>
                <a:cubicBezTo>
                  <a:pt x="556171" y="29039"/>
                  <a:pt x="560527" y="30070"/>
                  <a:pt x="564348" y="32134"/>
                </a:cubicBezTo>
                <a:cubicBezTo>
                  <a:pt x="568169" y="34197"/>
                  <a:pt x="571276" y="36884"/>
                  <a:pt x="573671" y="40196"/>
                </a:cubicBezTo>
                <a:lnTo>
                  <a:pt x="573671" y="0"/>
                </a:lnTo>
                <a:lnTo>
                  <a:pt x="587349" y="0"/>
                </a:lnTo>
                <a:lnTo>
                  <a:pt x="587349" y="112028"/>
                </a:lnTo>
                <a:lnTo>
                  <a:pt x="574588" y="112028"/>
                </a:lnTo>
                <a:moveTo>
                  <a:pt x="531106" y="71489"/>
                </a:moveTo>
                <a:cubicBezTo>
                  <a:pt x="531106" y="81843"/>
                  <a:pt x="533297" y="89584"/>
                  <a:pt x="537678" y="94710"/>
                </a:cubicBezTo>
                <a:cubicBezTo>
                  <a:pt x="542059" y="99837"/>
                  <a:pt x="547230" y="102400"/>
                  <a:pt x="553191" y="102400"/>
                </a:cubicBezTo>
                <a:cubicBezTo>
                  <a:pt x="559202" y="102400"/>
                  <a:pt x="564309" y="99951"/>
                  <a:pt x="568512" y="95054"/>
                </a:cubicBezTo>
                <a:cubicBezTo>
                  <a:pt x="572715" y="90155"/>
                  <a:pt x="574817" y="82681"/>
                  <a:pt x="574817" y="72630"/>
                </a:cubicBezTo>
                <a:cubicBezTo>
                  <a:pt x="574817" y="61566"/>
                  <a:pt x="572677" y="53445"/>
                  <a:pt x="568398" y="48267"/>
                </a:cubicBezTo>
                <a:cubicBezTo>
                  <a:pt x="564118" y="43090"/>
                  <a:pt x="558846" y="40501"/>
                  <a:pt x="552579" y="40501"/>
                </a:cubicBezTo>
                <a:cubicBezTo>
                  <a:pt x="546466" y="40501"/>
                  <a:pt x="541359" y="42989"/>
                  <a:pt x="537258" y="47964"/>
                </a:cubicBezTo>
                <a:cubicBezTo>
                  <a:pt x="533156" y="52938"/>
                  <a:pt x="531106" y="60779"/>
                  <a:pt x="531106" y="7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32201-B52F-4C6C-A17C-7AFCAAD9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3553792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5"/>
                  <a:pt x="1453859" y="11584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1"/>
                  <a:pt x="1457567" y="248059"/>
                  <a:pt x="1453859" y="251768"/>
                </a:cubicBezTo>
                <a:cubicBezTo>
                  <a:pt x="1450150" y="255476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4"/>
                  <a:pt x="15294" y="255476"/>
                  <a:pt x="11585" y="251768"/>
                </a:cubicBezTo>
                <a:cubicBezTo>
                  <a:pt x="7876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17BB93-1A77-436B-BA86-88214A5D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3553792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5"/>
                  <a:pt x="1453859" y="11584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1"/>
                  <a:pt x="1457567" y="248059"/>
                  <a:pt x="1453859" y="251768"/>
                </a:cubicBezTo>
                <a:cubicBezTo>
                  <a:pt x="1450150" y="255476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4"/>
                  <a:pt x="15294" y="255476"/>
                  <a:pt x="11585" y="251768"/>
                </a:cubicBezTo>
                <a:cubicBezTo>
                  <a:pt x="7876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44" name="Text /dev/nvidia-uvm">
            <a:extLst xmlns:a="http://schemas.openxmlformats.org/drawingml/2006/main">
              <a:ext uri="{FF2B5EF4-FFF2-40B4-BE49-F238E27FC236}">
                <a16:creationId xmlns:a16="http://schemas.microsoft.com/office/drawing/2014/main" id="{3426C35D-339A-4D4C-85BC-57AA9B2C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380" y="3622754"/>
            <a:ext cx="1085753" cy="115697"/>
          </a:xfrm>
          <a:custGeom xmlns:a="http://schemas.openxmlformats.org/drawingml/2006/main">
            <a:pathLst>
              <a:path w="1085753" h="115697">
                <a:moveTo>
                  <a:pt x="0" y="115697"/>
                </a:moveTo>
                <a:lnTo>
                  <a:pt x="32478" y="0"/>
                </a:lnTo>
                <a:lnTo>
                  <a:pt x="43482" y="0"/>
                </a:lnTo>
                <a:lnTo>
                  <a:pt x="11081" y="115697"/>
                </a:lnTo>
                <a:lnTo>
                  <a:pt x="0" y="115697"/>
                </a:lnTo>
                <a:close/>
                <a:moveTo>
                  <a:pt x="106477" y="113863"/>
                </a:moveTo>
                <a:lnTo>
                  <a:pt x="106477" y="103623"/>
                </a:lnTo>
                <a:cubicBezTo>
                  <a:pt x="101331" y="111672"/>
                  <a:pt x="93766" y="115697"/>
                  <a:pt x="83780" y="115697"/>
                </a:cubicBezTo>
                <a:cubicBezTo>
                  <a:pt x="77310" y="115697"/>
                  <a:pt x="71363" y="113913"/>
                  <a:pt x="65937" y="110347"/>
                </a:cubicBezTo>
                <a:cubicBezTo>
                  <a:pt x="60511" y="106781"/>
                  <a:pt x="56308" y="101801"/>
                  <a:pt x="53328" y="95408"/>
                </a:cubicBezTo>
                <a:cubicBezTo>
                  <a:pt x="50348" y="89014"/>
                  <a:pt x="48858" y="81665"/>
                  <a:pt x="48858" y="73361"/>
                </a:cubicBezTo>
                <a:cubicBezTo>
                  <a:pt x="48858" y="65261"/>
                  <a:pt x="50208" y="57912"/>
                  <a:pt x="52908" y="51315"/>
                </a:cubicBezTo>
                <a:cubicBezTo>
                  <a:pt x="55608" y="44717"/>
                  <a:pt x="59658" y="39661"/>
                  <a:pt x="65058" y="36146"/>
                </a:cubicBezTo>
                <a:cubicBezTo>
                  <a:pt x="70458" y="32630"/>
                  <a:pt x="76495" y="30873"/>
                  <a:pt x="83169" y="30873"/>
                </a:cubicBezTo>
                <a:cubicBezTo>
                  <a:pt x="88060" y="30873"/>
                  <a:pt x="92416" y="31904"/>
                  <a:pt x="96237" y="33968"/>
                </a:cubicBezTo>
                <a:cubicBezTo>
                  <a:pt x="100057" y="36031"/>
                  <a:pt x="103165" y="38718"/>
                  <a:pt x="105560" y="42030"/>
                </a:cubicBezTo>
                <a:lnTo>
                  <a:pt x="105560" y="1834"/>
                </a:lnTo>
                <a:lnTo>
                  <a:pt x="119238" y="1834"/>
                </a:lnTo>
                <a:lnTo>
                  <a:pt x="119238" y="113863"/>
                </a:lnTo>
                <a:lnTo>
                  <a:pt x="106477" y="113863"/>
                </a:lnTo>
                <a:moveTo>
                  <a:pt x="62995" y="73323"/>
                </a:moveTo>
                <a:cubicBezTo>
                  <a:pt x="62995" y="83677"/>
                  <a:pt x="65185" y="91418"/>
                  <a:pt x="69567" y="96544"/>
                </a:cubicBezTo>
                <a:cubicBezTo>
                  <a:pt x="73948" y="101671"/>
                  <a:pt x="79119" y="104234"/>
                  <a:pt x="85080" y="104234"/>
                </a:cubicBezTo>
                <a:cubicBezTo>
                  <a:pt x="91091" y="104234"/>
                  <a:pt x="96198" y="101785"/>
                  <a:pt x="100401" y="96888"/>
                </a:cubicBezTo>
                <a:cubicBezTo>
                  <a:pt x="104604" y="91990"/>
                  <a:pt x="106706" y="84515"/>
                  <a:pt x="106706" y="74464"/>
                </a:cubicBezTo>
                <a:cubicBezTo>
                  <a:pt x="106706" y="63400"/>
                  <a:pt x="104566" y="55279"/>
                  <a:pt x="100287" y="50101"/>
                </a:cubicBezTo>
                <a:cubicBezTo>
                  <a:pt x="96007" y="44924"/>
                  <a:pt x="90734" y="42335"/>
                  <a:pt x="84468" y="42335"/>
                </a:cubicBezTo>
                <a:cubicBezTo>
                  <a:pt x="78355" y="42335"/>
                  <a:pt x="73248" y="44823"/>
                  <a:pt x="69146" y="49798"/>
                </a:cubicBezTo>
                <a:cubicBezTo>
                  <a:pt x="65045" y="54772"/>
                  <a:pt x="62995" y="62613"/>
                  <a:pt x="62995" y="73323"/>
                </a:cubicBezTo>
                <a:close/>
                <a:moveTo>
                  <a:pt x="196396" y="87728"/>
                </a:moveTo>
                <a:lnTo>
                  <a:pt x="210610" y="89485"/>
                </a:lnTo>
                <a:cubicBezTo>
                  <a:pt x="208369" y="97789"/>
                  <a:pt x="204217" y="104234"/>
                  <a:pt x="198154" y="108819"/>
                </a:cubicBezTo>
                <a:cubicBezTo>
                  <a:pt x="192092" y="113404"/>
                  <a:pt x="184348" y="115697"/>
                  <a:pt x="174923" y="115697"/>
                </a:cubicBezTo>
                <a:cubicBezTo>
                  <a:pt x="163053" y="115697"/>
                  <a:pt x="153641" y="112041"/>
                  <a:pt x="146687" y="104731"/>
                </a:cubicBezTo>
                <a:cubicBezTo>
                  <a:pt x="139733" y="97420"/>
                  <a:pt x="136256" y="87167"/>
                  <a:pt x="136256" y="73972"/>
                </a:cubicBezTo>
                <a:cubicBezTo>
                  <a:pt x="136256" y="60319"/>
                  <a:pt x="139771" y="49723"/>
                  <a:pt x="146801" y="42183"/>
                </a:cubicBezTo>
                <a:cubicBezTo>
                  <a:pt x="153832" y="34643"/>
                  <a:pt x="162951" y="30873"/>
                  <a:pt x="174159" y="30873"/>
                </a:cubicBezTo>
                <a:cubicBezTo>
                  <a:pt x="185010" y="30873"/>
                  <a:pt x="193875" y="34561"/>
                  <a:pt x="200752" y="41937"/>
                </a:cubicBezTo>
                <a:cubicBezTo>
                  <a:pt x="207630" y="49311"/>
                  <a:pt x="211069" y="59686"/>
                  <a:pt x="211069" y="73063"/>
                </a:cubicBezTo>
                <a:cubicBezTo>
                  <a:pt x="211069" y="73876"/>
                  <a:pt x="211043" y="75096"/>
                  <a:pt x="210992" y="76723"/>
                </a:cubicBezTo>
                <a:lnTo>
                  <a:pt x="150469" y="76723"/>
                </a:lnTo>
                <a:cubicBezTo>
                  <a:pt x="150979" y="85613"/>
                  <a:pt x="153501" y="92421"/>
                  <a:pt x="158035" y="97146"/>
                </a:cubicBezTo>
                <a:cubicBezTo>
                  <a:pt x="162569" y="101871"/>
                  <a:pt x="168224" y="104234"/>
                  <a:pt x="174999" y="104234"/>
                </a:cubicBezTo>
                <a:cubicBezTo>
                  <a:pt x="180043" y="104234"/>
                  <a:pt x="184348" y="102922"/>
                  <a:pt x="187914" y="100298"/>
                </a:cubicBezTo>
                <a:cubicBezTo>
                  <a:pt x="191480" y="97673"/>
                  <a:pt x="194308" y="93483"/>
                  <a:pt x="196396" y="87728"/>
                </a:cubicBezTo>
                <a:moveTo>
                  <a:pt x="151234" y="65261"/>
                </a:moveTo>
                <a:lnTo>
                  <a:pt x="196549" y="65261"/>
                </a:lnTo>
                <a:cubicBezTo>
                  <a:pt x="195938" y="58546"/>
                  <a:pt x="194206" y="53509"/>
                  <a:pt x="191353" y="50152"/>
                </a:cubicBezTo>
                <a:cubicBezTo>
                  <a:pt x="186972" y="44941"/>
                  <a:pt x="181291" y="42335"/>
                  <a:pt x="174312" y="42335"/>
                </a:cubicBezTo>
                <a:cubicBezTo>
                  <a:pt x="167995" y="42335"/>
                  <a:pt x="162683" y="44415"/>
                  <a:pt x="158379" y="48575"/>
                </a:cubicBezTo>
                <a:cubicBezTo>
                  <a:pt x="154074" y="52734"/>
                  <a:pt x="151692" y="58296"/>
                  <a:pt x="151234" y="65261"/>
                </a:cubicBezTo>
                <a:close/>
                <a:moveTo>
                  <a:pt x="250400" y="113863"/>
                </a:moveTo>
                <a:lnTo>
                  <a:pt x="219527" y="32707"/>
                </a:lnTo>
                <a:lnTo>
                  <a:pt x="234047" y="32707"/>
                </a:lnTo>
                <a:lnTo>
                  <a:pt x="251470" y="81309"/>
                </a:lnTo>
                <a:cubicBezTo>
                  <a:pt x="253355" y="86556"/>
                  <a:pt x="255087" y="92007"/>
                  <a:pt x="256666" y="97662"/>
                </a:cubicBezTo>
                <a:cubicBezTo>
                  <a:pt x="257889" y="93383"/>
                  <a:pt x="259596" y="88237"/>
                  <a:pt x="261786" y="82226"/>
                </a:cubicBezTo>
                <a:lnTo>
                  <a:pt x="279821" y="32707"/>
                </a:lnTo>
                <a:lnTo>
                  <a:pt x="293958" y="32707"/>
                </a:lnTo>
                <a:lnTo>
                  <a:pt x="263238" y="113863"/>
                </a:lnTo>
                <a:lnTo>
                  <a:pt x="250400" y="113863"/>
                </a:lnTo>
                <a:close/>
                <a:moveTo>
                  <a:pt x="295792" y="115697"/>
                </a:moveTo>
                <a:lnTo>
                  <a:pt x="328270" y="0"/>
                </a:lnTo>
                <a:lnTo>
                  <a:pt x="339274" y="0"/>
                </a:lnTo>
                <a:lnTo>
                  <a:pt x="306873" y="115697"/>
                </a:lnTo>
                <a:lnTo>
                  <a:pt x="295792" y="115697"/>
                </a:lnTo>
                <a:close/>
                <a:moveTo>
                  <a:pt x="349617" y="113863"/>
                </a:moveTo>
                <a:lnTo>
                  <a:pt x="349617" y="32707"/>
                </a:lnTo>
                <a:lnTo>
                  <a:pt x="361996" y="32707"/>
                </a:lnTo>
                <a:lnTo>
                  <a:pt x="361996" y="44169"/>
                </a:lnTo>
                <a:cubicBezTo>
                  <a:pt x="367957" y="35305"/>
                  <a:pt x="376567" y="30873"/>
                  <a:pt x="387825" y="30873"/>
                </a:cubicBezTo>
                <a:cubicBezTo>
                  <a:pt x="392716" y="30873"/>
                  <a:pt x="397212" y="31752"/>
                  <a:pt x="401313" y="33509"/>
                </a:cubicBezTo>
                <a:cubicBezTo>
                  <a:pt x="405414" y="35267"/>
                  <a:pt x="408484" y="37572"/>
                  <a:pt x="410522" y="40425"/>
                </a:cubicBezTo>
                <a:cubicBezTo>
                  <a:pt x="412559" y="43278"/>
                  <a:pt x="413986" y="46666"/>
                  <a:pt x="414801" y="50589"/>
                </a:cubicBezTo>
                <a:cubicBezTo>
                  <a:pt x="415310" y="53136"/>
                  <a:pt x="415565" y="57594"/>
                  <a:pt x="415565" y="63962"/>
                </a:cubicBezTo>
                <a:lnTo>
                  <a:pt x="415565" y="113863"/>
                </a:lnTo>
                <a:lnTo>
                  <a:pt x="401810" y="113863"/>
                </a:lnTo>
                <a:lnTo>
                  <a:pt x="401810" y="64444"/>
                </a:lnTo>
                <a:cubicBezTo>
                  <a:pt x="401810" y="58834"/>
                  <a:pt x="401275" y="54639"/>
                  <a:pt x="400205" y="51859"/>
                </a:cubicBezTo>
                <a:cubicBezTo>
                  <a:pt x="399135" y="49079"/>
                  <a:pt x="397238" y="46861"/>
                  <a:pt x="394512" y="45204"/>
                </a:cubicBezTo>
                <a:cubicBezTo>
                  <a:pt x="391786" y="43546"/>
                  <a:pt x="388590" y="42718"/>
                  <a:pt x="384922" y="42718"/>
                </a:cubicBezTo>
                <a:cubicBezTo>
                  <a:pt x="379063" y="42718"/>
                  <a:pt x="374007" y="44579"/>
                  <a:pt x="369753" y="48303"/>
                </a:cubicBezTo>
                <a:cubicBezTo>
                  <a:pt x="365499" y="52025"/>
                  <a:pt x="363372" y="59088"/>
                  <a:pt x="363372" y="69492"/>
                </a:cubicBezTo>
                <a:lnTo>
                  <a:pt x="363372" y="113863"/>
                </a:lnTo>
                <a:lnTo>
                  <a:pt x="349617" y="113863"/>
                </a:lnTo>
                <a:close/>
                <a:moveTo>
                  <a:pt x="459176" y="113863"/>
                </a:moveTo>
                <a:lnTo>
                  <a:pt x="428303" y="32707"/>
                </a:lnTo>
                <a:lnTo>
                  <a:pt x="442823" y="32707"/>
                </a:lnTo>
                <a:lnTo>
                  <a:pt x="460246" y="81309"/>
                </a:lnTo>
                <a:cubicBezTo>
                  <a:pt x="462131" y="86556"/>
                  <a:pt x="463863" y="92007"/>
                  <a:pt x="465442" y="97662"/>
                </a:cubicBezTo>
                <a:cubicBezTo>
                  <a:pt x="466665" y="93383"/>
                  <a:pt x="468372" y="88237"/>
                  <a:pt x="470562" y="82226"/>
                </a:cubicBezTo>
                <a:lnTo>
                  <a:pt x="488597" y="32707"/>
                </a:lnTo>
                <a:lnTo>
                  <a:pt x="502734" y="32707"/>
                </a:lnTo>
                <a:lnTo>
                  <a:pt x="472014" y="113863"/>
                </a:lnTo>
                <a:lnTo>
                  <a:pt x="459176" y="113863"/>
                </a:lnTo>
                <a:close/>
                <a:moveTo>
                  <a:pt x="514961" y="17729"/>
                </a:moveTo>
                <a:lnTo>
                  <a:pt x="514961" y="1834"/>
                </a:lnTo>
                <a:lnTo>
                  <a:pt x="528716" y="1834"/>
                </a:lnTo>
                <a:lnTo>
                  <a:pt x="528716" y="17729"/>
                </a:lnTo>
                <a:lnTo>
                  <a:pt x="514961" y="17729"/>
                </a:lnTo>
                <a:moveTo>
                  <a:pt x="514961" y="113863"/>
                </a:moveTo>
                <a:lnTo>
                  <a:pt x="514961" y="32707"/>
                </a:lnTo>
                <a:lnTo>
                  <a:pt x="528716" y="32707"/>
                </a:lnTo>
                <a:lnTo>
                  <a:pt x="528716" y="113863"/>
                </a:lnTo>
                <a:lnTo>
                  <a:pt x="514961" y="113863"/>
                </a:lnTo>
                <a:close/>
                <a:moveTo>
                  <a:pt x="602280" y="113863"/>
                </a:moveTo>
                <a:lnTo>
                  <a:pt x="602280" y="103623"/>
                </a:lnTo>
                <a:cubicBezTo>
                  <a:pt x="597134" y="111672"/>
                  <a:pt x="589569" y="115697"/>
                  <a:pt x="579584" y="115697"/>
                </a:cubicBezTo>
                <a:cubicBezTo>
                  <a:pt x="573114" y="115697"/>
                  <a:pt x="567166" y="113913"/>
                  <a:pt x="561740" y="110347"/>
                </a:cubicBezTo>
                <a:cubicBezTo>
                  <a:pt x="556315" y="106781"/>
                  <a:pt x="552112" y="101801"/>
                  <a:pt x="549131" y="95408"/>
                </a:cubicBezTo>
                <a:cubicBezTo>
                  <a:pt x="546151" y="89014"/>
                  <a:pt x="544661" y="81665"/>
                  <a:pt x="544661" y="73361"/>
                </a:cubicBezTo>
                <a:cubicBezTo>
                  <a:pt x="544661" y="65261"/>
                  <a:pt x="546011" y="57912"/>
                  <a:pt x="548711" y="51315"/>
                </a:cubicBezTo>
                <a:cubicBezTo>
                  <a:pt x="551411" y="44717"/>
                  <a:pt x="555461" y="39661"/>
                  <a:pt x="560862" y="36146"/>
                </a:cubicBezTo>
                <a:cubicBezTo>
                  <a:pt x="566262" y="32630"/>
                  <a:pt x="572299" y="30873"/>
                  <a:pt x="578973" y="30873"/>
                </a:cubicBezTo>
                <a:cubicBezTo>
                  <a:pt x="583863" y="30873"/>
                  <a:pt x="588219" y="31904"/>
                  <a:pt x="592040" y="33968"/>
                </a:cubicBezTo>
                <a:cubicBezTo>
                  <a:pt x="595861" y="36031"/>
                  <a:pt x="598969" y="38718"/>
                  <a:pt x="601363" y="42030"/>
                </a:cubicBezTo>
                <a:lnTo>
                  <a:pt x="601363" y="1834"/>
                </a:lnTo>
                <a:lnTo>
                  <a:pt x="615042" y="1834"/>
                </a:lnTo>
                <a:lnTo>
                  <a:pt x="615042" y="113863"/>
                </a:lnTo>
                <a:lnTo>
                  <a:pt x="602280" y="113863"/>
                </a:lnTo>
                <a:moveTo>
                  <a:pt x="558798" y="73323"/>
                </a:moveTo>
                <a:cubicBezTo>
                  <a:pt x="558798" y="83677"/>
                  <a:pt x="560989" y="91418"/>
                  <a:pt x="565370" y="96544"/>
                </a:cubicBezTo>
                <a:cubicBezTo>
                  <a:pt x="569751" y="101671"/>
                  <a:pt x="574922" y="104234"/>
                  <a:pt x="580883" y="104234"/>
                </a:cubicBezTo>
                <a:cubicBezTo>
                  <a:pt x="586895" y="104234"/>
                  <a:pt x="592002" y="101785"/>
                  <a:pt x="596205" y="96888"/>
                </a:cubicBezTo>
                <a:cubicBezTo>
                  <a:pt x="600408" y="91990"/>
                  <a:pt x="602509" y="84515"/>
                  <a:pt x="602509" y="74464"/>
                </a:cubicBezTo>
                <a:cubicBezTo>
                  <a:pt x="602509" y="63400"/>
                  <a:pt x="600370" y="55279"/>
                  <a:pt x="596090" y="50101"/>
                </a:cubicBezTo>
                <a:cubicBezTo>
                  <a:pt x="591811" y="44924"/>
                  <a:pt x="586538" y="42335"/>
                  <a:pt x="580272" y="42335"/>
                </a:cubicBezTo>
                <a:cubicBezTo>
                  <a:pt x="574158" y="42335"/>
                  <a:pt x="569051" y="44823"/>
                  <a:pt x="564950" y="49798"/>
                </a:cubicBezTo>
                <a:cubicBezTo>
                  <a:pt x="560849" y="54772"/>
                  <a:pt x="558798" y="62613"/>
                  <a:pt x="558798" y="73323"/>
                </a:cubicBezTo>
                <a:close/>
                <a:moveTo>
                  <a:pt x="636721" y="17729"/>
                </a:moveTo>
                <a:lnTo>
                  <a:pt x="636721" y="1834"/>
                </a:lnTo>
                <a:lnTo>
                  <a:pt x="650476" y="1834"/>
                </a:lnTo>
                <a:lnTo>
                  <a:pt x="650476" y="17729"/>
                </a:lnTo>
                <a:lnTo>
                  <a:pt x="636721" y="17729"/>
                </a:lnTo>
                <a:moveTo>
                  <a:pt x="636721" y="113863"/>
                </a:moveTo>
                <a:lnTo>
                  <a:pt x="636721" y="32707"/>
                </a:lnTo>
                <a:lnTo>
                  <a:pt x="650476" y="32707"/>
                </a:lnTo>
                <a:lnTo>
                  <a:pt x="650476" y="113863"/>
                </a:lnTo>
                <a:lnTo>
                  <a:pt x="636721" y="113863"/>
                </a:lnTo>
                <a:close/>
                <a:moveTo>
                  <a:pt x="724345" y="103842"/>
                </a:moveTo>
                <a:cubicBezTo>
                  <a:pt x="719251" y="108176"/>
                  <a:pt x="714347" y="111235"/>
                  <a:pt x="709635" y="113020"/>
                </a:cubicBezTo>
                <a:cubicBezTo>
                  <a:pt x="704923" y="114804"/>
                  <a:pt x="699866" y="115697"/>
                  <a:pt x="694466" y="115697"/>
                </a:cubicBezTo>
                <a:cubicBezTo>
                  <a:pt x="685551" y="115697"/>
                  <a:pt x="678699" y="113517"/>
                  <a:pt x="673910" y="109158"/>
                </a:cubicBezTo>
                <a:cubicBezTo>
                  <a:pt x="669121" y="104799"/>
                  <a:pt x="666726" y="99229"/>
                  <a:pt x="666726" y="92449"/>
                </a:cubicBezTo>
                <a:cubicBezTo>
                  <a:pt x="666726" y="88474"/>
                  <a:pt x="667631" y="84842"/>
                  <a:pt x="669439" y="81555"/>
                </a:cubicBezTo>
                <a:cubicBezTo>
                  <a:pt x="671248" y="78265"/>
                  <a:pt x="673617" y="75627"/>
                  <a:pt x="676546" y="73638"/>
                </a:cubicBezTo>
                <a:cubicBezTo>
                  <a:pt x="679475" y="71650"/>
                  <a:pt x="682774" y="70146"/>
                  <a:pt x="686442" y="69127"/>
                </a:cubicBezTo>
                <a:cubicBezTo>
                  <a:pt x="689142" y="68412"/>
                  <a:pt x="693218" y="67724"/>
                  <a:pt x="698669" y="67061"/>
                </a:cubicBezTo>
                <a:cubicBezTo>
                  <a:pt x="709775" y="65746"/>
                  <a:pt x="717952" y="64178"/>
                  <a:pt x="723199" y="62357"/>
                </a:cubicBezTo>
                <a:cubicBezTo>
                  <a:pt x="723250" y="60480"/>
                  <a:pt x="723276" y="59287"/>
                  <a:pt x="723276" y="58780"/>
                </a:cubicBezTo>
                <a:cubicBezTo>
                  <a:pt x="723276" y="53196"/>
                  <a:pt x="721976" y="49263"/>
                  <a:pt x="719378" y="46980"/>
                </a:cubicBezTo>
                <a:cubicBezTo>
                  <a:pt x="715863" y="43884"/>
                  <a:pt x="710641" y="42335"/>
                  <a:pt x="703713" y="42335"/>
                </a:cubicBezTo>
                <a:cubicBezTo>
                  <a:pt x="697243" y="42335"/>
                  <a:pt x="692466" y="43469"/>
                  <a:pt x="689384" y="45736"/>
                </a:cubicBezTo>
                <a:cubicBezTo>
                  <a:pt x="686302" y="48003"/>
                  <a:pt x="684022" y="52015"/>
                  <a:pt x="682545" y="57772"/>
                </a:cubicBezTo>
                <a:lnTo>
                  <a:pt x="669095" y="55938"/>
                </a:lnTo>
                <a:cubicBezTo>
                  <a:pt x="670318" y="50164"/>
                  <a:pt x="672330" y="45500"/>
                  <a:pt x="675132" y="41949"/>
                </a:cubicBezTo>
                <a:cubicBezTo>
                  <a:pt x="677934" y="38397"/>
                  <a:pt x="681984" y="35663"/>
                  <a:pt x="687283" y="33748"/>
                </a:cubicBezTo>
                <a:cubicBezTo>
                  <a:pt x="692581" y="31831"/>
                  <a:pt x="698720" y="30873"/>
                  <a:pt x="705699" y="30873"/>
                </a:cubicBezTo>
                <a:cubicBezTo>
                  <a:pt x="712628" y="30873"/>
                  <a:pt x="718257" y="31688"/>
                  <a:pt x="722588" y="33318"/>
                </a:cubicBezTo>
                <a:cubicBezTo>
                  <a:pt x="726918" y="34948"/>
                  <a:pt x="730102" y="36999"/>
                  <a:pt x="732140" y="39470"/>
                </a:cubicBezTo>
                <a:cubicBezTo>
                  <a:pt x="734178" y="41941"/>
                  <a:pt x="735604" y="45061"/>
                  <a:pt x="736419" y="48831"/>
                </a:cubicBezTo>
                <a:cubicBezTo>
                  <a:pt x="736878" y="51174"/>
                  <a:pt x="737107" y="55403"/>
                  <a:pt x="737107" y="61516"/>
                </a:cubicBezTo>
                <a:lnTo>
                  <a:pt x="737107" y="79857"/>
                </a:lnTo>
                <a:cubicBezTo>
                  <a:pt x="737107" y="92644"/>
                  <a:pt x="737400" y="100731"/>
                  <a:pt x="737986" y="104119"/>
                </a:cubicBezTo>
                <a:cubicBezTo>
                  <a:pt x="738572" y="107507"/>
                  <a:pt x="739731" y="110755"/>
                  <a:pt x="741463" y="113863"/>
                </a:cubicBezTo>
                <a:lnTo>
                  <a:pt x="727096" y="113863"/>
                </a:lnTo>
                <a:cubicBezTo>
                  <a:pt x="725670" y="111006"/>
                  <a:pt x="724753" y="107666"/>
                  <a:pt x="724345" y="103842"/>
                </a:cubicBezTo>
                <a:moveTo>
                  <a:pt x="723199" y="73055"/>
                </a:moveTo>
                <a:cubicBezTo>
                  <a:pt x="718207" y="75111"/>
                  <a:pt x="710718" y="76857"/>
                  <a:pt x="700732" y="78295"/>
                </a:cubicBezTo>
                <a:cubicBezTo>
                  <a:pt x="695077" y="79113"/>
                  <a:pt x="691078" y="80034"/>
                  <a:pt x="688735" y="81058"/>
                </a:cubicBezTo>
                <a:cubicBezTo>
                  <a:pt x="686391" y="82080"/>
                  <a:pt x="684583" y="83576"/>
                  <a:pt x="683309" y="85547"/>
                </a:cubicBezTo>
                <a:cubicBezTo>
                  <a:pt x="682035" y="87517"/>
                  <a:pt x="681399" y="89703"/>
                  <a:pt x="681399" y="92107"/>
                </a:cubicBezTo>
                <a:cubicBezTo>
                  <a:pt x="681399" y="95790"/>
                  <a:pt x="682787" y="98859"/>
                  <a:pt x="685563" y="101316"/>
                </a:cubicBezTo>
                <a:cubicBezTo>
                  <a:pt x="688340" y="103771"/>
                  <a:pt x="692403" y="104998"/>
                  <a:pt x="697752" y="104998"/>
                </a:cubicBezTo>
                <a:cubicBezTo>
                  <a:pt x="703050" y="104998"/>
                  <a:pt x="707763" y="103833"/>
                  <a:pt x="711889" y="101504"/>
                </a:cubicBezTo>
                <a:cubicBezTo>
                  <a:pt x="716016" y="99175"/>
                  <a:pt x="719047" y="95989"/>
                  <a:pt x="720983" y="91945"/>
                </a:cubicBezTo>
                <a:cubicBezTo>
                  <a:pt x="722460" y="88821"/>
                  <a:pt x="723199" y="84214"/>
                  <a:pt x="723199" y="78123"/>
                </a:cubicBezTo>
                <a:lnTo>
                  <a:pt x="723199" y="73055"/>
                </a:lnTo>
                <a:close/>
                <a:moveTo>
                  <a:pt x="753055" y="80239"/>
                </a:moveTo>
                <a:lnTo>
                  <a:pt x="753055" y="66331"/>
                </a:lnTo>
                <a:lnTo>
                  <a:pt x="795314" y="66331"/>
                </a:lnTo>
                <a:lnTo>
                  <a:pt x="795314" y="80239"/>
                </a:lnTo>
                <a:lnTo>
                  <a:pt x="753055" y="80239"/>
                </a:lnTo>
                <a:close/>
                <a:moveTo>
                  <a:pt x="863706" y="113863"/>
                </a:moveTo>
                <a:lnTo>
                  <a:pt x="863706" y="101941"/>
                </a:lnTo>
                <a:cubicBezTo>
                  <a:pt x="857389" y="111111"/>
                  <a:pt x="848805" y="115697"/>
                  <a:pt x="837953" y="115697"/>
                </a:cubicBezTo>
                <a:cubicBezTo>
                  <a:pt x="833164" y="115697"/>
                  <a:pt x="828694" y="114780"/>
                  <a:pt x="824542" y="112946"/>
                </a:cubicBezTo>
                <a:cubicBezTo>
                  <a:pt x="820390" y="111111"/>
                  <a:pt x="817308" y="108806"/>
                  <a:pt x="815295" y="106030"/>
                </a:cubicBezTo>
                <a:cubicBezTo>
                  <a:pt x="813283" y="103253"/>
                  <a:pt x="811869" y="99853"/>
                  <a:pt x="811054" y="95828"/>
                </a:cubicBezTo>
                <a:cubicBezTo>
                  <a:pt x="810494" y="93128"/>
                  <a:pt x="810214" y="88848"/>
                  <a:pt x="810214" y="82990"/>
                </a:cubicBezTo>
                <a:lnTo>
                  <a:pt x="810214" y="32707"/>
                </a:lnTo>
                <a:lnTo>
                  <a:pt x="823969" y="32707"/>
                </a:lnTo>
                <a:lnTo>
                  <a:pt x="823969" y="77717"/>
                </a:lnTo>
                <a:cubicBezTo>
                  <a:pt x="823969" y="84900"/>
                  <a:pt x="824249" y="89740"/>
                  <a:pt x="824809" y="92236"/>
                </a:cubicBezTo>
                <a:cubicBezTo>
                  <a:pt x="825675" y="95853"/>
                  <a:pt x="827509" y="98694"/>
                  <a:pt x="830311" y="100757"/>
                </a:cubicBezTo>
                <a:cubicBezTo>
                  <a:pt x="833113" y="102820"/>
                  <a:pt x="836578" y="103852"/>
                  <a:pt x="840704" y="103852"/>
                </a:cubicBezTo>
                <a:cubicBezTo>
                  <a:pt x="844831" y="103852"/>
                  <a:pt x="848703" y="102795"/>
                  <a:pt x="852320" y="100680"/>
                </a:cubicBezTo>
                <a:cubicBezTo>
                  <a:pt x="855937" y="98566"/>
                  <a:pt x="858497" y="95688"/>
                  <a:pt x="860000" y="92045"/>
                </a:cubicBezTo>
                <a:cubicBezTo>
                  <a:pt x="861503" y="88403"/>
                  <a:pt x="862254" y="83117"/>
                  <a:pt x="862254" y="76189"/>
                </a:cubicBezTo>
                <a:lnTo>
                  <a:pt x="862254" y="32707"/>
                </a:lnTo>
                <a:lnTo>
                  <a:pt x="876009" y="32707"/>
                </a:lnTo>
                <a:lnTo>
                  <a:pt x="876009" y="113863"/>
                </a:lnTo>
                <a:lnTo>
                  <a:pt x="863706" y="113863"/>
                </a:lnTo>
                <a:close/>
                <a:moveTo>
                  <a:pt x="920079" y="113863"/>
                </a:moveTo>
                <a:lnTo>
                  <a:pt x="889206" y="32707"/>
                </a:lnTo>
                <a:lnTo>
                  <a:pt x="903725" y="32707"/>
                </a:lnTo>
                <a:lnTo>
                  <a:pt x="921148" y="81309"/>
                </a:lnTo>
                <a:cubicBezTo>
                  <a:pt x="923033" y="86556"/>
                  <a:pt x="924765" y="92007"/>
                  <a:pt x="926345" y="97662"/>
                </a:cubicBezTo>
                <a:cubicBezTo>
                  <a:pt x="927567" y="93383"/>
                  <a:pt x="929274" y="88237"/>
                  <a:pt x="931465" y="82226"/>
                </a:cubicBezTo>
                <a:lnTo>
                  <a:pt x="949499" y="32707"/>
                </a:lnTo>
                <a:lnTo>
                  <a:pt x="963637" y="32707"/>
                </a:lnTo>
                <a:lnTo>
                  <a:pt x="932917" y="113863"/>
                </a:lnTo>
                <a:lnTo>
                  <a:pt x="920079" y="113863"/>
                </a:lnTo>
                <a:close/>
                <a:moveTo>
                  <a:pt x="975787" y="113863"/>
                </a:moveTo>
                <a:lnTo>
                  <a:pt x="975787" y="32707"/>
                </a:lnTo>
                <a:lnTo>
                  <a:pt x="988091" y="32707"/>
                </a:lnTo>
                <a:lnTo>
                  <a:pt x="988091" y="44017"/>
                </a:lnTo>
                <a:cubicBezTo>
                  <a:pt x="990638" y="40065"/>
                  <a:pt x="994026" y="36887"/>
                  <a:pt x="998254" y="34481"/>
                </a:cubicBezTo>
                <a:cubicBezTo>
                  <a:pt x="1002483" y="32076"/>
                  <a:pt x="1007297" y="30873"/>
                  <a:pt x="1012697" y="30873"/>
                </a:cubicBezTo>
                <a:cubicBezTo>
                  <a:pt x="1018709" y="30873"/>
                  <a:pt x="1023638" y="32115"/>
                  <a:pt x="1027484" y="34598"/>
                </a:cubicBezTo>
                <a:cubicBezTo>
                  <a:pt x="1031330" y="37080"/>
                  <a:pt x="1034043" y="40551"/>
                  <a:pt x="1035622" y="45010"/>
                </a:cubicBezTo>
                <a:cubicBezTo>
                  <a:pt x="1042042" y="35585"/>
                  <a:pt x="1050397" y="30873"/>
                  <a:pt x="1060688" y="30873"/>
                </a:cubicBezTo>
                <a:cubicBezTo>
                  <a:pt x="1068737" y="30873"/>
                  <a:pt x="1074927" y="33102"/>
                  <a:pt x="1079257" y="37559"/>
                </a:cubicBezTo>
                <a:cubicBezTo>
                  <a:pt x="1083587" y="42017"/>
                  <a:pt x="1085753" y="48882"/>
                  <a:pt x="1085753" y="58154"/>
                </a:cubicBezTo>
                <a:lnTo>
                  <a:pt x="1085753" y="113863"/>
                </a:lnTo>
                <a:lnTo>
                  <a:pt x="1072074" y="113863"/>
                </a:lnTo>
                <a:lnTo>
                  <a:pt x="1072074" y="62684"/>
                </a:lnTo>
                <a:cubicBezTo>
                  <a:pt x="1072074" y="57176"/>
                  <a:pt x="1071628" y="53211"/>
                  <a:pt x="1070736" y="50789"/>
                </a:cubicBezTo>
                <a:cubicBezTo>
                  <a:pt x="1069845" y="48366"/>
                  <a:pt x="1068227" y="46415"/>
                  <a:pt x="1065884" y="44936"/>
                </a:cubicBezTo>
                <a:cubicBezTo>
                  <a:pt x="1063540" y="43457"/>
                  <a:pt x="1060789" y="42718"/>
                  <a:pt x="1057631" y="42718"/>
                </a:cubicBezTo>
                <a:cubicBezTo>
                  <a:pt x="1051925" y="42718"/>
                  <a:pt x="1047187" y="44618"/>
                  <a:pt x="1043417" y="48418"/>
                </a:cubicBezTo>
                <a:cubicBezTo>
                  <a:pt x="1039647" y="52216"/>
                  <a:pt x="1037762" y="58298"/>
                  <a:pt x="1037762" y="66663"/>
                </a:cubicBezTo>
                <a:lnTo>
                  <a:pt x="1037762" y="113863"/>
                </a:lnTo>
                <a:lnTo>
                  <a:pt x="1024007" y="113863"/>
                </a:lnTo>
                <a:lnTo>
                  <a:pt x="1024007" y="61077"/>
                </a:lnTo>
                <a:cubicBezTo>
                  <a:pt x="1024007" y="54957"/>
                  <a:pt x="1022886" y="50367"/>
                  <a:pt x="1020645" y="47307"/>
                </a:cubicBezTo>
                <a:cubicBezTo>
                  <a:pt x="1018403" y="44247"/>
                  <a:pt x="1014735" y="42718"/>
                  <a:pt x="1009640" y="42718"/>
                </a:cubicBezTo>
                <a:cubicBezTo>
                  <a:pt x="1005769" y="42718"/>
                  <a:pt x="1002190" y="43738"/>
                  <a:pt x="998904" y="45779"/>
                </a:cubicBezTo>
                <a:cubicBezTo>
                  <a:pt x="995618" y="47818"/>
                  <a:pt x="993236" y="50802"/>
                  <a:pt x="991759" y="54729"/>
                </a:cubicBezTo>
                <a:cubicBezTo>
                  <a:pt x="990281" y="58655"/>
                  <a:pt x="989543" y="64316"/>
                  <a:pt x="989543" y="71711"/>
                </a:cubicBezTo>
                <a:lnTo>
                  <a:pt x="989543" y="113863"/>
                </a:lnTo>
                <a:lnTo>
                  <a:pt x="975787" y="113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CF5E9-916B-44B1-A9C1-1BBADBB8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3900945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60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5"/>
                  <a:pt x="15294" y="255476"/>
                  <a:pt x="11585" y="251768"/>
                </a:cubicBezTo>
                <a:cubicBezTo>
                  <a:pt x="7876" y="248060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AE76C-26E6-436E-B7E4-1C7808BD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3900945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60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5"/>
                  <a:pt x="15294" y="255476"/>
                  <a:pt x="11585" y="251768"/>
                </a:cubicBezTo>
                <a:cubicBezTo>
                  <a:pt x="7876" y="248060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47" name="Text /dev/zero">
            <a:extLst xmlns:a="http://schemas.openxmlformats.org/drawingml/2006/main">
              <a:ext uri="{FF2B5EF4-FFF2-40B4-BE49-F238E27FC236}">
                <a16:creationId xmlns:a16="http://schemas.microsoft.com/office/drawing/2014/main" id="{4D4C56F5-7D7C-4FEB-849F-232B16BC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688" y="3964216"/>
            <a:ext cx="637916" cy="115697"/>
          </a:xfrm>
          <a:custGeom xmlns:a="http://schemas.openxmlformats.org/drawingml/2006/main">
            <a:pathLst>
              <a:path w="637916" h="115697">
                <a:moveTo>
                  <a:pt x="0" y="115697"/>
                </a:moveTo>
                <a:lnTo>
                  <a:pt x="32478" y="0"/>
                </a:lnTo>
                <a:lnTo>
                  <a:pt x="43482" y="0"/>
                </a:lnTo>
                <a:lnTo>
                  <a:pt x="11081" y="115697"/>
                </a:lnTo>
                <a:lnTo>
                  <a:pt x="0" y="115697"/>
                </a:lnTo>
                <a:close/>
                <a:moveTo>
                  <a:pt x="106476" y="113863"/>
                </a:moveTo>
                <a:lnTo>
                  <a:pt x="106476" y="103623"/>
                </a:lnTo>
                <a:cubicBezTo>
                  <a:pt x="101331" y="111672"/>
                  <a:pt x="93766" y="115697"/>
                  <a:pt x="83780" y="115697"/>
                </a:cubicBezTo>
                <a:cubicBezTo>
                  <a:pt x="77310" y="115697"/>
                  <a:pt x="71362" y="113913"/>
                  <a:pt x="65937" y="110347"/>
                </a:cubicBezTo>
                <a:cubicBezTo>
                  <a:pt x="60511" y="106781"/>
                  <a:pt x="56308" y="101801"/>
                  <a:pt x="53328" y="95408"/>
                </a:cubicBezTo>
                <a:cubicBezTo>
                  <a:pt x="50347" y="89014"/>
                  <a:pt x="48857" y="81665"/>
                  <a:pt x="48857" y="73361"/>
                </a:cubicBezTo>
                <a:cubicBezTo>
                  <a:pt x="48857" y="65261"/>
                  <a:pt x="50207" y="57912"/>
                  <a:pt x="52907" y="51315"/>
                </a:cubicBezTo>
                <a:cubicBezTo>
                  <a:pt x="55608" y="44717"/>
                  <a:pt x="59658" y="39661"/>
                  <a:pt x="65058" y="36146"/>
                </a:cubicBezTo>
                <a:cubicBezTo>
                  <a:pt x="70458" y="32630"/>
                  <a:pt x="76495" y="30873"/>
                  <a:pt x="83169" y="30873"/>
                </a:cubicBezTo>
                <a:cubicBezTo>
                  <a:pt x="88060" y="30873"/>
                  <a:pt x="92415" y="31904"/>
                  <a:pt x="96236" y="33968"/>
                </a:cubicBezTo>
                <a:cubicBezTo>
                  <a:pt x="100057" y="36031"/>
                  <a:pt x="103165" y="38718"/>
                  <a:pt x="105559" y="42030"/>
                </a:cubicBezTo>
                <a:lnTo>
                  <a:pt x="105559" y="1834"/>
                </a:lnTo>
                <a:lnTo>
                  <a:pt x="119238" y="1834"/>
                </a:lnTo>
                <a:lnTo>
                  <a:pt x="119238" y="113863"/>
                </a:lnTo>
                <a:lnTo>
                  <a:pt x="106476" y="113863"/>
                </a:lnTo>
                <a:moveTo>
                  <a:pt x="62995" y="73323"/>
                </a:moveTo>
                <a:cubicBezTo>
                  <a:pt x="62995" y="83677"/>
                  <a:pt x="65185" y="91418"/>
                  <a:pt x="69567" y="96544"/>
                </a:cubicBezTo>
                <a:cubicBezTo>
                  <a:pt x="73948" y="101671"/>
                  <a:pt x="79119" y="104234"/>
                  <a:pt x="85079" y="104234"/>
                </a:cubicBezTo>
                <a:cubicBezTo>
                  <a:pt x="91091" y="104234"/>
                  <a:pt x="96198" y="101785"/>
                  <a:pt x="100401" y="96888"/>
                </a:cubicBezTo>
                <a:cubicBezTo>
                  <a:pt x="104604" y="91990"/>
                  <a:pt x="106706" y="84515"/>
                  <a:pt x="106706" y="74464"/>
                </a:cubicBezTo>
                <a:cubicBezTo>
                  <a:pt x="106706" y="63400"/>
                  <a:pt x="104566" y="55279"/>
                  <a:pt x="100287" y="50101"/>
                </a:cubicBezTo>
                <a:cubicBezTo>
                  <a:pt x="96007" y="44924"/>
                  <a:pt x="90734" y="42335"/>
                  <a:pt x="84468" y="42335"/>
                </a:cubicBezTo>
                <a:cubicBezTo>
                  <a:pt x="78355" y="42335"/>
                  <a:pt x="73247" y="44823"/>
                  <a:pt x="69146" y="49798"/>
                </a:cubicBezTo>
                <a:cubicBezTo>
                  <a:pt x="65045" y="54772"/>
                  <a:pt x="62995" y="62613"/>
                  <a:pt x="62995" y="73323"/>
                </a:cubicBezTo>
                <a:close/>
                <a:moveTo>
                  <a:pt x="196396" y="87728"/>
                </a:moveTo>
                <a:lnTo>
                  <a:pt x="210610" y="89485"/>
                </a:lnTo>
                <a:cubicBezTo>
                  <a:pt x="208368" y="97789"/>
                  <a:pt x="204216" y="104234"/>
                  <a:pt x="198154" y="108819"/>
                </a:cubicBezTo>
                <a:cubicBezTo>
                  <a:pt x="192091" y="113404"/>
                  <a:pt x="184348" y="115697"/>
                  <a:pt x="174923" y="115697"/>
                </a:cubicBezTo>
                <a:cubicBezTo>
                  <a:pt x="163053" y="115697"/>
                  <a:pt x="153640" y="112041"/>
                  <a:pt x="146686" y="104731"/>
                </a:cubicBezTo>
                <a:cubicBezTo>
                  <a:pt x="139732" y="97420"/>
                  <a:pt x="136255" y="87167"/>
                  <a:pt x="136255" y="73972"/>
                </a:cubicBezTo>
                <a:cubicBezTo>
                  <a:pt x="136255" y="60319"/>
                  <a:pt x="139771" y="49723"/>
                  <a:pt x="146801" y="42183"/>
                </a:cubicBezTo>
                <a:cubicBezTo>
                  <a:pt x="153832" y="34643"/>
                  <a:pt x="162951" y="30873"/>
                  <a:pt x="174159" y="30873"/>
                </a:cubicBezTo>
                <a:cubicBezTo>
                  <a:pt x="185010" y="30873"/>
                  <a:pt x="193874" y="34561"/>
                  <a:pt x="200752" y="41937"/>
                </a:cubicBezTo>
                <a:cubicBezTo>
                  <a:pt x="207630" y="49311"/>
                  <a:pt x="211068" y="59686"/>
                  <a:pt x="211068" y="73063"/>
                </a:cubicBezTo>
                <a:cubicBezTo>
                  <a:pt x="211068" y="73876"/>
                  <a:pt x="211043" y="75096"/>
                  <a:pt x="210992" y="76723"/>
                </a:cubicBezTo>
                <a:lnTo>
                  <a:pt x="150469" y="76723"/>
                </a:lnTo>
                <a:cubicBezTo>
                  <a:pt x="150979" y="85613"/>
                  <a:pt x="153500" y="92421"/>
                  <a:pt x="158035" y="97146"/>
                </a:cubicBezTo>
                <a:cubicBezTo>
                  <a:pt x="162569" y="101871"/>
                  <a:pt x="168224" y="104234"/>
                  <a:pt x="174999" y="104234"/>
                </a:cubicBezTo>
                <a:cubicBezTo>
                  <a:pt x="180043" y="104234"/>
                  <a:pt x="184348" y="102922"/>
                  <a:pt x="187914" y="100298"/>
                </a:cubicBezTo>
                <a:cubicBezTo>
                  <a:pt x="191480" y="97673"/>
                  <a:pt x="194308" y="93483"/>
                  <a:pt x="196396" y="87728"/>
                </a:cubicBezTo>
                <a:moveTo>
                  <a:pt x="151233" y="65261"/>
                </a:moveTo>
                <a:lnTo>
                  <a:pt x="196549" y="65261"/>
                </a:lnTo>
                <a:cubicBezTo>
                  <a:pt x="195938" y="58546"/>
                  <a:pt x="194206" y="53509"/>
                  <a:pt x="191353" y="50152"/>
                </a:cubicBezTo>
                <a:cubicBezTo>
                  <a:pt x="186971" y="44941"/>
                  <a:pt x="181291" y="42335"/>
                  <a:pt x="174312" y="42335"/>
                </a:cubicBezTo>
                <a:cubicBezTo>
                  <a:pt x="167994" y="42335"/>
                  <a:pt x="162683" y="44415"/>
                  <a:pt x="158378" y="48575"/>
                </a:cubicBezTo>
                <a:cubicBezTo>
                  <a:pt x="154074" y="52734"/>
                  <a:pt x="151692" y="58296"/>
                  <a:pt x="151233" y="65261"/>
                </a:cubicBezTo>
                <a:close/>
                <a:moveTo>
                  <a:pt x="250400" y="113863"/>
                </a:moveTo>
                <a:lnTo>
                  <a:pt x="219527" y="32707"/>
                </a:lnTo>
                <a:lnTo>
                  <a:pt x="234047" y="32707"/>
                </a:lnTo>
                <a:lnTo>
                  <a:pt x="251470" y="81309"/>
                </a:lnTo>
                <a:cubicBezTo>
                  <a:pt x="253355" y="86556"/>
                  <a:pt x="255087" y="92007"/>
                  <a:pt x="256666" y="97662"/>
                </a:cubicBezTo>
                <a:cubicBezTo>
                  <a:pt x="257889" y="93383"/>
                  <a:pt x="259596" y="88237"/>
                  <a:pt x="261786" y="82226"/>
                </a:cubicBezTo>
                <a:lnTo>
                  <a:pt x="279821" y="32707"/>
                </a:lnTo>
                <a:lnTo>
                  <a:pt x="293958" y="32707"/>
                </a:lnTo>
                <a:lnTo>
                  <a:pt x="263238" y="113863"/>
                </a:lnTo>
                <a:lnTo>
                  <a:pt x="250400" y="113863"/>
                </a:lnTo>
                <a:close/>
                <a:moveTo>
                  <a:pt x="295792" y="115697"/>
                </a:moveTo>
                <a:lnTo>
                  <a:pt x="328269" y="0"/>
                </a:lnTo>
                <a:lnTo>
                  <a:pt x="339274" y="0"/>
                </a:lnTo>
                <a:lnTo>
                  <a:pt x="306872" y="115697"/>
                </a:lnTo>
                <a:lnTo>
                  <a:pt x="295792" y="115697"/>
                </a:lnTo>
                <a:close/>
                <a:moveTo>
                  <a:pt x="342357" y="113863"/>
                </a:moveTo>
                <a:lnTo>
                  <a:pt x="342357" y="102706"/>
                </a:lnTo>
                <a:lnTo>
                  <a:pt x="394015" y="43405"/>
                </a:lnTo>
                <a:cubicBezTo>
                  <a:pt x="388157" y="43711"/>
                  <a:pt x="382986" y="43864"/>
                  <a:pt x="378503" y="43864"/>
                </a:cubicBezTo>
                <a:lnTo>
                  <a:pt x="345414" y="43864"/>
                </a:lnTo>
                <a:lnTo>
                  <a:pt x="345414" y="32707"/>
                </a:lnTo>
                <a:lnTo>
                  <a:pt x="411744" y="32707"/>
                </a:lnTo>
                <a:lnTo>
                  <a:pt x="411744" y="41801"/>
                </a:lnTo>
                <a:lnTo>
                  <a:pt x="367804" y="93306"/>
                </a:lnTo>
                <a:lnTo>
                  <a:pt x="359322" y="102706"/>
                </a:lnTo>
                <a:cubicBezTo>
                  <a:pt x="365486" y="102247"/>
                  <a:pt x="371268" y="102018"/>
                  <a:pt x="376669" y="102018"/>
                </a:cubicBezTo>
                <a:lnTo>
                  <a:pt x="414190" y="102018"/>
                </a:lnTo>
                <a:lnTo>
                  <a:pt x="414190" y="113863"/>
                </a:lnTo>
                <a:lnTo>
                  <a:pt x="342357" y="113863"/>
                </a:lnTo>
                <a:close/>
                <a:moveTo>
                  <a:pt x="483424" y="87728"/>
                </a:moveTo>
                <a:lnTo>
                  <a:pt x="497638" y="89485"/>
                </a:lnTo>
                <a:cubicBezTo>
                  <a:pt x="495397" y="97789"/>
                  <a:pt x="491245" y="104234"/>
                  <a:pt x="485182" y="108819"/>
                </a:cubicBezTo>
                <a:cubicBezTo>
                  <a:pt x="479120" y="113404"/>
                  <a:pt x="471376" y="115697"/>
                  <a:pt x="461951" y="115697"/>
                </a:cubicBezTo>
                <a:cubicBezTo>
                  <a:pt x="450081" y="115697"/>
                  <a:pt x="440669" y="112041"/>
                  <a:pt x="433715" y="104731"/>
                </a:cubicBezTo>
                <a:cubicBezTo>
                  <a:pt x="426761" y="97420"/>
                  <a:pt x="423284" y="87167"/>
                  <a:pt x="423284" y="73972"/>
                </a:cubicBezTo>
                <a:cubicBezTo>
                  <a:pt x="423284" y="60319"/>
                  <a:pt x="426799" y="49723"/>
                  <a:pt x="433829" y="42183"/>
                </a:cubicBezTo>
                <a:cubicBezTo>
                  <a:pt x="440860" y="34643"/>
                  <a:pt x="449979" y="30873"/>
                  <a:pt x="461187" y="30873"/>
                </a:cubicBezTo>
                <a:cubicBezTo>
                  <a:pt x="472038" y="30873"/>
                  <a:pt x="480903" y="34561"/>
                  <a:pt x="487780" y="41937"/>
                </a:cubicBezTo>
                <a:cubicBezTo>
                  <a:pt x="494658" y="49311"/>
                  <a:pt x="498097" y="59686"/>
                  <a:pt x="498097" y="73063"/>
                </a:cubicBezTo>
                <a:cubicBezTo>
                  <a:pt x="498097" y="73876"/>
                  <a:pt x="498071" y="75096"/>
                  <a:pt x="498020" y="76723"/>
                </a:cubicBezTo>
                <a:lnTo>
                  <a:pt x="437497" y="76723"/>
                </a:lnTo>
                <a:cubicBezTo>
                  <a:pt x="438007" y="85613"/>
                  <a:pt x="440529" y="92421"/>
                  <a:pt x="445063" y="97146"/>
                </a:cubicBezTo>
                <a:cubicBezTo>
                  <a:pt x="449597" y="101871"/>
                  <a:pt x="455252" y="104234"/>
                  <a:pt x="462027" y="104234"/>
                </a:cubicBezTo>
                <a:cubicBezTo>
                  <a:pt x="467071" y="104234"/>
                  <a:pt x="471376" y="102922"/>
                  <a:pt x="474942" y="100298"/>
                </a:cubicBezTo>
                <a:cubicBezTo>
                  <a:pt x="478508" y="97673"/>
                  <a:pt x="481336" y="93483"/>
                  <a:pt x="483424" y="87728"/>
                </a:cubicBezTo>
                <a:moveTo>
                  <a:pt x="438261" y="65261"/>
                </a:moveTo>
                <a:lnTo>
                  <a:pt x="483577" y="65261"/>
                </a:lnTo>
                <a:cubicBezTo>
                  <a:pt x="482966" y="58546"/>
                  <a:pt x="481234" y="53509"/>
                  <a:pt x="478381" y="50152"/>
                </a:cubicBezTo>
                <a:cubicBezTo>
                  <a:pt x="474000" y="44941"/>
                  <a:pt x="468319" y="42335"/>
                  <a:pt x="461340" y="42335"/>
                </a:cubicBezTo>
                <a:cubicBezTo>
                  <a:pt x="455022" y="42335"/>
                  <a:pt x="449711" y="44415"/>
                  <a:pt x="445407" y="48575"/>
                </a:cubicBezTo>
                <a:cubicBezTo>
                  <a:pt x="441102" y="52734"/>
                  <a:pt x="438720" y="58296"/>
                  <a:pt x="438261" y="65261"/>
                </a:cubicBezTo>
                <a:close/>
                <a:moveTo>
                  <a:pt x="514732" y="113863"/>
                </a:moveTo>
                <a:lnTo>
                  <a:pt x="514732" y="32707"/>
                </a:lnTo>
                <a:lnTo>
                  <a:pt x="527112" y="32707"/>
                </a:lnTo>
                <a:lnTo>
                  <a:pt x="527112" y="44934"/>
                </a:lnTo>
                <a:cubicBezTo>
                  <a:pt x="530270" y="39209"/>
                  <a:pt x="533187" y="35434"/>
                  <a:pt x="535861" y="33610"/>
                </a:cubicBezTo>
                <a:cubicBezTo>
                  <a:pt x="538536" y="31785"/>
                  <a:pt x="541478" y="30873"/>
                  <a:pt x="544688" y="30873"/>
                </a:cubicBezTo>
                <a:cubicBezTo>
                  <a:pt x="549324" y="30873"/>
                  <a:pt x="554036" y="32344"/>
                  <a:pt x="558825" y="35286"/>
                </a:cubicBezTo>
                <a:lnTo>
                  <a:pt x="554087" y="47990"/>
                </a:lnTo>
                <a:cubicBezTo>
                  <a:pt x="550725" y="46004"/>
                  <a:pt x="547362" y="45010"/>
                  <a:pt x="544000" y="45010"/>
                </a:cubicBezTo>
                <a:cubicBezTo>
                  <a:pt x="540994" y="45010"/>
                  <a:pt x="538294" y="45916"/>
                  <a:pt x="535900" y="47728"/>
                </a:cubicBezTo>
                <a:cubicBezTo>
                  <a:pt x="533505" y="49538"/>
                  <a:pt x="531799" y="52049"/>
                  <a:pt x="530780" y="55262"/>
                </a:cubicBezTo>
                <a:cubicBezTo>
                  <a:pt x="529251" y="60158"/>
                  <a:pt x="528487" y="65512"/>
                  <a:pt x="528487" y="71326"/>
                </a:cubicBezTo>
                <a:lnTo>
                  <a:pt x="528487" y="113863"/>
                </a:lnTo>
                <a:lnTo>
                  <a:pt x="514732" y="113863"/>
                </a:lnTo>
                <a:close/>
                <a:moveTo>
                  <a:pt x="561880" y="73285"/>
                </a:moveTo>
                <a:cubicBezTo>
                  <a:pt x="561880" y="58256"/>
                  <a:pt x="566058" y="47124"/>
                  <a:pt x="574413" y="39890"/>
                </a:cubicBezTo>
                <a:cubicBezTo>
                  <a:pt x="581392" y="33879"/>
                  <a:pt x="589900" y="30873"/>
                  <a:pt x="599936" y="30873"/>
                </a:cubicBezTo>
                <a:cubicBezTo>
                  <a:pt x="611093" y="30873"/>
                  <a:pt x="620213" y="34528"/>
                  <a:pt x="627294" y="41839"/>
                </a:cubicBezTo>
                <a:cubicBezTo>
                  <a:pt x="634375" y="49149"/>
                  <a:pt x="637916" y="59249"/>
                  <a:pt x="637916" y="72138"/>
                </a:cubicBezTo>
                <a:cubicBezTo>
                  <a:pt x="637916" y="82582"/>
                  <a:pt x="636350" y="90797"/>
                  <a:pt x="633216" y="96783"/>
                </a:cubicBezTo>
                <a:cubicBezTo>
                  <a:pt x="630083" y="102769"/>
                  <a:pt x="625524" y="107418"/>
                  <a:pt x="619538" y="110729"/>
                </a:cubicBezTo>
                <a:cubicBezTo>
                  <a:pt x="613552" y="114041"/>
                  <a:pt x="607018" y="115697"/>
                  <a:pt x="599936" y="115697"/>
                </a:cubicBezTo>
                <a:cubicBezTo>
                  <a:pt x="588576" y="115697"/>
                  <a:pt x="579393" y="112054"/>
                  <a:pt x="572388" y="104769"/>
                </a:cubicBezTo>
                <a:cubicBezTo>
                  <a:pt x="565383" y="97484"/>
                  <a:pt x="561880" y="86989"/>
                  <a:pt x="561880" y="73285"/>
                </a:cubicBezTo>
                <a:moveTo>
                  <a:pt x="576018" y="73246"/>
                </a:moveTo>
                <a:cubicBezTo>
                  <a:pt x="576018" y="83601"/>
                  <a:pt x="578285" y="91354"/>
                  <a:pt x="582819" y="96506"/>
                </a:cubicBezTo>
                <a:cubicBezTo>
                  <a:pt x="587353" y="101658"/>
                  <a:pt x="593059" y="104234"/>
                  <a:pt x="599936" y="104234"/>
                </a:cubicBezTo>
                <a:cubicBezTo>
                  <a:pt x="606763" y="104234"/>
                  <a:pt x="612443" y="101645"/>
                  <a:pt x="616978" y="96468"/>
                </a:cubicBezTo>
                <a:cubicBezTo>
                  <a:pt x="621512" y="91291"/>
                  <a:pt x="623779" y="83398"/>
                  <a:pt x="623779" y="72790"/>
                </a:cubicBezTo>
                <a:cubicBezTo>
                  <a:pt x="623779" y="62791"/>
                  <a:pt x="621499" y="55215"/>
                  <a:pt x="616939" y="50063"/>
                </a:cubicBezTo>
                <a:cubicBezTo>
                  <a:pt x="612380" y="44911"/>
                  <a:pt x="606712" y="42335"/>
                  <a:pt x="599936" y="42335"/>
                </a:cubicBezTo>
                <a:cubicBezTo>
                  <a:pt x="593059" y="42335"/>
                  <a:pt x="587353" y="44899"/>
                  <a:pt x="582819" y="50025"/>
                </a:cubicBezTo>
                <a:cubicBezTo>
                  <a:pt x="578285" y="55151"/>
                  <a:pt x="576018" y="62892"/>
                  <a:pt x="576018" y="732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87C9E-D58B-4C0B-8A54-1582792A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2129466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4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4"/>
                  <a:pt x="15294" y="255476"/>
                  <a:pt x="11585" y="251768"/>
                </a:cubicBezTo>
                <a:cubicBezTo>
                  <a:pt x="7876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4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9F32A-9A77-434B-9CA9-24A32B63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2129466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4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4"/>
                  <a:pt x="15294" y="255476"/>
                  <a:pt x="11585" y="251768"/>
                </a:cubicBezTo>
                <a:cubicBezTo>
                  <a:pt x="7876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4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50" name="Text /dev/nvidiactl">
            <a:extLst xmlns:a="http://schemas.openxmlformats.org/drawingml/2006/main">
              <a:ext uri="{FF2B5EF4-FFF2-40B4-BE49-F238E27FC236}">
                <a16:creationId xmlns:a16="http://schemas.microsoft.com/office/drawing/2014/main" id="{38DEEA8E-C680-49FE-9B73-57DDF7AF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194" y="2199994"/>
            <a:ext cx="893614" cy="115697"/>
          </a:xfrm>
          <a:custGeom xmlns:a="http://schemas.openxmlformats.org/drawingml/2006/main">
            <a:pathLst>
              <a:path w="893614" h="115697">
                <a:moveTo>
                  <a:pt x="0" y="115697"/>
                </a:moveTo>
                <a:lnTo>
                  <a:pt x="32478" y="0"/>
                </a:lnTo>
                <a:lnTo>
                  <a:pt x="43482" y="0"/>
                </a:lnTo>
                <a:lnTo>
                  <a:pt x="11081" y="115697"/>
                </a:lnTo>
                <a:lnTo>
                  <a:pt x="0" y="115697"/>
                </a:lnTo>
                <a:close/>
                <a:moveTo>
                  <a:pt x="106477" y="113863"/>
                </a:moveTo>
                <a:lnTo>
                  <a:pt x="106477" y="103623"/>
                </a:lnTo>
                <a:cubicBezTo>
                  <a:pt x="101331" y="111672"/>
                  <a:pt x="93766" y="115697"/>
                  <a:pt x="83780" y="115697"/>
                </a:cubicBezTo>
                <a:cubicBezTo>
                  <a:pt x="77310" y="115697"/>
                  <a:pt x="71363" y="113913"/>
                  <a:pt x="65937" y="110347"/>
                </a:cubicBezTo>
                <a:cubicBezTo>
                  <a:pt x="60511" y="106781"/>
                  <a:pt x="56308" y="101801"/>
                  <a:pt x="53328" y="95408"/>
                </a:cubicBezTo>
                <a:cubicBezTo>
                  <a:pt x="50348" y="89014"/>
                  <a:pt x="48858" y="81665"/>
                  <a:pt x="48858" y="73361"/>
                </a:cubicBezTo>
                <a:cubicBezTo>
                  <a:pt x="48858" y="65261"/>
                  <a:pt x="50208" y="57912"/>
                  <a:pt x="52908" y="51315"/>
                </a:cubicBezTo>
                <a:cubicBezTo>
                  <a:pt x="55608" y="44717"/>
                  <a:pt x="59658" y="39661"/>
                  <a:pt x="65058" y="36146"/>
                </a:cubicBezTo>
                <a:cubicBezTo>
                  <a:pt x="70458" y="32630"/>
                  <a:pt x="76495" y="30873"/>
                  <a:pt x="83169" y="30873"/>
                </a:cubicBezTo>
                <a:cubicBezTo>
                  <a:pt x="88060" y="30873"/>
                  <a:pt x="92416" y="31904"/>
                  <a:pt x="96237" y="33968"/>
                </a:cubicBezTo>
                <a:cubicBezTo>
                  <a:pt x="100057" y="36031"/>
                  <a:pt x="103165" y="38718"/>
                  <a:pt x="105560" y="42030"/>
                </a:cubicBezTo>
                <a:lnTo>
                  <a:pt x="105560" y="1834"/>
                </a:lnTo>
                <a:lnTo>
                  <a:pt x="119238" y="1834"/>
                </a:lnTo>
                <a:lnTo>
                  <a:pt x="119238" y="113863"/>
                </a:lnTo>
                <a:lnTo>
                  <a:pt x="106477" y="113863"/>
                </a:lnTo>
                <a:moveTo>
                  <a:pt x="62995" y="73323"/>
                </a:moveTo>
                <a:cubicBezTo>
                  <a:pt x="62995" y="83677"/>
                  <a:pt x="65185" y="91418"/>
                  <a:pt x="69567" y="96544"/>
                </a:cubicBezTo>
                <a:cubicBezTo>
                  <a:pt x="73948" y="101671"/>
                  <a:pt x="79119" y="104234"/>
                  <a:pt x="85080" y="104234"/>
                </a:cubicBezTo>
                <a:cubicBezTo>
                  <a:pt x="91091" y="104234"/>
                  <a:pt x="96198" y="101785"/>
                  <a:pt x="100401" y="96888"/>
                </a:cubicBezTo>
                <a:cubicBezTo>
                  <a:pt x="104604" y="91990"/>
                  <a:pt x="106706" y="84515"/>
                  <a:pt x="106706" y="74464"/>
                </a:cubicBezTo>
                <a:cubicBezTo>
                  <a:pt x="106706" y="63400"/>
                  <a:pt x="104566" y="55279"/>
                  <a:pt x="100287" y="50101"/>
                </a:cubicBezTo>
                <a:cubicBezTo>
                  <a:pt x="96007" y="44924"/>
                  <a:pt x="90734" y="42335"/>
                  <a:pt x="84468" y="42335"/>
                </a:cubicBezTo>
                <a:cubicBezTo>
                  <a:pt x="78355" y="42335"/>
                  <a:pt x="73248" y="44823"/>
                  <a:pt x="69146" y="49798"/>
                </a:cubicBezTo>
                <a:cubicBezTo>
                  <a:pt x="65045" y="54772"/>
                  <a:pt x="62995" y="62613"/>
                  <a:pt x="62995" y="73323"/>
                </a:cubicBezTo>
                <a:close/>
                <a:moveTo>
                  <a:pt x="196396" y="87728"/>
                </a:moveTo>
                <a:lnTo>
                  <a:pt x="210610" y="89485"/>
                </a:lnTo>
                <a:cubicBezTo>
                  <a:pt x="208369" y="97789"/>
                  <a:pt x="204217" y="104234"/>
                  <a:pt x="198154" y="108819"/>
                </a:cubicBezTo>
                <a:cubicBezTo>
                  <a:pt x="192092" y="113404"/>
                  <a:pt x="184348" y="115697"/>
                  <a:pt x="174923" y="115697"/>
                </a:cubicBezTo>
                <a:cubicBezTo>
                  <a:pt x="163053" y="115697"/>
                  <a:pt x="153641" y="112041"/>
                  <a:pt x="146687" y="104731"/>
                </a:cubicBezTo>
                <a:cubicBezTo>
                  <a:pt x="139733" y="97420"/>
                  <a:pt x="136256" y="87167"/>
                  <a:pt x="136256" y="73972"/>
                </a:cubicBezTo>
                <a:cubicBezTo>
                  <a:pt x="136256" y="60319"/>
                  <a:pt x="139771" y="49723"/>
                  <a:pt x="146801" y="42183"/>
                </a:cubicBezTo>
                <a:cubicBezTo>
                  <a:pt x="153832" y="34643"/>
                  <a:pt x="162951" y="30873"/>
                  <a:pt x="174159" y="30873"/>
                </a:cubicBezTo>
                <a:cubicBezTo>
                  <a:pt x="185010" y="30873"/>
                  <a:pt x="193875" y="34561"/>
                  <a:pt x="200752" y="41937"/>
                </a:cubicBezTo>
                <a:cubicBezTo>
                  <a:pt x="207630" y="49311"/>
                  <a:pt x="211069" y="59686"/>
                  <a:pt x="211069" y="73063"/>
                </a:cubicBezTo>
                <a:cubicBezTo>
                  <a:pt x="211069" y="73876"/>
                  <a:pt x="211043" y="75096"/>
                  <a:pt x="210992" y="76723"/>
                </a:cubicBezTo>
                <a:lnTo>
                  <a:pt x="150469" y="76723"/>
                </a:lnTo>
                <a:cubicBezTo>
                  <a:pt x="150979" y="85613"/>
                  <a:pt x="153501" y="92421"/>
                  <a:pt x="158035" y="97146"/>
                </a:cubicBezTo>
                <a:cubicBezTo>
                  <a:pt x="162569" y="101871"/>
                  <a:pt x="168224" y="104234"/>
                  <a:pt x="174999" y="104234"/>
                </a:cubicBezTo>
                <a:cubicBezTo>
                  <a:pt x="180043" y="104234"/>
                  <a:pt x="184348" y="102922"/>
                  <a:pt x="187914" y="100298"/>
                </a:cubicBezTo>
                <a:cubicBezTo>
                  <a:pt x="191480" y="97673"/>
                  <a:pt x="194308" y="93483"/>
                  <a:pt x="196396" y="87728"/>
                </a:cubicBezTo>
                <a:moveTo>
                  <a:pt x="151234" y="65261"/>
                </a:moveTo>
                <a:lnTo>
                  <a:pt x="196549" y="65261"/>
                </a:lnTo>
                <a:cubicBezTo>
                  <a:pt x="195938" y="58546"/>
                  <a:pt x="194206" y="53509"/>
                  <a:pt x="191353" y="50152"/>
                </a:cubicBezTo>
                <a:cubicBezTo>
                  <a:pt x="186972" y="44941"/>
                  <a:pt x="181291" y="42335"/>
                  <a:pt x="174312" y="42335"/>
                </a:cubicBezTo>
                <a:cubicBezTo>
                  <a:pt x="167995" y="42335"/>
                  <a:pt x="162683" y="44415"/>
                  <a:pt x="158379" y="48575"/>
                </a:cubicBezTo>
                <a:cubicBezTo>
                  <a:pt x="154074" y="52734"/>
                  <a:pt x="151692" y="58296"/>
                  <a:pt x="151234" y="65261"/>
                </a:cubicBezTo>
                <a:close/>
                <a:moveTo>
                  <a:pt x="250400" y="113863"/>
                </a:moveTo>
                <a:lnTo>
                  <a:pt x="219527" y="32707"/>
                </a:lnTo>
                <a:lnTo>
                  <a:pt x="234047" y="32707"/>
                </a:lnTo>
                <a:lnTo>
                  <a:pt x="251470" y="81309"/>
                </a:lnTo>
                <a:cubicBezTo>
                  <a:pt x="253355" y="86556"/>
                  <a:pt x="255087" y="92007"/>
                  <a:pt x="256666" y="97662"/>
                </a:cubicBezTo>
                <a:cubicBezTo>
                  <a:pt x="257889" y="93383"/>
                  <a:pt x="259596" y="88237"/>
                  <a:pt x="261786" y="82226"/>
                </a:cubicBezTo>
                <a:lnTo>
                  <a:pt x="279821" y="32707"/>
                </a:lnTo>
                <a:lnTo>
                  <a:pt x="293958" y="32707"/>
                </a:lnTo>
                <a:lnTo>
                  <a:pt x="263238" y="113863"/>
                </a:lnTo>
                <a:lnTo>
                  <a:pt x="250400" y="113863"/>
                </a:lnTo>
                <a:close/>
                <a:moveTo>
                  <a:pt x="295792" y="115697"/>
                </a:moveTo>
                <a:lnTo>
                  <a:pt x="328270" y="0"/>
                </a:lnTo>
                <a:lnTo>
                  <a:pt x="339274" y="0"/>
                </a:lnTo>
                <a:lnTo>
                  <a:pt x="306873" y="115697"/>
                </a:lnTo>
                <a:lnTo>
                  <a:pt x="295792" y="115697"/>
                </a:lnTo>
                <a:close/>
                <a:moveTo>
                  <a:pt x="349617" y="113863"/>
                </a:moveTo>
                <a:lnTo>
                  <a:pt x="349617" y="32707"/>
                </a:lnTo>
                <a:lnTo>
                  <a:pt x="361996" y="32707"/>
                </a:lnTo>
                <a:lnTo>
                  <a:pt x="361996" y="44169"/>
                </a:lnTo>
                <a:cubicBezTo>
                  <a:pt x="367957" y="35305"/>
                  <a:pt x="376567" y="30873"/>
                  <a:pt x="387826" y="30873"/>
                </a:cubicBezTo>
                <a:cubicBezTo>
                  <a:pt x="392716" y="30873"/>
                  <a:pt x="397212" y="31752"/>
                  <a:pt x="401313" y="33509"/>
                </a:cubicBezTo>
                <a:cubicBezTo>
                  <a:pt x="405415" y="35267"/>
                  <a:pt x="408484" y="37572"/>
                  <a:pt x="410522" y="40425"/>
                </a:cubicBezTo>
                <a:cubicBezTo>
                  <a:pt x="412560" y="43278"/>
                  <a:pt x="413986" y="46666"/>
                  <a:pt x="414801" y="50589"/>
                </a:cubicBezTo>
                <a:cubicBezTo>
                  <a:pt x="415311" y="53136"/>
                  <a:pt x="415565" y="57594"/>
                  <a:pt x="415565" y="63962"/>
                </a:cubicBezTo>
                <a:lnTo>
                  <a:pt x="415565" y="113863"/>
                </a:lnTo>
                <a:lnTo>
                  <a:pt x="401810" y="113863"/>
                </a:lnTo>
                <a:lnTo>
                  <a:pt x="401810" y="64444"/>
                </a:lnTo>
                <a:cubicBezTo>
                  <a:pt x="401810" y="58834"/>
                  <a:pt x="401275" y="54639"/>
                  <a:pt x="400205" y="51859"/>
                </a:cubicBezTo>
                <a:cubicBezTo>
                  <a:pt x="399136" y="49079"/>
                  <a:pt x="397238" y="46861"/>
                  <a:pt x="394512" y="45204"/>
                </a:cubicBezTo>
                <a:cubicBezTo>
                  <a:pt x="391787" y="43546"/>
                  <a:pt x="388590" y="42718"/>
                  <a:pt x="384922" y="42718"/>
                </a:cubicBezTo>
                <a:cubicBezTo>
                  <a:pt x="379063" y="42718"/>
                  <a:pt x="374007" y="44579"/>
                  <a:pt x="369753" y="48303"/>
                </a:cubicBezTo>
                <a:cubicBezTo>
                  <a:pt x="365499" y="52025"/>
                  <a:pt x="363372" y="59088"/>
                  <a:pt x="363372" y="69492"/>
                </a:cubicBezTo>
                <a:lnTo>
                  <a:pt x="363372" y="113863"/>
                </a:lnTo>
                <a:lnTo>
                  <a:pt x="349617" y="113863"/>
                </a:lnTo>
                <a:close/>
                <a:moveTo>
                  <a:pt x="459176" y="113863"/>
                </a:moveTo>
                <a:lnTo>
                  <a:pt x="428303" y="32707"/>
                </a:lnTo>
                <a:lnTo>
                  <a:pt x="442823" y="32707"/>
                </a:lnTo>
                <a:lnTo>
                  <a:pt x="460246" y="81309"/>
                </a:lnTo>
                <a:cubicBezTo>
                  <a:pt x="462131" y="86556"/>
                  <a:pt x="463863" y="92007"/>
                  <a:pt x="465442" y="97662"/>
                </a:cubicBezTo>
                <a:cubicBezTo>
                  <a:pt x="466665" y="93383"/>
                  <a:pt x="468372" y="88237"/>
                  <a:pt x="470562" y="82226"/>
                </a:cubicBezTo>
                <a:lnTo>
                  <a:pt x="488597" y="32707"/>
                </a:lnTo>
                <a:lnTo>
                  <a:pt x="502734" y="32707"/>
                </a:lnTo>
                <a:lnTo>
                  <a:pt x="472014" y="113863"/>
                </a:lnTo>
                <a:lnTo>
                  <a:pt x="459176" y="113863"/>
                </a:lnTo>
                <a:close/>
                <a:moveTo>
                  <a:pt x="514961" y="17729"/>
                </a:moveTo>
                <a:lnTo>
                  <a:pt x="514961" y="1834"/>
                </a:lnTo>
                <a:lnTo>
                  <a:pt x="528717" y="1834"/>
                </a:lnTo>
                <a:lnTo>
                  <a:pt x="528717" y="17729"/>
                </a:lnTo>
                <a:lnTo>
                  <a:pt x="514961" y="17729"/>
                </a:lnTo>
                <a:moveTo>
                  <a:pt x="514961" y="113863"/>
                </a:moveTo>
                <a:lnTo>
                  <a:pt x="514961" y="32707"/>
                </a:lnTo>
                <a:lnTo>
                  <a:pt x="528717" y="32707"/>
                </a:lnTo>
                <a:lnTo>
                  <a:pt x="528717" y="113863"/>
                </a:lnTo>
                <a:lnTo>
                  <a:pt x="514961" y="113863"/>
                </a:lnTo>
                <a:close/>
                <a:moveTo>
                  <a:pt x="602280" y="113863"/>
                </a:moveTo>
                <a:lnTo>
                  <a:pt x="602280" y="103623"/>
                </a:lnTo>
                <a:cubicBezTo>
                  <a:pt x="597134" y="111672"/>
                  <a:pt x="589569" y="115697"/>
                  <a:pt x="579584" y="115697"/>
                </a:cubicBezTo>
                <a:cubicBezTo>
                  <a:pt x="573114" y="115697"/>
                  <a:pt x="567166" y="113913"/>
                  <a:pt x="561740" y="110347"/>
                </a:cubicBezTo>
                <a:cubicBezTo>
                  <a:pt x="556315" y="106781"/>
                  <a:pt x="552112" y="101801"/>
                  <a:pt x="549131" y="95408"/>
                </a:cubicBezTo>
                <a:cubicBezTo>
                  <a:pt x="546151" y="89014"/>
                  <a:pt x="544661" y="81665"/>
                  <a:pt x="544661" y="73361"/>
                </a:cubicBezTo>
                <a:cubicBezTo>
                  <a:pt x="544661" y="65261"/>
                  <a:pt x="546011" y="57912"/>
                  <a:pt x="548711" y="51315"/>
                </a:cubicBezTo>
                <a:cubicBezTo>
                  <a:pt x="551411" y="44717"/>
                  <a:pt x="555461" y="39661"/>
                  <a:pt x="560862" y="36146"/>
                </a:cubicBezTo>
                <a:cubicBezTo>
                  <a:pt x="566262" y="32630"/>
                  <a:pt x="572299" y="30873"/>
                  <a:pt x="578973" y="30873"/>
                </a:cubicBezTo>
                <a:cubicBezTo>
                  <a:pt x="583863" y="30873"/>
                  <a:pt x="588219" y="31904"/>
                  <a:pt x="592040" y="33968"/>
                </a:cubicBezTo>
                <a:cubicBezTo>
                  <a:pt x="595861" y="36031"/>
                  <a:pt x="598969" y="38718"/>
                  <a:pt x="601363" y="42030"/>
                </a:cubicBezTo>
                <a:lnTo>
                  <a:pt x="601363" y="1834"/>
                </a:lnTo>
                <a:lnTo>
                  <a:pt x="615042" y="1834"/>
                </a:lnTo>
                <a:lnTo>
                  <a:pt x="615042" y="113863"/>
                </a:lnTo>
                <a:lnTo>
                  <a:pt x="602280" y="113863"/>
                </a:lnTo>
                <a:moveTo>
                  <a:pt x="558798" y="73323"/>
                </a:moveTo>
                <a:cubicBezTo>
                  <a:pt x="558798" y="83677"/>
                  <a:pt x="560989" y="91418"/>
                  <a:pt x="565370" y="96544"/>
                </a:cubicBezTo>
                <a:cubicBezTo>
                  <a:pt x="569751" y="101671"/>
                  <a:pt x="574922" y="104234"/>
                  <a:pt x="580883" y="104234"/>
                </a:cubicBezTo>
                <a:cubicBezTo>
                  <a:pt x="586895" y="104234"/>
                  <a:pt x="592002" y="101785"/>
                  <a:pt x="596205" y="96888"/>
                </a:cubicBezTo>
                <a:cubicBezTo>
                  <a:pt x="600408" y="91990"/>
                  <a:pt x="602509" y="84515"/>
                  <a:pt x="602509" y="74464"/>
                </a:cubicBezTo>
                <a:cubicBezTo>
                  <a:pt x="602509" y="63400"/>
                  <a:pt x="600370" y="55279"/>
                  <a:pt x="596090" y="50101"/>
                </a:cubicBezTo>
                <a:cubicBezTo>
                  <a:pt x="591811" y="44924"/>
                  <a:pt x="586538" y="42335"/>
                  <a:pt x="580272" y="42335"/>
                </a:cubicBezTo>
                <a:cubicBezTo>
                  <a:pt x="574158" y="42335"/>
                  <a:pt x="569051" y="44823"/>
                  <a:pt x="564950" y="49798"/>
                </a:cubicBezTo>
                <a:cubicBezTo>
                  <a:pt x="560849" y="54772"/>
                  <a:pt x="558798" y="62613"/>
                  <a:pt x="558798" y="73323"/>
                </a:cubicBezTo>
                <a:close/>
                <a:moveTo>
                  <a:pt x="636721" y="17729"/>
                </a:moveTo>
                <a:lnTo>
                  <a:pt x="636721" y="1834"/>
                </a:lnTo>
                <a:lnTo>
                  <a:pt x="650476" y="1834"/>
                </a:lnTo>
                <a:lnTo>
                  <a:pt x="650476" y="17729"/>
                </a:lnTo>
                <a:lnTo>
                  <a:pt x="636721" y="17729"/>
                </a:lnTo>
                <a:moveTo>
                  <a:pt x="636721" y="113863"/>
                </a:moveTo>
                <a:lnTo>
                  <a:pt x="636721" y="32707"/>
                </a:lnTo>
                <a:lnTo>
                  <a:pt x="650476" y="32707"/>
                </a:lnTo>
                <a:lnTo>
                  <a:pt x="650476" y="113863"/>
                </a:lnTo>
                <a:lnTo>
                  <a:pt x="636721" y="113863"/>
                </a:lnTo>
                <a:close/>
                <a:moveTo>
                  <a:pt x="724346" y="103842"/>
                </a:moveTo>
                <a:cubicBezTo>
                  <a:pt x="719251" y="108176"/>
                  <a:pt x="714348" y="111235"/>
                  <a:pt x="709635" y="113020"/>
                </a:cubicBezTo>
                <a:cubicBezTo>
                  <a:pt x="704923" y="114804"/>
                  <a:pt x="699867" y="115697"/>
                  <a:pt x="694466" y="115697"/>
                </a:cubicBezTo>
                <a:cubicBezTo>
                  <a:pt x="685551" y="115697"/>
                  <a:pt x="678699" y="113517"/>
                  <a:pt x="673910" y="109158"/>
                </a:cubicBezTo>
                <a:cubicBezTo>
                  <a:pt x="669121" y="104799"/>
                  <a:pt x="666727" y="99229"/>
                  <a:pt x="666727" y="92449"/>
                </a:cubicBezTo>
                <a:cubicBezTo>
                  <a:pt x="666727" y="88474"/>
                  <a:pt x="667631" y="84842"/>
                  <a:pt x="669439" y="81555"/>
                </a:cubicBezTo>
                <a:cubicBezTo>
                  <a:pt x="671248" y="78265"/>
                  <a:pt x="673617" y="75627"/>
                  <a:pt x="676546" y="73638"/>
                </a:cubicBezTo>
                <a:cubicBezTo>
                  <a:pt x="679476" y="71650"/>
                  <a:pt x="682774" y="70146"/>
                  <a:pt x="686442" y="69127"/>
                </a:cubicBezTo>
                <a:cubicBezTo>
                  <a:pt x="689143" y="68412"/>
                  <a:pt x="693218" y="67724"/>
                  <a:pt x="698669" y="67061"/>
                </a:cubicBezTo>
                <a:cubicBezTo>
                  <a:pt x="709775" y="65746"/>
                  <a:pt x="717952" y="64178"/>
                  <a:pt x="723199" y="62357"/>
                </a:cubicBezTo>
                <a:cubicBezTo>
                  <a:pt x="723250" y="60480"/>
                  <a:pt x="723276" y="59287"/>
                  <a:pt x="723276" y="58780"/>
                </a:cubicBezTo>
                <a:cubicBezTo>
                  <a:pt x="723276" y="53196"/>
                  <a:pt x="721977" y="49263"/>
                  <a:pt x="719379" y="46980"/>
                </a:cubicBezTo>
                <a:cubicBezTo>
                  <a:pt x="715863" y="43884"/>
                  <a:pt x="710641" y="42335"/>
                  <a:pt x="703713" y="42335"/>
                </a:cubicBezTo>
                <a:cubicBezTo>
                  <a:pt x="697243" y="42335"/>
                  <a:pt x="692467" y="43469"/>
                  <a:pt x="689385" y="45736"/>
                </a:cubicBezTo>
                <a:cubicBezTo>
                  <a:pt x="686302" y="48003"/>
                  <a:pt x="684023" y="52015"/>
                  <a:pt x="682545" y="57772"/>
                </a:cubicBezTo>
                <a:lnTo>
                  <a:pt x="669096" y="55938"/>
                </a:lnTo>
                <a:cubicBezTo>
                  <a:pt x="670318" y="50164"/>
                  <a:pt x="672331" y="45500"/>
                  <a:pt x="675133" y="41949"/>
                </a:cubicBezTo>
                <a:cubicBezTo>
                  <a:pt x="677935" y="38397"/>
                  <a:pt x="681985" y="35663"/>
                  <a:pt x="687283" y="33748"/>
                </a:cubicBezTo>
                <a:cubicBezTo>
                  <a:pt x="692581" y="31831"/>
                  <a:pt x="698720" y="30873"/>
                  <a:pt x="705700" y="30873"/>
                </a:cubicBezTo>
                <a:cubicBezTo>
                  <a:pt x="712628" y="30873"/>
                  <a:pt x="718258" y="31688"/>
                  <a:pt x="722588" y="33318"/>
                </a:cubicBezTo>
                <a:cubicBezTo>
                  <a:pt x="726918" y="34948"/>
                  <a:pt x="730102" y="36999"/>
                  <a:pt x="732140" y="39470"/>
                </a:cubicBezTo>
                <a:cubicBezTo>
                  <a:pt x="734178" y="41941"/>
                  <a:pt x="735605" y="45061"/>
                  <a:pt x="736420" y="48831"/>
                </a:cubicBezTo>
                <a:cubicBezTo>
                  <a:pt x="736878" y="51174"/>
                  <a:pt x="737107" y="55403"/>
                  <a:pt x="737107" y="61516"/>
                </a:cubicBezTo>
                <a:lnTo>
                  <a:pt x="737107" y="79857"/>
                </a:lnTo>
                <a:cubicBezTo>
                  <a:pt x="737107" y="92644"/>
                  <a:pt x="737400" y="100731"/>
                  <a:pt x="737986" y="104119"/>
                </a:cubicBezTo>
                <a:cubicBezTo>
                  <a:pt x="738572" y="107507"/>
                  <a:pt x="739731" y="110755"/>
                  <a:pt x="741463" y="113863"/>
                </a:cubicBezTo>
                <a:lnTo>
                  <a:pt x="727097" y="113863"/>
                </a:lnTo>
                <a:cubicBezTo>
                  <a:pt x="725670" y="111006"/>
                  <a:pt x="724753" y="107666"/>
                  <a:pt x="724346" y="103842"/>
                </a:cubicBezTo>
                <a:moveTo>
                  <a:pt x="723199" y="73055"/>
                </a:moveTo>
                <a:cubicBezTo>
                  <a:pt x="718207" y="75111"/>
                  <a:pt x="710718" y="76857"/>
                  <a:pt x="700733" y="78295"/>
                </a:cubicBezTo>
                <a:cubicBezTo>
                  <a:pt x="695078" y="79113"/>
                  <a:pt x="691078" y="80034"/>
                  <a:pt x="688735" y="81058"/>
                </a:cubicBezTo>
                <a:cubicBezTo>
                  <a:pt x="686392" y="82080"/>
                  <a:pt x="684583" y="83576"/>
                  <a:pt x="683309" y="85547"/>
                </a:cubicBezTo>
                <a:cubicBezTo>
                  <a:pt x="682036" y="87517"/>
                  <a:pt x="681399" y="89703"/>
                  <a:pt x="681399" y="92107"/>
                </a:cubicBezTo>
                <a:cubicBezTo>
                  <a:pt x="681399" y="95790"/>
                  <a:pt x="682787" y="98859"/>
                  <a:pt x="685564" y="101316"/>
                </a:cubicBezTo>
                <a:cubicBezTo>
                  <a:pt x="688340" y="103771"/>
                  <a:pt x="692403" y="104998"/>
                  <a:pt x="697752" y="104998"/>
                </a:cubicBezTo>
                <a:cubicBezTo>
                  <a:pt x="703051" y="104998"/>
                  <a:pt x="707763" y="103833"/>
                  <a:pt x="711890" y="101504"/>
                </a:cubicBezTo>
                <a:cubicBezTo>
                  <a:pt x="716016" y="99175"/>
                  <a:pt x="719047" y="95989"/>
                  <a:pt x="720983" y="91945"/>
                </a:cubicBezTo>
                <a:cubicBezTo>
                  <a:pt x="722461" y="88821"/>
                  <a:pt x="723199" y="84214"/>
                  <a:pt x="723199" y="78123"/>
                </a:cubicBezTo>
                <a:lnTo>
                  <a:pt x="723199" y="73055"/>
                </a:lnTo>
                <a:close/>
                <a:moveTo>
                  <a:pt x="811361" y="84060"/>
                </a:moveTo>
                <a:lnTo>
                  <a:pt x="824887" y="85817"/>
                </a:lnTo>
                <a:cubicBezTo>
                  <a:pt x="823410" y="95164"/>
                  <a:pt x="819627" y="102481"/>
                  <a:pt x="813539" y="107768"/>
                </a:cubicBezTo>
                <a:cubicBezTo>
                  <a:pt x="807451" y="113054"/>
                  <a:pt x="799975" y="115697"/>
                  <a:pt x="791110" y="115697"/>
                </a:cubicBezTo>
                <a:cubicBezTo>
                  <a:pt x="780004" y="115697"/>
                  <a:pt x="771076" y="112067"/>
                  <a:pt x="764326" y="104807"/>
                </a:cubicBezTo>
                <a:cubicBezTo>
                  <a:pt x="757576" y="97547"/>
                  <a:pt x="754201" y="87142"/>
                  <a:pt x="754201" y="73590"/>
                </a:cubicBezTo>
                <a:cubicBezTo>
                  <a:pt x="754201" y="64828"/>
                  <a:pt x="755653" y="57161"/>
                  <a:pt x="758556" y="50589"/>
                </a:cubicBezTo>
                <a:cubicBezTo>
                  <a:pt x="761460" y="44017"/>
                  <a:pt x="765880" y="39088"/>
                  <a:pt x="771815" y="35802"/>
                </a:cubicBezTo>
                <a:cubicBezTo>
                  <a:pt x="777750" y="32516"/>
                  <a:pt x="784207" y="30873"/>
                  <a:pt x="791187" y="30873"/>
                </a:cubicBezTo>
                <a:cubicBezTo>
                  <a:pt x="800000" y="30873"/>
                  <a:pt x="807209" y="33109"/>
                  <a:pt x="812813" y="37581"/>
                </a:cubicBezTo>
                <a:cubicBezTo>
                  <a:pt x="818417" y="42051"/>
                  <a:pt x="822009" y="48400"/>
                  <a:pt x="823588" y="56626"/>
                </a:cubicBezTo>
                <a:lnTo>
                  <a:pt x="810215" y="58689"/>
                </a:lnTo>
                <a:cubicBezTo>
                  <a:pt x="808941" y="53263"/>
                  <a:pt x="806687" y="49181"/>
                  <a:pt x="803452" y="46443"/>
                </a:cubicBezTo>
                <a:cubicBezTo>
                  <a:pt x="800217" y="43705"/>
                  <a:pt x="796307" y="42335"/>
                  <a:pt x="791722" y="42335"/>
                </a:cubicBezTo>
                <a:cubicBezTo>
                  <a:pt x="784793" y="42335"/>
                  <a:pt x="779164" y="44807"/>
                  <a:pt x="774833" y="49750"/>
                </a:cubicBezTo>
                <a:cubicBezTo>
                  <a:pt x="770503" y="54692"/>
                  <a:pt x="768338" y="62511"/>
                  <a:pt x="768338" y="73208"/>
                </a:cubicBezTo>
                <a:cubicBezTo>
                  <a:pt x="768338" y="84058"/>
                  <a:pt x="770427" y="91942"/>
                  <a:pt x="774604" y="96860"/>
                </a:cubicBezTo>
                <a:cubicBezTo>
                  <a:pt x="778782" y="101776"/>
                  <a:pt x="784233" y="104234"/>
                  <a:pt x="790958" y="104234"/>
                </a:cubicBezTo>
                <a:cubicBezTo>
                  <a:pt x="796358" y="104234"/>
                  <a:pt x="800866" y="102585"/>
                  <a:pt x="804484" y="99286"/>
                </a:cubicBezTo>
                <a:cubicBezTo>
                  <a:pt x="808101" y="95987"/>
                  <a:pt x="810393" y="90912"/>
                  <a:pt x="811361" y="84060"/>
                </a:cubicBezTo>
                <a:close/>
                <a:moveTo>
                  <a:pt x="866688" y="101712"/>
                </a:moveTo>
                <a:lnTo>
                  <a:pt x="868675" y="113863"/>
                </a:lnTo>
                <a:cubicBezTo>
                  <a:pt x="864803" y="114576"/>
                  <a:pt x="861339" y="114932"/>
                  <a:pt x="858282" y="114932"/>
                </a:cubicBezTo>
                <a:cubicBezTo>
                  <a:pt x="853289" y="114932"/>
                  <a:pt x="849417" y="114143"/>
                  <a:pt x="846666" y="112563"/>
                </a:cubicBezTo>
                <a:cubicBezTo>
                  <a:pt x="843915" y="110984"/>
                  <a:pt x="841979" y="108908"/>
                  <a:pt x="840859" y="106335"/>
                </a:cubicBezTo>
                <a:cubicBezTo>
                  <a:pt x="839738" y="103763"/>
                  <a:pt x="839177" y="98350"/>
                  <a:pt x="839177" y="90097"/>
                </a:cubicBezTo>
                <a:lnTo>
                  <a:pt x="839177" y="43405"/>
                </a:lnTo>
                <a:lnTo>
                  <a:pt x="829090" y="43405"/>
                </a:lnTo>
                <a:lnTo>
                  <a:pt x="829090" y="32707"/>
                </a:lnTo>
                <a:lnTo>
                  <a:pt x="839177" y="32707"/>
                </a:lnTo>
                <a:lnTo>
                  <a:pt x="839177" y="12554"/>
                </a:lnTo>
                <a:lnTo>
                  <a:pt x="852856" y="4279"/>
                </a:lnTo>
                <a:lnTo>
                  <a:pt x="852856" y="32707"/>
                </a:lnTo>
                <a:lnTo>
                  <a:pt x="866688" y="32707"/>
                </a:lnTo>
                <a:lnTo>
                  <a:pt x="866688" y="43405"/>
                </a:lnTo>
                <a:lnTo>
                  <a:pt x="852856" y="43405"/>
                </a:lnTo>
                <a:lnTo>
                  <a:pt x="852856" y="90861"/>
                </a:lnTo>
                <a:cubicBezTo>
                  <a:pt x="852856" y="94784"/>
                  <a:pt x="853098" y="97305"/>
                  <a:pt x="853582" y="98426"/>
                </a:cubicBezTo>
                <a:cubicBezTo>
                  <a:pt x="854066" y="99547"/>
                  <a:pt x="854856" y="100438"/>
                  <a:pt x="855951" y="101101"/>
                </a:cubicBezTo>
                <a:cubicBezTo>
                  <a:pt x="857046" y="101763"/>
                  <a:pt x="858613" y="102094"/>
                  <a:pt x="860651" y="102094"/>
                </a:cubicBezTo>
                <a:cubicBezTo>
                  <a:pt x="862179" y="102094"/>
                  <a:pt x="864192" y="101967"/>
                  <a:pt x="866688" y="101712"/>
                </a:cubicBezTo>
                <a:close/>
                <a:moveTo>
                  <a:pt x="879858" y="113863"/>
                </a:moveTo>
                <a:lnTo>
                  <a:pt x="879858" y="1834"/>
                </a:lnTo>
                <a:lnTo>
                  <a:pt x="893614" y="1834"/>
                </a:lnTo>
                <a:lnTo>
                  <a:pt x="893614" y="113863"/>
                </a:lnTo>
                <a:lnTo>
                  <a:pt x="879858" y="113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B47F44-51D8-4966-A40E-DEB7497F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939" y="2261072"/>
            <a:ext cx="862620" cy="10"/>
          </a:xfrm>
          <a:custGeom xmlns:a="http://schemas.openxmlformats.org/drawingml/2006/main">
            <a:pathLst>
              <a:path w="862620" h="1" fill="none">
                <a:moveTo>
                  <a:pt x="86262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C768E4-C5C4-4AEC-90DE-580BE049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244" y="2211275"/>
            <a:ext cx="99593" cy="99593"/>
          </a:xfrm>
          <a:custGeom xmlns:a="http://schemas.openxmlformats.org/drawingml/2006/main">
            <a:pathLst>
              <a:path w="99593" h="99593">
                <a:moveTo>
                  <a:pt x="0" y="49797"/>
                </a:moveTo>
                <a:lnTo>
                  <a:pt x="99593" y="0"/>
                </a:lnTo>
                <a:lnTo>
                  <a:pt x="74695" y="49797"/>
                </a:lnTo>
                <a:lnTo>
                  <a:pt x="99593" y="99593"/>
                </a:lnTo>
                <a:lnTo>
                  <a:pt x="0" y="49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4F2C88-73B3-44EC-BA4A-29DE5CED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244" y="2211275"/>
            <a:ext cx="99593" cy="99593"/>
          </a:xfrm>
          <a:custGeom xmlns:a="http://schemas.openxmlformats.org/drawingml/2006/main">
            <a:pathLst>
              <a:path w="99593" h="99593" fill="none">
                <a:moveTo>
                  <a:pt x="0" y="49797"/>
                </a:moveTo>
                <a:lnTo>
                  <a:pt x="99593" y="0"/>
                </a:lnTo>
                <a:lnTo>
                  <a:pt x="74695" y="49797"/>
                </a:lnTo>
                <a:lnTo>
                  <a:pt x="99593" y="99593"/>
                </a:lnTo>
                <a:lnTo>
                  <a:pt x="0" y="49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67DBD-87E8-481A-8056-252F9D22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2129466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7"/>
                  <a:pt x="1445872" y="258334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4"/>
                  <a:pt x="15294" y="255476"/>
                  <a:pt x="11584" y="251768"/>
                </a:cubicBezTo>
                <a:cubicBezTo>
                  <a:pt x="7875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7A935-8AE8-4A69-B008-1BCB5695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2129466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8"/>
                </a:cubicBezTo>
                <a:cubicBezTo>
                  <a:pt x="1450150" y="255477"/>
                  <a:pt x="1445872" y="258334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4"/>
                  <a:pt x="15294" y="255476"/>
                  <a:pt x="11584" y="251768"/>
                </a:cubicBezTo>
                <a:cubicBezTo>
                  <a:pt x="7875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56" name="Text /dev/nvidiactl">
            <a:extLst xmlns:a="http://schemas.openxmlformats.org/drawingml/2006/main">
              <a:ext uri="{FF2B5EF4-FFF2-40B4-BE49-F238E27FC236}">
                <a16:creationId xmlns:a16="http://schemas.microsoft.com/office/drawing/2014/main" id="{FF722626-0715-4D29-BEE3-D0D745B7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887" y="2199994"/>
            <a:ext cx="893615" cy="115697"/>
          </a:xfrm>
          <a:custGeom xmlns:a="http://schemas.openxmlformats.org/drawingml/2006/main">
            <a:pathLst>
              <a:path w="893615" h="115697">
                <a:moveTo>
                  <a:pt x="0" y="115697"/>
                </a:moveTo>
                <a:lnTo>
                  <a:pt x="32478" y="0"/>
                </a:lnTo>
                <a:lnTo>
                  <a:pt x="43482" y="0"/>
                </a:lnTo>
                <a:lnTo>
                  <a:pt x="11081" y="115697"/>
                </a:lnTo>
                <a:lnTo>
                  <a:pt x="0" y="115697"/>
                </a:lnTo>
                <a:close/>
                <a:moveTo>
                  <a:pt x="106477" y="113863"/>
                </a:moveTo>
                <a:lnTo>
                  <a:pt x="106477" y="103623"/>
                </a:lnTo>
                <a:cubicBezTo>
                  <a:pt x="101331" y="111672"/>
                  <a:pt x="93766" y="115697"/>
                  <a:pt x="83780" y="115697"/>
                </a:cubicBezTo>
                <a:cubicBezTo>
                  <a:pt x="77310" y="115697"/>
                  <a:pt x="71363" y="113913"/>
                  <a:pt x="65937" y="110347"/>
                </a:cubicBezTo>
                <a:cubicBezTo>
                  <a:pt x="60511" y="106781"/>
                  <a:pt x="56308" y="101801"/>
                  <a:pt x="53328" y="95408"/>
                </a:cubicBezTo>
                <a:cubicBezTo>
                  <a:pt x="50348" y="89014"/>
                  <a:pt x="48858" y="81665"/>
                  <a:pt x="48858" y="73361"/>
                </a:cubicBezTo>
                <a:cubicBezTo>
                  <a:pt x="48858" y="65261"/>
                  <a:pt x="50208" y="57912"/>
                  <a:pt x="52908" y="51315"/>
                </a:cubicBezTo>
                <a:cubicBezTo>
                  <a:pt x="55608" y="44717"/>
                  <a:pt x="59658" y="39661"/>
                  <a:pt x="65058" y="36146"/>
                </a:cubicBezTo>
                <a:cubicBezTo>
                  <a:pt x="70458" y="32630"/>
                  <a:pt x="76495" y="30873"/>
                  <a:pt x="83169" y="30873"/>
                </a:cubicBezTo>
                <a:cubicBezTo>
                  <a:pt x="88060" y="30873"/>
                  <a:pt x="92416" y="31904"/>
                  <a:pt x="96237" y="33968"/>
                </a:cubicBezTo>
                <a:cubicBezTo>
                  <a:pt x="100057" y="36031"/>
                  <a:pt x="103165" y="38718"/>
                  <a:pt x="105560" y="42030"/>
                </a:cubicBezTo>
                <a:lnTo>
                  <a:pt x="105560" y="1834"/>
                </a:lnTo>
                <a:lnTo>
                  <a:pt x="119238" y="1834"/>
                </a:lnTo>
                <a:lnTo>
                  <a:pt x="119238" y="113863"/>
                </a:lnTo>
                <a:lnTo>
                  <a:pt x="106477" y="113863"/>
                </a:lnTo>
                <a:moveTo>
                  <a:pt x="62995" y="73323"/>
                </a:moveTo>
                <a:cubicBezTo>
                  <a:pt x="62995" y="83677"/>
                  <a:pt x="65185" y="91418"/>
                  <a:pt x="69567" y="96544"/>
                </a:cubicBezTo>
                <a:cubicBezTo>
                  <a:pt x="73948" y="101671"/>
                  <a:pt x="79119" y="104234"/>
                  <a:pt x="85080" y="104234"/>
                </a:cubicBezTo>
                <a:cubicBezTo>
                  <a:pt x="91091" y="104234"/>
                  <a:pt x="96198" y="101785"/>
                  <a:pt x="100401" y="96888"/>
                </a:cubicBezTo>
                <a:cubicBezTo>
                  <a:pt x="104604" y="91990"/>
                  <a:pt x="106706" y="84515"/>
                  <a:pt x="106706" y="74464"/>
                </a:cubicBezTo>
                <a:cubicBezTo>
                  <a:pt x="106706" y="63400"/>
                  <a:pt x="104566" y="55279"/>
                  <a:pt x="100287" y="50101"/>
                </a:cubicBezTo>
                <a:cubicBezTo>
                  <a:pt x="96007" y="44924"/>
                  <a:pt x="90734" y="42335"/>
                  <a:pt x="84468" y="42335"/>
                </a:cubicBezTo>
                <a:cubicBezTo>
                  <a:pt x="78355" y="42335"/>
                  <a:pt x="73248" y="44823"/>
                  <a:pt x="69146" y="49798"/>
                </a:cubicBezTo>
                <a:cubicBezTo>
                  <a:pt x="65045" y="54772"/>
                  <a:pt x="62995" y="62613"/>
                  <a:pt x="62995" y="73323"/>
                </a:cubicBezTo>
                <a:close/>
                <a:moveTo>
                  <a:pt x="196396" y="87728"/>
                </a:moveTo>
                <a:lnTo>
                  <a:pt x="210610" y="89485"/>
                </a:lnTo>
                <a:cubicBezTo>
                  <a:pt x="208368" y="97789"/>
                  <a:pt x="204216" y="104234"/>
                  <a:pt x="198153" y="108819"/>
                </a:cubicBezTo>
                <a:cubicBezTo>
                  <a:pt x="192091" y="113404"/>
                  <a:pt x="184347" y="115697"/>
                  <a:pt x="174922" y="115697"/>
                </a:cubicBezTo>
                <a:cubicBezTo>
                  <a:pt x="163052" y="115697"/>
                  <a:pt x="153640" y="112041"/>
                  <a:pt x="146686" y="104731"/>
                </a:cubicBezTo>
                <a:cubicBezTo>
                  <a:pt x="139732" y="97420"/>
                  <a:pt x="136255" y="87167"/>
                  <a:pt x="136255" y="73972"/>
                </a:cubicBezTo>
                <a:cubicBezTo>
                  <a:pt x="136255" y="60319"/>
                  <a:pt x="139770" y="49723"/>
                  <a:pt x="146801" y="42183"/>
                </a:cubicBezTo>
                <a:cubicBezTo>
                  <a:pt x="153831" y="34643"/>
                  <a:pt x="162950" y="30873"/>
                  <a:pt x="174158" y="30873"/>
                </a:cubicBezTo>
                <a:cubicBezTo>
                  <a:pt x="185010" y="30873"/>
                  <a:pt x="193874" y="34561"/>
                  <a:pt x="200752" y="41937"/>
                </a:cubicBezTo>
                <a:cubicBezTo>
                  <a:pt x="207629" y="49311"/>
                  <a:pt x="211068" y="59686"/>
                  <a:pt x="211068" y="73063"/>
                </a:cubicBezTo>
                <a:cubicBezTo>
                  <a:pt x="211068" y="73876"/>
                  <a:pt x="211043" y="75096"/>
                  <a:pt x="210992" y="76723"/>
                </a:cubicBezTo>
                <a:lnTo>
                  <a:pt x="150469" y="76723"/>
                </a:lnTo>
                <a:cubicBezTo>
                  <a:pt x="150978" y="85613"/>
                  <a:pt x="153500" y="92421"/>
                  <a:pt x="158034" y="97146"/>
                </a:cubicBezTo>
                <a:cubicBezTo>
                  <a:pt x="162568" y="101871"/>
                  <a:pt x="168223" y="104234"/>
                  <a:pt x="174999" y="104234"/>
                </a:cubicBezTo>
                <a:cubicBezTo>
                  <a:pt x="180042" y="104234"/>
                  <a:pt x="184347" y="102922"/>
                  <a:pt x="187914" y="100298"/>
                </a:cubicBezTo>
                <a:cubicBezTo>
                  <a:pt x="191480" y="97673"/>
                  <a:pt x="194307" y="93483"/>
                  <a:pt x="196396" y="87728"/>
                </a:cubicBezTo>
                <a:moveTo>
                  <a:pt x="151233" y="65261"/>
                </a:moveTo>
                <a:lnTo>
                  <a:pt x="196549" y="65261"/>
                </a:lnTo>
                <a:cubicBezTo>
                  <a:pt x="195937" y="58546"/>
                  <a:pt x="194205" y="53509"/>
                  <a:pt x="191352" y="50152"/>
                </a:cubicBezTo>
                <a:cubicBezTo>
                  <a:pt x="186971" y="44941"/>
                  <a:pt x="181291" y="42335"/>
                  <a:pt x="174311" y="42335"/>
                </a:cubicBezTo>
                <a:cubicBezTo>
                  <a:pt x="167994" y="42335"/>
                  <a:pt x="162683" y="44415"/>
                  <a:pt x="158378" y="48575"/>
                </a:cubicBezTo>
                <a:cubicBezTo>
                  <a:pt x="154073" y="52734"/>
                  <a:pt x="151691" y="58296"/>
                  <a:pt x="151233" y="65261"/>
                </a:cubicBezTo>
                <a:close/>
                <a:moveTo>
                  <a:pt x="250400" y="113863"/>
                </a:moveTo>
                <a:lnTo>
                  <a:pt x="219527" y="32707"/>
                </a:lnTo>
                <a:lnTo>
                  <a:pt x="234047" y="32707"/>
                </a:lnTo>
                <a:lnTo>
                  <a:pt x="251470" y="81309"/>
                </a:lnTo>
                <a:cubicBezTo>
                  <a:pt x="253355" y="86556"/>
                  <a:pt x="255087" y="92007"/>
                  <a:pt x="256666" y="97662"/>
                </a:cubicBezTo>
                <a:cubicBezTo>
                  <a:pt x="257889" y="93383"/>
                  <a:pt x="259596" y="88237"/>
                  <a:pt x="261786" y="82226"/>
                </a:cubicBezTo>
                <a:lnTo>
                  <a:pt x="279821" y="32707"/>
                </a:lnTo>
                <a:lnTo>
                  <a:pt x="293958" y="32707"/>
                </a:lnTo>
                <a:lnTo>
                  <a:pt x="263238" y="113863"/>
                </a:lnTo>
                <a:lnTo>
                  <a:pt x="250400" y="113863"/>
                </a:lnTo>
                <a:close/>
                <a:moveTo>
                  <a:pt x="295792" y="115697"/>
                </a:moveTo>
                <a:lnTo>
                  <a:pt x="328270" y="0"/>
                </a:lnTo>
                <a:lnTo>
                  <a:pt x="339274" y="0"/>
                </a:lnTo>
                <a:lnTo>
                  <a:pt x="306873" y="115697"/>
                </a:lnTo>
                <a:lnTo>
                  <a:pt x="295792" y="115697"/>
                </a:lnTo>
                <a:close/>
                <a:moveTo>
                  <a:pt x="349617" y="113863"/>
                </a:moveTo>
                <a:lnTo>
                  <a:pt x="349617" y="32707"/>
                </a:lnTo>
                <a:lnTo>
                  <a:pt x="361996" y="32707"/>
                </a:lnTo>
                <a:lnTo>
                  <a:pt x="361996" y="44169"/>
                </a:lnTo>
                <a:cubicBezTo>
                  <a:pt x="367957" y="35305"/>
                  <a:pt x="376567" y="30873"/>
                  <a:pt x="387826" y="30873"/>
                </a:cubicBezTo>
                <a:cubicBezTo>
                  <a:pt x="392716" y="30873"/>
                  <a:pt x="397212" y="31752"/>
                  <a:pt x="401313" y="33509"/>
                </a:cubicBezTo>
                <a:cubicBezTo>
                  <a:pt x="405415" y="35267"/>
                  <a:pt x="408484" y="37572"/>
                  <a:pt x="410522" y="40425"/>
                </a:cubicBezTo>
                <a:cubicBezTo>
                  <a:pt x="412560" y="43278"/>
                  <a:pt x="413986" y="46666"/>
                  <a:pt x="414801" y="50589"/>
                </a:cubicBezTo>
                <a:cubicBezTo>
                  <a:pt x="415311" y="53136"/>
                  <a:pt x="415565" y="57594"/>
                  <a:pt x="415565" y="63962"/>
                </a:cubicBezTo>
                <a:lnTo>
                  <a:pt x="415565" y="113863"/>
                </a:lnTo>
                <a:lnTo>
                  <a:pt x="401810" y="113863"/>
                </a:lnTo>
                <a:lnTo>
                  <a:pt x="401810" y="64444"/>
                </a:lnTo>
                <a:cubicBezTo>
                  <a:pt x="401810" y="58834"/>
                  <a:pt x="401275" y="54639"/>
                  <a:pt x="400205" y="51859"/>
                </a:cubicBezTo>
                <a:cubicBezTo>
                  <a:pt x="399136" y="49079"/>
                  <a:pt x="397238" y="46861"/>
                  <a:pt x="394512" y="45204"/>
                </a:cubicBezTo>
                <a:cubicBezTo>
                  <a:pt x="391787" y="43546"/>
                  <a:pt x="388590" y="42718"/>
                  <a:pt x="384922" y="42718"/>
                </a:cubicBezTo>
                <a:cubicBezTo>
                  <a:pt x="379063" y="42718"/>
                  <a:pt x="374007" y="44579"/>
                  <a:pt x="369753" y="48303"/>
                </a:cubicBezTo>
                <a:cubicBezTo>
                  <a:pt x="365499" y="52025"/>
                  <a:pt x="363372" y="59088"/>
                  <a:pt x="363372" y="69492"/>
                </a:cubicBezTo>
                <a:lnTo>
                  <a:pt x="363372" y="113863"/>
                </a:lnTo>
                <a:lnTo>
                  <a:pt x="349617" y="113863"/>
                </a:lnTo>
                <a:close/>
                <a:moveTo>
                  <a:pt x="459176" y="113863"/>
                </a:moveTo>
                <a:lnTo>
                  <a:pt x="428304" y="32707"/>
                </a:lnTo>
                <a:lnTo>
                  <a:pt x="442823" y="32707"/>
                </a:lnTo>
                <a:lnTo>
                  <a:pt x="460246" y="81309"/>
                </a:lnTo>
                <a:cubicBezTo>
                  <a:pt x="462131" y="86556"/>
                  <a:pt x="463863" y="92007"/>
                  <a:pt x="465443" y="97662"/>
                </a:cubicBezTo>
                <a:cubicBezTo>
                  <a:pt x="466665" y="93383"/>
                  <a:pt x="468372" y="88237"/>
                  <a:pt x="470563" y="82226"/>
                </a:cubicBezTo>
                <a:lnTo>
                  <a:pt x="488597" y="32707"/>
                </a:lnTo>
                <a:lnTo>
                  <a:pt x="502735" y="32707"/>
                </a:lnTo>
                <a:lnTo>
                  <a:pt x="472015" y="113863"/>
                </a:lnTo>
                <a:lnTo>
                  <a:pt x="459176" y="113863"/>
                </a:lnTo>
                <a:close/>
                <a:moveTo>
                  <a:pt x="514961" y="17729"/>
                </a:moveTo>
                <a:lnTo>
                  <a:pt x="514961" y="1834"/>
                </a:lnTo>
                <a:lnTo>
                  <a:pt x="528717" y="1834"/>
                </a:lnTo>
                <a:lnTo>
                  <a:pt x="528717" y="17729"/>
                </a:lnTo>
                <a:lnTo>
                  <a:pt x="514961" y="17729"/>
                </a:lnTo>
                <a:moveTo>
                  <a:pt x="514961" y="113863"/>
                </a:moveTo>
                <a:lnTo>
                  <a:pt x="514961" y="32707"/>
                </a:lnTo>
                <a:lnTo>
                  <a:pt x="528717" y="32707"/>
                </a:lnTo>
                <a:lnTo>
                  <a:pt x="528717" y="113863"/>
                </a:lnTo>
                <a:lnTo>
                  <a:pt x="514961" y="113863"/>
                </a:lnTo>
                <a:close/>
                <a:moveTo>
                  <a:pt x="602280" y="113863"/>
                </a:moveTo>
                <a:lnTo>
                  <a:pt x="602280" y="103623"/>
                </a:lnTo>
                <a:cubicBezTo>
                  <a:pt x="597135" y="111672"/>
                  <a:pt x="589569" y="115697"/>
                  <a:pt x="579584" y="115697"/>
                </a:cubicBezTo>
                <a:cubicBezTo>
                  <a:pt x="573114" y="115697"/>
                  <a:pt x="567166" y="113913"/>
                  <a:pt x="561741" y="110347"/>
                </a:cubicBezTo>
                <a:cubicBezTo>
                  <a:pt x="556315" y="106781"/>
                  <a:pt x="552112" y="101801"/>
                  <a:pt x="549132" y="95408"/>
                </a:cubicBezTo>
                <a:cubicBezTo>
                  <a:pt x="546151" y="89014"/>
                  <a:pt x="544661" y="81665"/>
                  <a:pt x="544661" y="73361"/>
                </a:cubicBezTo>
                <a:cubicBezTo>
                  <a:pt x="544661" y="65261"/>
                  <a:pt x="546011" y="57912"/>
                  <a:pt x="548711" y="51315"/>
                </a:cubicBezTo>
                <a:cubicBezTo>
                  <a:pt x="551411" y="44717"/>
                  <a:pt x="555462" y="39661"/>
                  <a:pt x="560862" y="36146"/>
                </a:cubicBezTo>
                <a:cubicBezTo>
                  <a:pt x="566262" y="32630"/>
                  <a:pt x="572299" y="30873"/>
                  <a:pt x="578973" y="30873"/>
                </a:cubicBezTo>
                <a:cubicBezTo>
                  <a:pt x="583864" y="30873"/>
                  <a:pt x="588219" y="31904"/>
                  <a:pt x="592040" y="33968"/>
                </a:cubicBezTo>
                <a:cubicBezTo>
                  <a:pt x="595861" y="36031"/>
                  <a:pt x="598969" y="38718"/>
                  <a:pt x="601363" y="42030"/>
                </a:cubicBezTo>
                <a:lnTo>
                  <a:pt x="601363" y="1834"/>
                </a:lnTo>
                <a:lnTo>
                  <a:pt x="615042" y="1834"/>
                </a:lnTo>
                <a:lnTo>
                  <a:pt x="615042" y="113863"/>
                </a:lnTo>
                <a:lnTo>
                  <a:pt x="602280" y="113863"/>
                </a:lnTo>
                <a:moveTo>
                  <a:pt x="558799" y="73323"/>
                </a:moveTo>
                <a:cubicBezTo>
                  <a:pt x="558799" y="83677"/>
                  <a:pt x="560989" y="91418"/>
                  <a:pt x="565370" y="96544"/>
                </a:cubicBezTo>
                <a:cubicBezTo>
                  <a:pt x="569752" y="101671"/>
                  <a:pt x="574923" y="104234"/>
                  <a:pt x="580883" y="104234"/>
                </a:cubicBezTo>
                <a:cubicBezTo>
                  <a:pt x="586895" y="104234"/>
                  <a:pt x="592002" y="101785"/>
                  <a:pt x="596205" y="96888"/>
                </a:cubicBezTo>
                <a:cubicBezTo>
                  <a:pt x="600408" y="91990"/>
                  <a:pt x="602509" y="84515"/>
                  <a:pt x="602509" y="74464"/>
                </a:cubicBezTo>
                <a:cubicBezTo>
                  <a:pt x="602509" y="63400"/>
                  <a:pt x="600370" y="55279"/>
                  <a:pt x="596090" y="50101"/>
                </a:cubicBezTo>
                <a:cubicBezTo>
                  <a:pt x="591811" y="44924"/>
                  <a:pt x="586538" y="42335"/>
                  <a:pt x="580272" y="42335"/>
                </a:cubicBezTo>
                <a:cubicBezTo>
                  <a:pt x="574158" y="42335"/>
                  <a:pt x="569051" y="44823"/>
                  <a:pt x="564950" y="49798"/>
                </a:cubicBezTo>
                <a:cubicBezTo>
                  <a:pt x="560849" y="54772"/>
                  <a:pt x="558799" y="62613"/>
                  <a:pt x="558799" y="73323"/>
                </a:cubicBezTo>
                <a:close/>
                <a:moveTo>
                  <a:pt x="636721" y="17729"/>
                </a:moveTo>
                <a:lnTo>
                  <a:pt x="636721" y="1834"/>
                </a:lnTo>
                <a:lnTo>
                  <a:pt x="650477" y="1834"/>
                </a:lnTo>
                <a:lnTo>
                  <a:pt x="650477" y="17729"/>
                </a:lnTo>
                <a:lnTo>
                  <a:pt x="636721" y="17729"/>
                </a:lnTo>
                <a:moveTo>
                  <a:pt x="636721" y="113863"/>
                </a:moveTo>
                <a:lnTo>
                  <a:pt x="636721" y="32707"/>
                </a:lnTo>
                <a:lnTo>
                  <a:pt x="650477" y="32707"/>
                </a:lnTo>
                <a:lnTo>
                  <a:pt x="650477" y="113863"/>
                </a:lnTo>
                <a:lnTo>
                  <a:pt x="636721" y="113863"/>
                </a:lnTo>
                <a:close/>
                <a:moveTo>
                  <a:pt x="724347" y="103842"/>
                </a:moveTo>
                <a:cubicBezTo>
                  <a:pt x="719252" y="108176"/>
                  <a:pt x="714349" y="111235"/>
                  <a:pt x="709636" y="113020"/>
                </a:cubicBezTo>
                <a:cubicBezTo>
                  <a:pt x="704924" y="114804"/>
                  <a:pt x="699867" y="115697"/>
                  <a:pt x="694467" y="115697"/>
                </a:cubicBezTo>
                <a:cubicBezTo>
                  <a:pt x="685552" y="115697"/>
                  <a:pt x="678700" y="113517"/>
                  <a:pt x="673911" y="109158"/>
                </a:cubicBezTo>
                <a:cubicBezTo>
                  <a:pt x="669122" y="104799"/>
                  <a:pt x="666728" y="99229"/>
                  <a:pt x="666728" y="92449"/>
                </a:cubicBezTo>
                <a:cubicBezTo>
                  <a:pt x="666728" y="88474"/>
                  <a:pt x="667632" y="84842"/>
                  <a:pt x="669440" y="81555"/>
                </a:cubicBezTo>
                <a:cubicBezTo>
                  <a:pt x="671249" y="78265"/>
                  <a:pt x="673618" y="75627"/>
                  <a:pt x="676547" y="73638"/>
                </a:cubicBezTo>
                <a:cubicBezTo>
                  <a:pt x="679477" y="71650"/>
                  <a:pt x="682775" y="70146"/>
                  <a:pt x="686443" y="69127"/>
                </a:cubicBezTo>
                <a:cubicBezTo>
                  <a:pt x="689143" y="68412"/>
                  <a:pt x="693219" y="67724"/>
                  <a:pt x="698670" y="67061"/>
                </a:cubicBezTo>
                <a:cubicBezTo>
                  <a:pt x="709776" y="65746"/>
                  <a:pt x="717953" y="64178"/>
                  <a:pt x="723200" y="62357"/>
                </a:cubicBezTo>
                <a:cubicBezTo>
                  <a:pt x="723251" y="60480"/>
                  <a:pt x="723277" y="59287"/>
                  <a:pt x="723277" y="58780"/>
                </a:cubicBezTo>
                <a:cubicBezTo>
                  <a:pt x="723277" y="53196"/>
                  <a:pt x="721978" y="49263"/>
                  <a:pt x="719379" y="46980"/>
                </a:cubicBezTo>
                <a:cubicBezTo>
                  <a:pt x="715864" y="43884"/>
                  <a:pt x="710642" y="42335"/>
                  <a:pt x="703714" y="42335"/>
                </a:cubicBezTo>
                <a:cubicBezTo>
                  <a:pt x="697244" y="42335"/>
                  <a:pt x="692468" y="43469"/>
                  <a:pt x="689385" y="45736"/>
                </a:cubicBezTo>
                <a:cubicBezTo>
                  <a:pt x="686303" y="48003"/>
                  <a:pt x="684023" y="52015"/>
                  <a:pt x="682546" y="57772"/>
                </a:cubicBezTo>
                <a:lnTo>
                  <a:pt x="669096" y="55938"/>
                </a:lnTo>
                <a:cubicBezTo>
                  <a:pt x="670319" y="50164"/>
                  <a:pt x="672332" y="45500"/>
                  <a:pt x="675133" y="41949"/>
                </a:cubicBezTo>
                <a:cubicBezTo>
                  <a:pt x="677935" y="38397"/>
                  <a:pt x="681986" y="35663"/>
                  <a:pt x="687284" y="33748"/>
                </a:cubicBezTo>
                <a:cubicBezTo>
                  <a:pt x="692582" y="31831"/>
                  <a:pt x="698721" y="30873"/>
                  <a:pt x="705701" y="30873"/>
                </a:cubicBezTo>
                <a:cubicBezTo>
                  <a:pt x="712629" y="30873"/>
                  <a:pt x="718259" y="31688"/>
                  <a:pt x="722589" y="33318"/>
                </a:cubicBezTo>
                <a:cubicBezTo>
                  <a:pt x="726919" y="34948"/>
                  <a:pt x="730103" y="36999"/>
                  <a:pt x="732141" y="39470"/>
                </a:cubicBezTo>
                <a:cubicBezTo>
                  <a:pt x="734179" y="41941"/>
                  <a:pt x="735605" y="45061"/>
                  <a:pt x="736421" y="48831"/>
                </a:cubicBezTo>
                <a:cubicBezTo>
                  <a:pt x="736879" y="51174"/>
                  <a:pt x="737108" y="55403"/>
                  <a:pt x="737108" y="61516"/>
                </a:cubicBezTo>
                <a:lnTo>
                  <a:pt x="737108" y="79857"/>
                </a:lnTo>
                <a:cubicBezTo>
                  <a:pt x="737108" y="92644"/>
                  <a:pt x="737401" y="100731"/>
                  <a:pt x="737987" y="104119"/>
                </a:cubicBezTo>
                <a:cubicBezTo>
                  <a:pt x="738573" y="107507"/>
                  <a:pt x="739732" y="110755"/>
                  <a:pt x="741464" y="113863"/>
                </a:cubicBezTo>
                <a:lnTo>
                  <a:pt x="727098" y="113863"/>
                </a:lnTo>
                <a:cubicBezTo>
                  <a:pt x="725671" y="111006"/>
                  <a:pt x="724754" y="107666"/>
                  <a:pt x="724347" y="103842"/>
                </a:cubicBezTo>
                <a:moveTo>
                  <a:pt x="723200" y="73055"/>
                </a:moveTo>
                <a:cubicBezTo>
                  <a:pt x="718208" y="75111"/>
                  <a:pt x="710719" y="76857"/>
                  <a:pt x="700733" y="78295"/>
                </a:cubicBezTo>
                <a:cubicBezTo>
                  <a:pt x="695079" y="79113"/>
                  <a:pt x="691079" y="80034"/>
                  <a:pt x="688736" y="81058"/>
                </a:cubicBezTo>
                <a:cubicBezTo>
                  <a:pt x="686392" y="82080"/>
                  <a:pt x="684584" y="83576"/>
                  <a:pt x="683310" y="85547"/>
                </a:cubicBezTo>
                <a:cubicBezTo>
                  <a:pt x="682037" y="87517"/>
                  <a:pt x="681400" y="89703"/>
                  <a:pt x="681400" y="92107"/>
                </a:cubicBezTo>
                <a:cubicBezTo>
                  <a:pt x="681400" y="95790"/>
                  <a:pt x="682788" y="98859"/>
                  <a:pt x="685565" y="101316"/>
                </a:cubicBezTo>
                <a:cubicBezTo>
                  <a:pt x="688341" y="103771"/>
                  <a:pt x="692404" y="104998"/>
                  <a:pt x="697753" y="104998"/>
                </a:cubicBezTo>
                <a:cubicBezTo>
                  <a:pt x="703051" y="104998"/>
                  <a:pt x="707764" y="103833"/>
                  <a:pt x="711890" y="101504"/>
                </a:cubicBezTo>
                <a:cubicBezTo>
                  <a:pt x="716017" y="99175"/>
                  <a:pt x="719048" y="95989"/>
                  <a:pt x="720984" y="91945"/>
                </a:cubicBezTo>
                <a:cubicBezTo>
                  <a:pt x="722462" y="88821"/>
                  <a:pt x="723200" y="84214"/>
                  <a:pt x="723200" y="78123"/>
                </a:cubicBezTo>
                <a:lnTo>
                  <a:pt x="723200" y="73055"/>
                </a:lnTo>
                <a:close/>
                <a:moveTo>
                  <a:pt x="811363" y="84060"/>
                </a:moveTo>
                <a:lnTo>
                  <a:pt x="824889" y="85817"/>
                </a:lnTo>
                <a:cubicBezTo>
                  <a:pt x="823411" y="95164"/>
                  <a:pt x="819629" y="102481"/>
                  <a:pt x="813541" y="107768"/>
                </a:cubicBezTo>
                <a:cubicBezTo>
                  <a:pt x="807453" y="113054"/>
                  <a:pt x="799977" y="115697"/>
                  <a:pt x="791112" y="115697"/>
                </a:cubicBezTo>
                <a:cubicBezTo>
                  <a:pt x="780006" y="115697"/>
                  <a:pt x="771078" y="112067"/>
                  <a:pt x="764328" y="104807"/>
                </a:cubicBezTo>
                <a:cubicBezTo>
                  <a:pt x="757577" y="97547"/>
                  <a:pt x="754202" y="87142"/>
                  <a:pt x="754202" y="73590"/>
                </a:cubicBezTo>
                <a:cubicBezTo>
                  <a:pt x="754202" y="64828"/>
                  <a:pt x="755654" y="57161"/>
                  <a:pt x="758558" y="50589"/>
                </a:cubicBezTo>
                <a:cubicBezTo>
                  <a:pt x="761462" y="44017"/>
                  <a:pt x="765882" y="39088"/>
                  <a:pt x="771817" y="35802"/>
                </a:cubicBezTo>
                <a:cubicBezTo>
                  <a:pt x="777752" y="32516"/>
                  <a:pt x="784209" y="30873"/>
                  <a:pt x="791189" y="30873"/>
                </a:cubicBezTo>
                <a:cubicBezTo>
                  <a:pt x="800002" y="30873"/>
                  <a:pt x="807211" y="33109"/>
                  <a:pt x="812815" y="37581"/>
                </a:cubicBezTo>
                <a:cubicBezTo>
                  <a:pt x="818419" y="42051"/>
                  <a:pt x="822010" y="48400"/>
                  <a:pt x="823590" y="56626"/>
                </a:cubicBezTo>
                <a:lnTo>
                  <a:pt x="810217" y="58689"/>
                </a:lnTo>
                <a:cubicBezTo>
                  <a:pt x="808943" y="53263"/>
                  <a:pt x="806689" y="49181"/>
                  <a:pt x="803454" y="46443"/>
                </a:cubicBezTo>
                <a:cubicBezTo>
                  <a:pt x="800219" y="43705"/>
                  <a:pt x="796309" y="42335"/>
                  <a:pt x="791723" y="42335"/>
                </a:cubicBezTo>
                <a:cubicBezTo>
                  <a:pt x="784795" y="42335"/>
                  <a:pt x="779165" y="44807"/>
                  <a:pt x="774835" y="49750"/>
                </a:cubicBezTo>
                <a:cubicBezTo>
                  <a:pt x="770505" y="54692"/>
                  <a:pt x="768340" y="62511"/>
                  <a:pt x="768340" y="73208"/>
                </a:cubicBezTo>
                <a:cubicBezTo>
                  <a:pt x="768340" y="84058"/>
                  <a:pt x="770428" y="91942"/>
                  <a:pt x="774606" y="96860"/>
                </a:cubicBezTo>
                <a:cubicBezTo>
                  <a:pt x="778783" y="101776"/>
                  <a:pt x="784235" y="104234"/>
                  <a:pt x="790959" y="104234"/>
                </a:cubicBezTo>
                <a:cubicBezTo>
                  <a:pt x="796360" y="104234"/>
                  <a:pt x="800868" y="102585"/>
                  <a:pt x="804485" y="99286"/>
                </a:cubicBezTo>
                <a:cubicBezTo>
                  <a:pt x="808102" y="95987"/>
                  <a:pt x="810395" y="90912"/>
                  <a:pt x="811363" y="84060"/>
                </a:cubicBezTo>
                <a:close/>
                <a:moveTo>
                  <a:pt x="866690" y="101712"/>
                </a:moveTo>
                <a:lnTo>
                  <a:pt x="868677" y="113863"/>
                </a:lnTo>
                <a:cubicBezTo>
                  <a:pt x="864805" y="114576"/>
                  <a:pt x="861341" y="114932"/>
                  <a:pt x="858284" y="114932"/>
                </a:cubicBezTo>
                <a:cubicBezTo>
                  <a:pt x="853292" y="114932"/>
                  <a:pt x="849420" y="114143"/>
                  <a:pt x="846669" y="112563"/>
                </a:cubicBezTo>
                <a:cubicBezTo>
                  <a:pt x="843918" y="110984"/>
                  <a:pt x="841982" y="108908"/>
                  <a:pt x="840861" y="106335"/>
                </a:cubicBezTo>
                <a:cubicBezTo>
                  <a:pt x="839740" y="103763"/>
                  <a:pt x="839180" y="98350"/>
                  <a:pt x="839180" y="90097"/>
                </a:cubicBezTo>
                <a:lnTo>
                  <a:pt x="839180" y="43405"/>
                </a:lnTo>
                <a:lnTo>
                  <a:pt x="829093" y="43405"/>
                </a:lnTo>
                <a:lnTo>
                  <a:pt x="829093" y="32707"/>
                </a:lnTo>
                <a:lnTo>
                  <a:pt x="839180" y="32707"/>
                </a:lnTo>
                <a:lnTo>
                  <a:pt x="839180" y="12554"/>
                </a:lnTo>
                <a:lnTo>
                  <a:pt x="852859" y="4279"/>
                </a:lnTo>
                <a:lnTo>
                  <a:pt x="852859" y="32707"/>
                </a:lnTo>
                <a:lnTo>
                  <a:pt x="866690" y="32707"/>
                </a:lnTo>
                <a:lnTo>
                  <a:pt x="866690" y="43405"/>
                </a:lnTo>
                <a:lnTo>
                  <a:pt x="852859" y="43405"/>
                </a:lnTo>
                <a:lnTo>
                  <a:pt x="852859" y="90861"/>
                </a:lnTo>
                <a:cubicBezTo>
                  <a:pt x="852859" y="94784"/>
                  <a:pt x="853101" y="97305"/>
                  <a:pt x="853585" y="98426"/>
                </a:cubicBezTo>
                <a:cubicBezTo>
                  <a:pt x="854068" y="99547"/>
                  <a:pt x="854858" y="100438"/>
                  <a:pt x="855953" y="101101"/>
                </a:cubicBezTo>
                <a:cubicBezTo>
                  <a:pt x="857049" y="101763"/>
                  <a:pt x="858615" y="102094"/>
                  <a:pt x="860653" y="102094"/>
                </a:cubicBezTo>
                <a:cubicBezTo>
                  <a:pt x="862182" y="102094"/>
                  <a:pt x="864194" y="101967"/>
                  <a:pt x="866690" y="101712"/>
                </a:cubicBezTo>
                <a:close/>
                <a:moveTo>
                  <a:pt x="879860" y="113863"/>
                </a:moveTo>
                <a:lnTo>
                  <a:pt x="879860" y="1834"/>
                </a:lnTo>
                <a:lnTo>
                  <a:pt x="893615" y="1834"/>
                </a:lnTo>
                <a:lnTo>
                  <a:pt x="893615" y="113863"/>
                </a:lnTo>
                <a:lnTo>
                  <a:pt x="879860" y="113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E0FF1-10DA-46DB-A9AF-76AECF0E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2488571"/>
            <a:ext cx="1465443" cy="921664"/>
          </a:xfrm>
          <a:custGeom xmlns:a="http://schemas.openxmlformats.org/drawingml/2006/main">
            <a:pathLst>
              <a:path w="1465443" h="921664">
                <a:moveTo>
                  <a:pt x="138292" y="0"/>
                </a:moveTo>
                <a:lnTo>
                  <a:pt x="1327151" y="0"/>
                </a:lnTo>
                <a:cubicBezTo>
                  <a:pt x="1336231" y="0"/>
                  <a:pt x="1345224" y="886"/>
                  <a:pt x="1354130" y="2657"/>
                </a:cubicBezTo>
                <a:cubicBezTo>
                  <a:pt x="1363036" y="4429"/>
                  <a:pt x="1371683" y="7052"/>
                  <a:pt x="1380072" y="10527"/>
                </a:cubicBezTo>
                <a:cubicBezTo>
                  <a:pt x="1388461" y="14001"/>
                  <a:pt x="1396431" y="18261"/>
                  <a:pt x="1403981" y="23306"/>
                </a:cubicBezTo>
                <a:cubicBezTo>
                  <a:pt x="1411531" y="28351"/>
                  <a:pt x="1418517" y="34084"/>
                  <a:pt x="1424938" y="40505"/>
                </a:cubicBezTo>
                <a:cubicBezTo>
                  <a:pt x="1431359" y="46925"/>
                  <a:pt x="1437091" y="53911"/>
                  <a:pt x="1442136" y="61461"/>
                </a:cubicBezTo>
                <a:cubicBezTo>
                  <a:pt x="1447181" y="69011"/>
                  <a:pt x="1451440" y="76981"/>
                  <a:pt x="1454915" y="85370"/>
                </a:cubicBezTo>
                <a:cubicBezTo>
                  <a:pt x="1458390" y="93759"/>
                  <a:pt x="1461014" y="102407"/>
                  <a:pt x="1462785" y="111313"/>
                </a:cubicBezTo>
                <a:cubicBezTo>
                  <a:pt x="1464558" y="120219"/>
                  <a:pt x="1465443" y="129212"/>
                  <a:pt x="1465443" y="138292"/>
                </a:cubicBezTo>
                <a:lnTo>
                  <a:pt x="1465443" y="783372"/>
                </a:lnTo>
                <a:cubicBezTo>
                  <a:pt x="1465443" y="792452"/>
                  <a:pt x="1464558" y="801445"/>
                  <a:pt x="1462785" y="810351"/>
                </a:cubicBezTo>
                <a:cubicBezTo>
                  <a:pt x="1461014" y="819257"/>
                  <a:pt x="1458390" y="827904"/>
                  <a:pt x="1454915" y="836293"/>
                </a:cubicBezTo>
                <a:cubicBezTo>
                  <a:pt x="1451440" y="844682"/>
                  <a:pt x="1447181" y="852652"/>
                  <a:pt x="1442136" y="860202"/>
                </a:cubicBezTo>
                <a:cubicBezTo>
                  <a:pt x="1437091" y="867752"/>
                  <a:pt x="1431359" y="874738"/>
                  <a:pt x="1424938" y="881159"/>
                </a:cubicBezTo>
                <a:cubicBezTo>
                  <a:pt x="1418517" y="887580"/>
                  <a:pt x="1411531" y="893312"/>
                  <a:pt x="1403981" y="898357"/>
                </a:cubicBezTo>
                <a:cubicBezTo>
                  <a:pt x="1396431" y="903402"/>
                  <a:pt x="1388461" y="907663"/>
                  <a:pt x="1380072" y="911137"/>
                </a:cubicBezTo>
                <a:cubicBezTo>
                  <a:pt x="1371683" y="914613"/>
                  <a:pt x="1363036" y="917236"/>
                  <a:pt x="1354130" y="919006"/>
                </a:cubicBezTo>
                <a:cubicBezTo>
                  <a:pt x="1345224" y="920779"/>
                  <a:pt x="1336231" y="921664"/>
                  <a:pt x="1327151" y="921664"/>
                </a:cubicBezTo>
                <a:lnTo>
                  <a:pt x="138292" y="921664"/>
                </a:lnTo>
                <a:cubicBezTo>
                  <a:pt x="129212" y="921664"/>
                  <a:pt x="120219" y="920779"/>
                  <a:pt x="111313" y="919006"/>
                </a:cubicBezTo>
                <a:cubicBezTo>
                  <a:pt x="102406" y="917235"/>
                  <a:pt x="93759" y="914612"/>
                  <a:pt x="85370" y="911137"/>
                </a:cubicBezTo>
                <a:cubicBezTo>
                  <a:pt x="76981" y="907662"/>
                  <a:pt x="69011" y="903402"/>
                  <a:pt x="61461" y="898357"/>
                </a:cubicBezTo>
                <a:cubicBezTo>
                  <a:pt x="53911" y="893312"/>
                  <a:pt x="46925" y="887580"/>
                  <a:pt x="40505" y="881159"/>
                </a:cubicBezTo>
                <a:cubicBezTo>
                  <a:pt x="34084" y="874738"/>
                  <a:pt x="28351" y="867753"/>
                  <a:pt x="23306" y="860202"/>
                </a:cubicBezTo>
                <a:cubicBezTo>
                  <a:pt x="18261" y="852652"/>
                  <a:pt x="14001" y="844682"/>
                  <a:pt x="10527" y="836293"/>
                </a:cubicBezTo>
                <a:cubicBezTo>
                  <a:pt x="7052" y="827904"/>
                  <a:pt x="4429" y="819257"/>
                  <a:pt x="2657" y="810351"/>
                </a:cubicBezTo>
                <a:cubicBezTo>
                  <a:pt x="886" y="801445"/>
                  <a:pt x="0" y="792452"/>
                  <a:pt x="0" y="783372"/>
                </a:cubicBezTo>
                <a:lnTo>
                  <a:pt x="0" y="138292"/>
                </a:lnTo>
                <a:cubicBezTo>
                  <a:pt x="0" y="129212"/>
                  <a:pt x="886" y="120219"/>
                  <a:pt x="2657" y="111313"/>
                </a:cubicBezTo>
                <a:cubicBezTo>
                  <a:pt x="4429" y="102407"/>
                  <a:pt x="7052" y="93759"/>
                  <a:pt x="10527" y="85370"/>
                </a:cubicBezTo>
                <a:cubicBezTo>
                  <a:pt x="14001" y="76981"/>
                  <a:pt x="18261" y="69011"/>
                  <a:pt x="23306" y="61461"/>
                </a:cubicBezTo>
                <a:cubicBezTo>
                  <a:pt x="28351" y="53911"/>
                  <a:pt x="34084" y="46926"/>
                  <a:pt x="40505" y="40505"/>
                </a:cubicBezTo>
                <a:cubicBezTo>
                  <a:pt x="46925" y="34084"/>
                  <a:pt x="53911" y="28351"/>
                  <a:pt x="61461" y="23307"/>
                </a:cubicBezTo>
                <a:cubicBezTo>
                  <a:pt x="69011" y="18262"/>
                  <a:pt x="76980" y="14002"/>
                  <a:pt x="85370" y="10527"/>
                </a:cubicBezTo>
                <a:cubicBezTo>
                  <a:pt x="93758" y="7052"/>
                  <a:pt x="102406" y="4429"/>
                  <a:pt x="111312" y="2657"/>
                </a:cubicBezTo>
                <a:cubicBezTo>
                  <a:pt x="120219" y="886"/>
                  <a:pt x="129212" y="0"/>
                  <a:pt x="138292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D0C1B0-1942-4616-8822-44651A76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2488571"/>
            <a:ext cx="1465443" cy="921664"/>
          </a:xfrm>
          <a:custGeom xmlns:a="http://schemas.openxmlformats.org/drawingml/2006/main">
            <a:pathLst>
              <a:path w="1465443" h="921664" fill="none">
                <a:moveTo>
                  <a:pt x="138292" y="0"/>
                </a:moveTo>
                <a:lnTo>
                  <a:pt x="1327151" y="0"/>
                </a:lnTo>
                <a:cubicBezTo>
                  <a:pt x="1336231" y="0"/>
                  <a:pt x="1345224" y="886"/>
                  <a:pt x="1354130" y="2657"/>
                </a:cubicBezTo>
                <a:cubicBezTo>
                  <a:pt x="1363036" y="4429"/>
                  <a:pt x="1371683" y="7052"/>
                  <a:pt x="1380072" y="10527"/>
                </a:cubicBezTo>
                <a:cubicBezTo>
                  <a:pt x="1388461" y="14001"/>
                  <a:pt x="1396431" y="18261"/>
                  <a:pt x="1403981" y="23306"/>
                </a:cubicBezTo>
                <a:cubicBezTo>
                  <a:pt x="1411531" y="28351"/>
                  <a:pt x="1418517" y="34084"/>
                  <a:pt x="1424938" y="40505"/>
                </a:cubicBezTo>
                <a:cubicBezTo>
                  <a:pt x="1431359" y="46925"/>
                  <a:pt x="1437091" y="53911"/>
                  <a:pt x="1442136" y="61461"/>
                </a:cubicBezTo>
                <a:cubicBezTo>
                  <a:pt x="1447181" y="69011"/>
                  <a:pt x="1451440" y="76981"/>
                  <a:pt x="1454915" y="85370"/>
                </a:cubicBezTo>
                <a:cubicBezTo>
                  <a:pt x="1458390" y="93759"/>
                  <a:pt x="1461014" y="102407"/>
                  <a:pt x="1462785" y="111313"/>
                </a:cubicBezTo>
                <a:cubicBezTo>
                  <a:pt x="1464558" y="120219"/>
                  <a:pt x="1465443" y="129212"/>
                  <a:pt x="1465443" y="138292"/>
                </a:cubicBezTo>
                <a:lnTo>
                  <a:pt x="1465443" y="783372"/>
                </a:lnTo>
                <a:cubicBezTo>
                  <a:pt x="1465443" y="792452"/>
                  <a:pt x="1464558" y="801445"/>
                  <a:pt x="1462785" y="810351"/>
                </a:cubicBezTo>
                <a:cubicBezTo>
                  <a:pt x="1461014" y="819257"/>
                  <a:pt x="1458390" y="827904"/>
                  <a:pt x="1454915" y="836293"/>
                </a:cubicBezTo>
                <a:cubicBezTo>
                  <a:pt x="1451440" y="844682"/>
                  <a:pt x="1447181" y="852652"/>
                  <a:pt x="1442136" y="860202"/>
                </a:cubicBezTo>
                <a:cubicBezTo>
                  <a:pt x="1437091" y="867752"/>
                  <a:pt x="1431359" y="874738"/>
                  <a:pt x="1424938" y="881159"/>
                </a:cubicBezTo>
                <a:cubicBezTo>
                  <a:pt x="1418517" y="887580"/>
                  <a:pt x="1411531" y="893312"/>
                  <a:pt x="1403981" y="898357"/>
                </a:cubicBezTo>
                <a:cubicBezTo>
                  <a:pt x="1396431" y="903402"/>
                  <a:pt x="1388461" y="907663"/>
                  <a:pt x="1380072" y="911137"/>
                </a:cubicBezTo>
                <a:cubicBezTo>
                  <a:pt x="1371683" y="914613"/>
                  <a:pt x="1363036" y="917236"/>
                  <a:pt x="1354130" y="919006"/>
                </a:cubicBezTo>
                <a:cubicBezTo>
                  <a:pt x="1345224" y="920779"/>
                  <a:pt x="1336231" y="921664"/>
                  <a:pt x="1327151" y="921664"/>
                </a:cubicBezTo>
                <a:lnTo>
                  <a:pt x="138292" y="921664"/>
                </a:lnTo>
                <a:cubicBezTo>
                  <a:pt x="129212" y="921664"/>
                  <a:pt x="120219" y="920779"/>
                  <a:pt x="111313" y="919006"/>
                </a:cubicBezTo>
                <a:cubicBezTo>
                  <a:pt x="102406" y="917235"/>
                  <a:pt x="93759" y="914612"/>
                  <a:pt x="85370" y="911137"/>
                </a:cubicBezTo>
                <a:cubicBezTo>
                  <a:pt x="76981" y="907662"/>
                  <a:pt x="69011" y="903402"/>
                  <a:pt x="61461" y="898357"/>
                </a:cubicBezTo>
                <a:cubicBezTo>
                  <a:pt x="53911" y="893312"/>
                  <a:pt x="46925" y="887580"/>
                  <a:pt x="40505" y="881159"/>
                </a:cubicBezTo>
                <a:cubicBezTo>
                  <a:pt x="34084" y="874738"/>
                  <a:pt x="28351" y="867753"/>
                  <a:pt x="23306" y="860202"/>
                </a:cubicBezTo>
                <a:cubicBezTo>
                  <a:pt x="18261" y="852652"/>
                  <a:pt x="14001" y="844682"/>
                  <a:pt x="10527" y="836293"/>
                </a:cubicBezTo>
                <a:cubicBezTo>
                  <a:pt x="7052" y="827904"/>
                  <a:pt x="4429" y="819257"/>
                  <a:pt x="2657" y="810351"/>
                </a:cubicBezTo>
                <a:cubicBezTo>
                  <a:pt x="886" y="801445"/>
                  <a:pt x="0" y="792452"/>
                  <a:pt x="0" y="783372"/>
                </a:cubicBezTo>
                <a:lnTo>
                  <a:pt x="0" y="138292"/>
                </a:lnTo>
                <a:cubicBezTo>
                  <a:pt x="0" y="129212"/>
                  <a:pt x="886" y="120219"/>
                  <a:pt x="2657" y="111313"/>
                </a:cubicBezTo>
                <a:cubicBezTo>
                  <a:pt x="4429" y="102407"/>
                  <a:pt x="7052" y="93759"/>
                  <a:pt x="10527" y="85370"/>
                </a:cubicBezTo>
                <a:cubicBezTo>
                  <a:pt x="14001" y="76981"/>
                  <a:pt x="18261" y="69011"/>
                  <a:pt x="23306" y="61461"/>
                </a:cubicBezTo>
                <a:cubicBezTo>
                  <a:pt x="28351" y="53911"/>
                  <a:pt x="34084" y="46926"/>
                  <a:pt x="40505" y="40505"/>
                </a:cubicBezTo>
                <a:cubicBezTo>
                  <a:pt x="46925" y="34084"/>
                  <a:pt x="53911" y="28351"/>
                  <a:pt x="61461" y="23307"/>
                </a:cubicBezTo>
                <a:cubicBezTo>
                  <a:pt x="69011" y="18262"/>
                  <a:pt x="76980" y="14002"/>
                  <a:pt x="85370" y="10527"/>
                </a:cubicBezTo>
                <a:cubicBezTo>
                  <a:pt x="93758" y="7052"/>
                  <a:pt x="102406" y="4429"/>
                  <a:pt x="111312" y="2657"/>
                </a:cubicBezTo>
                <a:cubicBezTo>
                  <a:pt x="120219" y="886"/>
                  <a:pt x="129212" y="0"/>
                  <a:pt x="138292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59" name="Text reserved">
            <a:extLst xmlns:a="http://schemas.openxmlformats.org/drawingml/2006/main">
              <a:ext uri="{FF2B5EF4-FFF2-40B4-BE49-F238E27FC236}">
                <a16:creationId xmlns:a16="http://schemas.microsoft.com/office/drawing/2014/main" id="{80FB2224-F21D-4EB9-8322-080E0408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191" y="2884752"/>
            <a:ext cx="587349" cy="113863"/>
          </a:xfrm>
          <a:custGeom xmlns:a="http://schemas.openxmlformats.org/drawingml/2006/main">
            <a:pathLst>
              <a:path w="587349" h="113863">
                <a:moveTo>
                  <a:pt x="0" y="112028"/>
                </a:moveTo>
                <a:lnTo>
                  <a:pt x="0" y="30873"/>
                </a:lnTo>
                <a:lnTo>
                  <a:pt x="12380" y="30873"/>
                </a:lnTo>
                <a:lnTo>
                  <a:pt x="12380" y="43100"/>
                </a:lnTo>
                <a:cubicBezTo>
                  <a:pt x="15538" y="37375"/>
                  <a:pt x="18455" y="33600"/>
                  <a:pt x="21130" y="31775"/>
                </a:cubicBezTo>
                <a:cubicBezTo>
                  <a:pt x="23804" y="29951"/>
                  <a:pt x="26746" y="29039"/>
                  <a:pt x="29956" y="29039"/>
                </a:cubicBezTo>
                <a:cubicBezTo>
                  <a:pt x="34592" y="29039"/>
                  <a:pt x="39304" y="30510"/>
                  <a:pt x="44093" y="33452"/>
                </a:cubicBezTo>
                <a:lnTo>
                  <a:pt x="39355" y="46156"/>
                </a:lnTo>
                <a:cubicBezTo>
                  <a:pt x="35993" y="44169"/>
                  <a:pt x="32630" y="43176"/>
                  <a:pt x="29268" y="43176"/>
                </a:cubicBezTo>
                <a:cubicBezTo>
                  <a:pt x="26262" y="43176"/>
                  <a:pt x="23562" y="44082"/>
                  <a:pt x="21168" y="45894"/>
                </a:cubicBezTo>
                <a:cubicBezTo>
                  <a:pt x="18773" y="47704"/>
                  <a:pt x="17067" y="50215"/>
                  <a:pt x="16048" y="53428"/>
                </a:cubicBezTo>
                <a:cubicBezTo>
                  <a:pt x="14519" y="58323"/>
                  <a:pt x="13755" y="63678"/>
                  <a:pt x="13755" y="69492"/>
                </a:cubicBezTo>
                <a:lnTo>
                  <a:pt x="13755" y="112028"/>
                </a:lnTo>
                <a:lnTo>
                  <a:pt x="0" y="112028"/>
                </a:lnTo>
                <a:close/>
                <a:moveTo>
                  <a:pt x="107824" y="85894"/>
                </a:moveTo>
                <a:lnTo>
                  <a:pt x="122038" y="87651"/>
                </a:lnTo>
                <a:cubicBezTo>
                  <a:pt x="119796" y="95955"/>
                  <a:pt x="115644" y="102400"/>
                  <a:pt x="109582" y="106985"/>
                </a:cubicBezTo>
                <a:cubicBezTo>
                  <a:pt x="103519" y="111570"/>
                  <a:pt x="95776" y="113863"/>
                  <a:pt x="86351" y="113863"/>
                </a:cubicBezTo>
                <a:cubicBezTo>
                  <a:pt x="74481" y="113863"/>
                  <a:pt x="65068" y="110207"/>
                  <a:pt x="58114" y="102897"/>
                </a:cubicBezTo>
                <a:cubicBezTo>
                  <a:pt x="51160" y="95586"/>
                  <a:pt x="47683" y="85333"/>
                  <a:pt x="47683" y="72138"/>
                </a:cubicBezTo>
                <a:cubicBezTo>
                  <a:pt x="47683" y="58485"/>
                  <a:pt x="51199" y="47888"/>
                  <a:pt x="58229" y="40349"/>
                </a:cubicBezTo>
                <a:cubicBezTo>
                  <a:pt x="65260" y="32809"/>
                  <a:pt x="74379" y="29039"/>
                  <a:pt x="85587" y="29039"/>
                </a:cubicBezTo>
                <a:cubicBezTo>
                  <a:pt x="96438" y="29039"/>
                  <a:pt x="105302" y="32727"/>
                  <a:pt x="112180" y="40103"/>
                </a:cubicBezTo>
                <a:cubicBezTo>
                  <a:pt x="119058" y="47477"/>
                  <a:pt x="122496" y="57852"/>
                  <a:pt x="122496" y="71229"/>
                </a:cubicBezTo>
                <a:cubicBezTo>
                  <a:pt x="122496" y="72042"/>
                  <a:pt x="122471" y="73262"/>
                  <a:pt x="122420" y="74889"/>
                </a:cubicBezTo>
                <a:lnTo>
                  <a:pt x="61897" y="74889"/>
                </a:lnTo>
                <a:cubicBezTo>
                  <a:pt x="62407" y="83779"/>
                  <a:pt x="64928" y="90587"/>
                  <a:pt x="69462" y="95312"/>
                </a:cubicBezTo>
                <a:cubicBezTo>
                  <a:pt x="73997" y="100037"/>
                  <a:pt x="79652" y="102400"/>
                  <a:pt x="86427" y="102400"/>
                </a:cubicBezTo>
                <a:cubicBezTo>
                  <a:pt x="91471" y="102400"/>
                  <a:pt x="95776" y="101088"/>
                  <a:pt x="99342" y="98464"/>
                </a:cubicBezTo>
                <a:cubicBezTo>
                  <a:pt x="102908" y="95839"/>
                  <a:pt x="105735" y="91649"/>
                  <a:pt x="107824" y="85894"/>
                </a:cubicBezTo>
                <a:moveTo>
                  <a:pt x="62661" y="63427"/>
                </a:moveTo>
                <a:lnTo>
                  <a:pt x="107977" y="63427"/>
                </a:lnTo>
                <a:cubicBezTo>
                  <a:pt x="107366" y="56712"/>
                  <a:pt x="105634" y="51675"/>
                  <a:pt x="102781" y="48318"/>
                </a:cubicBezTo>
                <a:cubicBezTo>
                  <a:pt x="98399" y="43107"/>
                  <a:pt x="92719" y="40501"/>
                  <a:pt x="85739" y="40501"/>
                </a:cubicBezTo>
                <a:cubicBezTo>
                  <a:pt x="79422" y="40501"/>
                  <a:pt x="74111" y="42581"/>
                  <a:pt x="69806" y="46741"/>
                </a:cubicBezTo>
                <a:cubicBezTo>
                  <a:pt x="65502" y="50900"/>
                  <a:pt x="63120" y="56462"/>
                  <a:pt x="62661" y="63427"/>
                </a:cubicBezTo>
                <a:close/>
                <a:moveTo>
                  <a:pt x="133783" y="87728"/>
                </a:moveTo>
                <a:lnTo>
                  <a:pt x="147385" y="85588"/>
                </a:lnTo>
                <a:cubicBezTo>
                  <a:pt x="148149" y="91015"/>
                  <a:pt x="150276" y="95174"/>
                  <a:pt x="153766" y="98066"/>
                </a:cubicBezTo>
                <a:cubicBezTo>
                  <a:pt x="157256" y="100955"/>
                  <a:pt x="162134" y="102400"/>
                  <a:pt x="168400" y="102400"/>
                </a:cubicBezTo>
                <a:cubicBezTo>
                  <a:pt x="174717" y="102400"/>
                  <a:pt x="179404" y="101124"/>
                  <a:pt x="182461" y="98572"/>
                </a:cubicBezTo>
                <a:cubicBezTo>
                  <a:pt x="185517" y="96018"/>
                  <a:pt x="187046" y="93024"/>
                  <a:pt x="187046" y="89588"/>
                </a:cubicBezTo>
                <a:cubicBezTo>
                  <a:pt x="187046" y="86504"/>
                  <a:pt x="185696" y="84078"/>
                  <a:pt x="182996" y="82309"/>
                </a:cubicBezTo>
                <a:cubicBezTo>
                  <a:pt x="181111" y="81096"/>
                  <a:pt x="176424" y="79554"/>
                  <a:pt x="168935" y="77683"/>
                </a:cubicBezTo>
                <a:cubicBezTo>
                  <a:pt x="158848" y="75135"/>
                  <a:pt x="151855" y="72930"/>
                  <a:pt x="147958" y="71069"/>
                </a:cubicBezTo>
                <a:cubicBezTo>
                  <a:pt x="144061" y="69207"/>
                  <a:pt x="141106" y="66632"/>
                  <a:pt x="139094" y="63343"/>
                </a:cubicBezTo>
                <a:cubicBezTo>
                  <a:pt x="137081" y="60054"/>
                  <a:pt x="136075" y="56421"/>
                  <a:pt x="136075" y="52444"/>
                </a:cubicBezTo>
                <a:cubicBezTo>
                  <a:pt x="136075" y="48824"/>
                  <a:pt x="136903" y="45471"/>
                  <a:pt x="138559" y="42386"/>
                </a:cubicBezTo>
                <a:cubicBezTo>
                  <a:pt x="140214" y="39300"/>
                  <a:pt x="142469" y="36738"/>
                  <a:pt x="145322" y="34698"/>
                </a:cubicBezTo>
                <a:cubicBezTo>
                  <a:pt x="147461" y="33118"/>
                  <a:pt x="150378" y="31779"/>
                  <a:pt x="154072" y="30684"/>
                </a:cubicBezTo>
                <a:cubicBezTo>
                  <a:pt x="157765" y="29587"/>
                  <a:pt x="161726" y="29039"/>
                  <a:pt x="165955" y="29039"/>
                </a:cubicBezTo>
                <a:cubicBezTo>
                  <a:pt x="172323" y="29039"/>
                  <a:pt x="177914" y="29962"/>
                  <a:pt x="182728" y="31809"/>
                </a:cubicBezTo>
                <a:cubicBezTo>
                  <a:pt x="187543" y="33654"/>
                  <a:pt x="191096" y="36154"/>
                  <a:pt x="193389" y="39310"/>
                </a:cubicBezTo>
                <a:cubicBezTo>
                  <a:pt x="195681" y="42464"/>
                  <a:pt x="197260" y="46682"/>
                  <a:pt x="198126" y="51964"/>
                </a:cubicBezTo>
                <a:lnTo>
                  <a:pt x="184677" y="53798"/>
                </a:lnTo>
                <a:cubicBezTo>
                  <a:pt x="184066" y="49621"/>
                  <a:pt x="182295" y="46360"/>
                  <a:pt x="179366" y="44017"/>
                </a:cubicBezTo>
                <a:cubicBezTo>
                  <a:pt x="176436" y="41673"/>
                  <a:pt x="172297" y="40501"/>
                  <a:pt x="166948" y="40501"/>
                </a:cubicBezTo>
                <a:cubicBezTo>
                  <a:pt x="160631" y="40501"/>
                  <a:pt x="156122" y="41541"/>
                  <a:pt x="153422" y="43620"/>
                </a:cubicBezTo>
                <a:cubicBezTo>
                  <a:pt x="150722" y="45698"/>
                  <a:pt x="149372" y="48131"/>
                  <a:pt x="149372" y="50921"/>
                </a:cubicBezTo>
                <a:cubicBezTo>
                  <a:pt x="149372" y="52694"/>
                  <a:pt x="149932" y="54291"/>
                  <a:pt x="151053" y="55711"/>
                </a:cubicBezTo>
                <a:cubicBezTo>
                  <a:pt x="152174" y="57180"/>
                  <a:pt x="153931" y="58397"/>
                  <a:pt x="156326" y="59360"/>
                </a:cubicBezTo>
                <a:cubicBezTo>
                  <a:pt x="157701" y="59868"/>
                  <a:pt x="161752" y="61034"/>
                  <a:pt x="168476" y="62858"/>
                </a:cubicBezTo>
                <a:cubicBezTo>
                  <a:pt x="178207" y="65455"/>
                  <a:pt x="184995" y="67580"/>
                  <a:pt x="188842" y="69235"/>
                </a:cubicBezTo>
                <a:cubicBezTo>
                  <a:pt x="192688" y="70889"/>
                  <a:pt x="195707" y="73294"/>
                  <a:pt x="197897" y="76451"/>
                </a:cubicBezTo>
                <a:cubicBezTo>
                  <a:pt x="200088" y="79607"/>
                  <a:pt x="201183" y="83525"/>
                  <a:pt x="201183" y="88208"/>
                </a:cubicBezTo>
                <a:cubicBezTo>
                  <a:pt x="201183" y="92790"/>
                  <a:pt x="199846" y="97104"/>
                  <a:pt x="197171" y="101151"/>
                </a:cubicBezTo>
                <a:cubicBezTo>
                  <a:pt x="194497" y="105196"/>
                  <a:pt x="190637" y="108326"/>
                  <a:pt x="185594" y="110541"/>
                </a:cubicBezTo>
                <a:cubicBezTo>
                  <a:pt x="180550" y="112755"/>
                  <a:pt x="174844" y="113863"/>
                  <a:pt x="168476" y="113863"/>
                </a:cubicBezTo>
                <a:cubicBezTo>
                  <a:pt x="157931" y="113863"/>
                  <a:pt x="149894" y="111666"/>
                  <a:pt x="144366" y="107271"/>
                </a:cubicBezTo>
                <a:cubicBezTo>
                  <a:pt x="138839" y="102877"/>
                  <a:pt x="135311" y="96363"/>
                  <a:pt x="133783" y="87728"/>
                </a:cubicBezTo>
                <a:close/>
                <a:moveTo>
                  <a:pt x="273092" y="85894"/>
                </a:moveTo>
                <a:lnTo>
                  <a:pt x="287306" y="87651"/>
                </a:lnTo>
                <a:cubicBezTo>
                  <a:pt x="285064" y="95955"/>
                  <a:pt x="280912" y="102400"/>
                  <a:pt x="274850" y="106985"/>
                </a:cubicBezTo>
                <a:cubicBezTo>
                  <a:pt x="268787" y="111570"/>
                  <a:pt x="261043" y="113863"/>
                  <a:pt x="251619" y="113863"/>
                </a:cubicBezTo>
                <a:cubicBezTo>
                  <a:pt x="239748" y="113863"/>
                  <a:pt x="230336" y="110207"/>
                  <a:pt x="223382" y="102897"/>
                </a:cubicBezTo>
                <a:cubicBezTo>
                  <a:pt x="216428" y="95586"/>
                  <a:pt x="212951" y="85333"/>
                  <a:pt x="212951" y="72138"/>
                </a:cubicBezTo>
                <a:cubicBezTo>
                  <a:pt x="212951" y="58485"/>
                  <a:pt x="216466" y="47888"/>
                  <a:pt x="223497" y="40349"/>
                </a:cubicBezTo>
                <a:cubicBezTo>
                  <a:pt x="230527" y="32809"/>
                  <a:pt x="239647" y="29039"/>
                  <a:pt x="250854" y="29039"/>
                </a:cubicBezTo>
                <a:cubicBezTo>
                  <a:pt x="261706" y="29039"/>
                  <a:pt x="270570" y="32727"/>
                  <a:pt x="277448" y="40103"/>
                </a:cubicBezTo>
                <a:cubicBezTo>
                  <a:pt x="284325" y="47477"/>
                  <a:pt x="287764" y="57852"/>
                  <a:pt x="287764" y="71229"/>
                </a:cubicBezTo>
                <a:cubicBezTo>
                  <a:pt x="287764" y="72042"/>
                  <a:pt x="287739" y="73262"/>
                  <a:pt x="287688" y="74889"/>
                </a:cubicBezTo>
                <a:lnTo>
                  <a:pt x="227165" y="74889"/>
                </a:lnTo>
                <a:cubicBezTo>
                  <a:pt x="227674" y="83779"/>
                  <a:pt x="230196" y="90587"/>
                  <a:pt x="234730" y="95312"/>
                </a:cubicBezTo>
                <a:cubicBezTo>
                  <a:pt x="239264" y="100037"/>
                  <a:pt x="244919" y="102400"/>
                  <a:pt x="251695" y="102400"/>
                </a:cubicBezTo>
                <a:cubicBezTo>
                  <a:pt x="256739" y="102400"/>
                  <a:pt x="261043" y="101088"/>
                  <a:pt x="264610" y="98464"/>
                </a:cubicBezTo>
                <a:cubicBezTo>
                  <a:pt x="268176" y="95839"/>
                  <a:pt x="271003" y="91649"/>
                  <a:pt x="273092" y="85894"/>
                </a:cubicBezTo>
                <a:moveTo>
                  <a:pt x="227929" y="63427"/>
                </a:moveTo>
                <a:lnTo>
                  <a:pt x="273245" y="63427"/>
                </a:lnTo>
                <a:cubicBezTo>
                  <a:pt x="272634" y="56712"/>
                  <a:pt x="270901" y="51675"/>
                  <a:pt x="268048" y="48318"/>
                </a:cubicBezTo>
                <a:cubicBezTo>
                  <a:pt x="263667" y="43107"/>
                  <a:pt x="257987" y="40501"/>
                  <a:pt x="251007" y="40501"/>
                </a:cubicBezTo>
                <a:cubicBezTo>
                  <a:pt x="244690" y="40501"/>
                  <a:pt x="239379" y="42581"/>
                  <a:pt x="235074" y="46741"/>
                </a:cubicBezTo>
                <a:cubicBezTo>
                  <a:pt x="230769" y="50900"/>
                  <a:pt x="228388" y="56462"/>
                  <a:pt x="227929" y="63427"/>
                </a:cubicBezTo>
                <a:close/>
                <a:moveTo>
                  <a:pt x="304399" y="112028"/>
                </a:moveTo>
                <a:lnTo>
                  <a:pt x="304399" y="30873"/>
                </a:lnTo>
                <a:lnTo>
                  <a:pt x="316779" y="30873"/>
                </a:lnTo>
                <a:lnTo>
                  <a:pt x="316779" y="43100"/>
                </a:lnTo>
                <a:cubicBezTo>
                  <a:pt x="319938" y="37375"/>
                  <a:pt x="322854" y="33600"/>
                  <a:pt x="325529" y="31775"/>
                </a:cubicBezTo>
                <a:cubicBezTo>
                  <a:pt x="328204" y="29951"/>
                  <a:pt x="331146" y="29039"/>
                  <a:pt x="334355" y="29039"/>
                </a:cubicBezTo>
                <a:cubicBezTo>
                  <a:pt x="338991" y="29039"/>
                  <a:pt x="343704" y="30510"/>
                  <a:pt x="348493" y="33452"/>
                </a:cubicBezTo>
                <a:lnTo>
                  <a:pt x="343755" y="46156"/>
                </a:lnTo>
                <a:cubicBezTo>
                  <a:pt x="340392" y="44169"/>
                  <a:pt x="337030" y="43176"/>
                  <a:pt x="333667" y="43176"/>
                </a:cubicBezTo>
                <a:cubicBezTo>
                  <a:pt x="330662" y="43176"/>
                  <a:pt x="327962" y="44082"/>
                  <a:pt x="325567" y="45894"/>
                </a:cubicBezTo>
                <a:cubicBezTo>
                  <a:pt x="323173" y="47704"/>
                  <a:pt x="321466" y="50215"/>
                  <a:pt x="320447" y="53428"/>
                </a:cubicBezTo>
                <a:cubicBezTo>
                  <a:pt x="318919" y="58323"/>
                  <a:pt x="318155" y="63678"/>
                  <a:pt x="318155" y="69492"/>
                </a:cubicBezTo>
                <a:lnTo>
                  <a:pt x="318155" y="112028"/>
                </a:lnTo>
                <a:lnTo>
                  <a:pt x="304399" y="112028"/>
                </a:lnTo>
                <a:close/>
                <a:moveTo>
                  <a:pt x="379211" y="112028"/>
                </a:moveTo>
                <a:lnTo>
                  <a:pt x="348338" y="30873"/>
                </a:lnTo>
                <a:lnTo>
                  <a:pt x="362858" y="30873"/>
                </a:lnTo>
                <a:lnTo>
                  <a:pt x="380281" y="79475"/>
                </a:lnTo>
                <a:cubicBezTo>
                  <a:pt x="382166" y="84722"/>
                  <a:pt x="383898" y="90173"/>
                  <a:pt x="385477" y="95828"/>
                </a:cubicBezTo>
                <a:cubicBezTo>
                  <a:pt x="386700" y="91549"/>
                  <a:pt x="388407" y="86403"/>
                  <a:pt x="390597" y="80392"/>
                </a:cubicBezTo>
                <a:lnTo>
                  <a:pt x="408632" y="30873"/>
                </a:lnTo>
                <a:lnTo>
                  <a:pt x="422769" y="30873"/>
                </a:lnTo>
                <a:lnTo>
                  <a:pt x="392049" y="112028"/>
                </a:lnTo>
                <a:lnTo>
                  <a:pt x="379211" y="112028"/>
                </a:lnTo>
                <a:close/>
                <a:moveTo>
                  <a:pt x="490475" y="85894"/>
                </a:moveTo>
                <a:lnTo>
                  <a:pt x="504689" y="87651"/>
                </a:lnTo>
                <a:cubicBezTo>
                  <a:pt x="502448" y="95955"/>
                  <a:pt x="498296" y="102400"/>
                  <a:pt x="492233" y="106985"/>
                </a:cubicBezTo>
                <a:cubicBezTo>
                  <a:pt x="486171" y="111570"/>
                  <a:pt x="478427" y="113863"/>
                  <a:pt x="469002" y="113863"/>
                </a:cubicBezTo>
                <a:cubicBezTo>
                  <a:pt x="457132" y="113863"/>
                  <a:pt x="447720" y="110207"/>
                  <a:pt x="440766" y="102897"/>
                </a:cubicBezTo>
                <a:cubicBezTo>
                  <a:pt x="433812" y="95586"/>
                  <a:pt x="430335" y="85333"/>
                  <a:pt x="430335" y="72138"/>
                </a:cubicBezTo>
                <a:cubicBezTo>
                  <a:pt x="430335" y="58485"/>
                  <a:pt x="433850" y="47888"/>
                  <a:pt x="440880" y="40349"/>
                </a:cubicBezTo>
                <a:cubicBezTo>
                  <a:pt x="447911" y="32809"/>
                  <a:pt x="457030" y="29039"/>
                  <a:pt x="468238" y="29039"/>
                </a:cubicBezTo>
                <a:cubicBezTo>
                  <a:pt x="479089" y="29039"/>
                  <a:pt x="487954" y="32727"/>
                  <a:pt x="494831" y="40103"/>
                </a:cubicBezTo>
                <a:cubicBezTo>
                  <a:pt x="501709" y="47477"/>
                  <a:pt x="505148" y="57852"/>
                  <a:pt x="505148" y="71229"/>
                </a:cubicBezTo>
                <a:cubicBezTo>
                  <a:pt x="505148" y="72042"/>
                  <a:pt x="505122" y="73262"/>
                  <a:pt x="505071" y="74889"/>
                </a:cubicBezTo>
                <a:lnTo>
                  <a:pt x="444548" y="74889"/>
                </a:lnTo>
                <a:cubicBezTo>
                  <a:pt x="445058" y="83779"/>
                  <a:pt x="447580" y="90587"/>
                  <a:pt x="452114" y="95312"/>
                </a:cubicBezTo>
                <a:cubicBezTo>
                  <a:pt x="456648" y="100037"/>
                  <a:pt x="462303" y="102400"/>
                  <a:pt x="469078" y="102400"/>
                </a:cubicBezTo>
                <a:cubicBezTo>
                  <a:pt x="474122" y="102400"/>
                  <a:pt x="478427" y="101088"/>
                  <a:pt x="481993" y="98464"/>
                </a:cubicBezTo>
                <a:cubicBezTo>
                  <a:pt x="485559" y="95839"/>
                  <a:pt x="488387" y="91649"/>
                  <a:pt x="490475" y="85894"/>
                </a:cubicBezTo>
                <a:moveTo>
                  <a:pt x="445313" y="63427"/>
                </a:moveTo>
                <a:lnTo>
                  <a:pt x="490628" y="63427"/>
                </a:lnTo>
                <a:cubicBezTo>
                  <a:pt x="490017" y="56712"/>
                  <a:pt x="488285" y="51675"/>
                  <a:pt x="485432" y="48318"/>
                </a:cubicBezTo>
                <a:cubicBezTo>
                  <a:pt x="481051" y="43107"/>
                  <a:pt x="475370" y="40501"/>
                  <a:pt x="468391" y="40501"/>
                </a:cubicBezTo>
                <a:cubicBezTo>
                  <a:pt x="462074" y="40501"/>
                  <a:pt x="456762" y="42581"/>
                  <a:pt x="452458" y="46741"/>
                </a:cubicBezTo>
                <a:cubicBezTo>
                  <a:pt x="448153" y="50900"/>
                  <a:pt x="445771" y="56462"/>
                  <a:pt x="445313" y="63427"/>
                </a:cubicBezTo>
                <a:close/>
                <a:moveTo>
                  <a:pt x="574588" y="112028"/>
                </a:moveTo>
                <a:lnTo>
                  <a:pt x="574588" y="101789"/>
                </a:lnTo>
                <a:cubicBezTo>
                  <a:pt x="569442" y="109838"/>
                  <a:pt x="561877" y="113863"/>
                  <a:pt x="551892" y="113863"/>
                </a:cubicBezTo>
                <a:cubicBezTo>
                  <a:pt x="545422" y="113863"/>
                  <a:pt x="539474" y="112079"/>
                  <a:pt x="534048" y="108513"/>
                </a:cubicBezTo>
                <a:cubicBezTo>
                  <a:pt x="528622" y="104947"/>
                  <a:pt x="524419" y="99967"/>
                  <a:pt x="521439" y="93574"/>
                </a:cubicBezTo>
                <a:cubicBezTo>
                  <a:pt x="518459" y="87180"/>
                  <a:pt x="516969" y="79831"/>
                  <a:pt x="516969" y="71527"/>
                </a:cubicBezTo>
                <a:cubicBezTo>
                  <a:pt x="516969" y="63427"/>
                  <a:pt x="518319" y="56078"/>
                  <a:pt x="521019" y="49481"/>
                </a:cubicBezTo>
                <a:cubicBezTo>
                  <a:pt x="523719" y="42883"/>
                  <a:pt x="527769" y="37827"/>
                  <a:pt x="533169" y="34312"/>
                </a:cubicBezTo>
                <a:cubicBezTo>
                  <a:pt x="538569" y="30796"/>
                  <a:pt x="544606" y="29039"/>
                  <a:pt x="551280" y="29039"/>
                </a:cubicBezTo>
                <a:cubicBezTo>
                  <a:pt x="556171" y="29039"/>
                  <a:pt x="560527" y="30070"/>
                  <a:pt x="564348" y="32134"/>
                </a:cubicBezTo>
                <a:cubicBezTo>
                  <a:pt x="568169" y="34197"/>
                  <a:pt x="571276" y="36884"/>
                  <a:pt x="573671" y="40196"/>
                </a:cubicBezTo>
                <a:lnTo>
                  <a:pt x="573671" y="0"/>
                </a:lnTo>
                <a:lnTo>
                  <a:pt x="587349" y="0"/>
                </a:lnTo>
                <a:lnTo>
                  <a:pt x="587349" y="112028"/>
                </a:lnTo>
                <a:lnTo>
                  <a:pt x="574588" y="112028"/>
                </a:lnTo>
                <a:moveTo>
                  <a:pt x="531106" y="71489"/>
                </a:moveTo>
                <a:cubicBezTo>
                  <a:pt x="531106" y="81843"/>
                  <a:pt x="533297" y="89584"/>
                  <a:pt x="537678" y="94710"/>
                </a:cubicBezTo>
                <a:cubicBezTo>
                  <a:pt x="542059" y="99837"/>
                  <a:pt x="547230" y="102400"/>
                  <a:pt x="553191" y="102400"/>
                </a:cubicBezTo>
                <a:cubicBezTo>
                  <a:pt x="559202" y="102400"/>
                  <a:pt x="564309" y="99951"/>
                  <a:pt x="568512" y="95054"/>
                </a:cubicBezTo>
                <a:cubicBezTo>
                  <a:pt x="572715" y="90155"/>
                  <a:pt x="574817" y="82681"/>
                  <a:pt x="574817" y="72630"/>
                </a:cubicBezTo>
                <a:cubicBezTo>
                  <a:pt x="574817" y="61566"/>
                  <a:pt x="572677" y="53445"/>
                  <a:pt x="568398" y="48267"/>
                </a:cubicBezTo>
                <a:cubicBezTo>
                  <a:pt x="564118" y="43090"/>
                  <a:pt x="558846" y="40501"/>
                  <a:pt x="552579" y="40501"/>
                </a:cubicBezTo>
                <a:cubicBezTo>
                  <a:pt x="546466" y="40501"/>
                  <a:pt x="541359" y="42989"/>
                  <a:pt x="537258" y="47964"/>
                </a:cubicBezTo>
                <a:cubicBezTo>
                  <a:pt x="533156" y="52938"/>
                  <a:pt x="531106" y="60779"/>
                  <a:pt x="531106" y="7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CPU-sidemappings">
            <a:extLst xmlns:a="http://schemas.openxmlformats.org/drawingml/2006/main">
              <a:ext uri="{FF2B5EF4-FFF2-40B4-BE49-F238E27FC236}">
                <a16:creationId xmlns:a16="http://schemas.microsoft.com/office/drawing/2014/main" id="{4479668F-ECE0-431C-8D8C-EFD37F8D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906" y="158791"/>
            <a:ext cx="1729448" cy="173760"/>
          </a:xfrm>
          <a:custGeom xmlns:a="http://schemas.openxmlformats.org/drawingml/2006/main">
            <a:pathLst>
              <a:path w="1729448" h="173760">
                <a:moveTo>
                  <a:pt x="89409" y="85977"/>
                </a:moveTo>
                <a:lnTo>
                  <a:pt x="115328" y="94105"/>
                </a:lnTo>
                <a:cubicBezTo>
                  <a:pt x="111355" y="108647"/>
                  <a:pt x="104747" y="119448"/>
                  <a:pt x="95505" y="126507"/>
                </a:cubicBezTo>
                <a:cubicBezTo>
                  <a:pt x="86263" y="133565"/>
                  <a:pt x="74537" y="137094"/>
                  <a:pt x="60328" y="137094"/>
                </a:cubicBezTo>
                <a:cubicBezTo>
                  <a:pt x="42748" y="137094"/>
                  <a:pt x="28298" y="131080"/>
                  <a:pt x="16979" y="119054"/>
                </a:cubicBezTo>
                <a:cubicBezTo>
                  <a:pt x="5660" y="107025"/>
                  <a:pt x="0" y="90582"/>
                  <a:pt x="0" y="69724"/>
                </a:cubicBezTo>
                <a:cubicBezTo>
                  <a:pt x="0" y="47657"/>
                  <a:pt x="5690" y="30521"/>
                  <a:pt x="17069" y="18314"/>
                </a:cubicBezTo>
                <a:cubicBezTo>
                  <a:pt x="28448" y="6105"/>
                  <a:pt x="43410" y="0"/>
                  <a:pt x="61954" y="0"/>
                </a:cubicBezTo>
                <a:cubicBezTo>
                  <a:pt x="78150" y="0"/>
                  <a:pt x="91305" y="4798"/>
                  <a:pt x="101420" y="14393"/>
                </a:cubicBezTo>
                <a:cubicBezTo>
                  <a:pt x="107441" y="20066"/>
                  <a:pt x="111957" y="28213"/>
                  <a:pt x="114967" y="38834"/>
                </a:cubicBezTo>
                <a:lnTo>
                  <a:pt x="88506" y="45156"/>
                </a:lnTo>
                <a:cubicBezTo>
                  <a:pt x="86940" y="38292"/>
                  <a:pt x="83674" y="32874"/>
                  <a:pt x="78707" y="28900"/>
                </a:cubicBezTo>
                <a:cubicBezTo>
                  <a:pt x="73740" y="24926"/>
                  <a:pt x="67704" y="22939"/>
                  <a:pt x="60599" y="22939"/>
                </a:cubicBezTo>
                <a:cubicBezTo>
                  <a:pt x="50785" y="22939"/>
                  <a:pt x="42823" y="26461"/>
                  <a:pt x="36712" y="33506"/>
                </a:cubicBezTo>
                <a:cubicBezTo>
                  <a:pt x="30601" y="40550"/>
                  <a:pt x="27545" y="51959"/>
                  <a:pt x="27545" y="67734"/>
                </a:cubicBezTo>
                <a:cubicBezTo>
                  <a:pt x="27545" y="84472"/>
                  <a:pt x="30556" y="96393"/>
                  <a:pt x="36576" y="103497"/>
                </a:cubicBezTo>
                <a:cubicBezTo>
                  <a:pt x="42597" y="110602"/>
                  <a:pt x="50424" y="114154"/>
                  <a:pt x="60057" y="114154"/>
                </a:cubicBezTo>
                <a:cubicBezTo>
                  <a:pt x="67162" y="114154"/>
                  <a:pt x="73273" y="111890"/>
                  <a:pt x="78391" y="107361"/>
                </a:cubicBezTo>
                <a:cubicBezTo>
                  <a:pt x="83508" y="102830"/>
                  <a:pt x="87181" y="95702"/>
                  <a:pt x="89409" y="85977"/>
                </a:cubicBezTo>
                <a:close/>
                <a:moveTo>
                  <a:pt x="138236" y="134745"/>
                </a:moveTo>
                <a:lnTo>
                  <a:pt x="138236" y="2348"/>
                </a:lnTo>
                <a:lnTo>
                  <a:pt x="181134" y="2348"/>
                </a:lnTo>
                <a:cubicBezTo>
                  <a:pt x="197390" y="2348"/>
                  <a:pt x="207987" y="3009"/>
                  <a:pt x="212924" y="4332"/>
                </a:cubicBezTo>
                <a:cubicBezTo>
                  <a:pt x="220510" y="6317"/>
                  <a:pt x="226862" y="10632"/>
                  <a:pt x="231980" y="17278"/>
                </a:cubicBezTo>
                <a:cubicBezTo>
                  <a:pt x="237098" y="23923"/>
                  <a:pt x="239656" y="32509"/>
                  <a:pt x="239656" y="43034"/>
                </a:cubicBezTo>
                <a:cubicBezTo>
                  <a:pt x="239656" y="51152"/>
                  <a:pt x="238181" y="57978"/>
                  <a:pt x="235231" y="63512"/>
                </a:cubicBezTo>
                <a:cubicBezTo>
                  <a:pt x="232281" y="69045"/>
                  <a:pt x="228533" y="73391"/>
                  <a:pt x="223987" y="76548"/>
                </a:cubicBezTo>
                <a:cubicBezTo>
                  <a:pt x="219442" y="79705"/>
                  <a:pt x="214821" y="81795"/>
                  <a:pt x="210124" y="82819"/>
                </a:cubicBezTo>
                <a:cubicBezTo>
                  <a:pt x="203742" y="84081"/>
                  <a:pt x="194500" y="84713"/>
                  <a:pt x="182399" y="84713"/>
                </a:cubicBezTo>
                <a:lnTo>
                  <a:pt x="164968" y="84713"/>
                </a:lnTo>
                <a:lnTo>
                  <a:pt x="164968" y="134745"/>
                </a:lnTo>
                <a:lnTo>
                  <a:pt x="138236" y="134745"/>
                </a:lnTo>
                <a:moveTo>
                  <a:pt x="164968" y="24745"/>
                </a:moveTo>
                <a:lnTo>
                  <a:pt x="164968" y="62315"/>
                </a:lnTo>
                <a:lnTo>
                  <a:pt x="179599" y="62315"/>
                </a:lnTo>
                <a:cubicBezTo>
                  <a:pt x="190135" y="62315"/>
                  <a:pt x="197180" y="61623"/>
                  <a:pt x="200732" y="60238"/>
                </a:cubicBezTo>
                <a:cubicBezTo>
                  <a:pt x="204284" y="58853"/>
                  <a:pt x="207069" y="56686"/>
                  <a:pt x="209086" y="53736"/>
                </a:cubicBezTo>
                <a:cubicBezTo>
                  <a:pt x="211103" y="50785"/>
                  <a:pt x="212111" y="47354"/>
                  <a:pt x="212111" y="43440"/>
                </a:cubicBezTo>
                <a:cubicBezTo>
                  <a:pt x="212111" y="38623"/>
                  <a:pt x="210696" y="34650"/>
                  <a:pt x="207867" y="31519"/>
                </a:cubicBezTo>
                <a:cubicBezTo>
                  <a:pt x="205037" y="28388"/>
                  <a:pt x="201454" y="26431"/>
                  <a:pt x="197119" y="25649"/>
                </a:cubicBezTo>
                <a:cubicBezTo>
                  <a:pt x="193928" y="25047"/>
                  <a:pt x="187516" y="24745"/>
                  <a:pt x="177883" y="24745"/>
                </a:cubicBezTo>
                <a:lnTo>
                  <a:pt x="164968" y="24745"/>
                </a:lnTo>
                <a:close/>
                <a:moveTo>
                  <a:pt x="261423" y="2348"/>
                </a:moveTo>
                <a:lnTo>
                  <a:pt x="288155" y="2348"/>
                </a:lnTo>
                <a:lnTo>
                  <a:pt x="288155" y="74056"/>
                </a:lnTo>
                <a:cubicBezTo>
                  <a:pt x="288155" y="85435"/>
                  <a:pt x="288486" y="92811"/>
                  <a:pt x="289149" y="96182"/>
                </a:cubicBezTo>
                <a:cubicBezTo>
                  <a:pt x="290293" y="101601"/>
                  <a:pt x="293017" y="105951"/>
                  <a:pt x="297322" y="109232"/>
                </a:cubicBezTo>
                <a:cubicBezTo>
                  <a:pt x="301627" y="112514"/>
                  <a:pt x="307512" y="114154"/>
                  <a:pt x="314978" y="114154"/>
                </a:cubicBezTo>
                <a:cubicBezTo>
                  <a:pt x="322564" y="114154"/>
                  <a:pt x="328284" y="112604"/>
                  <a:pt x="332137" y="109503"/>
                </a:cubicBezTo>
                <a:cubicBezTo>
                  <a:pt x="335990" y="106403"/>
                  <a:pt x="338308" y="102594"/>
                  <a:pt x="339091" y="98079"/>
                </a:cubicBezTo>
                <a:cubicBezTo>
                  <a:pt x="339874" y="93563"/>
                  <a:pt x="340265" y="86067"/>
                  <a:pt x="340265" y="75591"/>
                </a:cubicBezTo>
                <a:lnTo>
                  <a:pt x="340265" y="2348"/>
                </a:lnTo>
                <a:lnTo>
                  <a:pt x="366998" y="2348"/>
                </a:lnTo>
                <a:lnTo>
                  <a:pt x="366998" y="71936"/>
                </a:lnTo>
                <a:cubicBezTo>
                  <a:pt x="366998" y="87841"/>
                  <a:pt x="366275" y="99077"/>
                  <a:pt x="364830" y="105645"/>
                </a:cubicBezTo>
                <a:cubicBezTo>
                  <a:pt x="363385" y="112212"/>
                  <a:pt x="360721" y="117755"/>
                  <a:pt x="356837" y="122274"/>
                </a:cubicBezTo>
                <a:cubicBezTo>
                  <a:pt x="352954" y="126791"/>
                  <a:pt x="347761" y="130391"/>
                  <a:pt x="341259" y="133072"/>
                </a:cubicBezTo>
                <a:cubicBezTo>
                  <a:pt x="334756" y="135753"/>
                  <a:pt x="326267" y="137094"/>
                  <a:pt x="315791" y="137094"/>
                </a:cubicBezTo>
                <a:cubicBezTo>
                  <a:pt x="303147" y="137094"/>
                  <a:pt x="293559" y="135633"/>
                  <a:pt x="287026" y="132711"/>
                </a:cubicBezTo>
                <a:cubicBezTo>
                  <a:pt x="280494" y="129789"/>
                  <a:pt x="275331" y="125994"/>
                  <a:pt x="271538" y="121326"/>
                </a:cubicBezTo>
                <a:cubicBezTo>
                  <a:pt x="267745" y="116656"/>
                  <a:pt x="265246" y="111760"/>
                  <a:pt x="264042" y="106639"/>
                </a:cubicBezTo>
                <a:cubicBezTo>
                  <a:pt x="262296" y="99047"/>
                  <a:pt x="261423" y="87841"/>
                  <a:pt x="261423" y="73020"/>
                </a:cubicBezTo>
                <a:lnTo>
                  <a:pt x="261423" y="2348"/>
                </a:lnTo>
                <a:close/>
                <a:moveTo>
                  <a:pt x="392073" y="99343"/>
                </a:moveTo>
                <a:lnTo>
                  <a:pt x="392073" y="73875"/>
                </a:lnTo>
                <a:lnTo>
                  <a:pt x="441925" y="73875"/>
                </a:lnTo>
                <a:lnTo>
                  <a:pt x="441925" y="99343"/>
                </a:lnTo>
                <a:lnTo>
                  <a:pt x="392073" y="99343"/>
                </a:lnTo>
                <a:close/>
                <a:moveTo>
                  <a:pt x="447613" y="107471"/>
                </a:moveTo>
                <a:lnTo>
                  <a:pt x="473081" y="103497"/>
                </a:lnTo>
                <a:cubicBezTo>
                  <a:pt x="474165" y="108404"/>
                  <a:pt x="476363" y="112130"/>
                  <a:pt x="479674" y="114674"/>
                </a:cubicBezTo>
                <a:cubicBezTo>
                  <a:pt x="482986" y="117217"/>
                  <a:pt x="487622" y="118489"/>
                  <a:pt x="493582" y="118489"/>
                </a:cubicBezTo>
                <a:cubicBezTo>
                  <a:pt x="500145" y="118489"/>
                  <a:pt x="505082" y="117287"/>
                  <a:pt x="508393" y="114882"/>
                </a:cubicBezTo>
                <a:cubicBezTo>
                  <a:pt x="510621" y="113198"/>
                  <a:pt x="511735" y="110944"/>
                  <a:pt x="511735" y="108118"/>
                </a:cubicBezTo>
                <a:cubicBezTo>
                  <a:pt x="511735" y="106193"/>
                  <a:pt x="511133" y="104599"/>
                  <a:pt x="509929" y="103337"/>
                </a:cubicBezTo>
                <a:cubicBezTo>
                  <a:pt x="508664" y="102134"/>
                  <a:pt x="505835" y="101022"/>
                  <a:pt x="501439" y="100001"/>
                </a:cubicBezTo>
                <a:cubicBezTo>
                  <a:pt x="480969" y="95493"/>
                  <a:pt x="467994" y="91374"/>
                  <a:pt x="462515" y="87645"/>
                </a:cubicBezTo>
                <a:cubicBezTo>
                  <a:pt x="454929" y="82471"/>
                  <a:pt x="451136" y="75283"/>
                  <a:pt x="451136" y="66080"/>
                </a:cubicBezTo>
                <a:cubicBezTo>
                  <a:pt x="451136" y="57779"/>
                  <a:pt x="454417" y="50801"/>
                  <a:pt x="460980" y="45147"/>
                </a:cubicBezTo>
                <a:cubicBezTo>
                  <a:pt x="467542" y="39494"/>
                  <a:pt x="477717" y="36667"/>
                  <a:pt x="491505" y="36667"/>
                </a:cubicBezTo>
                <a:cubicBezTo>
                  <a:pt x="504630" y="36667"/>
                  <a:pt x="514384" y="38797"/>
                  <a:pt x="520766" y="43056"/>
                </a:cubicBezTo>
                <a:cubicBezTo>
                  <a:pt x="527148" y="47316"/>
                  <a:pt x="531543" y="53615"/>
                  <a:pt x="533952" y="61954"/>
                </a:cubicBezTo>
                <a:lnTo>
                  <a:pt x="510019" y="66470"/>
                </a:lnTo>
                <a:cubicBezTo>
                  <a:pt x="508996" y="62737"/>
                  <a:pt x="507054" y="59877"/>
                  <a:pt x="504194" y="57890"/>
                </a:cubicBezTo>
                <a:cubicBezTo>
                  <a:pt x="501334" y="55903"/>
                  <a:pt x="497255" y="54910"/>
                  <a:pt x="491957" y="54910"/>
                </a:cubicBezTo>
                <a:cubicBezTo>
                  <a:pt x="485274" y="54910"/>
                  <a:pt x="480487" y="55842"/>
                  <a:pt x="477597" y="57707"/>
                </a:cubicBezTo>
                <a:cubicBezTo>
                  <a:pt x="475670" y="59027"/>
                  <a:pt x="474707" y="60740"/>
                  <a:pt x="474707" y="62846"/>
                </a:cubicBezTo>
                <a:cubicBezTo>
                  <a:pt x="474707" y="64648"/>
                  <a:pt x="475550" y="66181"/>
                  <a:pt x="477236" y="67443"/>
                </a:cubicBezTo>
                <a:cubicBezTo>
                  <a:pt x="479524" y="69127"/>
                  <a:pt x="487426" y="71503"/>
                  <a:pt x="500943" y="74569"/>
                </a:cubicBezTo>
                <a:cubicBezTo>
                  <a:pt x="514459" y="77636"/>
                  <a:pt x="523897" y="81398"/>
                  <a:pt x="529255" y="85856"/>
                </a:cubicBezTo>
                <a:cubicBezTo>
                  <a:pt x="534554" y="90375"/>
                  <a:pt x="537203" y="96670"/>
                  <a:pt x="537203" y="104742"/>
                </a:cubicBezTo>
                <a:cubicBezTo>
                  <a:pt x="537203" y="113538"/>
                  <a:pt x="533530" y="121099"/>
                  <a:pt x="526185" y="127425"/>
                </a:cubicBezTo>
                <a:cubicBezTo>
                  <a:pt x="518840" y="133750"/>
                  <a:pt x="507972" y="136913"/>
                  <a:pt x="493582" y="136913"/>
                </a:cubicBezTo>
                <a:cubicBezTo>
                  <a:pt x="480517" y="136913"/>
                  <a:pt x="470176" y="134272"/>
                  <a:pt x="462560" y="128991"/>
                </a:cubicBezTo>
                <a:cubicBezTo>
                  <a:pt x="454944" y="123708"/>
                  <a:pt x="449962" y="116534"/>
                  <a:pt x="447613" y="107471"/>
                </a:cubicBezTo>
                <a:close/>
                <a:moveTo>
                  <a:pt x="559392" y="25829"/>
                </a:moveTo>
                <a:lnTo>
                  <a:pt x="559392" y="2348"/>
                </a:lnTo>
                <a:lnTo>
                  <a:pt x="584769" y="2348"/>
                </a:lnTo>
                <a:lnTo>
                  <a:pt x="584769" y="25829"/>
                </a:lnTo>
                <a:lnTo>
                  <a:pt x="559392" y="25829"/>
                </a:lnTo>
                <a:moveTo>
                  <a:pt x="559392" y="134745"/>
                </a:moveTo>
                <a:lnTo>
                  <a:pt x="559392" y="38834"/>
                </a:lnTo>
                <a:lnTo>
                  <a:pt x="584769" y="38834"/>
                </a:lnTo>
                <a:lnTo>
                  <a:pt x="584769" y="134745"/>
                </a:lnTo>
                <a:lnTo>
                  <a:pt x="559392" y="134745"/>
                </a:lnTo>
                <a:close/>
                <a:moveTo>
                  <a:pt x="698774" y="134745"/>
                </a:moveTo>
                <a:lnTo>
                  <a:pt x="675203" y="134745"/>
                </a:lnTo>
                <a:lnTo>
                  <a:pt x="675203" y="120657"/>
                </a:lnTo>
                <a:cubicBezTo>
                  <a:pt x="671289" y="126136"/>
                  <a:pt x="666668" y="130215"/>
                  <a:pt x="661340" y="132894"/>
                </a:cubicBezTo>
                <a:cubicBezTo>
                  <a:pt x="656012" y="135573"/>
                  <a:pt x="650638" y="136913"/>
                  <a:pt x="645219" y="136913"/>
                </a:cubicBezTo>
                <a:cubicBezTo>
                  <a:pt x="634201" y="136913"/>
                  <a:pt x="624764" y="132473"/>
                  <a:pt x="616907" y="123592"/>
                </a:cubicBezTo>
                <a:cubicBezTo>
                  <a:pt x="609049" y="114711"/>
                  <a:pt x="605121" y="102323"/>
                  <a:pt x="605121" y="86429"/>
                </a:cubicBezTo>
                <a:cubicBezTo>
                  <a:pt x="605121" y="70172"/>
                  <a:pt x="608944" y="57815"/>
                  <a:pt x="616590" y="49355"/>
                </a:cubicBezTo>
                <a:cubicBezTo>
                  <a:pt x="624237" y="40896"/>
                  <a:pt x="633900" y="36667"/>
                  <a:pt x="645581" y="36667"/>
                </a:cubicBezTo>
                <a:cubicBezTo>
                  <a:pt x="656298" y="36667"/>
                  <a:pt x="665570" y="41122"/>
                  <a:pt x="673397" y="50033"/>
                </a:cubicBezTo>
                <a:lnTo>
                  <a:pt x="673397" y="2348"/>
                </a:lnTo>
                <a:lnTo>
                  <a:pt x="698774" y="2348"/>
                </a:lnTo>
                <a:lnTo>
                  <a:pt x="698774" y="134745"/>
                </a:lnTo>
                <a:moveTo>
                  <a:pt x="631040" y="84761"/>
                </a:moveTo>
                <a:cubicBezTo>
                  <a:pt x="631040" y="94981"/>
                  <a:pt x="632455" y="102375"/>
                  <a:pt x="635285" y="106943"/>
                </a:cubicBezTo>
                <a:cubicBezTo>
                  <a:pt x="639379" y="113557"/>
                  <a:pt x="645099" y="116864"/>
                  <a:pt x="652444" y="116864"/>
                </a:cubicBezTo>
                <a:cubicBezTo>
                  <a:pt x="658284" y="116864"/>
                  <a:pt x="663252" y="114384"/>
                  <a:pt x="667346" y="109424"/>
                </a:cubicBezTo>
                <a:cubicBezTo>
                  <a:pt x="671440" y="104465"/>
                  <a:pt x="673487" y="97055"/>
                  <a:pt x="673487" y="87196"/>
                </a:cubicBezTo>
                <a:cubicBezTo>
                  <a:pt x="673487" y="76193"/>
                  <a:pt x="671500" y="68272"/>
                  <a:pt x="667526" y="63433"/>
                </a:cubicBezTo>
                <a:cubicBezTo>
                  <a:pt x="663553" y="58594"/>
                  <a:pt x="658465" y="56174"/>
                  <a:pt x="652264" y="56174"/>
                </a:cubicBezTo>
                <a:cubicBezTo>
                  <a:pt x="646243" y="56174"/>
                  <a:pt x="641200" y="58564"/>
                  <a:pt x="637136" y="63343"/>
                </a:cubicBezTo>
                <a:cubicBezTo>
                  <a:pt x="633072" y="68122"/>
                  <a:pt x="631040" y="75261"/>
                  <a:pt x="631040" y="84761"/>
                </a:cubicBezTo>
                <a:close/>
                <a:moveTo>
                  <a:pt x="779362" y="104220"/>
                </a:moveTo>
                <a:lnTo>
                  <a:pt x="804650" y="108555"/>
                </a:lnTo>
                <a:cubicBezTo>
                  <a:pt x="801398" y="117797"/>
                  <a:pt x="796266" y="124834"/>
                  <a:pt x="789251" y="129665"/>
                </a:cubicBezTo>
                <a:cubicBezTo>
                  <a:pt x="782237" y="134497"/>
                  <a:pt x="773462" y="136913"/>
                  <a:pt x="762925" y="136913"/>
                </a:cubicBezTo>
                <a:cubicBezTo>
                  <a:pt x="746248" y="136913"/>
                  <a:pt x="733905" y="131464"/>
                  <a:pt x="725898" y="120566"/>
                </a:cubicBezTo>
                <a:cubicBezTo>
                  <a:pt x="719576" y="111836"/>
                  <a:pt x="716415" y="100818"/>
                  <a:pt x="716415" y="87512"/>
                </a:cubicBezTo>
                <a:cubicBezTo>
                  <a:pt x="716415" y="71617"/>
                  <a:pt x="720569" y="59169"/>
                  <a:pt x="728878" y="50168"/>
                </a:cubicBezTo>
                <a:cubicBezTo>
                  <a:pt x="737186" y="41167"/>
                  <a:pt x="747693" y="36667"/>
                  <a:pt x="760397" y="36667"/>
                </a:cubicBezTo>
                <a:cubicBezTo>
                  <a:pt x="774666" y="36667"/>
                  <a:pt x="785925" y="41378"/>
                  <a:pt x="794173" y="50800"/>
                </a:cubicBezTo>
                <a:cubicBezTo>
                  <a:pt x="802422" y="60223"/>
                  <a:pt x="806365" y="74658"/>
                  <a:pt x="806004" y="94105"/>
                </a:cubicBezTo>
                <a:lnTo>
                  <a:pt x="742425" y="94105"/>
                </a:lnTo>
                <a:cubicBezTo>
                  <a:pt x="742605" y="101631"/>
                  <a:pt x="744652" y="107486"/>
                  <a:pt x="748566" y="111671"/>
                </a:cubicBezTo>
                <a:cubicBezTo>
                  <a:pt x="752479" y="115855"/>
                  <a:pt x="757356" y="117947"/>
                  <a:pt x="763196" y="117947"/>
                </a:cubicBezTo>
                <a:cubicBezTo>
                  <a:pt x="767170" y="117947"/>
                  <a:pt x="770512" y="116864"/>
                  <a:pt x="773221" y="114696"/>
                </a:cubicBezTo>
                <a:cubicBezTo>
                  <a:pt x="775930" y="112529"/>
                  <a:pt x="777977" y="109037"/>
                  <a:pt x="779362" y="104220"/>
                </a:cubicBezTo>
                <a:moveTo>
                  <a:pt x="780807" y="78571"/>
                </a:moveTo>
                <a:cubicBezTo>
                  <a:pt x="780627" y="71256"/>
                  <a:pt x="778730" y="65694"/>
                  <a:pt x="775118" y="61886"/>
                </a:cubicBezTo>
                <a:cubicBezTo>
                  <a:pt x="771505" y="58078"/>
                  <a:pt x="767110" y="56174"/>
                  <a:pt x="761932" y="56174"/>
                </a:cubicBezTo>
                <a:cubicBezTo>
                  <a:pt x="756393" y="56174"/>
                  <a:pt x="751817" y="58183"/>
                  <a:pt x="748205" y="62200"/>
                </a:cubicBezTo>
                <a:cubicBezTo>
                  <a:pt x="744592" y="66218"/>
                  <a:pt x="742816" y="71676"/>
                  <a:pt x="742876" y="78571"/>
                </a:cubicBezTo>
                <a:lnTo>
                  <a:pt x="780807" y="78571"/>
                </a:lnTo>
                <a:close/>
                <a:moveTo>
                  <a:pt x="876179" y="38834"/>
                </a:moveTo>
                <a:lnTo>
                  <a:pt x="899570" y="38834"/>
                </a:lnTo>
                <a:lnTo>
                  <a:pt x="899570" y="51929"/>
                </a:lnTo>
                <a:cubicBezTo>
                  <a:pt x="907939" y="41754"/>
                  <a:pt x="917903" y="36667"/>
                  <a:pt x="929463" y="36667"/>
                </a:cubicBezTo>
                <a:cubicBezTo>
                  <a:pt x="935605" y="36667"/>
                  <a:pt x="940933" y="37937"/>
                  <a:pt x="945449" y="40477"/>
                </a:cubicBezTo>
                <a:cubicBezTo>
                  <a:pt x="949964" y="43017"/>
                  <a:pt x="953667" y="46858"/>
                  <a:pt x="956557" y="52000"/>
                </a:cubicBezTo>
                <a:cubicBezTo>
                  <a:pt x="960772" y="46858"/>
                  <a:pt x="965317" y="43017"/>
                  <a:pt x="970194" y="40477"/>
                </a:cubicBezTo>
                <a:cubicBezTo>
                  <a:pt x="975071" y="37937"/>
                  <a:pt x="980279" y="36667"/>
                  <a:pt x="985818" y="36667"/>
                </a:cubicBezTo>
                <a:cubicBezTo>
                  <a:pt x="992862" y="36667"/>
                  <a:pt x="998823" y="38097"/>
                  <a:pt x="1003700" y="40956"/>
                </a:cubicBezTo>
                <a:cubicBezTo>
                  <a:pt x="1008577" y="43816"/>
                  <a:pt x="1012219" y="48016"/>
                  <a:pt x="1014628" y="53555"/>
                </a:cubicBezTo>
                <a:cubicBezTo>
                  <a:pt x="1016374" y="57649"/>
                  <a:pt x="1017247" y="64272"/>
                  <a:pt x="1017247" y="73424"/>
                </a:cubicBezTo>
                <a:lnTo>
                  <a:pt x="1017247" y="134745"/>
                </a:lnTo>
                <a:lnTo>
                  <a:pt x="991869" y="134745"/>
                </a:lnTo>
                <a:lnTo>
                  <a:pt x="991869" y="79988"/>
                </a:lnTo>
                <a:cubicBezTo>
                  <a:pt x="991869" y="70487"/>
                  <a:pt x="990996" y="64353"/>
                  <a:pt x="989250" y="61587"/>
                </a:cubicBezTo>
                <a:cubicBezTo>
                  <a:pt x="986902" y="57978"/>
                  <a:pt x="983289" y="56174"/>
                  <a:pt x="978412" y="56174"/>
                </a:cubicBezTo>
                <a:cubicBezTo>
                  <a:pt x="974860" y="56174"/>
                  <a:pt x="971519" y="57257"/>
                  <a:pt x="968388" y="59422"/>
                </a:cubicBezTo>
                <a:cubicBezTo>
                  <a:pt x="965257" y="61586"/>
                  <a:pt x="962999" y="64758"/>
                  <a:pt x="961614" y="68939"/>
                </a:cubicBezTo>
                <a:cubicBezTo>
                  <a:pt x="960230" y="73118"/>
                  <a:pt x="959537" y="79718"/>
                  <a:pt x="959537" y="88740"/>
                </a:cubicBezTo>
                <a:lnTo>
                  <a:pt x="959537" y="134745"/>
                </a:lnTo>
                <a:lnTo>
                  <a:pt x="934160" y="134745"/>
                </a:lnTo>
                <a:lnTo>
                  <a:pt x="934160" y="82243"/>
                </a:lnTo>
                <a:cubicBezTo>
                  <a:pt x="934160" y="72922"/>
                  <a:pt x="933708" y="66909"/>
                  <a:pt x="932805" y="64203"/>
                </a:cubicBezTo>
                <a:cubicBezTo>
                  <a:pt x="931902" y="61496"/>
                  <a:pt x="930502" y="59481"/>
                  <a:pt x="928605" y="58158"/>
                </a:cubicBezTo>
                <a:cubicBezTo>
                  <a:pt x="926709" y="56835"/>
                  <a:pt x="924135" y="56174"/>
                  <a:pt x="920884" y="56174"/>
                </a:cubicBezTo>
                <a:cubicBezTo>
                  <a:pt x="916970" y="56174"/>
                  <a:pt x="913448" y="57227"/>
                  <a:pt x="910317" y="59332"/>
                </a:cubicBezTo>
                <a:cubicBezTo>
                  <a:pt x="907186" y="61436"/>
                  <a:pt x="904944" y="64472"/>
                  <a:pt x="903589" y="68442"/>
                </a:cubicBezTo>
                <a:cubicBezTo>
                  <a:pt x="902234" y="72412"/>
                  <a:pt x="901557" y="78998"/>
                  <a:pt x="901557" y="88198"/>
                </a:cubicBezTo>
                <a:lnTo>
                  <a:pt x="901557" y="134745"/>
                </a:lnTo>
                <a:lnTo>
                  <a:pt x="876179" y="134745"/>
                </a:lnTo>
                <a:lnTo>
                  <a:pt x="876179" y="38834"/>
                </a:lnTo>
                <a:close/>
                <a:moveTo>
                  <a:pt x="1061470" y="68456"/>
                </a:moveTo>
                <a:lnTo>
                  <a:pt x="1038440" y="64302"/>
                </a:lnTo>
                <a:cubicBezTo>
                  <a:pt x="1041029" y="54908"/>
                  <a:pt x="1045485" y="47954"/>
                  <a:pt x="1051807" y="43440"/>
                </a:cubicBezTo>
                <a:cubicBezTo>
                  <a:pt x="1058128" y="38924"/>
                  <a:pt x="1067521" y="36667"/>
                  <a:pt x="1079984" y="36667"/>
                </a:cubicBezTo>
                <a:cubicBezTo>
                  <a:pt x="1091303" y="36667"/>
                  <a:pt x="1099732" y="38006"/>
                  <a:pt x="1105271" y="40686"/>
                </a:cubicBezTo>
                <a:cubicBezTo>
                  <a:pt x="1110810" y="43365"/>
                  <a:pt x="1114709" y="46767"/>
                  <a:pt x="1116967" y="50891"/>
                </a:cubicBezTo>
                <a:cubicBezTo>
                  <a:pt x="1119224" y="55015"/>
                  <a:pt x="1120353" y="62586"/>
                  <a:pt x="1120353" y="73604"/>
                </a:cubicBezTo>
                <a:lnTo>
                  <a:pt x="1120082" y="103227"/>
                </a:lnTo>
                <a:cubicBezTo>
                  <a:pt x="1120082" y="111656"/>
                  <a:pt x="1120489" y="117872"/>
                  <a:pt x="1121302" y="121876"/>
                </a:cubicBezTo>
                <a:cubicBezTo>
                  <a:pt x="1122114" y="125880"/>
                  <a:pt x="1123635" y="130170"/>
                  <a:pt x="1125862" y="134745"/>
                </a:cubicBezTo>
                <a:lnTo>
                  <a:pt x="1100756" y="134745"/>
                </a:lnTo>
                <a:cubicBezTo>
                  <a:pt x="1100093" y="133060"/>
                  <a:pt x="1099281" y="130561"/>
                  <a:pt x="1098317" y="127250"/>
                </a:cubicBezTo>
                <a:cubicBezTo>
                  <a:pt x="1097896" y="125744"/>
                  <a:pt x="1097595" y="124751"/>
                  <a:pt x="1097414" y="124269"/>
                </a:cubicBezTo>
                <a:cubicBezTo>
                  <a:pt x="1093079" y="128484"/>
                  <a:pt x="1088443" y="131645"/>
                  <a:pt x="1083506" y="133752"/>
                </a:cubicBezTo>
                <a:cubicBezTo>
                  <a:pt x="1078569" y="135859"/>
                  <a:pt x="1073301" y="136913"/>
                  <a:pt x="1067702" y="136913"/>
                </a:cubicBezTo>
                <a:cubicBezTo>
                  <a:pt x="1057827" y="136913"/>
                  <a:pt x="1050046" y="134245"/>
                  <a:pt x="1044356" y="128909"/>
                </a:cubicBezTo>
                <a:cubicBezTo>
                  <a:pt x="1038666" y="123573"/>
                  <a:pt x="1035821" y="116828"/>
                  <a:pt x="1035821" y="108673"/>
                </a:cubicBezTo>
                <a:cubicBezTo>
                  <a:pt x="1035821" y="103277"/>
                  <a:pt x="1037116" y="98466"/>
                  <a:pt x="1039705" y="94241"/>
                </a:cubicBezTo>
                <a:cubicBezTo>
                  <a:pt x="1042294" y="90013"/>
                  <a:pt x="1045921" y="86775"/>
                  <a:pt x="1050587" y="84526"/>
                </a:cubicBezTo>
                <a:cubicBezTo>
                  <a:pt x="1055254" y="82278"/>
                  <a:pt x="1061982" y="80315"/>
                  <a:pt x="1070772" y="78636"/>
                </a:cubicBezTo>
                <a:cubicBezTo>
                  <a:pt x="1082633" y="76418"/>
                  <a:pt x="1090851" y="74349"/>
                  <a:pt x="1095427" y="72430"/>
                </a:cubicBezTo>
                <a:lnTo>
                  <a:pt x="1095427" y="69873"/>
                </a:lnTo>
                <a:cubicBezTo>
                  <a:pt x="1095427" y="64942"/>
                  <a:pt x="1094223" y="61426"/>
                  <a:pt x="1091815" y="59326"/>
                </a:cubicBezTo>
                <a:cubicBezTo>
                  <a:pt x="1089406" y="57225"/>
                  <a:pt x="1084861" y="56174"/>
                  <a:pt x="1078178" y="56174"/>
                </a:cubicBezTo>
                <a:cubicBezTo>
                  <a:pt x="1073662" y="56174"/>
                  <a:pt x="1070140" y="57083"/>
                  <a:pt x="1067611" y="58900"/>
                </a:cubicBezTo>
                <a:cubicBezTo>
                  <a:pt x="1065082" y="60716"/>
                  <a:pt x="1063035" y="63901"/>
                  <a:pt x="1061470" y="68456"/>
                </a:cubicBezTo>
                <a:moveTo>
                  <a:pt x="1095427" y="89048"/>
                </a:moveTo>
                <a:cubicBezTo>
                  <a:pt x="1092176" y="90118"/>
                  <a:pt x="1087028" y="91398"/>
                  <a:pt x="1079984" y="92886"/>
                </a:cubicBezTo>
                <a:cubicBezTo>
                  <a:pt x="1072940" y="94372"/>
                  <a:pt x="1068334" y="95829"/>
                  <a:pt x="1066166" y="97257"/>
                </a:cubicBezTo>
                <a:cubicBezTo>
                  <a:pt x="1062855" y="99577"/>
                  <a:pt x="1061199" y="102522"/>
                  <a:pt x="1061199" y="106091"/>
                </a:cubicBezTo>
                <a:cubicBezTo>
                  <a:pt x="1061199" y="109602"/>
                  <a:pt x="1062524" y="112637"/>
                  <a:pt x="1065173" y="115196"/>
                </a:cubicBezTo>
                <a:cubicBezTo>
                  <a:pt x="1067822" y="117753"/>
                  <a:pt x="1071194" y="119031"/>
                  <a:pt x="1075288" y="119031"/>
                </a:cubicBezTo>
                <a:cubicBezTo>
                  <a:pt x="1079864" y="119031"/>
                  <a:pt x="1084229" y="117544"/>
                  <a:pt x="1088383" y="114569"/>
                </a:cubicBezTo>
                <a:cubicBezTo>
                  <a:pt x="1091454" y="112309"/>
                  <a:pt x="1093471" y="109543"/>
                  <a:pt x="1094434" y="106269"/>
                </a:cubicBezTo>
                <a:cubicBezTo>
                  <a:pt x="1095096" y="104128"/>
                  <a:pt x="1095427" y="100053"/>
                  <a:pt x="1095427" y="94046"/>
                </a:cubicBezTo>
                <a:lnTo>
                  <a:pt x="1095427" y="89048"/>
                </a:lnTo>
                <a:close/>
                <a:moveTo>
                  <a:pt x="1144619" y="38834"/>
                </a:moveTo>
                <a:lnTo>
                  <a:pt x="1168281" y="38834"/>
                </a:lnTo>
                <a:lnTo>
                  <a:pt x="1168281" y="52923"/>
                </a:lnTo>
                <a:cubicBezTo>
                  <a:pt x="1171351" y="48106"/>
                  <a:pt x="1175506" y="44193"/>
                  <a:pt x="1180744" y="41182"/>
                </a:cubicBezTo>
                <a:cubicBezTo>
                  <a:pt x="1185982" y="38172"/>
                  <a:pt x="1191792" y="36667"/>
                  <a:pt x="1198174" y="36667"/>
                </a:cubicBezTo>
                <a:cubicBezTo>
                  <a:pt x="1209313" y="36667"/>
                  <a:pt x="1218765" y="41032"/>
                  <a:pt x="1226532" y="49762"/>
                </a:cubicBezTo>
                <a:cubicBezTo>
                  <a:pt x="1234299" y="58492"/>
                  <a:pt x="1238182" y="70654"/>
                  <a:pt x="1238182" y="86248"/>
                </a:cubicBezTo>
                <a:cubicBezTo>
                  <a:pt x="1238182" y="102263"/>
                  <a:pt x="1234269" y="114711"/>
                  <a:pt x="1226442" y="123592"/>
                </a:cubicBezTo>
                <a:cubicBezTo>
                  <a:pt x="1218615" y="132473"/>
                  <a:pt x="1209132" y="136913"/>
                  <a:pt x="1197993" y="136913"/>
                </a:cubicBezTo>
                <a:cubicBezTo>
                  <a:pt x="1192695" y="136913"/>
                  <a:pt x="1187894" y="135859"/>
                  <a:pt x="1183589" y="133752"/>
                </a:cubicBezTo>
                <a:cubicBezTo>
                  <a:pt x="1179284" y="131645"/>
                  <a:pt x="1174753" y="128032"/>
                  <a:pt x="1169997" y="122915"/>
                </a:cubicBezTo>
                <a:lnTo>
                  <a:pt x="1169997" y="171231"/>
                </a:lnTo>
                <a:lnTo>
                  <a:pt x="1144619" y="171231"/>
                </a:lnTo>
                <a:lnTo>
                  <a:pt x="1144619" y="38834"/>
                </a:lnTo>
                <a:moveTo>
                  <a:pt x="1169726" y="85122"/>
                </a:moveTo>
                <a:cubicBezTo>
                  <a:pt x="1169726" y="95882"/>
                  <a:pt x="1171863" y="103832"/>
                  <a:pt x="1176138" y="108973"/>
                </a:cubicBezTo>
                <a:cubicBezTo>
                  <a:pt x="1180413" y="114113"/>
                  <a:pt x="1185621" y="116683"/>
                  <a:pt x="1191762" y="116683"/>
                </a:cubicBezTo>
                <a:cubicBezTo>
                  <a:pt x="1197662" y="116683"/>
                  <a:pt x="1202569" y="114324"/>
                  <a:pt x="1206483" y="109605"/>
                </a:cubicBezTo>
                <a:cubicBezTo>
                  <a:pt x="1210396" y="104886"/>
                  <a:pt x="1212353" y="97146"/>
                  <a:pt x="1212353" y="86383"/>
                </a:cubicBezTo>
                <a:cubicBezTo>
                  <a:pt x="1212353" y="76344"/>
                  <a:pt x="1210336" y="68889"/>
                  <a:pt x="1206302" y="64020"/>
                </a:cubicBezTo>
                <a:cubicBezTo>
                  <a:pt x="1202268" y="59151"/>
                  <a:pt x="1197271" y="56716"/>
                  <a:pt x="1191310" y="56716"/>
                </a:cubicBezTo>
                <a:cubicBezTo>
                  <a:pt x="1185109" y="56716"/>
                  <a:pt x="1179961" y="59105"/>
                  <a:pt x="1175867" y="63884"/>
                </a:cubicBezTo>
                <a:cubicBezTo>
                  <a:pt x="1171773" y="68663"/>
                  <a:pt x="1169726" y="75743"/>
                  <a:pt x="1169726" y="85122"/>
                </a:cubicBezTo>
                <a:close/>
                <a:moveTo>
                  <a:pt x="1257629" y="38834"/>
                </a:moveTo>
                <a:lnTo>
                  <a:pt x="1281291" y="38834"/>
                </a:lnTo>
                <a:lnTo>
                  <a:pt x="1281291" y="52923"/>
                </a:lnTo>
                <a:cubicBezTo>
                  <a:pt x="1284361" y="48106"/>
                  <a:pt x="1288516" y="44193"/>
                  <a:pt x="1293754" y="41182"/>
                </a:cubicBezTo>
                <a:cubicBezTo>
                  <a:pt x="1298992" y="38172"/>
                  <a:pt x="1304802" y="36667"/>
                  <a:pt x="1311184" y="36667"/>
                </a:cubicBezTo>
                <a:cubicBezTo>
                  <a:pt x="1322322" y="36667"/>
                  <a:pt x="1331775" y="41032"/>
                  <a:pt x="1339542" y="49762"/>
                </a:cubicBezTo>
                <a:cubicBezTo>
                  <a:pt x="1347309" y="58492"/>
                  <a:pt x="1351192" y="70654"/>
                  <a:pt x="1351192" y="86248"/>
                </a:cubicBezTo>
                <a:cubicBezTo>
                  <a:pt x="1351192" y="102263"/>
                  <a:pt x="1347279" y="114711"/>
                  <a:pt x="1339452" y="123592"/>
                </a:cubicBezTo>
                <a:cubicBezTo>
                  <a:pt x="1331625" y="132473"/>
                  <a:pt x="1322142" y="136913"/>
                  <a:pt x="1311003" y="136913"/>
                </a:cubicBezTo>
                <a:cubicBezTo>
                  <a:pt x="1305705" y="136913"/>
                  <a:pt x="1300903" y="135859"/>
                  <a:pt x="1296599" y="133752"/>
                </a:cubicBezTo>
                <a:cubicBezTo>
                  <a:pt x="1292294" y="131645"/>
                  <a:pt x="1287763" y="128032"/>
                  <a:pt x="1283007" y="122915"/>
                </a:cubicBezTo>
                <a:lnTo>
                  <a:pt x="1283007" y="171231"/>
                </a:lnTo>
                <a:lnTo>
                  <a:pt x="1257629" y="171231"/>
                </a:lnTo>
                <a:lnTo>
                  <a:pt x="1257629" y="38834"/>
                </a:lnTo>
                <a:moveTo>
                  <a:pt x="1282736" y="85122"/>
                </a:moveTo>
                <a:cubicBezTo>
                  <a:pt x="1282736" y="95882"/>
                  <a:pt x="1284873" y="103832"/>
                  <a:pt x="1289148" y="108973"/>
                </a:cubicBezTo>
                <a:cubicBezTo>
                  <a:pt x="1293423" y="114113"/>
                  <a:pt x="1298631" y="116683"/>
                  <a:pt x="1304772" y="116683"/>
                </a:cubicBezTo>
                <a:cubicBezTo>
                  <a:pt x="1310672" y="116683"/>
                  <a:pt x="1315579" y="114324"/>
                  <a:pt x="1319493" y="109605"/>
                </a:cubicBezTo>
                <a:cubicBezTo>
                  <a:pt x="1323406" y="104886"/>
                  <a:pt x="1325363" y="97146"/>
                  <a:pt x="1325363" y="86383"/>
                </a:cubicBezTo>
                <a:cubicBezTo>
                  <a:pt x="1325363" y="76344"/>
                  <a:pt x="1323346" y="68889"/>
                  <a:pt x="1319312" y="64020"/>
                </a:cubicBezTo>
                <a:cubicBezTo>
                  <a:pt x="1315278" y="59151"/>
                  <a:pt x="1310281" y="56716"/>
                  <a:pt x="1304320" y="56716"/>
                </a:cubicBezTo>
                <a:cubicBezTo>
                  <a:pt x="1298119" y="56716"/>
                  <a:pt x="1292971" y="59105"/>
                  <a:pt x="1288877" y="63884"/>
                </a:cubicBezTo>
                <a:cubicBezTo>
                  <a:pt x="1284783" y="68663"/>
                  <a:pt x="1282736" y="75743"/>
                  <a:pt x="1282736" y="85122"/>
                </a:cubicBezTo>
                <a:close/>
                <a:moveTo>
                  <a:pt x="1371361" y="25829"/>
                </a:moveTo>
                <a:lnTo>
                  <a:pt x="1371361" y="2348"/>
                </a:lnTo>
                <a:lnTo>
                  <a:pt x="1396739" y="2348"/>
                </a:lnTo>
                <a:lnTo>
                  <a:pt x="1396739" y="25829"/>
                </a:lnTo>
                <a:lnTo>
                  <a:pt x="1371361" y="25829"/>
                </a:lnTo>
                <a:moveTo>
                  <a:pt x="1371361" y="134745"/>
                </a:moveTo>
                <a:lnTo>
                  <a:pt x="1371361" y="38834"/>
                </a:lnTo>
                <a:lnTo>
                  <a:pt x="1396739" y="38834"/>
                </a:lnTo>
                <a:lnTo>
                  <a:pt x="1396739" y="134745"/>
                </a:lnTo>
                <a:lnTo>
                  <a:pt x="1371361" y="134745"/>
                </a:lnTo>
                <a:close/>
                <a:moveTo>
                  <a:pt x="1510021" y="134745"/>
                </a:moveTo>
                <a:lnTo>
                  <a:pt x="1484643" y="134745"/>
                </a:lnTo>
                <a:lnTo>
                  <a:pt x="1484643" y="85853"/>
                </a:lnTo>
                <a:cubicBezTo>
                  <a:pt x="1484643" y="75508"/>
                  <a:pt x="1484102" y="68818"/>
                  <a:pt x="1483018" y="65781"/>
                </a:cubicBezTo>
                <a:cubicBezTo>
                  <a:pt x="1481934" y="62744"/>
                  <a:pt x="1480173" y="60384"/>
                  <a:pt x="1477735" y="58700"/>
                </a:cubicBezTo>
                <a:cubicBezTo>
                  <a:pt x="1475296" y="57016"/>
                  <a:pt x="1472361" y="56174"/>
                  <a:pt x="1468929" y="56174"/>
                </a:cubicBezTo>
                <a:cubicBezTo>
                  <a:pt x="1464534" y="56174"/>
                  <a:pt x="1460590" y="57377"/>
                  <a:pt x="1457098" y="59784"/>
                </a:cubicBezTo>
                <a:cubicBezTo>
                  <a:pt x="1453606" y="62188"/>
                  <a:pt x="1451213" y="65375"/>
                  <a:pt x="1449918" y="69345"/>
                </a:cubicBezTo>
                <a:cubicBezTo>
                  <a:pt x="1448624" y="73314"/>
                  <a:pt x="1447977" y="80650"/>
                  <a:pt x="1447977" y="91356"/>
                </a:cubicBezTo>
                <a:lnTo>
                  <a:pt x="1447977" y="134745"/>
                </a:lnTo>
                <a:lnTo>
                  <a:pt x="1422599" y="134745"/>
                </a:lnTo>
                <a:lnTo>
                  <a:pt x="1422599" y="38834"/>
                </a:lnTo>
                <a:lnTo>
                  <a:pt x="1446171" y="38834"/>
                </a:lnTo>
                <a:lnTo>
                  <a:pt x="1446171" y="52923"/>
                </a:lnTo>
                <a:cubicBezTo>
                  <a:pt x="1454539" y="42085"/>
                  <a:pt x="1465076" y="36667"/>
                  <a:pt x="1477780" y="36667"/>
                </a:cubicBezTo>
                <a:cubicBezTo>
                  <a:pt x="1483379" y="36667"/>
                  <a:pt x="1488497" y="37675"/>
                  <a:pt x="1493133" y="39692"/>
                </a:cubicBezTo>
                <a:cubicBezTo>
                  <a:pt x="1497769" y="41709"/>
                  <a:pt x="1501276" y="44283"/>
                  <a:pt x="1503654" y="47414"/>
                </a:cubicBezTo>
                <a:cubicBezTo>
                  <a:pt x="1506032" y="50545"/>
                  <a:pt x="1507688" y="54097"/>
                  <a:pt x="1508621" y="58071"/>
                </a:cubicBezTo>
                <a:cubicBezTo>
                  <a:pt x="1509554" y="62044"/>
                  <a:pt x="1510021" y="67734"/>
                  <a:pt x="1510021" y="75140"/>
                </a:cubicBezTo>
                <a:lnTo>
                  <a:pt x="1510021" y="134745"/>
                </a:lnTo>
                <a:close/>
                <a:moveTo>
                  <a:pt x="1533441" y="140887"/>
                </a:moveTo>
                <a:lnTo>
                  <a:pt x="1562432" y="144499"/>
                </a:lnTo>
                <a:cubicBezTo>
                  <a:pt x="1562913" y="147903"/>
                  <a:pt x="1564027" y="150242"/>
                  <a:pt x="1565773" y="151518"/>
                </a:cubicBezTo>
                <a:cubicBezTo>
                  <a:pt x="1568181" y="153341"/>
                  <a:pt x="1571975" y="154253"/>
                  <a:pt x="1577152" y="154253"/>
                </a:cubicBezTo>
                <a:cubicBezTo>
                  <a:pt x="1583775" y="154253"/>
                  <a:pt x="1588742" y="153252"/>
                  <a:pt x="1592054" y="151250"/>
                </a:cubicBezTo>
                <a:cubicBezTo>
                  <a:pt x="1594282" y="149916"/>
                  <a:pt x="1595967" y="147764"/>
                  <a:pt x="1597111" y="144793"/>
                </a:cubicBezTo>
                <a:cubicBezTo>
                  <a:pt x="1597894" y="142670"/>
                  <a:pt x="1598285" y="138760"/>
                  <a:pt x="1598285" y="133061"/>
                </a:cubicBezTo>
                <a:lnTo>
                  <a:pt x="1598285" y="118961"/>
                </a:lnTo>
                <a:cubicBezTo>
                  <a:pt x="1590699" y="129484"/>
                  <a:pt x="1581126" y="134745"/>
                  <a:pt x="1569566" y="134745"/>
                </a:cubicBezTo>
                <a:cubicBezTo>
                  <a:pt x="1556682" y="134745"/>
                  <a:pt x="1546476" y="129297"/>
                  <a:pt x="1538950" y="118399"/>
                </a:cubicBezTo>
                <a:cubicBezTo>
                  <a:pt x="1533050" y="109789"/>
                  <a:pt x="1530100" y="99072"/>
                  <a:pt x="1530100" y="86248"/>
                </a:cubicBezTo>
                <a:cubicBezTo>
                  <a:pt x="1530100" y="70172"/>
                  <a:pt x="1533968" y="57890"/>
                  <a:pt x="1541705" y="49401"/>
                </a:cubicBezTo>
                <a:cubicBezTo>
                  <a:pt x="1549442" y="40911"/>
                  <a:pt x="1559060" y="36667"/>
                  <a:pt x="1570560" y="36667"/>
                </a:cubicBezTo>
                <a:cubicBezTo>
                  <a:pt x="1582421" y="36667"/>
                  <a:pt x="1592204" y="41899"/>
                  <a:pt x="1599911" y="52364"/>
                </a:cubicBezTo>
                <a:lnTo>
                  <a:pt x="1599911" y="38834"/>
                </a:lnTo>
                <a:lnTo>
                  <a:pt x="1623663" y="38834"/>
                </a:lnTo>
                <a:lnTo>
                  <a:pt x="1623663" y="124958"/>
                </a:lnTo>
                <a:cubicBezTo>
                  <a:pt x="1623663" y="136284"/>
                  <a:pt x="1622730" y="144749"/>
                  <a:pt x="1620863" y="150352"/>
                </a:cubicBezTo>
                <a:cubicBezTo>
                  <a:pt x="1618997" y="155956"/>
                  <a:pt x="1616378" y="160354"/>
                  <a:pt x="1613006" y="163546"/>
                </a:cubicBezTo>
                <a:cubicBezTo>
                  <a:pt x="1609635" y="166741"/>
                  <a:pt x="1605134" y="169242"/>
                  <a:pt x="1599505" y="171048"/>
                </a:cubicBezTo>
                <a:cubicBezTo>
                  <a:pt x="1593875" y="172856"/>
                  <a:pt x="1586756" y="173760"/>
                  <a:pt x="1578146" y="173760"/>
                </a:cubicBezTo>
                <a:cubicBezTo>
                  <a:pt x="1561890" y="173760"/>
                  <a:pt x="1550360" y="170952"/>
                  <a:pt x="1543556" y="165336"/>
                </a:cubicBezTo>
                <a:cubicBezTo>
                  <a:pt x="1536753" y="159721"/>
                  <a:pt x="1533351" y="152604"/>
                  <a:pt x="1533351" y="143983"/>
                </a:cubicBezTo>
                <a:cubicBezTo>
                  <a:pt x="1533351" y="143132"/>
                  <a:pt x="1533381" y="142100"/>
                  <a:pt x="1533441" y="140887"/>
                </a:cubicBezTo>
                <a:moveTo>
                  <a:pt x="1556110" y="84803"/>
                </a:moveTo>
                <a:cubicBezTo>
                  <a:pt x="1556110" y="94948"/>
                  <a:pt x="1558082" y="102376"/>
                  <a:pt x="1562025" y="107087"/>
                </a:cubicBezTo>
                <a:cubicBezTo>
                  <a:pt x="1565969" y="111799"/>
                  <a:pt x="1570831" y="114154"/>
                  <a:pt x="1576611" y="114154"/>
                </a:cubicBezTo>
                <a:cubicBezTo>
                  <a:pt x="1582812" y="114154"/>
                  <a:pt x="1588050" y="111738"/>
                  <a:pt x="1592325" y="106907"/>
                </a:cubicBezTo>
                <a:cubicBezTo>
                  <a:pt x="1596600" y="102075"/>
                  <a:pt x="1598737" y="94918"/>
                  <a:pt x="1598737" y="85435"/>
                </a:cubicBezTo>
                <a:cubicBezTo>
                  <a:pt x="1598737" y="75531"/>
                  <a:pt x="1596690" y="68178"/>
                  <a:pt x="1592596" y="63376"/>
                </a:cubicBezTo>
                <a:cubicBezTo>
                  <a:pt x="1588502" y="58575"/>
                  <a:pt x="1583324" y="56174"/>
                  <a:pt x="1577062" y="56174"/>
                </a:cubicBezTo>
                <a:cubicBezTo>
                  <a:pt x="1570981" y="56174"/>
                  <a:pt x="1565969" y="58530"/>
                  <a:pt x="1562025" y="63241"/>
                </a:cubicBezTo>
                <a:cubicBezTo>
                  <a:pt x="1558082" y="67952"/>
                  <a:pt x="1556110" y="75140"/>
                  <a:pt x="1556110" y="84803"/>
                </a:cubicBezTo>
                <a:close/>
                <a:moveTo>
                  <a:pt x="1639859" y="107471"/>
                </a:moveTo>
                <a:lnTo>
                  <a:pt x="1665326" y="103497"/>
                </a:lnTo>
                <a:cubicBezTo>
                  <a:pt x="1666410" y="108404"/>
                  <a:pt x="1668608" y="112130"/>
                  <a:pt x="1671919" y="114674"/>
                </a:cubicBezTo>
                <a:cubicBezTo>
                  <a:pt x="1675231" y="117217"/>
                  <a:pt x="1679867" y="118489"/>
                  <a:pt x="1685827" y="118489"/>
                </a:cubicBezTo>
                <a:cubicBezTo>
                  <a:pt x="1692390" y="118489"/>
                  <a:pt x="1697327" y="117287"/>
                  <a:pt x="1700638" y="114882"/>
                </a:cubicBezTo>
                <a:cubicBezTo>
                  <a:pt x="1702866" y="113198"/>
                  <a:pt x="1703980" y="110944"/>
                  <a:pt x="1703980" y="108118"/>
                </a:cubicBezTo>
                <a:cubicBezTo>
                  <a:pt x="1703980" y="106193"/>
                  <a:pt x="1703378" y="104599"/>
                  <a:pt x="1702174" y="103337"/>
                </a:cubicBezTo>
                <a:cubicBezTo>
                  <a:pt x="1700909" y="102134"/>
                  <a:pt x="1698080" y="101022"/>
                  <a:pt x="1693684" y="100001"/>
                </a:cubicBezTo>
                <a:cubicBezTo>
                  <a:pt x="1673214" y="95493"/>
                  <a:pt x="1660239" y="91374"/>
                  <a:pt x="1654760" y="87645"/>
                </a:cubicBezTo>
                <a:cubicBezTo>
                  <a:pt x="1647174" y="82471"/>
                  <a:pt x="1643381" y="75283"/>
                  <a:pt x="1643381" y="66080"/>
                </a:cubicBezTo>
                <a:cubicBezTo>
                  <a:pt x="1643381" y="57779"/>
                  <a:pt x="1646662" y="50801"/>
                  <a:pt x="1653225" y="45147"/>
                </a:cubicBezTo>
                <a:cubicBezTo>
                  <a:pt x="1659787" y="39494"/>
                  <a:pt x="1669962" y="36667"/>
                  <a:pt x="1683750" y="36667"/>
                </a:cubicBezTo>
                <a:cubicBezTo>
                  <a:pt x="1696875" y="36667"/>
                  <a:pt x="1706629" y="38797"/>
                  <a:pt x="1713011" y="43056"/>
                </a:cubicBezTo>
                <a:cubicBezTo>
                  <a:pt x="1719393" y="47316"/>
                  <a:pt x="1723788" y="53615"/>
                  <a:pt x="1726197" y="61954"/>
                </a:cubicBezTo>
                <a:lnTo>
                  <a:pt x="1702264" y="66470"/>
                </a:lnTo>
                <a:cubicBezTo>
                  <a:pt x="1701241" y="62737"/>
                  <a:pt x="1699299" y="59877"/>
                  <a:pt x="1696439" y="57890"/>
                </a:cubicBezTo>
                <a:cubicBezTo>
                  <a:pt x="1693579" y="55903"/>
                  <a:pt x="1689500" y="54910"/>
                  <a:pt x="1684202" y="54910"/>
                </a:cubicBezTo>
                <a:cubicBezTo>
                  <a:pt x="1677519" y="54910"/>
                  <a:pt x="1672732" y="55842"/>
                  <a:pt x="1669842" y="57707"/>
                </a:cubicBezTo>
                <a:cubicBezTo>
                  <a:pt x="1667915" y="59027"/>
                  <a:pt x="1666952" y="60740"/>
                  <a:pt x="1666952" y="62846"/>
                </a:cubicBezTo>
                <a:cubicBezTo>
                  <a:pt x="1666952" y="64648"/>
                  <a:pt x="1667795" y="66181"/>
                  <a:pt x="1669481" y="67443"/>
                </a:cubicBezTo>
                <a:cubicBezTo>
                  <a:pt x="1671769" y="69127"/>
                  <a:pt x="1679671" y="71503"/>
                  <a:pt x="1693188" y="74569"/>
                </a:cubicBezTo>
                <a:cubicBezTo>
                  <a:pt x="1706704" y="77636"/>
                  <a:pt x="1716142" y="81398"/>
                  <a:pt x="1721501" y="85856"/>
                </a:cubicBezTo>
                <a:cubicBezTo>
                  <a:pt x="1726799" y="90375"/>
                  <a:pt x="1729448" y="96670"/>
                  <a:pt x="1729448" y="104742"/>
                </a:cubicBezTo>
                <a:cubicBezTo>
                  <a:pt x="1729448" y="113538"/>
                  <a:pt x="1725775" y="121099"/>
                  <a:pt x="1718430" y="127425"/>
                </a:cubicBezTo>
                <a:cubicBezTo>
                  <a:pt x="1711085" y="133750"/>
                  <a:pt x="1700217" y="136913"/>
                  <a:pt x="1685827" y="136913"/>
                </a:cubicBezTo>
                <a:cubicBezTo>
                  <a:pt x="1672762" y="136913"/>
                  <a:pt x="1662421" y="134272"/>
                  <a:pt x="1654805" y="128991"/>
                </a:cubicBezTo>
                <a:cubicBezTo>
                  <a:pt x="1647189" y="123708"/>
                  <a:pt x="1642207" y="116534"/>
                  <a:pt x="1639859" y="1074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(from/proc/&lt;pid&gt;/maps)">
            <a:extLst xmlns:a="http://schemas.openxmlformats.org/drawingml/2006/main">
              <a:ext uri="{FF2B5EF4-FFF2-40B4-BE49-F238E27FC236}">
                <a16:creationId xmlns:a16="http://schemas.microsoft.com/office/drawing/2014/main" id="{F3B545FB-44CE-491E-A078-11DFC5A5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9092" y="407162"/>
            <a:ext cx="1775223" cy="147028"/>
          </a:xfrm>
          <a:custGeom xmlns:a="http://schemas.openxmlformats.org/drawingml/2006/main">
            <a:pathLst>
              <a:path w="1775223" h="147028">
                <a:moveTo>
                  <a:pt x="38667" y="147028"/>
                </a:moveTo>
                <a:lnTo>
                  <a:pt x="23919" y="147028"/>
                </a:lnTo>
                <a:cubicBezTo>
                  <a:pt x="16124" y="135247"/>
                  <a:pt x="10189" y="123007"/>
                  <a:pt x="6113" y="110309"/>
                </a:cubicBezTo>
                <a:cubicBezTo>
                  <a:pt x="2038" y="97611"/>
                  <a:pt x="0" y="85320"/>
                  <a:pt x="0" y="73437"/>
                </a:cubicBezTo>
                <a:cubicBezTo>
                  <a:pt x="0" y="58698"/>
                  <a:pt x="2522" y="44751"/>
                  <a:pt x="7565" y="31594"/>
                </a:cubicBezTo>
                <a:cubicBezTo>
                  <a:pt x="11947" y="20170"/>
                  <a:pt x="17500" y="9638"/>
                  <a:pt x="24224" y="0"/>
                </a:cubicBezTo>
                <a:lnTo>
                  <a:pt x="38897" y="0"/>
                </a:lnTo>
                <a:cubicBezTo>
                  <a:pt x="31917" y="15452"/>
                  <a:pt x="27116" y="28597"/>
                  <a:pt x="24492" y="39434"/>
                </a:cubicBezTo>
                <a:cubicBezTo>
                  <a:pt x="21868" y="50271"/>
                  <a:pt x="20556" y="61758"/>
                  <a:pt x="20556" y="73896"/>
                </a:cubicBezTo>
                <a:cubicBezTo>
                  <a:pt x="20556" y="82261"/>
                  <a:pt x="21333" y="90829"/>
                  <a:pt x="22887" y="99601"/>
                </a:cubicBezTo>
                <a:cubicBezTo>
                  <a:pt x="24441" y="108372"/>
                  <a:pt x="26568" y="116709"/>
                  <a:pt x="29268" y="124614"/>
                </a:cubicBezTo>
                <a:cubicBezTo>
                  <a:pt x="31051" y="129816"/>
                  <a:pt x="34184" y="137288"/>
                  <a:pt x="38667" y="147028"/>
                </a:cubicBezTo>
                <a:close/>
                <a:moveTo>
                  <a:pt x="45773" y="32860"/>
                </a:moveTo>
                <a:lnTo>
                  <a:pt x="57694" y="32860"/>
                </a:lnTo>
                <a:lnTo>
                  <a:pt x="57694" y="26732"/>
                </a:lnTo>
                <a:cubicBezTo>
                  <a:pt x="57694" y="19889"/>
                  <a:pt x="58420" y="14783"/>
                  <a:pt x="59872" y="11413"/>
                </a:cubicBezTo>
                <a:cubicBezTo>
                  <a:pt x="61324" y="8042"/>
                  <a:pt x="63999" y="5297"/>
                  <a:pt x="67896" y="3178"/>
                </a:cubicBezTo>
                <a:cubicBezTo>
                  <a:pt x="71793" y="1059"/>
                  <a:pt x="76722" y="0"/>
                  <a:pt x="82683" y="0"/>
                </a:cubicBezTo>
                <a:cubicBezTo>
                  <a:pt x="88796" y="0"/>
                  <a:pt x="94782" y="917"/>
                  <a:pt x="100641" y="2751"/>
                </a:cubicBezTo>
                <a:lnTo>
                  <a:pt x="97737" y="17729"/>
                </a:lnTo>
                <a:cubicBezTo>
                  <a:pt x="94324" y="16914"/>
                  <a:pt x="91038" y="16506"/>
                  <a:pt x="87879" y="16506"/>
                </a:cubicBezTo>
                <a:cubicBezTo>
                  <a:pt x="84772" y="16506"/>
                  <a:pt x="82543" y="17236"/>
                  <a:pt x="81193" y="18696"/>
                </a:cubicBezTo>
                <a:cubicBezTo>
                  <a:pt x="79843" y="20154"/>
                  <a:pt x="79168" y="22956"/>
                  <a:pt x="79168" y="27102"/>
                </a:cubicBezTo>
                <a:lnTo>
                  <a:pt x="79168" y="32860"/>
                </a:lnTo>
                <a:lnTo>
                  <a:pt x="95215" y="32860"/>
                </a:lnTo>
                <a:lnTo>
                  <a:pt x="95215" y="49824"/>
                </a:lnTo>
                <a:lnTo>
                  <a:pt x="79168" y="49824"/>
                </a:lnTo>
                <a:lnTo>
                  <a:pt x="79168" y="114015"/>
                </a:lnTo>
                <a:lnTo>
                  <a:pt x="57694" y="114015"/>
                </a:lnTo>
                <a:lnTo>
                  <a:pt x="57694" y="49824"/>
                </a:lnTo>
                <a:lnTo>
                  <a:pt x="45773" y="49824"/>
                </a:lnTo>
                <a:lnTo>
                  <a:pt x="45773" y="32860"/>
                </a:lnTo>
                <a:close/>
                <a:moveTo>
                  <a:pt x="127845" y="114015"/>
                </a:moveTo>
                <a:lnTo>
                  <a:pt x="106371" y="114015"/>
                </a:lnTo>
                <a:lnTo>
                  <a:pt x="106371" y="32860"/>
                </a:lnTo>
                <a:lnTo>
                  <a:pt x="126316" y="32860"/>
                </a:lnTo>
                <a:lnTo>
                  <a:pt x="126316" y="44399"/>
                </a:lnTo>
                <a:cubicBezTo>
                  <a:pt x="129729" y="38948"/>
                  <a:pt x="132799" y="35356"/>
                  <a:pt x="135525" y="33624"/>
                </a:cubicBezTo>
                <a:cubicBezTo>
                  <a:pt x="138250" y="31892"/>
                  <a:pt x="141345" y="31026"/>
                  <a:pt x="144809" y="31026"/>
                </a:cubicBezTo>
                <a:cubicBezTo>
                  <a:pt x="149700" y="31026"/>
                  <a:pt x="154412" y="32376"/>
                  <a:pt x="158947" y="35076"/>
                </a:cubicBezTo>
                <a:lnTo>
                  <a:pt x="152298" y="53798"/>
                </a:lnTo>
                <a:cubicBezTo>
                  <a:pt x="148681" y="51455"/>
                  <a:pt x="145319" y="50283"/>
                  <a:pt x="142211" y="50283"/>
                </a:cubicBezTo>
                <a:cubicBezTo>
                  <a:pt x="139205" y="50283"/>
                  <a:pt x="136658" y="51111"/>
                  <a:pt x="134569" y="52766"/>
                </a:cubicBezTo>
                <a:cubicBezTo>
                  <a:pt x="132481" y="54422"/>
                  <a:pt x="130838" y="57415"/>
                  <a:pt x="129640" y="61746"/>
                </a:cubicBezTo>
                <a:cubicBezTo>
                  <a:pt x="128443" y="66076"/>
                  <a:pt x="127845" y="75144"/>
                  <a:pt x="127845" y="88950"/>
                </a:cubicBezTo>
                <a:lnTo>
                  <a:pt x="127845" y="114015"/>
                </a:lnTo>
                <a:close/>
                <a:moveTo>
                  <a:pt x="163201" y="72291"/>
                </a:moveTo>
                <a:cubicBezTo>
                  <a:pt x="163201" y="65159"/>
                  <a:pt x="164958" y="58256"/>
                  <a:pt x="168474" y="51582"/>
                </a:cubicBezTo>
                <a:cubicBezTo>
                  <a:pt x="171989" y="44908"/>
                  <a:pt x="176969" y="39814"/>
                  <a:pt x="183413" y="36298"/>
                </a:cubicBezTo>
                <a:cubicBezTo>
                  <a:pt x="189858" y="32783"/>
                  <a:pt x="197054" y="31026"/>
                  <a:pt x="205001" y="31026"/>
                </a:cubicBezTo>
                <a:cubicBezTo>
                  <a:pt x="217279" y="31026"/>
                  <a:pt x="227341" y="35012"/>
                  <a:pt x="235186" y="42985"/>
                </a:cubicBezTo>
                <a:cubicBezTo>
                  <a:pt x="243032" y="50958"/>
                  <a:pt x="246955" y="61032"/>
                  <a:pt x="246955" y="73208"/>
                </a:cubicBezTo>
                <a:cubicBezTo>
                  <a:pt x="246955" y="85486"/>
                  <a:pt x="242994" y="95662"/>
                  <a:pt x="235072" y="103737"/>
                </a:cubicBezTo>
                <a:cubicBezTo>
                  <a:pt x="227150" y="111812"/>
                  <a:pt x="217177" y="115849"/>
                  <a:pt x="205154" y="115849"/>
                </a:cubicBezTo>
                <a:cubicBezTo>
                  <a:pt x="197716" y="115849"/>
                  <a:pt x="190622" y="114168"/>
                  <a:pt x="183872" y="110806"/>
                </a:cubicBezTo>
                <a:cubicBezTo>
                  <a:pt x="177121" y="107443"/>
                  <a:pt x="171989" y="102514"/>
                  <a:pt x="168474" y="96019"/>
                </a:cubicBezTo>
                <a:cubicBezTo>
                  <a:pt x="164958" y="89523"/>
                  <a:pt x="163201" y="81614"/>
                  <a:pt x="163201" y="72291"/>
                </a:cubicBezTo>
                <a:moveTo>
                  <a:pt x="185209" y="73437"/>
                </a:moveTo>
                <a:cubicBezTo>
                  <a:pt x="185209" y="81461"/>
                  <a:pt x="187119" y="87607"/>
                  <a:pt x="190940" y="91873"/>
                </a:cubicBezTo>
                <a:cubicBezTo>
                  <a:pt x="194761" y="96140"/>
                  <a:pt x="199474" y="98273"/>
                  <a:pt x="205078" y="98273"/>
                </a:cubicBezTo>
                <a:cubicBezTo>
                  <a:pt x="210682" y="98273"/>
                  <a:pt x="215381" y="96140"/>
                  <a:pt x="219177" y="91873"/>
                </a:cubicBezTo>
                <a:cubicBezTo>
                  <a:pt x="222972" y="87607"/>
                  <a:pt x="224870" y="81410"/>
                  <a:pt x="224870" y="73285"/>
                </a:cubicBezTo>
                <a:cubicBezTo>
                  <a:pt x="224870" y="65363"/>
                  <a:pt x="222972" y="59268"/>
                  <a:pt x="219177" y="55002"/>
                </a:cubicBezTo>
                <a:cubicBezTo>
                  <a:pt x="215381" y="50735"/>
                  <a:pt x="210682" y="48602"/>
                  <a:pt x="205078" y="48602"/>
                </a:cubicBezTo>
                <a:cubicBezTo>
                  <a:pt x="199474" y="48602"/>
                  <a:pt x="194761" y="50735"/>
                  <a:pt x="190940" y="55002"/>
                </a:cubicBezTo>
                <a:cubicBezTo>
                  <a:pt x="187119" y="59268"/>
                  <a:pt x="185209" y="65414"/>
                  <a:pt x="185209" y="73437"/>
                </a:cubicBezTo>
                <a:close/>
                <a:moveTo>
                  <a:pt x="262187" y="32860"/>
                </a:moveTo>
                <a:lnTo>
                  <a:pt x="281979" y="32860"/>
                </a:lnTo>
                <a:lnTo>
                  <a:pt x="281979" y="43940"/>
                </a:lnTo>
                <a:cubicBezTo>
                  <a:pt x="289061" y="35330"/>
                  <a:pt x="297492" y="31026"/>
                  <a:pt x="307273" y="31026"/>
                </a:cubicBezTo>
                <a:cubicBezTo>
                  <a:pt x="312470" y="31026"/>
                  <a:pt x="316978" y="32100"/>
                  <a:pt x="320799" y="34249"/>
                </a:cubicBezTo>
                <a:cubicBezTo>
                  <a:pt x="324620" y="36399"/>
                  <a:pt x="327753" y="39649"/>
                  <a:pt x="330199" y="44000"/>
                </a:cubicBezTo>
                <a:cubicBezTo>
                  <a:pt x="333765" y="39649"/>
                  <a:pt x="337611" y="36399"/>
                  <a:pt x="341738" y="34249"/>
                </a:cubicBezTo>
                <a:cubicBezTo>
                  <a:pt x="345864" y="32100"/>
                  <a:pt x="350271" y="31026"/>
                  <a:pt x="354958" y="31026"/>
                </a:cubicBezTo>
                <a:cubicBezTo>
                  <a:pt x="360919" y="31026"/>
                  <a:pt x="365962" y="32236"/>
                  <a:pt x="370089" y="34655"/>
                </a:cubicBezTo>
                <a:cubicBezTo>
                  <a:pt x="374215" y="37075"/>
                  <a:pt x="377298" y="40629"/>
                  <a:pt x="379335" y="45316"/>
                </a:cubicBezTo>
                <a:cubicBezTo>
                  <a:pt x="380813" y="48780"/>
                  <a:pt x="381552" y="54384"/>
                  <a:pt x="381552" y="62128"/>
                </a:cubicBezTo>
                <a:lnTo>
                  <a:pt x="381552" y="114015"/>
                </a:lnTo>
                <a:lnTo>
                  <a:pt x="360078" y="114015"/>
                </a:lnTo>
                <a:lnTo>
                  <a:pt x="360078" y="67682"/>
                </a:lnTo>
                <a:cubicBezTo>
                  <a:pt x="360078" y="59642"/>
                  <a:pt x="359339" y="54452"/>
                  <a:pt x="357862" y="52112"/>
                </a:cubicBezTo>
                <a:cubicBezTo>
                  <a:pt x="355875" y="49059"/>
                  <a:pt x="352818" y="47532"/>
                  <a:pt x="348692" y="47532"/>
                </a:cubicBezTo>
                <a:cubicBezTo>
                  <a:pt x="345686" y="47532"/>
                  <a:pt x="342859" y="48448"/>
                  <a:pt x="340209" y="50281"/>
                </a:cubicBezTo>
                <a:cubicBezTo>
                  <a:pt x="337560" y="52111"/>
                  <a:pt x="335650" y="54796"/>
                  <a:pt x="334478" y="58333"/>
                </a:cubicBezTo>
                <a:cubicBezTo>
                  <a:pt x="333306" y="61869"/>
                  <a:pt x="332721" y="67454"/>
                  <a:pt x="332721" y="75088"/>
                </a:cubicBezTo>
                <a:lnTo>
                  <a:pt x="332721" y="114015"/>
                </a:lnTo>
                <a:lnTo>
                  <a:pt x="311247" y="114015"/>
                </a:lnTo>
                <a:lnTo>
                  <a:pt x="311247" y="69590"/>
                </a:lnTo>
                <a:cubicBezTo>
                  <a:pt x="311247" y="61703"/>
                  <a:pt x="310865" y="56615"/>
                  <a:pt x="310101" y="54326"/>
                </a:cubicBezTo>
                <a:cubicBezTo>
                  <a:pt x="309337" y="52035"/>
                  <a:pt x="308152" y="50330"/>
                  <a:pt x="306547" y="49211"/>
                </a:cubicBezTo>
                <a:cubicBezTo>
                  <a:pt x="304943" y="48091"/>
                  <a:pt x="302765" y="47532"/>
                  <a:pt x="300014" y="47532"/>
                </a:cubicBezTo>
                <a:cubicBezTo>
                  <a:pt x="296702" y="47532"/>
                  <a:pt x="293722" y="48423"/>
                  <a:pt x="291073" y="50204"/>
                </a:cubicBezTo>
                <a:cubicBezTo>
                  <a:pt x="288424" y="51984"/>
                  <a:pt x="286526" y="54554"/>
                  <a:pt x="285380" y="57913"/>
                </a:cubicBezTo>
                <a:cubicBezTo>
                  <a:pt x="284233" y="61272"/>
                  <a:pt x="283660" y="66844"/>
                  <a:pt x="283660" y="74629"/>
                </a:cubicBezTo>
                <a:lnTo>
                  <a:pt x="283660" y="114015"/>
                </a:lnTo>
                <a:lnTo>
                  <a:pt x="262187" y="114015"/>
                </a:lnTo>
                <a:lnTo>
                  <a:pt x="262187" y="32860"/>
                </a:lnTo>
                <a:close/>
                <a:moveTo>
                  <a:pt x="434969" y="116002"/>
                </a:moveTo>
                <a:lnTo>
                  <a:pt x="462708" y="0"/>
                </a:lnTo>
                <a:lnTo>
                  <a:pt x="478833" y="0"/>
                </a:lnTo>
                <a:lnTo>
                  <a:pt x="450787" y="116002"/>
                </a:lnTo>
                <a:lnTo>
                  <a:pt x="434969" y="116002"/>
                </a:lnTo>
                <a:close/>
                <a:moveTo>
                  <a:pt x="489328" y="32860"/>
                </a:moveTo>
                <a:lnTo>
                  <a:pt x="509350" y="32860"/>
                </a:lnTo>
                <a:lnTo>
                  <a:pt x="509350" y="44781"/>
                </a:lnTo>
                <a:cubicBezTo>
                  <a:pt x="511948" y="40705"/>
                  <a:pt x="515463" y="37394"/>
                  <a:pt x="519895" y="34847"/>
                </a:cubicBezTo>
                <a:cubicBezTo>
                  <a:pt x="524328" y="32299"/>
                  <a:pt x="529244" y="31026"/>
                  <a:pt x="534644" y="31026"/>
                </a:cubicBezTo>
                <a:cubicBezTo>
                  <a:pt x="544069" y="31026"/>
                  <a:pt x="552067" y="34719"/>
                  <a:pt x="558639" y="42106"/>
                </a:cubicBezTo>
                <a:cubicBezTo>
                  <a:pt x="565211" y="49493"/>
                  <a:pt x="568497" y="59784"/>
                  <a:pt x="568497" y="72979"/>
                </a:cubicBezTo>
                <a:cubicBezTo>
                  <a:pt x="568497" y="86530"/>
                  <a:pt x="565186" y="97063"/>
                  <a:pt x="558563" y="104578"/>
                </a:cubicBezTo>
                <a:cubicBezTo>
                  <a:pt x="551940" y="112092"/>
                  <a:pt x="543916" y="115849"/>
                  <a:pt x="534491" y="115849"/>
                </a:cubicBezTo>
                <a:cubicBezTo>
                  <a:pt x="530008" y="115849"/>
                  <a:pt x="525945" y="114958"/>
                  <a:pt x="522303" y="113175"/>
                </a:cubicBezTo>
                <a:cubicBezTo>
                  <a:pt x="518660" y="111392"/>
                  <a:pt x="514826" y="108335"/>
                  <a:pt x="510802" y="104005"/>
                </a:cubicBezTo>
                <a:lnTo>
                  <a:pt x="510802" y="144888"/>
                </a:lnTo>
                <a:lnTo>
                  <a:pt x="489328" y="144888"/>
                </a:lnTo>
                <a:lnTo>
                  <a:pt x="489328" y="32860"/>
                </a:lnTo>
                <a:moveTo>
                  <a:pt x="510572" y="72026"/>
                </a:moveTo>
                <a:cubicBezTo>
                  <a:pt x="510572" y="81131"/>
                  <a:pt x="512381" y="87858"/>
                  <a:pt x="515998" y="92208"/>
                </a:cubicBezTo>
                <a:cubicBezTo>
                  <a:pt x="519615" y="96557"/>
                  <a:pt x="524022" y="98732"/>
                  <a:pt x="529218" y="98732"/>
                </a:cubicBezTo>
                <a:cubicBezTo>
                  <a:pt x="534211" y="98732"/>
                  <a:pt x="538363" y="96735"/>
                  <a:pt x="541675" y="92743"/>
                </a:cubicBezTo>
                <a:cubicBezTo>
                  <a:pt x="544986" y="88750"/>
                  <a:pt x="546642" y="82200"/>
                  <a:pt x="546642" y="73094"/>
                </a:cubicBezTo>
                <a:cubicBezTo>
                  <a:pt x="546642" y="64599"/>
                  <a:pt x="544935" y="58291"/>
                  <a:pt x="541522" y="54171"/>
                </a:cubicBezTo>
                <a:cubicBezTo>
                  <a:pt x="538108" y="50050"/>
                  <a:pt x="533880" y="47990"/>
                  <a:pt x="528836" y="47990"/>
                </a:cubicBezTo>
                <a:cubicBezTo>
                  <a:pt x="523589" y="47990"/>
                  <a:pt x="519233" y="50012"/>
                  <a:pt x="515769" y="54056"/>
                </a:cubicBezTo>
                <a:cubicBezTo>
                  <a:pt x="512305" y="58100"/>
                  <a:pt x="510572" y="64090"/>
                  <a:pt x="510572" y="72026"/>
                </a:cubicBezTo>
                <a:close/>
                <a:moveTo>
                  <a:pt x="606120" y="114015"/>
                </a:moveTo>
                <a:lnTo>
                  <a:pt x="584647" y="114015"/>
                </a:lnTo>
                <a:lnTo>
                  <a:pt x="584647" y="32860"/>
                </a:lnTo>
                <a:lnTo>
                  <a:pt x="604592" y="32860"/>
                </a:lnTo>
                <a:lnTo>
                  <a:pt x="604592" y="44399"/>
                </a:lnTo>
                <a:cubicBezTo>
                  <a:pt x="608005" y="38948"/>
                  <a:pt x="611074" y="35356"/>
                  <a:pt x="613800" y="33624"/>
                </a:cubicBezTo>
                <a:cubicBezTo>
                  <a:pt x="616526" y="31892"/>
                  <a:pt x="619620" y="31026"/>
                  <a:pt x="623085" y="31026"/>
                </a:cubicBezTo>
                <a:cubicBezTo>
                  <a:pt x="627976" y="31026"/>
                  <a:pt x="632688" y="32376"/>
                  <a:pt x="637222" y="35076"/>
                </a:cubicBezTo>
                <a:lnTo>
                  <a:pt x="630574" y="53798"/>
                </a:lnTo>
                <a:cubicBezTo>
                  <a:pt x="626957" y="51455"/>
                  <a:pt x="623594" y="50283"/>
                  <a:pt x="620487" y="50283"/>
                </a:cubicBezTo>
                <a:cubicBezTo>
                  <a:pt x="617481" y="50283"/>
                  <a:pt x="614934" y="51111"/>
                  <a:pt x="612845" y="52766"/>
                </a:cubicBezTo>
                <a:cubicBezTo>
                  <a:pt x="610756" y="54422"/>
                  <a:pt x="609113" y="57415"/>
                  <a:pt x="607916" y="61746"/>
                </a:cubicBezTo>
                <a:cubicBezTo>
                  <a:pt x="606719" y="66076"/>
                  <a:pt x="606120" y="75144"/>
                  <a:pt x="606120" y="88950"/>
                </a:cubicBezTo>
                <a:lnTo>
                  <a:pt x="606120" y="114015"/>
                </a:lnTo>
                <a:close/>
                <a:moveTo>
                  <a:pt x="641476" y="72291"/>
                </a:moveTo>
                <a:cubicBezTo>
                  <a:pt x="641476" y="65159"/>
                  <a:pt x="643234" y="58256"/>
                  <a:pt x="646749" y="51582"/>
                </a:cubicBezTo>
                <a:cubicBezTo>
                  <a:pt x="650264" y="44908"/>
                  <a:pt x="655244" y="39814"/>
                  <a:pt x="661689" y="36298"/>
                </a:cubicBezTo>
                <a:cubicBezTo>
                  <a:pt x="668133" y="32783"/>
                  <a:pt x="675329" y="31026"/>
                  <a:pt x="683277" y="31026"/>
                </a:cubicBezTo>
                <a:cubicBezTo>
                  <a:pt x="695554" y="31026"/>
                  <a:pt x="705616" y="35012"/>
                  <a:pt x="713462" y="42985"/>
                </a:cubicBezTo>
                <a:cubicBezTo>
                  <a:pt x="721307" y="50958"/>
                  <a:pt x="725230" y="61032"/>
                  <a:pt x="725230" y="73208"/>
                </a:cubicBezTo>
                <a:cubicBezTo>
                  <a:pt x="725230" y="85486"/>
                  <a:pt x="721269" y="95662"/>
                  <a:pt x="713347" y="103737"/>
                </a:cubicBezTo>
                <a:cubicBezTo>
                  <a:pt x="705425" y="111812"/>
                  <a:pt x="695453" y="115849"/>
                  <a:pt x="683429" y="115849"/>
                </a:cubicBezTo>
                <a:cubicBezTo>
                  <a:pt x="675991" y="115849"/>
                  <a:pt x="668897" y="114168"/>
                  <a:pt x="662147" y="110806"/>
                </a:cubicBezTo>
                <a:cubicBezTo>
                  <a:pt x="655397" y="107443"/>
                  <a:pt x="650264" y="102514"/>
                  <a:pt x="646749" y="96019"/>
                </a:cubicBezTo>
                <a:cubicBezTo>
                  <a:pt x="643234" y="89523"/>
                  <a:pt x="641476" y="81614"/>
                  <a:pt x="641476" y="72291"/>
                </a:cubicBezTo>
                <a:moveTo>
                  <a:pt x="663484" y="73437"/>
                </a:moveTo>
                <a:cubicBezTo>
                  <a:pt x="663484" y="81461"/>
                  <a:pt x="665395" y="87607"/>
                  <a:pt x="669216" y="91873"/>
                </a:cubicBezTo>
                <a:cubicBezTo>
                  <a:pt x="673037" y="96140"/>
                  <a:pt x="677749" y="98273"/>
                  <a:pt x="683353" y="98273"/>
                </a:cubicBezTo>
                <a:cubicBezTo>
                  <a:pt x="688957" y="98273"/>
                  <a:pt x="693657" y="96140"/>
                  <a:pt x="697452" y="91873"/>
                </a:cubicBezTo>
                <a:cubicBezTo>
                  <a:pt x="701248" y="87607"/>
                  <a:pt x="703145" y="81410"/>
                  <a:pt x="703145" y="73285"/>
                </a:cubicBezTo>
                <a:cubicBezTo>
                  <a:pt x="703145" y="65363"/>
                  <a:pt x="701248" y="59268"/>
                  <a:pt x="697452" y="55002"/>
                </a:cubicBezTo>
                <a:cubicBezTo>
                  <a:pt x="693657" y="50735"/>
                  <a:pt x="688957" y="48602"/>
                  <a:pt x="683353" y="48602"/>
                </a:cubicBezTo>
                <a:cubicBezTo>
                  <a:pt x="677749" y="48602"/>
                  <a:pt x="673037" y="50735"/>
                  <a:pt x="669216" y="55002"/>
                </a:cubicBezTo>
                <a:cubicBezTo>
                  <a:pt x="665395" y="59268"/>
                  <a:pt x="663484" y="65414"/>
                  <a:pt x="663484" y="73437"/>
                </a:cubicBezTo>
                <a:close/>
                <a:moveTo>
                  <a:pt x="812830" y="56855"/>
                </a:moveTo>
                <a:lnTo>
                  <a:pt x="791662" y="60676"/>
                </a:lnTo>
                <a:cubicBezTo>
                  <a:pt x="790949" y="56473"/>
                  <a:pt x="789332" y="53308"/>
                  <a:pt x="786810" y="51181"/>
                </a:cubicBezTo>
                <a:cubicBezTo>
                  <a:pt x="784288" y="49054"/>
                  <a:pt x="781015" y="47990"/>
                  <a:pt x="776990" y="47990"/>
                </a:cubicBezTo>
                <a:cubicBezTo>
                  <a:pt x="771641" y="47990"/>
                  <a:pt x="767374" y="49832"/>
                  <a:pt x="764190" y="53514"/>
                </a:cubicBezTo>
                <a:cubicBezTo>
                  <a:pt x="761006" y="57196"/>
                  <a:pt x="759414" y="63354"/>
                  <a:pt x="759414" y="71988"/>
                </a:cubicBezTo>
                <a:cubicBezTo>
                  <a:pt x="759414" y="81588"/>
                  <a:pt x="761032" y="88369"/>
                  <a:pt x="764267" y="92332"/>
                </a:cubicBezTo>
                <a:cubicBezTo>
                  <a:pt x="767502" y="96293"/>
                  <a:pt x="771845" y="98273"/>
                  <a:pt x="777296" y="98273"/>
                </a:cubicBezTo>
                <a:cubicBezTo>
                  <a:pt x="781371" y="98273"/>
                  <a:pt x="784708" y="97114"/>
                  <a:pt x="787307" y="94796"/>
                </a:cubicBezTo>
                <a:cubicBezTo>
                  <a:pt x="789905" y="92478"/>
                  <a:pt x="791739" y="88492"/>
                  <a:pt x="792809" y="82837"/>
                </a:cubicBezTo>
                <a:lnTo>
                  <a:pt x="813900" y="86505"/>
                </a:lnTo>
                <a:cubicBezTo>
                  <a:pt x="811709" y="96185"/>
                  <a:pt x="807506" y="103495"/>
                  <a:pt x="801291" y="108437"/>
                </a:cubicBezTo>
                <a:cubicBezTo>
                  <a:pt x="795076" y="113379"/>
                  <a:pt x="786746" y="115849"/>
                  <a:pt x="776302" y="115849"/>
                </a:cubicBezTo>
                <a:cubicBezTo>
                  <a:pt x="764432" y="115849"/>
                  <a:pt x="754969" y="112105"/>
                  <a:pt x="747913" y="104616"/>
                </a:cubicBezTo>
                <a:cubicBezTo>
                  <a:pt x="740857" y="97127"/>
                  <a:pt x="737329" y="86760"/>
                  <a:pt x="737329" y="73514"/>
                </a:cubicBezTo>
                <a:cubicBezTo>
                  <a:pt x="737329" y="60115"/>
                  <a:pt x="740870" y="49684"/>
                  <a:pt x="747951" y="42221"/>
                </a:cubicBezTo>
                <a:cubicBezTo>
                  <a:pt x="755033" y="34757"/>
                  <a:pt x="764610" y="31026"/>
                  <a:pt x="776684" y="31026"/>
                </a:cubicBezTo>
                <a:cubicBezTo>
                  <a:pt x="786568" y="31026"/>
                  <a:pt x="794426" y="33153"/>
                  <a:pt x="800259" y="37407"/>
                </a:cubicBezTo>
                <a:cubicBezTo>
                  <a:pt x="806093" y="41660"/>
                  <a:pt x="810283" y="48143"/>
                  <a:pt x="812830" y="56855"/>
                </a:cubicBezTo>
                <a:close/>
                <a:moveTo>
                  <a:pt x="817621" y="116002"/>
                </a:moveTo>
                <a:lnTo>
                  <a:pt x="845360" y="0"/>
                </a:lnTo>
                <a:lnTo>
                  <a:pt x="861484" y="0"/>
                </a:lnTo>
                <a:lnTo>
                  <a:pt x="833439" y="116002"/>
                </a:lnTo>
                <a:lnTo>
                  <a:pt x="817621" y="116002"/>
                </a:lnTo>
                <a:close/>
                <a:moveTo>
                  <a:pt x="945418" y="101177"/>
                </a:moveTo>
                <a:lnTo>
                  <a:pt x="868618" y="67783"/>
                </a:lnTo>
                <a:lnTo>
                  <a:pt x="868618" y="49289"/>
                </a:lnTo>
                <a:lnTo>
                  <a:pt x="945418" y="16048"/>
                </a:lnTo>
                <a:lnTo>
                  <a:pt x="945418" y="37903"/>
                </a:lnTo>
                <a:lnTo>
                  <a:pt x="891849" y="58309"/>
                </a:lnTo>
                <a:lnTo>
                  <a:pt x="945418" y="79475"/>
                </a:lnTo>
                <a:lnTo>
                  <a:pt x="945418" y="101177"/>
                </a:lnTo>
                <a:close/>
                <a:moveTo>
                  <a:pt x="963378" y="32860"/>
                </a:moveTo>
                <a:lnTo>
                  <a:pt x="983400" y="32860"/>
                </a:lnTo>
                <a:lnTo>
                  <a:pt x="983400" y="44781"/>
                </a:lnTo>
                <a:cubicBezTo>
                  <a:pt x="985998" y="40705"/>
                  <a:pt x="989513" y="37394"/>
                  <a:pt x="993945" y="34847"/>
                </a:cubicBezTo>
                <a:cubicBezTo>
                  <a:pt x="998378" y="32299"/>
                  <a:pt x="1003294" y="31026"/>
                  <a:pt x="1008694" y="31026"/>
                </a:cubicBezTo>
                <a:cubicBezTo>
                  <a:pt x="1018119" y="31026"/>
                  <a:pt x="1026117" y="34719"/>
                  <a:pt x="1032689" y="42106"/>
                </a:cubicBezTo>
                <a:cubicBezTo>
                  <a:pt x="1039261" y="49493"/>
                  <a:pt x="1042547" y="59784"/>
                  <a:pt x="1042547" y="72979"/>
                </a:cubicBezTo>
                <a:cubicBezTo>
                  <a:pt x="1042547" y="86530"/>
                  <a:pt x="1039236" y="97063"/>
                  <a:pt x="1032613" y="104578"/>
                </a:cubicBezTo>
                <a:cubicBezTo>
                  <a:pt x="1025990" y="112092"/>
                  <a:pt x="1017966" y="115849"/>
                  <a:pt x="1008541" y="115849"/>
                </a:cubicBezTo>
                <a:cubicBezTo>
                  <a:pt x="1004058" y="115849"/>
                  <a:pt x="999995" y="114958"/>
                  <a:pt x="996352" y="113175"/>
                </a:cubicBezTo>
                <a:cubicBezTo>
                  <a:pt x="992710" y="111392"/>
                  <a:pt x="988876" y="108335"/>
                  <a:pt x="984852" y="104005"/>
                </a:cubicBezTo>
                <a:lnTo>
                  <a:pt x="984852" y="144888"/>
                </a:lnTo>
                <a:lnTo>
                  <a:pt x="963378" y="144888"/>
                </a:lnTo>
                <a:lnTo>
                  <a:pt x="963378" y="32860"/>
                </a:lnTo>
                <a:moveTo>
                  <a:pt x="984622" y="72026"/>
                </a:moveTo>
                <a:cubicBezTo>
                  <a:pt x="984622" y="81131"/>
                  <a:pt x="986431" y="87858"/>
                  <a:pt x="990048" y="92208"/>
                </a:cubicBezTo>
                <a:cubicBezTo>
                  <a:pt x="993665" y="96557"/>
                  <a:pt x="998072" y="98732"/>
                  <a:pt x="1003268" y="98732"/>
                </a:cubicBezTo>
                <a:cubicBezTo>
                  <a:pt x="1008261" y="98732"/>
                  <a:pt x="1012413" y="96735"/>
                  <a:pt x="1015724" y="92743"/>
                </a:cubicBezTo>
                <a:cubicBezTo>
                  <a:pt x="1019036" y="88750"/>
                  <a:pt x="1020692" y="82200"/>
                  <a:pt x="1020692" y="73094"/>
                </a:cubicBezTo>
                <a:cubicBezTo>
                  <a:pt x="1020692" y="64599"/>
                  <a:pt x="1018985" y="58291"/>
                  <a:pt x="1015572" y="54171"/>
                </a:cubicBezTo>
                <a:cubicBezTo>
                  <a:pt x="1012158" y="50050"/>
                  <a:pt x="1007930" y="47990"/>
                  <a:pt x="1002886" y="47990"/>
                </a:cubicBezTo>
                <a:cubicBezTo>
                  <a:pt x="997639" y="47990"/>
                  <a:pt x="993283" y="50012"/>
                  <a:pt x="989819" y="54056"/>
                </a:cubicBezTo>
                <a:cubicBezTo>
                  <a:pt x="986354" y="58100"/>
                  <a:pt x="984622" y="64090"/>
                  <a:pt x="984622" y="72026"/>
                </a:cubicBezTo>
                <a:close/>
                <a:moveTo>
                  <a:pt x="1059614" y="21855"/>
                </a:moveTo>
                <a:lnTo>
                  <a:pt x="1059614" y="1987"/>
                </a:lnTo>
                <a:lnTo>
                  <a:pt x="1081087" y="1987"/>
                </a:lnTo>
                <a:lnTo>
                  <a:pt x="1081087" y="21855"/>
                </a:lnTo>
                <a:lnTo>
                  <a:pt x="1059614" y="21855"/>
                </a:lnTo>
                <a:moveTo>
                  <a:pt x="1059614" y="114015"/>
                </a:moveTo>
                <a:lnTo>
                  <a:pt x="1059614" y="32860"/>
                </a:lnTo>
                <a:lnTo>
                  <a:pt x="1081087" y="32860"/>
                </a:lnTo>
                <a:lnTo>
                  <a:pt x="1081087" y="114015"/>
                </a:lnTo>
                <a:lnTo>
                  <a:pt x="1059614" y="114015"/>
                </a:lnTo>
                <a:close/>
                <a:moveTo>
                  <a:pt x="1177553" y="114015"/>
                </a:moveTo>
                <a:lnTo>
                  <a:pt x="1157608" y="114015"/>
                </a:lnTo>
                <a:lnTo>
                  <a:pt x="1157608" y="102094"/>
                </a:lnTo>
                <a:cubicBezTo>
                  <a:pt x="1154296" y="106730"/>
                  <a:pt x="1150386" y="110182"/>
                  <a:pt x="1145878" y="112449"/>
                </a:cubicBezTo>
                <a:cubicBezTo>
                  <a:pt x="1141369" y="114716"/>
                  <a:pt x="1136822" y="115849"/>
                  <a:pt x="1132237" y="115849"/>
                </a:cubicBezTo>
                <a:cubicBezTo>
                  <a:pt x="1122914" y="115849"/>
                  <a:pt x="1114928" y="112092"/>
                  <a:pt x="1108280" y="104578"/>
                </a:cubicBezTo>
                <a:cubicBezTo>
                  <a:pt x="1101632" y="97063"/>
                  <a:pt x="1098307" y="86581"/>
                  <a:pt x="1098307" y="73132"/>
                </a:cubicBezTo>
                <a:cubicBezTo>
                  <a:pt x="1098307" y="59377"/>
                  <a:pt x="1101542" y="48920"/>
                  <a:pt x="1108012" y="41762"/>
                </a:cubicBezTo>
                <a:cubicBezTo>
                  <a:pt x="1114483" y="34605"/>
                  <a:pt x="1122659" y="31026"/>
                  <a:pt x="1132543" y="31026"/>
                </a:cubicBezTo>
                <a:cubicBezTo>
                  <a:pt x="1141611" y="31026"/>
                  <a:pt x="1149456" y="34796"/>
                  <a:pt x="1156079" y="42335"/>
                </a:cubicBezTo>
                <a:lnTo>
                  <a:pt x="1156079" y="1987"/>
                </a:lnTo>
                <a:lnTo>
                  <a:pt x="1177553" y="1987"/>
                </a:lnTo>
                <a:lnTo>
                  <a:pt x="1177553" y="114015"/>
                </a:lnTo>
                <a:moveTo>
                  <a:pt x="1120239" y="71720"/>
                </a:moveTo>
                <a:cubicBezTo>
                  <a:pt x="1120239" y="80368"/>
                  <a:pt x="1121437" y="86625"/>
                  <a:pt x="1123831" y="90491"/>
                </a:cubicBezTo>
                <a:cubicBezTo>
                  <a:pt x="1127295" y="96087"/>
                  <a:pt x="1132135" y="98885"/>
                  <a:pt x="1138350" y="98885"/>
                </a:cubicBezTo>
                <a:cubicBezTo>
                  <a:pt x="1143292" y="98885"/>
                  <a:pt x="1147495" y="96786"/>
                  <a:pt x="1150959" y="92590"/>
                </a:cubicBezTo>
                <a:cubicBezTo>
                  <a:pt x="1154424" y="88393"/>
                  <a:pt x="1156156" y="82124"/>
                  <a:pt x="1156156" y="73781"/>
                </a:cubicBezTo>
                <a:cubicBezTo>
                  <a:pt x="1156156" y="64471"/>
                  <a:pt x="1154475" y="57769"/>
                  <a:pt x="1151112" y="53674"/>
                </a:cubicBezTo>
                <a:cubicBezTo>
                  <a:pt x="1147750" y="49579"/>
                  <a:pt x="1143445" y="47532"/>
                  <a:pt x="1138198" y="47532"/>
                </a:cubicBezTo>
                <a:cubicBezTo>
                  <a:pt x="1133103" y="47532"/>
                  <a:pt x="1128836" y="49554"/>
                  <a:pt x="1125398" y="53598"/>
                </a:cubicBezTo>
                <a:cubicBezTo>
                  <a:pt x="1121959" y="57641"/>
                  <a:pt x="1120239" y="63682"/>
                  <a:pt x="1120239" y="71720"/>
                </a:cubicBezTo>
                <a:close/>
                <a:moveTo>
                  <a:pt x="1194772" y="101330"/>
                </a:moveTo>
                <a:lnTo>
                  <a:pt x="1194772" y="79627"/>
                </a:lnTo>
                <a:lnTo>
                  <a:pt x="1248417" y="58574"/>
                </a:lnTo>
                <a:lnTo>
                  <a:pt x="1194772" y="37750"/>
                </a:lnTo>
                <a:lnTo>
                  <a:pt x="1194772" y="16201"/>
                </a:lnTo>
                <a:lnTo>
                  <a:pt x="1271648" y="49473"/>
                </a:lnTo>
                <a:lnTo>
                  <a:pt x="1271648" y="67828"/>
                </a:lnTo>
                <a:lnTo>
                  <a:pt x="1194772" y="101330"/>
                </a:lnTo>
                <a:close/>
                <a:moveTo>
                  <a:pt x="1278681" y="116002"/>
                </a:moveTo>
                <a:lnTo>
                  <a:pt x="1306421" y="0"/>
                </a:lnTo>
                <a:lnTo>
                  <a:pt x="1322545" y="0"/>
                </a:lnTo>
                <a:lnTo>
                  <a:pt x="1294500" y="116002"/>
                </a:lnTo>
                <a:lnTo>
                  <a:pt x="1278681" y="116002"/>
                </a:lnTo>
                <a:close/>
                <a:moveTo>
                  <a:pt x="1332047" y="32860"/>
                </a:moveTo>
                <a:lnTo>
                  <a:pt x="1351839" y="32860"/>
                </a:lnTo>
                <a:lnTo>
                  <a:pt x="1351839" y="43940"/>
                </a:lnTo>
                <a:cubicBezTo>
                  <a:pt x="1358921" y="35330"/>
                  <a:pt x="1367352" y="31026"/>
                  <a:pt x="1377134" y="31026"/>
                </a:cubicBezTo>
                <a:cubicBezTo>
                  <a:pt x="1382330" y="31026"/>
                  <a:pt x="1386839" y="32100"/>
                  <a:pt x="1390660" y="34249"/>
                </a:cubicBezTo>
                <a:cubicBezTo>
                  <a:pt x="1394481" y="36399"/>
                  <a:pt x="1397614" y="39649"/>
                  <a:pt x="1400059" y="44000"/>
                </a:cubicBezTo>
                <a:cubicBezTo>
                  <a:pt x="1403625" y="39649"/>
                  <a:pt x="1407472" y="36399"/>
                  <a:pt x="1411598" y="34249"/>
                </a:cubicBezTo>
                <a:cubicBezTo>
                  <a:pt x="1415725" y="32100"/>
                  <a:pt x="1420131" y="31026"/>
                  <a:pt x="1424818" y="31026"/>
                </a:cubicBezTo>
                <a:cubicBezTo>
                  <a:pt x="1430779" y="31026"/>
                  <a:pt x="1435823" y="32236"/>
                  <a:pt x="1439949" y="34655"/>
                </a:cubicBezTo>
                <a:cubicBezTo>
                  <a:pt x="1444076" y="37075"/>
                  <a:pt x="1447158" y="40629"/>
                  <a:pt x="1449196" y="45316"/>
                </a:cubicBezTo>
                <a:cubicBezTo>
                  <a:pt x="1450673" y="48780"/>
                  <a:pt x="1451412" y="54384"/>
                  <a:pt x="1451412" y="62128"/>
                </a:cubicBezTo>
                <a:lnTo>
                  <a:pt x="1451412" y="114015"/>
                </a:lnTo>
                <a:lnTo>
                  <a:pt x="1429938" y="114015"/>
                </a:lnTo>
                <a:lnTo>
                  <a:pt x="1429938" y="67682"/>
                </a:lnTo>
                <a:cubicBezTo>
                  <a:pt x="1429938" y="59642"/>
                  <a:pt x="1429200" y="54452"/>
                  <a:pt x="1427722" y="52112"/>
                </a:cubicBezTo>
                <a:cubicBezTo>
                  <a:pt x="1425735" y="49059"/>
                  <a:pt x="1422679" y="47532"/>
                  <a:pt x="1418552" y="47532"/>
                </a:cubicBezTo>
                <a:cubicBezTo>
                  <a:pt x="1415546" y="47532"/>
                  <a:pt x="1412719" y="48448"/>
                  <a:pt x="1410070" y="50281"/>
                </a:cubicBezTo>
                <a:cubicBezTo>
                  <a:pt x="1407421" y="52111"/>
                  <a:pt x="1405510" y="54796"/>
                  <a:pt x="1404338" y="58333"/>
                </a:cubicBezTo>
                <a:cubicBezTo>
                  <a:pt x="1403167" y="61869"/>
                  <a:pt x="1402581" y="67454"/>
                  <a:pt x="1402581" y="75088"/>
                </a:cubicBezTo>
                <a:lnTo>
                  <a:pt x="1402581" y="114015"/>
                </a:lnTo>
                <a:lnTo>
                  <a:pt x="1381107" y="114015"/>
                </a:lnTo>
                <a:lnTo>
                  <a:pt x="1381107" y="69590"/>
                </a:lnTo>
                <a:cubicBezTo>
                  <a:pt x="1381107" y="61703"/>
                  <a:pt x="1380725" y="56615"/>
                  <a:pt x="1379961" y="54326"/>
                </a:cubicBezTo>
                <a:cubicBezTo>
                  <a:pt x="1379197" y="52035"/>
                  <a:pt x="1378013" y="50330"/>
                  <a:pt x="1376408" y="49211"/>
                </a:cubicBezTo>
                <a:cubicBezTo>
                  <a:pt x="1374803" y="48091"/>
                  <a:pt x="1372625" y="47532"/>
                  <a:pt x="1369874" y="47532"/>
                </a:cubicBezTo>
                <a:cubicBezTo>
                  <a:pt x="1366563" y="47532"/>
                  <a:pt x="1363582" y="48423"/>
                  <a:pt x="1360933" y="50204"/>
                </a:cubicBezTo>
                <a:cubicBezTo>
                  <a:pt x="1358284" y="51984"/>
                  <a:pt x="1356386" y="54554"/>
                  <a:pt x="1355240" y="57913"/>
                </a:cubicBezTo>
                <a:cubicBezTo>
                  <a:pt x="1354094" y="61272"/>
                  <a:pt x="1353521" y="66844"/>
                  <a:pt x="1353521" y="74629"/>
                </a:cubicBezTo>
                <a:lnTo>
                  <a:pt x="1353521" y="114015"/>
                </a:lnTo>
                <a:lnTo>
                  <a:pt x="1332047" y="114015"/>
                </a:lnTo>
                <a:lnTo>
                  <a:pt x="1332047" y="32860"/>
                </a:lnTo>
                <a:close/>
                <a:moveTo>
                  <a:pt x="1488832" y="57925"/>
                </a:moveTo>
                <a:lnTo>
                  <a:pt x="1469345" y="54409"/>
                </a:lnTo>
                <a:cubicBezTo>
                  <a:pt x="1471536" y="46460"/>
                  <a:pt x="1475306" y="40576"/>
                  <a:pt x="1480655" y="36757"/>
                </a:cubicBezTo>
                <a:cubicBezTo>
                  <a:pt x="1486004" y="32936"/>
                  <a:pt x="1493952" y="31026"/>
                  <a:pt x="1504497" y="31026"/>
                </a:cubicBezTo>
                <a:cubicBezTo>
                  <a:pt x="1514075" y="31026"/>
                  <a:pt x="1521207" y="32159"/>
                  <a:pt x="1525894" y="34426"/>
                </a:cubicBezTo>
                <a:cubicBezTo>
                  <a:pt x="1530581" y="36693"/>
                  <a:pt x="1533880" y="39572"/>
                  <a:pt x="1535790" y="43061"/>
                </a:cubicBezTo>
                <a:cubicBezTo>
                  <a:pt x="1537701" y="46551"/>
                  <a:pt x="1538656" y="52958"/>
                  <a:pt x="1538656" y="62281"/>
                </a:cubicBezTo>
                <a:lnTo>
                  <a:pt x="1538427" y="87346"/>
                </a:lnTo>
                <a:cubicBezTo>
                  <a:pt x="1538427" y="94478"/>
                  <a:pt x="1538771" y="99738"/>
                  <a:pt x="1539458" y="103126"/>
                </a:cubicBezTo>
                <a:cubicBezTo>
                  <a:pt x="1540146" y="106514"/>
                  <a:pt x="1541433" y="110144"/>
                  <a:pt x="1543318" y="114015"/>
                </a:cubicBezTo>
                <a:lnTo>
                  <a:pt x="1522073" y="114015"/>
                </a:lnTo>
                <a:cubicBezTo>
                  <a:pt x="1521513" y="112589"/>
                  <a:pt x="1520825" y="110475"/>
                  <a:pt x="1520010" y="107673"/>
                </a:cubicBezTo>
                <a:cubicBezTo>
                  <a:pt x="1519653" y="106399"/>
                  <a:pt x="1519399" y="105558"/>
                  <a:pt x="1519246" y="105151"/>
                </a:cubicBezTo>
                <a:cubicBezTo>
                  <a:pt x="1515578" y="108717"/>
                  <a:pt x="1511655" y="111392"/>
                  <a:pt x="1507478" y="113175"/>
                </a:cubicBezTo>
                <a:cubicBezTo>
                  <a:pt x="1503300" y="114958"/>
                  <a:pt x="1498842" y="115849"/>
                  <a:pt x="1494104" y="115849"/>
                </a:cubicBezTo>
                <a:cubicBezTo>
                  <a:pt x="1485749" y="115849"/>
                  <a:pt x="1479165" y="113592"/>
                  <a:pt x="1474350" y="109077"/>
                </a:cubicBezTo>
                <a:cubicBezTo>
                  <a:pt x="1469536" y="104562"/>
                  <a:pt x="1467129" y="98854"/>
                  <a:pt x="1467129" y="91954"/>
                </a:cubicBezTo>
                <a:cubicBezTo>
                  <a:pt x="1467129" y="87389"/>
                  <a:pt x="1468224" y="83318"/>
                  <a:pt x="1470415" y="79742"/>
                </a:cubicBezTo>
                <a:cubicBezTo>
                  <a:pt x="1472606" y="76165"/>
                  <a:pt x="1475675" y="73425"/>
                  <a:pt x="1479623" y="71522"/>
                </a:cubicBezTo>
                <a:cubicBezTo>
                  <a:pt x="1483572" y="69620"/>
                  <a:pt x="1489265" y="67959"/>
                  <a:pt x="1496703" y="66538"/>
                </a:cubicBezTo>
                <a:cubicBezTo>
                  <a:pt x="1506739" y="64661"/>
                  <a:pt x="1513693" y="62911"/>
                  <a:pt x="1517565" y="61287"/>
                </a:cubicBezTo>
                <a:lnTo>
                  <a:pt x="1517565" y="59123"/>
                </a:lnTo>
                <a:cubicBezTo>
                  <a:pt x="1517565" y="54951"/>
                  <a:pt x="1516546" y="51976"/>
                  <a:pt x="1514508" y="50199"/>
                </a:cubicBezTo>
                <a:cubicBezTo>
                  <a:pt x="1512470" y="48421"/>
                  <a:pt x="1508624" y="47532"/>
                  <a:pt x="1502969" y="47532"/>
                </a:cubicBezTo>
                <a:cubicBezTo>
                  <a:pt x="1499148" y="47532"/>
                  <a:pt x="1496168" y="48301"/>
                  <a:pt x="1494028" y="49839"/>
                </a:cubicBezTo>
                <a:cubicBezTo>
                  <a:pt x="1491888" y="51375"/>
                  <a:pt x="1490156" y="54070"/>
                  <a:pt x="1488832" y="57925"/>
                </a:cubicBezTo>
                <a:moveTo>
                  <a:pt x="1517565" y="75348"/>
                </a:moveTo>
                <a:cubicBezTo>
                  <a:pt x="1514814" y="76254"/>
                  <a:pt x="1510458" y="77336"/>
                  <a:pt x="1504497" y="78596"/>
                </a:cubicBezTo>
                <a:cubicBezTo>
                  <a:pt x="1498537" y="79853"/>
                  <a:pt x="1494639" y="81086"/>
                  <a:pt x="1492805" y="82295"/>
                </a:cubicBezTo>
                <a:cubicBezTo>
                  <a:pt x="1490003" y="84258"/>
                  <a:pt x="1488602" y="86749"/>
                  <a:pt x="1488602" y="89769"/>
                </a:cubicBezTo>
                <a:cubicBezTo>
                  <a:pt x="1488602" y="92740"/>
                  <a:pt x="1489723" y="95308"/>
                  <a:pt x="1491965" y="97473"/>
                </a:cubicBezTo>
                <a:cubicBezTo>
                  <a:pt x="1494206" y="99637"/>
                  <a:pt x="1497059" y="100719"/>
                  <a:pt x="1500524" y="100719"/>
                </a:cubicBezTo>
                <a:cubicBezTo>
                  <a:pt x="1504395" y="100719"/>
                  <a:pt x="1508089" y="99460"/>
                  <a:pt x="1511604" y="96943"/>
                </a:cubicBezTo>
                <a:cubicBezTo>
                  <a:pt x="1514202" y="95031"/>
                  <a:pt x="1515909" y="92690"/>
                  <a:pt x="1516724" y="89920"/>
                </a:cubicBezTo>
                <a:cubicBezTo>
                  <a:pt x="1517285" y="88108"/>
                  <a:pt x="1517565" y="84661"/>
                  <a:pt x="1517565" y="79577"/>
                </a:cubicBezTo>
                <a:lnTo>
                  <a:pt x="1517565" y="75348"/>
                </a:lnTo>
                <a:close/>
                <a:moveTo>
                  <a:pt x="1559189" y="32860"/>
                </a:moveTo>
                <a:lnTo>
                  <a:pt x="1579210" y="32860"/>
                </a:lnTo>
                <a:lnTo>
                  <a:pt x="1579210" y="44781"/>
                </a:lnTo>
                <a:cubicBezTo>
                  <a:pt x="1581808" y="40705"/>
                  <a:pt x="1585324" y="37394"/>
                  <a:pt x="1589756" y="34847"/>
                </a:cubicBezTo>
                <a:cubicBezTo>
                  <a:pt x="1594188" y="32299"/>
                  <a:pt x="1599104" y="31026"/>
                  <a:pt x="1604504" y="31026"/>
                </a:cubicBezTo>
                <a:cubicBezTo>
                  <a:pt x="1613929" y="31026"/>
                  <a:pt x="1621928" y="34719"/>
                  <a:pt x="1628500" y="42106"/>
                </a:cubicBezTo>
                <a:cubicBezTo>
                  <a:pt x="1635071" y="49493"/>
                  <a:pt x="1638357" y="59784"/>
                  <a:pt x="1638357" y="72979"/>
                </a:cubicBezTo>
                <a:cubicBezTo>
                  <a:pt x="1638357" y="86530"/>
                  <a:pt x="1635046" y="97063"/>
                  <a:pt x="1628423" y="104578"/>
                </a:cubicBezTo>
                <a:cubicBezTo>
                  <a:pt x="1621800" y="112092"/>
                  <a:pt x="1613776" y="115849"/>
                  <a:pt x="1604352" y="115849"/>
                </a:cubicBezTo>
                <a:cubicBezTo>
                  <a:pt x="1599868" y="115849"/>
                  <a:pt x="1595805" y="114958"/>
                  <a:pt x="1592163" y="113175"/>
                </a:cubicBezTo>
                <a:cubicBezTo>
                  <a:pt x="1588520" y="111392"/>
                  <a:pt x="1584687" y="108335"/>
                  <a:pt x="1580662" y="104005"/>
                </a:cubicBezTo>
                <a:lnTo>
                  <a:pt x="1580662" y="144888"/>
                </a:lnTo>
                <a:lnTo>
                  <a:pt x="1559189" y="144888"/>
                </a:lnTo>
                <a:lnTo>
                  <a:pt x="1559189" y="32860"/>
                </a:lnTo>
                <a:moveTo>
                  <a:pt x="1580433" y="72026"/>
                </a:moveTo>
                <a:cubicBezTo>
                  <a:pt x="1580433" y="81131"/>
                  <a:pt x="1582241" y="87858"/>
                  <a:pt x="1585858" y="92208"/>
                </a:cubicBezTo>
                <a:cubicBezTo>
                  <a:pt x="1589476" y="96557"/>
                  <a:pt x="1593882" y="98732"/>
                  <a:pt x="1599079" y="98732"/>
                </a:cubicBezTo>
                <a:cubicBezTo>
                  <a:pt x="1604071" y="98732"/>
                  <a:pt x="1608223" y="96735"/>
                  <a:pt x="1611535" y="92743"/>
                </a:cubicBezTo>
                <a:cubicBezTo>
                  <a:pt x="1614846" y="88750"/>
                  <a:pt x="1616502" y="82200"/>
                  <a:pt x="1616502" y="73094"/>
                </a:cubicBezTo>
                <a:cubicBezTo>
                  <a:pt x="1616502" y="64599"/>
                  <a:pt x="1614795" y="58291"/>
                  <a:pt x="1611382" y="54171"/>
                </a:cubicBezTo>
                <a:cubicBezTo>
                  <a:pt x="1607969" y="50050"/>
                  <a:pt x="1603740" y="47990"/>
                  <a:pt x="1598697" y="47990"/>
                </a:cubicBezTo>
                <a:cubicBezTo>
                  <a:pt x="1593449" y="47990"/>
                  <a:pt x="1589093" y="50012"/>
                  <a:pt x="1585629" y="54056"/>
                </a:cubicBezTo>
                <a:cubicBezTo>
                  <a:pt x="1582165" y="58100"/>
                  <a:pt x="1580433" y="64090"/>
                  <a:pt x="1580433" y="72026"/>
                </a:cubicBezTo>
                <a:close/>
                <a:moveTo>
                  <a:pt x="1647858" y="90937"/>
                </a:moveTo>
                <a:lnTo>
                  <a:pt x="1669408" y="87575"/>
                </a:lnTo>
                <a:cubicBezTo>
                  <a:pt x="1670325" y="91727"/>
                  <a:pt x="1672184" y="94879"/>
                  <a:pt x="1674986" y="97031"/>
                </a:cubicBezTo>
                <a:cubicBezTo>
                  <a:pt x="1677788" y="99184"/>
                  <a:pt x="1681711" y="100260"/>
                  <a:pt x="1686755" y="100260"/>
                </a:cubicBezTo>
                <a:cubicBezTo>
                  <a:pt x="1692308" y="100260"/>
                  <a:pt x="1696485" y="99243"/>
                  <a:pt x="1699287" y="97208"/>
                </a:cubicBezTo>
                <a:cubicBezTo>
                  <a:pt x="1701172" y="95783"/>
                  <a:pt x="1702115" y="93875"/>
                  <a:pt x="1702115" y="91484"/>
                </a:cubicBezTo>
                <a:cubicBezTo>
                  <a:pt x="1702115" y="89855"/>
                  <a:pt x="1701605" y="88507"/>
                  <a:pt x="1700586" y="87439"/>
                </a:cubicBezTo>
                <a:cubicBezTo>
                  <a:pt x="1699516" y="86421"/>
                  <a:pt x="1697122" y="85480"/>
                  <a:pt x="1693403" y="84616"/>
                </a:cubicBezTo>
                <a:cubicBezTo>
                  <a:pt x="1676082" y="80801"/>
                  <a:pt x="1665103" y="77316"/>
                  <a:pt x="1660467" y="74161"/>
                </a:cubicBezTo>
                <a:cubicBezTo>
                  <a:pt x="1654048" y="69783"/>
                  <a:pt x="1650838" y="63701"/>
                  <a:pt x="1650838" y="55914"/>
                </a:cubicBezTo>
                <a:cubicBezTo>
                  <a:pt x="1650838" y="48890"/>
                  <a:pt x="1653615" y="42986"/>
                  <a:pt x="1659168" y="38202"/>
                </a:cubicBezTo>
                <a:cubicBezTo>
                  <a:pt x="1664721" y="33418"/>
                  <a:pt x="1673331" y="31026"/>
                  <a:pt x="1684997" y="31026"/>
                </a:cubicBezTo>
                <a:cubicBezTo>
                  <a:pt x="1696103" y="31026"/>
                  <a:pt x="1704356" y="32828"/>
                  <a:pt x="1709756" y="36432"/>
                </a:cubicBezTo>
                <a:cubicBezTo>
                  <a:pt x="1715157" y="40037"/>
                  <a:pt x="1718876" y="45367"/>
                  <a:pt x="1720913" y="52423"/>
                </a:cubicBezTo>
                <a:lnTo>
                  <a:pt x="1700663" y="56243"/>
                </a:lnTo>
                <a:cubicBezTo>
                  <a:pt x="1699797" y="53085"/>
                  <a:pt x="1698154" y="50665"/>
                  <a:pt x="1695734" y="48984"/>
                </a:cubicBezTo>
                <a:cubicBezTo>
                  <a:pt x="1693314" y="47303"/>
                  <a:pt x="1689862" y="46462"/>
                  <a:pt x="1685379" y="46462"/>
                </a:cubicBezTo>
                <a:cubicBezTo>
                  <a:pt x="1679724" y="46462"/>
                  <a:pt x="1675674" y="47251"/>
                  <a:pt x="1673229" y="48829"/>
                </a:cubicBezTo>
                <a:cubicBezTo>
                  <a:pt x="1671598" y="49946"/>
                  <a:pt x="1670783" y="51396"/>
                  <a:pt x="1670783" y="53177"/>
                </a:cubicBezTo>
                <a:cubicBezTo>
                  <a:pt x="1670783" y="54702"/>
                  <a:pt x="1671497" y="55999"/>
                  <a:pt x="1672923" y="57067"/>
                </a:cubicBezTo>
                <a:cubicBezTo>
                  <a:pt x="1674859" y="58492"/>
                  <a:pt x="1681545" y="60502"/>
                  <a:pt x="1692983" y="63097"/>
                </a:cubicBezTo>
                <a:cubicBezTo>
                  <a:pt x="1704420" y="65692"/>
                  <a:pt x="1712406" y="68876"/>
                  <a:pt x="1716940" y="72647"/>
                </a:cubicBezTo>
                <a:cubicBezTo>
                  <a:pt x="1721423" y="76471"/>
                  <a:pt x="1723664" y="81798"/>
                  <a:pt x="1723664" y="88628"/>
                </a:cubicBezTo>
                <a:cubicBezTo>
                  <a:pt x="1723664" y="96071"/>
                  <a:pt x="1720557" y="102468"/>
                  <a:pt x="1714341" y="107821"/>
                </a:cubicBezTo>
                <a:cubicBezTo>
                  <a:pt x="1708126" y="113173"/>
                  <a:pt x="1698931" y="115849"/>
                  <a:pt x="1686755" y="115849"/>
                </a:cubicBezTo>
                <a:cubicBezTo>
                  <a:pt x="1675700" y="115849"/>
                  <a:pt x="1666950" y="113615"/>
                  <a:pt x="1660505" y="109146"/>
                </a:cubicBezTo>
                <a:cubicBezTo>
                  <a:pt x="1654061" y="104676"/>
                  <a:pt x="1649845" y="98606"/>
                  <a:pt x="1647858" y="90937"/>
                </a:cubicBezTo>
                <a:close/>
                <a:moveTo>
                  <a:pt x="1736479" y="147028"/>
                </a:moveTo>
                <a:cubicBezTo>
                  <a:pt x="1740707" y="137950"/>
                  <a:pt x="1743688" y="130989"/>
                  <a:pt x="1745420" y="126144"/>
                </a:cubicBezTo>
                <a:cubicBezTo>
                  <a:pt x="1747152" y="121300"/>
                  <a:pt x="1748757" y="115716"/>
                  <a:pt x="1750234" y="109392"/>
                </a:cubicBezTo>
                <a:cubicBezTo>
                  <a:pt x="1751711" y="103067"/>
                  <a:pt x="1752807" y="97062"/>
                  <a:pt x="1753520" y="91377"/>
                </a:cubicBezTo>
                <a:cubicBezTo>
                  <a:pt x="1754233" y="85690"/>
                  <a:pt x="1754590" y="79863"/>
                  <a:pt x="1754590" y="73896"/>
                </a:cubicBezTo>
                <a:cubicBezTo>
                  <a:pt x="1754590" y="61758"/>
                  <a:pt x="1753291" y="50271"/>
                  <a:pt x="1750692" y="39434"/>
                </a:cubicBezTo>
                <a:cubicBezTo>
                  <a:pt x="1748094" y="28597"/>
                  <a:pt x="1743305" y="15452"/>
                  <a:pt x="1736326" y="0"/>
                </a:cubicBezTo>
                <a:lnTo>
                  <a:pt x="1750922" y="0"/>
                </a:lnTo>
                <a:cubicBezTo>
                  <a:pt x="1758614" y="10964"/>
                  <a:pt x="1764588" y="22592"/>
                  <a:pt x="1768842" y="34882"/>
                </a:cubicBezTo>
                <a:cubicBezTo>
                  <a:pt x="1773096" y="47173"/>
                  <a:pt x="1775223" y="59642"/>
                  <a:pt x="1775223" y="72289"/>
                </a:cubicBezTo>
                <a:cubicBezTo>
                  <a:pt x="1775223" y="82948"/>
                  <a:pt x="1773541" y="94371"/>
                  <a:pt x="1770179" y="106560"/>
                </a:cubicBezTo>
                <a:cubicBezTo>
                  <a:pt x="1766358" y="120227"/>
                  <a:pt x="1760066" y="133717"/>
                  <a:pt x="1751304" y="147028"/>
                </a:cubicBezTo>
                <a:lnTo>
                  <a:pt x="1736479" y="1470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GPU-sidemappings">
            <a:extLst xmlns:a="http://schemas.openxmlformats.org/drawingml/2006/main">
              <a:ext uri="{FF2B5EF4-FFF2-40B4-BE49-F238E27FC236}">
                <a16:creationId xmlns:a16="http://schemas.microsoft.com/office/drawing/2014/main" id="{43111CD7-A039-433E-86A2-F85F82D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354" y="158791"/>
            <a:ext cx="1739716" cy="173760"/>
          </a:xfrm>
          <a:custGeom xmlns:a="http://schemas.openxmlformats.org/drawingml/2006/main">
            <a:pathLst>
              <a:path w="1739716" h="173760">
                <a:moveTo>
                  <a:pt x="66199" y="86158"/>
                </a:moveTo>
                <a:lnTo>
                  <a:pt x="66199" y="63760"/>
                </a:lnTo>
                <a:lnTo>
                  <a:pt x="123818" y="63760"/>
                </a:lnTo>
                <a:lnTo>
                  <a:pt x="123818" y="116511"/>
                </a:lnTo>
                <a:cubicBezTo>
                  <a:pt x="118218" y="121950"/>
                  <a:pt x="110105" y="126741"/>
                  <a:pt x="99479" y="130882"/>
                </a:cubicBezTo>
                <a:cubicBezTo>
                  <a:pt x="88852" y="135023"/>
                  <a:pt x="78090" y="137094"/>
                  <a:pt x="67192" y="137094"/>
                </a:cubicBezTo>
                <a:cubicBezTo>
                  <a:pt x="53344" y="137094"/>
                  <a:pt x="41273" y="134185"/>
                  <a:pt x="30977" y="128367"/>
                </a:cubicBezTo>
                <a:cubicBezTo>
                  <a:pt x="20681" y="122550"/>
                  <a:pt x="12945" y="114230"/>
                  <a:pt x="7767" y="103410"/>
                </a:cubicBezTo>
                <a:cubicBezTo>
                  <a:pt x="2589" y="92588"/>
                  <a:pt x="0" y="80816"/>
                  <a:pt x="0" y="68095"/>
                </a:cubicBezTo>
                <a:cubicBezTo>
                  <a:pt x="0" y="54289"/>
                  <a:pt x="2890" y="42020"/>
                  <a:pt x="8670" y="31290"/>
                </a:cubicBezTo>
                <a:cubicBezTo>
                  <a:pt x="14450" y="20558"/>
                  <a:pt x="22909" y="12329"/>
                  <a:pt x="34048" y="6601"/>
                </a:cubicBezTo>
                <a:cubicBezTo>
                  <a:pt x="42537" y="2200"/>
                  <a:pt x="53103" y="0"/>
                  <a:pt x="65747" y="0"/>
                </a:cubicBezTo>
                <a:cubicBezTo>
                  <a:pt x="82184" y="0"/>
                  <a:pt x="95023" y="3455"/>
                  <a:pt x="104265" y="10366"/>
                </a:cubicBezTo>
                <a:cubicBezTo>
                  <a:pt x="113507" y="17275"/>
                  <a:pt x="119453" y="26825"/>
                  <a:pt x="122102" y="39015"/>
                </a:cubicBezTo>
                <a:lnTo>
                  <a:pt x="95550" y="44072"/>
                </a:lnTo>
                <a:cubicBezTo>
                  <a:pt x="93684" y="37542"/>
                  <a:pt x="90176" y="32387"/>
                  <a:pt x="85029" y="28609"/>
                </a:cubicBezTo>
                <a:cubicBezTo>
                  <a:pt x="79881" y="24829"/>
                  <a:pt x="73454" y="22939"/>
                  <a:pt x="65747" y="22939"/>
                </a:cubicBezTo>
                <a:cubicBezTo>
                  <a:pt x="54067" y="22939"/>
                  <a:pt x="44780" y="26642"/>
                  <a:pt x="37886" y="34048"/>
                </a:cubicBezTo>
                <a:cubicBezTo>
                  <a:pt x="30992" y="41453"/>
                  <a:pt x="27545" y="52441"/>
                  <a:pt x="27545" y="67011"/>
                </a:cubicBezTo>
                <a:cubicBezTo>
                  <a:pt x="27545" y="82726"/>
                  <a:pt x="31037" y="94511"/>
                  <a:pt x="38021" y="102369"/>
                </a:cubicBezTo>
                <a:cubicBezTo>
                  <a:pt x="45005" y="110226"/>
                  <a:pt x="54157" y="114154"/>
                  <a:pt x="65476" y="114154"/>
                </a:cubicBezTo>
                <a:cubicBezTo>
                  <a:pt x="71075" y="114154"/>
                  <a:pt x="76690" y="113059"/>
                  <a:pt x="82319" y="110869"/>
                </a:cubicBezTo>
                <a:cubicBezTo>
                  <a:pt x="87949" y="108679"/>
                  <a:pt x="92780" y="106023"/>
                  <a:pt x="96814" y="102902"/>
                </a:cubicBezTo>
                <a:lnTo>
                  <a:pt x="96814" y="86158"/>
                </a:lnTo>
                <a:lnTo>
                  <a:pt x="66199" y="86158"/>
                </a:lnTo>
                <a:close/>
                <a:moveTo>
                  <a:pt x="148504" y="134745"/>
                </a:moveTo>
                <a:lnTo>
                  <a:pt x="148504" y="2348"/>
                </a:lnTo>
                <a:lnTo>
                  <a:pt x="191402" y="2348"/>
                </a:lnTo>
                <a:cubicBezTo>
                  <a:pt x="207659" y="2348"/>
                  <a:pt x="218255" y="3009"/>
                  <a:pt x="223192" y="4332"/>
                </a:cubicBezTo>
                <a:cubicBezTo>
                  <a:pt x="230778" y="6317"/>
                  <a:pt x="237130" y="10632"/>
                  <a:pt x="242248" y="17278"/>
                </a:cubicBezTo>
                <a:cubicBezTo>
                  <a:pt x="247366" y="23923"/>
                  <a:pt x="249924" y="32509"/>
                  <a:pt x="249924" y="43034"/>
                </a:cubicBezTo>
                <a:cubicBezTo>
                  <a:pt x="249924" y="51152"/>
                  <a:pt x="248449" y="57978"/>
                  <a:pt x="245499" y="63512"/>
                </a:cubicBezTo>
                <a:cubicBezTo>
                  <a:pt x="242549" y="69045"/>
                  <a:pt x="238801" y="73391"/>
                  <a:pt x="234255" y="76548"/>
                </a:cubicBezTo>
                <a:cubicBezTo>
                  <a:pt x="229710" y="79705"/>
                  <a:pt x="225089" y="81795"/>
                  <a:pt x="220392" y="82819"/>
                </a:cubicBezTo>
                <a:cubicBezTo>
                  <a:pt x="214010" y="84081"/>
                  <a:pt x="204769" y="84713"/>
                  <a:pt x="192667" y="84713"/>
                </a:cubicBezTo>
                <a:lnTo>
                  <a:pt x="175237" y="84713"/>
                </a:lnTo>
                <a:lnTo>
                  <a:pt x="175237" y="134745"/>
                </a:lnTo>
                <a:lnTo>
                  <a:pt x="148504" y="134745"/>
                </a:lnTo>
                <a:moveTo>
                  <a:pt x="175237" y="24745"/>
                </a:moveTo>
                <a:lnTo>
                  <a:pt x="175237" y="62315"/>
                </a:lnTo>
                <a:lnTo>
                  <a:pt x="189867" y="62315"/>
                </a:lnTo>
                <a:cubicBezTo>
                  <a:pt x="200403" y="62315"/>
                  <a:pt x="207448" y="61623"/>
                  <a:pt x="211000" y="60238"/>
                </a:cubicBezTo>
                <a:cubicBezTo>
                  <a:pt x="214552" y="58853"/>
                  <a:pt x="217337" y="56686"/>
                  <a:pt x="219354" y="53736"/>
                </a:cubicBezTo>
                <a:cubicBezTo>
                  <a:pt x="221371" y="50785"/>
                  <a:pt x="222379" y="47354"/>
                  <a:pt x="222379" y="43440"/>
                </a:cubicBezTo>
                <a:cubicBezTo>
                  <a:pt x="222379" y="38623"/>
                  <a:pt x="220964" y="34650"/>
                  <a:pt x="218135" y="31519"/>
                </a:cubicBezTo>
                <a:cubicBezTo>
                  <a:pt x="215305" y="28388"/>
                  <a:pt x="211723" y="26431"/>
                  <a:pt x="207388" y="25649"/>
                </a:cubicBezTo>
                <a:cubicBezTo>
                  <a:pt x="204197" y="25047"/>
                  <a:pt x="197784" y="24745"/>
                  <a:pt x="188151" y="24745"/>
                </a:cubicBezTo>
                <a:lnTo>
                  <a:pt x="175237" y="24745"/>
                </a:lnTo>
                <a:close/>
                <a:moveTo>
                  <a:pt x="271691" y="2348"/>
                </a:moveTo>
                <a:lnTo>
                  <a:pt x="298423" y="2348"/>
                </a:lnTo>
                <a:lnTo>
                  <a:pt x="298423" y="74056"/>
                </a:lnTo>
                <a:cubicBezTo>
                  <a:pt x="298423" y="85435"/>
                  <a:pt x="298754" y="92811"/>
                  <a:pt x="299417" y="96182"/>
                </a:cubicBezTo>
                <a:cubicBezTo>
                  <a:pt x="300561" y="101601"/>
                  <a:pt x="303285" y="105951"/>
                  <a:pt x="307590" y="109232"/>
                </a:cubicBezTo>
                <a:cubicBezTo>
                  <a:pt x="311895" y="112514"/>
                  <a:pt x="317780" y="114154"/>
                  <a:pt x="325246" y="114154"/>
                </a:cubicBezTo>
                <a:cubicBezTo>
                  <a:pt x="332832" y="114154"/>
                  <a:pt x="338552" y="112604"/>
                  <a:pt x="342405" y="109503"/>
                </a:cubicBezTo>
                <a:cubicBezTo>
                  <a:pt x="346259" y="106403"/>
                  <a:pt x="348577" y="102594"/>
                  <a:pt x="349359" y="98079"/>
                </a:cubicBezTo>
                <a:cubicBezTo>
                  <a:pt x="350142" y="93563"/>
                  <a:pt x="350533" y="86067"/>
                  <a:pt x="350533" y="75591"/>
                </a:cubicBezTo>
                <a:lnTo>
                  <a:pt x="350533" y="2348"/>
                </a:lnTo>
                <a:lnTo>
                  <a:pt x="377266" y="2348"/>
                </a:lnTo>
                <a:lnTo>
                  <a:pt x="377266" y="71936"/>
                </a:lnTo>
                <a:cubicBezTo>
                  <a:pt x="377266" y="87841"/>
                  <a:pt x="376543" y="99077"/>
                  <a:pt x="375098" y="105645"/>
                </a:cubicBezTo>
                <a:cubicBezTo>
                  <a:pt x="373653" y="112212"/>
                  <a:pt x="370989" y="117755"/>
                  <a:pt x="367106" y="122274"/>
                </a:cubicBezTo>
                <a:cubicBezTo>
                  <a:pt x="363222" y="126791"/>
                  <a:pt x="358029" y="130391"/>
                  <a:pt x="351527" y="133072"/>
                </a:cubicBezTo>
                <a:cubicBezTo>
                  <a:pt x="345024" y="135753"/>
                  <a:pt x="336535" y="137094"/>
                  <a:pt x="326059" y="137094"/>
                </a:cubicBezTo>
                <a:cubicBezTo>
                  <a:pt x="313415" y="137094"/>
                  <a:pt x="303827" y="135633"/>
                  <a:pt x="297294" y="132711"/>
                </a:cubicBezTo>
                <a:cubicBezTo>
                  <a:pt x="290762" y="129789"/>
                  <a:pt x="285599" y="125994"/>
                  <a:pt x="281806" y="121326"/>
                </a:cubicBezTo>
                <a:cubicBezTo>
                  <a:pt x="278013" y="116656"/>
                  <a:pt x="275514" y="111760"/>
                  <a:pt x="274310" y="106639"/>
                </a:cubicBezTo>
                <a:cubicBezTo>
                  <a:pt x="272564" y="99047"/>
                  <a:pt x="271691" y="87841"/>
                  <a:pt x="271691" y="73020"/>
                </a:cubicBezTo>
                <a:lnTo>
                  <a:pt x="271691" y="2348"/>
                </a:lnTo>
                <a:close/>
                <a:moveTo>
                  <a:pt x="402341" y="99343"/>
                </a:moveTo>
                <a:lnTo>
                  <a:pt x="402341" y="73875"/>
                </a:lnTo>
                <a:lnTo>
                  <a:pt x="452194" y="73875"/>
                </a:lnTo>
                <a:lnTo>
                  <a:pt x="452194" y="99343"/>
                </a:lnTo>
                <a:lnTo>
                  <a:pt x="402341" y="99343"/>
                </a:lnTo>
                <a:close/>
                <a:moveTo>
                  <a:pt x="457882" y="107471"/>
                </a:moveTo>
                <a:lnTo>
                  <a:pt x="483350" y="103497"/>
                </a:lnTo>
                <a:cubicBezTo>
                  <a:pt x="484434" y="108404"/>
                  <a:pt x="486631" y="112130"/>
                  <a:pt x="489943" y="114674"/>
                </a:cubicBezTo>
                <a:cubicBezTo>
                  <a:pt x="493254" y="117217"/>
                  <a:pt x="497890" y="118489"/>
                  <a:pt x="503851" y="118489"/>
                </a:cubicBezTo>
                <a:cubicBezTo>
                  <a:pt x="510413" y="118489"/>
                  <a:pt x="515350" y="117287"/>
                  <a:pt x="518662" y="114882"/>
                </a:cubicBezTo>
                <a:cubicBezTo>
                  <a:pt x="520890" y="113198"/>
                  <a:pt x="522003" y="110944"/>
                  <a:pt x="522003" y="108118"/>
                </a:cubicBezTo>
                <a:cubicBezTo>
                  <a:pt x="522003" y="106193"/>
                  <a:pt x="521401" y="104599"/>
                  <a:pt x="520197" y="103337"/>
                </a:cubicBezTo>
                <a:cubicBezTo>
                  <a:pt x="518933" y="102134"/>
                  <a:pt x="516103" y="101022"/>
                  <a:pt x="511708" y="100001"/>
                </a:cubicBezTo>
                <a:cubicBezTo>
                  <a:pt x="491237" y="95493"/>
                  <a:pt x="478262" y="91374"/>
                  <a:pt x="472783" y="87645"/>
                </a:cubicBezTo>
                <a:cubicBezTo>
                  <a:pt x="465197" y="82471"/>
                  <a:pt x="461404" y="75283"/>
                  <a:pt x="461404" y="66080"/>
                </a:cubicBezTo>
                <a:cubicBezTo>
                  <a:pt x="461404" y="57779"/>
                  <a:pt x="464685" y="50801"/>
                  <a:pt x="471248" y="45147"/>
                </a:cubicBezTo>
                <a:cubicBezTo>
                  <a:pt x="477811" y="39494"/>
                  <a:pt x="487986" y="36667"/>
                  <a:pt x="501774" y="36667"/>
                </a:cubicBezTo>
                <a:cubicBezTo>
                  <a:pt x="514899" y="36667"/>
                  <a:pt x="524653" y="38797"/>
                  <a:pt x="531035" y="43056"/>
                </a:cubicBezTo>
                <a:cubicBezTo>
                  <a:pt x="537417" y="47316"/>
                  <a:pt x="541812" y="53615"/>
                  <a:pt x="544220" y="61954"/>
                </a:cubicBezTo>
                <a:lnTo>
                  <a:pt x="520287" y="66470"/>
                </a:lnTo>
                <a:cubicBezTo>
                  <a:pt x="519264" y="62737"/>
                  <a:pt x="517322" y="59877"/>
                  <a:pt x="514462" y="57890"/>
                </a:cubicBezTo>
                <a:cubicBezTo>
                  <a:pt x="511602" y="55903"/>
                  <a:pt x="507523" y="54910"/>
                  <a:pt x="502225" y="54910"/>
                </a:cubicBezTo>
                <a:cubicBezTo>
                  <a:pt x="495542" y="54910"/>
                  <a:pt x="490755" y="55842"/>
                  <a:pt x="487865" y="57707"/>
                </a:cubicBezTo>
                <a:cubicBezTo>
                  <a:pt x="485939" y="59027"/>
                  <a:pt x="484975" y="60740"/>
                  <a:pt x="484975" y="62846"/>
                </a:cubicBezTo>
                <a:cubicBezTo>
                  <a:pt x="484975" y="64648"/>
                  <a:pt x="485818" y="66181"/>
                  <a:pt x="487504" y="67443"/>
                </a:cubicBezTo>
                <a:cubicBezTo>
                  <a:pt x="489792" y="69127"/>
                  <a:pt x="497694" y="71503"/>
                  <a:pt x="511211" y="74569"/>
                </a:cubicBezTo>
                <a:cubicBezTo>
                  <a:pt x="524728" y="77636"/>
                  <a:pt x="534165" y="81398"/>
                  <a:pt x="539524" y="85856"/>
                </a:cubicBezTo>
                <a:cubicBezTo>
                  <a:pt x="544822" y="90375"/>
                  <a:pt x="547471" y="96670"/>
                  <a:pt x="547471" y="104742"/>
                </a:cubicBezTo>
                <a:cubicBezTo>
                  <a:pt x="547471" y="113538"/>
                  <a:pt x="543799" y="121099"/>
                  <a:pt x="536453" y="127425"/>
                </a:cubicBezTo>
                <a:cubicBezTo>
                  <a:pt x="529108" y="133750"/>
                  <a:pt x="518240" y="136913"/>
                  <a:pt x="503851" y="136913"/>
                </a:cubicBezTo>
                <a:cubicBezTo>
                  <a:pt x="490786" y="136913"/>
                  <a:pt x="480445" y="134272"/>
                  <a:pt x="472829" y="128991"/>
                </a:cubicBezTo>
                <a:cubicBezTo>
                  <a:pt x="465212" y="123708"/>
                  <a:pt x="460230" y="116534"/>
                  <a:pt x="457882" y="107471"/>
                </a:cubicBezTo>
                <a:close/>
                <a:moveTo>
                  <a:pt x="569660" y="25829"/>
                </a:moveTo>
                <a:lnTo>
                  <a:pt x="569660" y="2348"/>
                </a:lnTo>
                <a:lnTo>
                  <a:pt x="595037" y="2348"/>
                </a:lnTo>
                <a:lnTo>
                  <a:pt x="595037" y="25829"/>
                </a:lnTo>
                <a:lnTo>
                  <a:pt x="569660" y="25829"/>
                </a:lnTo>
                <a:moveTo>
                  <a:pt x="569660" y="134745"/>
                </a:moveTo>
                <a:lnTo>
                  <a:pt x="569660" y="38834"/>
                </a:lnTo>
                <a:lnTo>
                  <a:pt x="595037" y="38834"/>
                </a:lnTo>
                <a:lnTo>
                  <a:pt x="595037" y="134745"/>
                </a:lnTo>
                <a:lnTo>
                  <a:pt x="569660" y="134745"/>
                </a:lnTo>
                <a:close/>
                <a:moveTo>
                  <a:pt x="709042" y="134745"/>
                </a:moveTo>
                <a:lnTo>
                  <a:pt x="685471" y="134745"/>
                </a:lnTo>
                <a:lnTo>
                  <a:pt x="685471" y="120657"/>
                </a:lnTo>
                <a:cubicBezTo>
                  <a:pt x="681557" y="126136"/>
                  <a:pt x="676936" y="130215"/>
                  <a:pt x="671608" y="132894"/>
                </a:cubicBezTo>
                <a:cubicBezTo>
                  <a:pt x="666279" y="135573"/>
                  <a:pt x="660906" y="136913"/>
                  <a:pt x="655487" y="136913"/>
                </a:cubicBezTo>
                <a:cubicBezTo>
                  <a:pt x="644469" y="136913"/>
                  <a:pt x="635032" y="132473"/>
                  <a:pt x="627174" y="123592"/>
                </a:cubicBezTo>
                <a:cubicBezTo>
                  <a:pt x="619317" y="114711"/>
                  <a:pt x="615389" y="102323"/>
                  <a:pt x="615389" y="86429"/>
                </a:cubicBezTo>
                <a:cubicBezTo>
                  <a:pt x="615389" y="70172"/>
                  <a:pt x="619212" y="57815"/>
                  <a:pt x="626858" y="49355"/>
                </a:cubicBezTo>
                <a:cubicBezTo>
                  <a:pt x="634505" y="40896"/>
                  <a:pt x="644168" y="36667"/>
                  <a:pt x="655848" y="36667"/>
                </a:cubicBezTo>
                <a:cubicBezTo>
                  <a:pt x="666565" y="36667"/>
                  <a:pt x="675837" y="41122"/>
                  <a:pt x="683665" y="50033"/>
                </a:cubicBezTo>
                <a:lnTo>
                  <a:pt x="683665" y="2348"/>
                </a:lnTo>
                <a:lnTo>
                  <a:pt x="709042" y="2348"/>
                </a:lnTo>
                <a:lnTo>
                  <a:pt x="709042" y="134745"/>
                </a:lnTo>
                <a:moveTo>
                  <a:pt x="641308" y="84761"/>
                </a:moveTo>
                <a:cubicBezTo>
                  <a:pt x="641308" y="94981"/>
                  <a:pt x="642723" y="102375"/>
                  <a:pt x="645553" y="106943"/>
                </a:cubicBezTo>
                <a:cubicBezTo>
                  <a:pt x="649647" y="113557"/>
                  <a:pt x="655367" y="116864"/>
                  <a:pt x="662712" y="116864"/>
                </a:cubicBezTo>
                <a:cubicBezTo>
                  <a:pt x="668552" y="116864"/>
                  <a:pt x="673519" y="114384"/>
                  <a:pt x="677614" y="109424"/>
                </a:cubicBezTo>
                <a:cubicBezTo>
                  <a:pt x="681708" y="104465"/>
                  <a:pt x="683755" y="97055"/>
                  <a:pt x="683755" y="87196"/>
                </a:cubicBezTo>
                <a:cubicBezTo>
                  <a:pt x="683755" y="76193"/>
                  <a:pt x="681768" y="68272"/>
                  <a:pt x="677794" y="63433"/>
                </a:cubicBezTo>
                <a:cubicBezTo>
                  <a:pt x="673821" y="58594"/>
                  <a:pt x="668733" y="56174"/>
                  <a:pt x="662532" y="56174"/>
                </a:cubicBezTo>
                <a:cubicBezTo>
                  <a:pt x="656511" y="56174"/>
                  <a:pt x="651468" y="58564"/>
                  <a:pt x="647404" y="63343"/>
                </a:cubicBezTo>
                <a:cubicBezTo>
                  <a:pt x="643340" y="68122"/>
                  <a:pt x="641308" y="75261"/>
                  <a:pt x="641308" y="84761"/>
                </a:cubicBezTo>
                <a:close/>
                <a:moveTo>
                  <a:pt x="789630" y="104220"/>
                </a:moveTo>
                <a:lnTo>
                  <a:pt x="814917" y="108555"/>
                </a:lnTo>
                <a:cubicBezTo>
                  <a:pt x="811666" y="117797"/>
                  <a:pt x="806533" y="124834"/>
                  <a:pt x="799519" y="129665"/>
                </a:cubicBezTo>
                <a:cubicBezTo>
                  <a:pt x="792505" y="134497"/>
                  <a:pt x="783730" y="136913"/>
                  <a:pt x="773193" y="136913"/>
                </a:cubicBezTo>
                <a:cubicBezTo>
                  <a:pt x="756516" y="136913"/>
                  <a:pt x="744173" y="131464"/>
                  <a:pt x="736165" y="120566"/>
                </a:cubicBezTo>
                <a:cubicBezTo>
                  <a:pt x="729844" y="111836"/>
                  <a:pt x="726683" y="100818"/>
                  <a:pt x="726683" y="87512"/>
                </a:cubicBezTo>
                <a:cubicBezTo>
                  <a:pt x="726683" y="71617"/>
                  <a:pt x="730837" y="59169"/>
                  <a:pt x="739146" y="50168"/>
                </a:cubicBezTo>
                <a:cubicBezTo>
                  <a:pt x="747454" y="41167"/>
                  <a:pt x="757961" y="36667"/>
                  <a:pt x="770665" y="36667"/>
                </a:cubicBezTo>
                <a:cubicBezTo>
                  <a:pt x="784934" y="36667"/>
                  <a:pt x="796193" y="41378"/>
                  <a:pt x="804441" y="50800"/>
                </a:cubicBezTo>
                <a:cubicBezTo>
                  <a:pt x="812690" y="60223"/>
                  <a:pt x="816633" y="74658"/>
                  <a:pt x="816272" y="94105"/>
                </a:cubicBezTo>
                <a:lnTo>
                  <a:pt x="752692" y="94105"/>
                </a:lnTo>
                <a:cubicBezTo>
                  <a:pt x="752873" y="101631"/>
                  <a:pt x="754920" y="107486"/>
                  <a:pt x="758834" y="111671"/>
                </a:cubicBezTo>
                <a:cubicBezTo>
                  <a:pt x="762747" y="115855"/>
                  <a:pt x="767624" y="117947"/>
                  <a:pt x="773464" y="117947"/>
                </a:cubicBezTo>
                <a:cubicBezTo>
                  <a:pt x="777438" y="117947"/>
                  <a:pt x="780779" y="116864"/>
                  <a:pt x="783489" y="114696"/>
                </a:cubicBezTo>
                <a:cubicBezTo>
                  <a:pt x="786198" y="112529"/>
                  <a:pt x="788245" y="109037"/>
                  <a:pt x="789630" y="104220"/>
                </a:cubicBezTo>
                <a:moveTo>
                  <a:pt x="791075" y="78571"/>
                </a:moveTo>
                <a:cubicBezTo>
                  <a:pt x="790894" y="71256"/>
                  <a:pt x="788998" y="65694"/>
                  <a:pt x="785385" y="61886"/>
                </a:cubicBezTo>
                <a:cubicBezTo>
                  <a:pt x="781773" y="58078"/>
                  <a:pt x="777378" y="56174"/>
                  <a:pt x="772200" y="56174"/>
                </a:cubicBezTo>
                <a:cubicBezTo>
                  <a:pt x="766661" y="56174"/>
                  <a:pt x="762085" y="58183"/>
                  <a:pt x="758472" y="62200"/>
                </a:cubicBezTo>
                <a:cubicBezTo>
                  <a:pt x="754860" y="66218"/>
                  <a:pt x="753084" y="71676"/>
                  <a:pt x="753144" y="78571"/>
                </a:cubicBezTo>
                <a:lnTo>
                  <a:pt x="791075" y="78571"/>
                </a:lnTo>
                <a:close/>
                <a:moveTo>
                  <a:pt x="886447" y="38834"/>
                </a:moveTo>
                <a:lnTo>
                  <a:pt x="909838" y="38834"/>
                </a:lnTo>
                <a:lnTo>
                  <a:pt x="909838" y="51929"/>
                </a:lnTo>
                <a:cubicBezTo>
                  <a:pt x="918207" y="41754"/>
                  <a:pt x="928172" y="36667"/>
                  <a:pt x="939732" y="36667"/>
                </a:cubicBezTo>
                <a:cubicBezTo>
                  <a:pt x="945873" y="36667"/>
                  <a:pt x="951201" y="37937"/>
                  <a:pt x="955717" y="40477"/>
                </a:cubicBezTo>
                <a:cubicBezTo>
                  <a:pt x="960232" y="43017"/>
                  <a:pt x="963935" y="46858"/>
                  <a:pt x="966825" y="52000"/>
                </a:cubicBezTo>
                <a:cubicBezTo>
                  <a:pt x="971040" y="46858"/>
                  <a:pt x="975585" y="43017"/>
                  <a:pt x="980462" y="40477"/>
                </a:cubicBezTo>
                <a:cubicBezTo>
                  <a:pt x="985339" y="37937"/>
                  <a:pt x="990547" y="36667"/>
                  <a:pt x="996086" y="36667"/>
                </a:cubicBezTo>
                <a:cubicBezTo>
                  <a:pt x="1003131" y="36667"/>
                  <a:pt x="1009091" y="38097"/>
                  <a:pt x="1013968" y="40956"/>
                </a:cubicBezTo>
                <a:cubicBezTo>
                  <a:pt x="1018845" y="43816"/>
                  <a:pt x="1022487" y="48016"/>
                  <a:pt x="1024896" y="53555"/>
                </a:cubicBezTo>
                <a:cubicBezTo>
                  <a:pt x="1026642" y="57649"/>
                  <a:pt x="1027515" y="64272"/>
                  <a:pt x="1027515" y="73424"/>
                </a:cubicBezTo>
                <a:lnTo>
                  <a:pt x="1027515" y="134745"/>
                </a:lnTo>
                <a:lnTo>
                  <a:pt x="1002137" y="134745"/>
                </a:lnTo>
                <a:lnTo>
                  <a:pt x="1002137" y="79988"/>
                </a:lnTo>
                <a:cubicBezTo>
                  <a:pt x="1002137" y="70487"/>
                  <a:pt x="1001264" y="64353"/>
                  <a:pt x="999518" y="61587"/>
                </a:cubicBezTo>
                <a:cubicBezTo>
                  <a:pt x="997170" y="57978"/>
                  <a:pt x="993557" y="56174"/>
                  <a:pt x="988681" y="56174"/>
                </a:cubicBezTo>
                <a:cubicBezTo>
                  <a:pt x="985128" y="56174"/>
                  <a:pt x="981787" y="57257"/>
                  <a:pt x="978656" y="59422"/>
                </a:cubicBezTo>
                <a:cubicBezTo>
                  <a:pt x="975525" y="61586"/>
                  <a:pt x="973267" y="64758"/>
                  <a:pt x="971883" y="68939"/>
                </a:cubicBezTo>
                <a:cubicBezTo>
                  <a:pt x="970498" y="73118"/>
                  <a:pt x="969805" y="79718"/>
                  <a:pt x="969805" y="88740"/>
                </a:cubicBezTo>
                <a:lnTo>
                  <a:pt x="969805" y="134745"/>
                </a:lnTo>
                <a:lnTo>
                  <a:pt x="944428" y="134745"/>
                </a:lnTo>
                <a:lnTo>
                  <a:pt x="944428" y="82243"/>
                </a:lnTo>
                <a:cubicBezTo>
                  <a:pt x="944428" y="72922"/>
                  <a:pt x="943976" y="66909"/>
                  <a:pt x="943073" y="64203"/>
                </a:cubicBezTo>
                <a:cubicBezTo>
                  <a:pt x="942170" y="61496"/>
                  <a:pt x="940770" y="59481"/>
                  <a:pt x="938874" y="58158"/>
                </a:cubicBezTo>
                <a:cubicBezTo>
                  <a:pt x="936977" y="56835"/>
                  <a:pt x="934403" y="56174"/>
                  <a:pt x="931152" y="56174"/>
                </a:cubicBezTo>
                <a:cubicBezTo>
                  <a:pt x="927238" y="56174"/>
                  <a:pt x="923716" y="57227"/>
                  <a:pt x="920585" y="59332"/>
                </a:cubicBezTo>
                <a:cubicBezTo>
                  <a:pt x="917455" y="61436"/>
                  <a:pt x="915212" y="64472"/>
                  <a:pt x="913857" y="68442"/>
                </a:cubicBezTo>
                <a:cubicBezTo>
                  <a:pt x="912502" y="72412"/>
                  <a:pt x="911825" y="78998"/>
                  <a:pt x="911825" y="88198"/>
                </a:cubicBezTo>
                <a:lnTo>
                  <a:pt x="911825" y="134745"/>
                </a:lnTo>
                <a:lnTo>
                  <a:pt x="886447" y="134745"/>
                </a:lnTo>
                <a:lnTo>
                  <a:pt x="886447" y="38834"/>
                </a:lnTo>
                <a:close/>
                <a:moveTo>
                  <a:pt x="1071738" y="68456"/>
                </a:moveTo>
                <a:lnTo>
                  <a:pt x="1048708" y="64302"/>
                </a:lnTo>
                <a:cubicBezTo>
                  <a:pt x="1051297" y="54908"/>
                  <a:pt x="1055753" y="47954"/>
                  <a:pt x="1062074" y="43440"/>
                </a:cubicBezTo>
                <a:cubicBezTo>
                  <a:pt x="1068396" y="38924"/>
                  <a:pt x="1077789" y="36667"/>
                  <a:pt x="1090252" y="36667"/>
                </a:cubicBezTo>
                <a:cubicBezTo>
                  <a:pt x="1101571" y="36667"/>
                  <a:pt x="1110000" y="38006"/>
                  <a:pt x="1115539" y="40686"/>
                </a:cubicBezTo>
                <a:cubicBezTo>
                  <a:pt x="1121078" y="43365"/>
                  <a:pt x="1124977" y="46767"/>
                  <a:pt x="1127235" y="50891"/>
                </a:cubicBezTo>
                <a:cubicBezTo>
                  <a:pt x="1129492" y="55015"/>
                  <a:pt x="1130621" y="62586"/>
                  <a:pt x="1130621" y="73604"/>
                </a:cubicBezTo>
                <a:lnTo>
                  <a:pt x="1130350" y="103227"/>
                </a:lnTo>
                <a:cubicBezTo>
                  <a:pt x="1130350" y="111656"/>
                  <a:pt x="1130757" y="117872"/>
                  <a:pt x="1131569" y="121876"/>
                </a:cubicBezTo>
                <a:cubicBezTo>
                  <a:pt x="1132382" y="125880"/>
                  <a:pt x="1133903" y="130170"/>
                  <a:pt x="1136130" y="134745"/>
                </a:cubicBezTo>
                <a:lnTo>
                  <a:pt x="1111024" y="134745"/>
                </a:lnTo>
                <a:cubicBezTo>
                  <a:pt x="1110361" y="133060"/>
                  <a:pt x="1109548" y="130561"/>
                  <a:pt x="1108585" y="127250"/>
                </a:cubicBezTo>
                <a:cubicBezTo>
                  <a:pt x="1108164" y="125744"/>
                  <a:pt x="1107863" y="124751"/>
                  <a:pt x="1107682" y="124269"/>
                </a:cubicBezTo>
                <a:cubicBezTo>
                  <a:pt x="1103347" y="128484"/>
                  <a:pt x="1098711" y="131645"/>
                  <a:pt x="1093774" y="133752"/>
                </a:cubicBezTo>
                <a:cubicBezTo>
                  <a:pt x="1088837" y="135859"/>
                  <a:pt x="1083569" y="136913"/>
                  <a:pt x="1077969" y="136913"/>
                </a:cubicBezTo>
                <a:cubicBezTo>
                  <a:pt x="1068095" y="136913"/>
                  <a:pt x="1060313" y="134245"/>
                  <a:pt x="1054624" y="128909"/>
                </a:cubicBezTo>
                <a:cubicBezTo>
                  <a:pt x="1048934" y="123573"/>
                  <a:pt x="1046089" y="116828"/>
                  <a:pt x="1046089" y="108673"/>
                </a:cubicBezTo>
                <a:cubicBezTo>
                  <a:pt x="1046089" y="103277"/>
                  <a:pt x="1047384" y="98466"/>
                  <a:pt x="1049973" y="94241"/>
                </a:cubicBezTo>
                <a:cubicBezTo>
                  <a:pt x="1052562" y="90013"/>
                  <a:pt x="1056189" y="86775"/>
                  <a:pt x="1060855" y="84526"/>
                </a:cubicBezTo>
                <a:cubicBezTo>
                  <a:pt x="1065521" y="82278"/>
                  <a:pt x="1072250" y="80315"/>
                  <a:pt x="1081040" y="78636"/>
                </a:cubicBezTo>
                <a:cubicBezTo>
                  <a:pt x="1092901" y="76418"/>
                  <a:pt x="1101119" y="74349"/>
                  <a:pt x="1105695" y="72430"/>
                </a:cubicBezTo>
                <a:lnTo>
                  <a:pt x="1105695" y="69873"/>
                </a:lnTo>
                <a:cubicBezTo>
                  <a:pt x="1105695" y="64942"/>
                  <a:pt x="1104491" y="61426"/>
                  <a:pt x="1102083" y="59326"/>
                </a:cubicBezTo>
                <a:cubicBezTo>
                  <a:pt x="1099674" y="57225"/>
                  <a:pt x="1095129" y="56174"/>
                  <a:pt x="1088446" y="56174"/>
                </a:cubicBezTo>
                <a:cubicBezTo>
                  <a:pt x="1083930" y="56174"/>
                  <a:pt x="1080408" y="57083"/>
                  <a:pt x="1077879" y="58900"/>
                </a:cubicBezTo>
                <a:cubicBezTo>
                  <a:pt x="1075350" y="60716"/>
                  <a:pt x="1073303" y="63901"/>
                  <a:pt x="1071738" y="68456"/>
                </a:cubicBezTo>
                <a:moveTo>
                  <a:pt x="1105695" y="89048"/>
                </a:moveTo>
                <a:cubicBezTo>
                  <a:pt x="1102444" y="90118"/>
                  <a:pt x="1097296" y="91398"/>
                  <a:pt x="1090252" y="92886"/>
                </a:cubicBezTo>
                <a:cubicBezTo>
                  <a:pt x="1083207" y="94372"/>
                  <a:pt x="1078602" y="95829"/>
                  <a:pt x="1076434" y="97257"/>
                </a:cubicBezTo>
                <a:cubicBezTo>
                  <a:pt x="1073123" y="99577"/>
                  <a:pt x="1071467" y="102522"/>
                  <a:pt x="1071467" y="106091"/>
                </a:cubicBezTo>
                <a:cubicBezTo>
                  <a:pt x="1071467" y="109602"/>
                  <a:pt x="1072791" y="112637"/>
                  <a:pt x="1075441" y="115196"/>
                </a:cubicBezTo>
                <a:cubicBezTo>
                  <a:pt x="1078090" y="117753"/>
                  <a:pt x="1081461" y="119031"/>
                  <a:pt x="1085556" y="119031"/>
                </a:cubicBezTo>
                <a:cubicBezTo>
                  <a:pt x="1090131" y="119031"/>
                  <a:pt x="1094496" y="117544"/>
                  <a:pt x="1098651" y="114569"/>
                </a:cubicBezTo>
                <a:cubicBezTo>
                  <a:pt x="1101721" y="112309"/>
                  <a:pt x="1103738" y="109543"/>
                  <a:pt x="1104702" y="106269"/>
                </a:cubicBezTo>
                <a:cubicBezTo>
                  <a:pt x="1105364" y="104128"/>
                  <a:pt x="1105695" y="100053"/>
                  <a:pt x="1105695" y="94046"/>
                </a:cubicBezTo>
                <a:lnTo>
                  <a:pt x="1105695" y="89048"/>
                </a:lnTo>
                <a:close/>
                <a:moveTo>
                  <a:pt x="1154888" y="38834"/>
                </a:moveTo>
                <a:lnTo>
                  <a:pt x="1178549" y="38834"/>
                </a:lnTo>
                <a:lnTo>
                  <a:pt x="1178549" y="52923"/>
                </a:lnTo>
                <a:cubicBezTo>
                  <a:pt x="1181620" y="48106"/>
                  <a:pt x="1185774" y="44193"/>
                  <a:pt x="1191012" y="41182"/>
                </a:cubicBezTo>
                <a:cubicBezTo>
                  <a:pt x="1196250" y="38172"/>
                  <a:pt x="1202060" y="36667"/>
                  <a:pt x="1208443" y="36667"/>
                </a:cubicBezTo>
                <a:cubicBezTo>
                  <a:pt x="1219581" y="36667"/>
                  <a:pt x="1229034" y="41032"/>
                  <a:pt x="1236800" y="49762"/>
                </a:cubicBezTo>
                <a:cubicBezTo>
                  <a:pt x="1244567" y="58492"/>
                  <a:pt x="1248451" y="70654"/>
                  <a:pt x="1248451" y="86248"/>
                </a:cubicBezTo>
                <a:cubicBezTo>
                  <a:pt x="1248451" y="102263"/>
                  <a:pt x="1244537" y="114711"/>
                  <a:pt x="1236710" y="123592"/>
                </a:cubicBezTo>
                <a:cubicBezTo>
                  <a:pt x="1228883" y="132473"/>
                  <a:pt x="1219400" y="136913"/>
                  <a:pt x="1208262" y="136913"/>
                </a:cubicBezTo>
                <a:cubicBezTo>
                  <a:pt x="1202964" y="136913"/>
                  <a:pt x="1198162" y="135859"/>
                  <a:pt x="1193857" y="133752"/>
                </a:cubicBezTo>
                <a:cubicBezTo>
                  <a:pt x="1189552" y="131645"/>
                  <a:pt x="1185022" y="128032"/>
                  <a:pt x="1180265" y="122915"/>
                </a:cubicBezTo>
                <a:lnTo>
                  <a:pt x="1180265" y="171231"/>
                </a:lnTo>
                <a:lnTo>
                  <a:pt x="1154888" y="171231"/>
                </a:lnTo>
                <a:lnTo>
                  <a:pt x="1154888" y="38834"/>
                </a:lnTo>
                <a:moveTo>
                  <a:pt x="1179994" y="85122"/>
                </a:moveTo>
                <a:cubicBezTo>
                  <a:pt x="1179994" y="95882"/>
                  <a:pt x="1182132" y="103832"/>
                  <a:pt x="1186406" y="108973"/>
                </a:cubicBezTo>
                <a:cubicBezTo>
                  <a:pt x="1190681" y="114113"/>
                  <a:pt x="1195889" y="116683"/>
                  <a:pt x="1202030" y="116683"/>
                </a:cubicBezTo>
                <a:cubicBezTo>
                  <a:pt x="1207931" y="116683"/>
                  <a:pt x="1212838" y="114324"/>
                  <a:pt x="1216751" y="109605"/>
                </a:cubicBezTo>
                <a:cubicBezTo>
                  <a:pt x="1220665" y="104886"/>
                  <a:pt x="1222621" y="97146"/>
                  <a:pt x="1222621" y="86383"/>
                </a:cubicBezTo>
                <a:cubicBezTo>
                  <a:pt x="1222621" y="76344"/>
                  <a:pt x="1220605" y="68889"/>
                  <a:pt x="1216571" y="64020"/>
                </a:cubicBezTo>
                <a:cubicBezTo>
                  <a:pt x="1212537" y="59151"/>
                  <a:pt x="1207539" y="56716"/>
                  <a:pt x="1201579" y="56716"/>
                </a:cubicBezTo>
                <a:cubicBezTo>
                  <a:pt x="1195377" y="56716"/>
                  <a:pt x="1190230" y="59105"/>
                  <a:pt x="1186135" y="63884"/>
                </a:cubicBezTo>
                <a:cubicBezTo>
                  <a:pt x="1182041" y="68663"/>
                  <a:pt x="1179994" y="75743"/>
                  <a:pt x="1179994" y="85122"/>
                </a:cubicBezTo>
                <a:close/>
                <a:moveTo>
                  <a:pt x="1267897" y="38834"/>
                </a:moveTo>
                <a:lnTo>
                  <a:pt x="1291559" y="38834"/>
                </a:lnTo>
                <a:lnTo>
                  <a:pt x="1291559" y="52923"/>
                </a:lnTo>
                <a:cubicBezTo>
                  <a:pt x="1294629" y="48106"/>
                  <a:pt x="1298784" y="44193"/>
                  <a:pt x="1304022" y="41182"/>
                </a:cubicBezTo>
                <a:cubicBezTo>
                  <a:pt x="1309260" y="38172"/>
                  <a:pt x="1315070" y="36667"/>
                  <a:pt x="1321452" y="36667"/>
                </a:cubicBezTo>
                <a:cubicBezTo>
                  <a:pt x="1332591" y="36667"/>
                  <a:pt x="1342043" y="41032"/>
                  <a:pt x="1349810" y="49762"/>
                </a:cubicBezTo>
                <a:cubicBezTo>
                  <a:pt x="1357577" y="58492"/>
                  <a:pt x="1361460" y="70654"/>
                  <a:pt x="1361460" y="86248"/>
                </a:cubicBezTo>
                <a:cubicBezTo>
                  <a:pt x="1361460" y="102263"/>
                  <a:pt x="1357547" y="114711"/>
                  <a:pt x="1349720" y="123592"/>
                </a:cubicBezTo>
                <a:cubicBezTo>
                  <a:pt x="1341893" y="132473"/>
                  <a:pt x="1332410" y="136913"/>
                  <a:pt x="1321271" y="136913"/>
                </a:cubicBezTo>
                <a:cubicBezTo>
                  <a:pt x="1315973" y="136913"/>
                  <a:pt x="1311172" y="135859"/>
                  <a:pt x="1306867" y="133752"/>
                </a:cubicBezTo>
                <a:cubicBezTo>
                  <a:pt x="1302562" y="131645"/>
                  <a:pt x="1298031" y="128032"/>
                  <a:pt x="1293275" y="122915"/>
                </a:cubicBezTo>
                <a:lnTo>
                  <a:pt x="1293275" y="171231"/>
                </a:lnTo>
                <a:lnTo>
                  <a:pt x="1267897" y="171231"/>
                </a:lnTo>
                <a:lnTo>
                  <a:pt x="1267897" y="38834"/>
                </a:lnTo>
                <a:moveTo>
                  <a:pt x="1293004" y="85122"/>
                </a:moveTo>
                <a:cubicBezTo>
                  <a:pt x="1293004" y="95882"/>
                  <a:pt x="1295141" y="103832"/>
                  <a:pt x="1299416" y="108973"/>
                </a:cubicBezTo>
                <a:cubicBezTo>
                  <a:pt x="1303691" y="114113"/>
                  <a:pt x="1308899" y="116683"/>
                  <a:pt x="1315040" y="116683"/>
                </a:cubicBezTo>
                <a:cubicBezTo>
                  <a:pt x="1320940" y="116683"/>
                  <a:pt x="1325847" y="114324"/>
                  <a:pt x="1329761" y="109605"/>
                </a:cubicBezTo>
                <a:cubicBezTo>
                  <a:pt x="1333674" y="104886"/>
                  <a:pt x="1335631" y="97146"/>
                  <a:pt x="1335631" y="86383"/>
                </a:cubicBezTo>
                <a:cubicBezTo>
                  <a:pt x="1335631" y="76344"/>
                  <a:pt x="1333614" y="68889"/>
                  <a:pt x="1329580" y="64020"/>
                </a:cubicBezTo>
                <a:cubicBezTo>
                  <a:pt x="1325546" y="59151"/>
                  <a:pt x="1320549" y="56716"/>
                  <a:pt x="1314588" y="56716"/>
                </a:cubicBezTo>
                <a:cubicBezTo>
                  <a:pt x="1308387" y="56716"/>
                  <a:pt x="1303239" y="59105"/>
                  <a:pt x="1299145" y="63884"/>
                </a:cubicBezTo>
                <a:cubicBezTo>
                  <a:pt x="1295051" y="68663"/>
                  <a:pt x="1293004" y="75743"/>
                  <a:pt x="1293004" y="85122"/>
                </a:cubicBezTo>
                <a:close/>
                <a:moveTo>
                  <a:pt x="1381630" y="25829"/>
                </a:moveTo>
                <a:lnTo>
                  <a:pt x="1381630" y="2348"/>
                </a:lnTo>
                <a:lnTo>
                  <a:pt x="1407007" y="2348"/>
                </a:lnTo>
                <a:lnTo>
                  <a:pt x="1407007" y="25829"/>
                </a:lnTo>
                <a:lnTo>
                  <a:pt x="1381630" y="25829"/>
                </a:lnTo>
                <a:moveTo>
                  <a:pt x="1381630" y="134745"/>
                </a:moveTo>
                <a:lnTo>
                  <a:pt x="1381630" y="38834"/>
                </a:lnTo>
                <a:lnTo>
                  <a:pt x="1407007" y="38834"/>
                </a:lnTo>
                <a:lnTo>
                  <a:pt x="1407007" y="134745"/>
                </a:lnTo>
                <a:lnTo>
                  <a:pt x="1381630" y="134745"/>
                </a:lnTo>
                <a:close/>
                <a:moveTo>
                  <a:pt x="1520289" y="134745"/>
                </a:moveTo>
                <a:lnTo>
                  <a:pt x="1494912" y="134745"/>
                </a:lnTo>
                <a:lnTo>
                  <a:pt x="1494912" y="85853"/>
                </a:lnTo>
                <a:cubicBezTo>
                  <a:pt x="1494912" y="75508"/>
                  <a:pt x="1494370" y="68818"/>
                  <a:pt x="1493286" y="65781"/>
                </a:cubicBezTo>
                <a:cubicBezTo>
                  <a:pt x="1492202" y="62744"/>
                  <a:pt x="1490441" y="60384"/>
                  <a:pt x="1488003" y="58700"/>
                </a:cubicBezTo>
                <a:cubicBezTo>
                  <a:pt x="1485565" y="57016"/>
                  <a:pt x="1482629" y="56174"/>
                  <a:pt x="1479198" y="56174"/>
                </a:cubicBezTo>
                <a:cubicBezTo>
                  <a:pt x="1474802" y="56174"/>
                  <a:pt x="1470859" y="57377"/>
                  <a:pt x="1467367" y="59784"/>
                </a:cubicBezTo>
                <a:cubicBezTo>
                  <a:pt x="1463875" y="62188"/>
                  <a:pt x="1461481" y="65375"/>
                  <a:pt x="1460187" y="69345"/>
                </a:cubicBezTo>
                <a:cubicBezTo>
                  <a:pt x="1458892" y="73314"/>
                  <a:pt x="1458245" y="80650"/>
                  <a:pt x="1458245" y="91356"/>
                </a:cubicBezTo>
                <a:lnTo>
                  <a:pt x="1458245" y="134745"/>
                </a:lnTo>
                <a:lnTo>
                  <a:pt x="1432868" y="134745"/>
                </a:lnTo>
                <a:lnTo>
                  <a:pt x="1432868" y="38834"/>
                </a:lnTo>
                <a:lnTo>
                  <a:pt x="1456439" y="38834"/>
                </a:lnTo>
                <a:lnTo>
                  <a:pt x="1456439" y="52923"/>
                </a:lnTo>
                <a:cubicBezTo>
                  <a:pt x="1464808" y="42085"/>
                  <a:pt x="1475344" y="36667"/>
                  <a:pt x="1488048" y="36667"/>
                </a:cubicBezTo>
                <a:cubicBezTo>
                  <a:pt x="1493647" y="36667"/>
                  <a:pt x="1498765" y="37675"/>
                  <a:pt x="1503401" y="39692"/>
                </a:cubicBezTo>
                <a:cubicBezTo>
                  <a:pt x="1508037" y="41709"/>
                  <a:pt x="1511544" y="44283"/>
                  <a:pt x="1513922" y="47414"/>
                </a:cubicBezTo>
                <a:cubicBezTo>
                  <a:pt x="1516301" y="50545"/>
                  <a:pt x="1517956" y="54097"/>
                  <a:pt x="1518890" y="58071"/>
                </a:cubicBezTo>
                <a:cubicBezTo>
                  <a:pt x="1519823" y="62044"/>
                  <a:pt x="1520289" y="67734"/>
                  <a:pt x="1520289" y="75140"/>
                </a:cubicBezTo>
                <a:lnTo>
                  <a:pt x="1520289" y="134745"/>
                </a:lnTo>
                <a:close/>
                <a:moveTo>
                  <a:pt x="1543710" y="140887"/>
                </a:moveTo>
                <a:lnTo>
                  <a:pt x="1572700" y="144499"/>
                </a:lnTo>
                <a:cubicBezTo>
                  <a:pt x="1573182" y="147903"/>
                  <a:pt x="1574296" y="150242"/>
                  <a:pt x="1576042" y="151518"/>
                </a:cubicBezTo>
                <a:cubicBezTo>
                  <a:pt x="1578450" y="153341"/>
                  <a:pt x="1582243" y="154253"/>
                  <a:pt x="1587421" y="154253"/>
                </a:cubicBezTo>
                <a:cubicBezTo>
                  <a:pt x="1594044" y="154253"/>
                  <a:pt x="1599011" y="153252"/>
                  <a:pt x="1602323" y="151250"/>
                </a:cubicBezTo>
                <a:cubicBezTo>
                  <a:pt x="1604550" y="149916"/>
                  <a:pt x="1606236" y="147764"/>
                  <a:pt x="1607380" y="144793"/>
                </a:cubicBezTo>
                <a:cubicBezTo>
                  <a:pt x="1608163" y="142670"/>
                  <a:pt x="1608554" y="138760"/>
                  <a:pt x="1608554" y="133061"/>
                </a:cubicBezTo>
                <a:lnTo>
                  <a:pt x="1608554" y="118961"/>
                </a:lnTo>
                <a:cubicBezTo>
                  <a:pt x="1600968" y="129484"/>
                  <a:pt x="1591395" y="134745"/>
                  <a:pt x="1579835" y="134745"/>
                </a:cubicBezTo>
                <a:cubicBezTo>
                  <a:pt x="1566950" y="134745"/>
                  <a:pt x="1556745" y="129297"/>
                  <a:pt x="1549219" y="118399"/>
                </a:cubicBezTo>
                <a:cubicBezTo>
                  <a:pt x="1543319" y="109789"/>
                  <a:pt x="1540369" y="99072"/>
                  <a:pt x="1540369" y="86248"/>
                </a:cubicBezTo>
                <a:cubicBezTo>
                  <a:pt x="1540369" y="70172"/>
                  <a:pt x="1544237" y="57890"/>
                  <a:pt x="1551974" y="49401"/>
                </a:cubicBezTo>
                <a:cubicBezTo>
                  <a:pt x="1559710" y="40911"/>
                  <a:pt x="1569329" y="36667"/>
                  <a:pt x="1580828" y="36667"/>
                </a:cubicBezTo>
                <a:cubicBezTo>
                  <a:pt x="1592689" y="36667"/>
                  <a:pt x="1602473" y="41899"/>
                  <a:pt x="1610180" y="52364"/>
                </a:cubicBezTo>
                <a:lnTo>
                  <a:pt x="1610180" y="38834"/>
                </a:lnTo>
                <a:lnTo>
                  <a:pt x="1633932" y="38834"/>
                </a:lnTo>
                <a:lnTo>
                  <a:pt x="1633932" y="124958"/>
                </a:lnTo>
                <a:cubicBezTo>
                  <a:pt x="1633932" y="136284"/>
                  <a:pt x="1632999" y="144749"/>
                  <a:pt x="1631132" y="150352"/>
                </a:cubicBezTo>
                <a:cubicBezTo>
                  <a:pt x="1629266" y="155956"/>
                  <a:pt x="1626647" y="160354"/>
                  <a:pt x="1623275" y="163546"/>
                </a:cubicBezTo>
                <a:cubicBezTo>
                  <a:pt x="1619903" y="166741"/>
                  <a:pt x="1615403" y="169242"/>
                  <a:pt x="1609773" y="171048"/>
                </a:cubicBezTo>
                <a:cubicBezTo>
                  <a:pt x="1604144" y="172856"/>
                  <a:pt x="1597024" y="173760"/>
                  <a:pt x="1588415" y="173760"/>
                </a:cubicBezTo>
                <a:cubicBezTo>
                  <a:pt x="1572158" y="173760"/>
                  <a:pt x="1560629" y="170952"/>
                  <a:pt x="1553825" y="165336"/>
                </a:cubicBezTo>
                <a:cubicBezTo>
                  <a:pt x="1547022" y="159721"/>
                  <a:pt x="1543620" y="152604"/>
                  <a:pt x="1543620" y="143983"/>
                </a:cubicBezTo>
                <a:cubicBezTo>
                  <a:pt x="1543620" y="143132"/>
                  <a:pt x="1543650" y="142100"/>
                  <a:pt x="1543710" y="140887"/>
                </a:cubicBezTo>
                <a:moveTo>
                  <a:pt x="1566378" y="84803"/>
                </a:moveTo>
                <a:cubicBezTo>
                  <a:pt x="1566378" y="94948"/>
                  <a:pt x="1568350" y="102376"/>
                  <a:pt x="1572294" y="107087"/>
                </a:cubicBezTo>
                <a:cubicBezTo>
                  <a:pt x="1576237" y="111799"/>
                  <a:pt x="1581099" y="114154"/>
                  <a:pt x="1586879" y="114154"/>
                </a:cubicBezTo>
                <a:cubicBezTo>
                  <a:pt x="1593081" y="114154"/>
                  <a:pt x="1598319" y="111738"/>
                  <a:pt x="1602594" y="106907"/>
                </a:cubicBezTo>
                <a:cubicBezTo>
                  <a:pt x="1606868" y="102075"/>
                  <a:pt x="1609006" y="94918"/>
                  <a:pt x="1609006" y="85435"/>
                </a:cubicBezTo>
                <a:cubicBezTo>
                  <a:pt x="1609006" y="75531"/>
                  <a:pt x="1606959" y="68178"/>
                  <a:pt x="1602864" y="63376"/>
                </a:cubicBezTo>
                <a:cubicBezTo>
                  <a:pt x="1598770" y="58575"/>
                  <a:pt x="1593592" y="56174"/>
                  <a:pt x="1587331" y="56174"/>
                </a:cubicBezTo>
                <a:cubicBezTo>
                  <a:pt x="1581250" y="56174"/>
                  <a:pt x="1576237" y="58530"/>
                  <a:pt x="1572294" y="63241"/>
                </a:cubicBezTo>
                <a:cubicBezTo>
                  <a:pt x="1568350" y="67952"/>
                  <a:pt x="1566378" y="75140"/>
                  <a:pt x="1566378" y="84803"/>
                </a:cubicBezTo>
                <a:close/>
                <a:moveTo>
                  <a:pt x="1650127" y="107471"/>
                </a:moveTo>
                <a:lnTo>
                  <a:pt x="1675595" y="103497"/>
                </a:lnTo>
                <a:cubicBezTo>
                  <a:pt x="1676678" y="108404"/>
                  <a:pt x="1678876" y="112130"/>
                  <a:pt x="1682187" y="114674"/>
                </a:cubicBezTo>
                <a:cubicBezTo>
                  <a:pt x="1685499" y="117217"/>
                  <a:pt x="1690135" y="118489"/>
                  <a:pt x="1696095" y="118489"/>
                </a:cubicBezTo>
                <a:cubicBezTo>
                  <a:pt x="1702658" y="118489"/>
                  <a:pt x="1707595" y="117287"/>
                  <a:pt x="1710907" y="114882"/>
                </a:cubicBezTo>
                <a:cubicBezTo>
                  <a:pt x="1713134" y="113198"/>
                  <a:pt x="1714248" y="110944"/>
                  <a:pt x="1714248" y="108118"/>
                </a:cubicBezTo>
                <a:cubicBezTo>
                  <a:pt x="1714248" y="106193"/>
                  <a:pt x="1713646" y="104599"/>
                  <a:pt x="1712442" y="103337"/>
                </a:cubicBezTo>
                <a:cubicBezTo>
                  <a:pt x="1711178" y="102134"/>
                  <a:pt x="1708348" y="101022"/>
                  <a:pt x="1703953" y="100001"/>
                </a:cubicBezTo>
                <a:cubicBezTo>
                  <a:pt x="1683482" y="95493"/>
                  <a:pt x="1670507" y="91374"/>
                  <a:pt x="1665028" y="87645"/>
                </a:cubicBezTo>
                <a:cubicBezTo>
                  <a:pt x="1657442" y="82471"/>
                  <a:pt x="1653649" y="75283"/>
                  <a:pt x="1653649" y="66080"/>
                </a:cubicBezTo>
                <a:cubicBezTo>
                  <a:pt x="1653649" y="57779"/>
                  <a:pt x="1656930" y="50801"/>
                  <a:pt x="1663493" y="45147"/>
                </a:cubicBezTo>
                <a:cubicBezTo>
                  <a:pt x="1670055" y="39494"/>
                  <a:pt x="1680231" y="36667"/>
                  <a:pt x="1694018" y="36667"/>
                </a:cubicBezTo>
                <a:cubicBezTo>
                  <a:pt x="1707144" y="36667"/>
                  <a:pt x="1716897" y="38797"/>
                  <a:pt x="1723279" y="43056"/>
                </a:cubicBezTo>
                <a:cubicBezTo>
                  <a:pt x="1729661" y="47316"/>
                  <a:pt x="1734057" y="53615"/>
                  <a:pt x="1736465" y="61954"/>
                </a:cubicBezTo>
                <a:lnTo>
                  <a:pt x="1712532" y="66470"/>
                </a:lnTo>
                <a:cubicBezTo>
                  <a:pt x="1711509" y="62737"/>
                  <a:pt x="1709567" y="59877"/>
                  <a:pt x="1706707" y="57890"/>
                </a:cubicBezTo>
                <a:cubicBezTo>
                  <a:pt x="1703847" y="55903"/>
                  <a:pt x="1699768" y="54910"/>
                  <a:pt x="1694470" y="54910"/>
                </a:cubicBezTo>
                <a:cubicBezTo>
                  <a:pt x="1687787" y="54910"/>
                  <a:pt x="1683000" y="55842"/>
                  <a:pt x="1680110" y="57707"/>
                </a:cubicBezTo>
                <a:cubicBezTo>
                  <a:pt x="1678184" y="59027"/>
                  <a:pt x="1677220" y="60740"/>
                  <a:pt x="1677220" y="62846"/>
                </a:cubicBezTo>
                <a:cubicBezTo>
                  <a:pt x="1677220" y="64648"/>
                  <a:pt x="1678063" y="66181"/>
                  <a:pt x="1679749" y="67443"/>
                </a:cubicBezTo>
                <a:cubicBezTo>
                  <a:pt x="1682037" y="69127"/>
                  <a:pt x="1689939" y="71503"/>
                  <a:pt x="1703456" y="74569"/>
                </a:cubicBezTo>
                <a:cubicBezTo>
                  <a:pt x="1716973" y="77636"/>
                  <a:pt x="1726410" y="81398"/>
                  <a:pt x="1731769" y="85856"/>
                </a:cubicBezTo>
                <a:cubicBezTo>
                  <a:pt x="1737067" y="90375"/>
                  <a:pt x="1739716" y="96670"/>
                  <a:pt x="1739716" y="104742"/>
                </a:cubicBezTo>
                <a:cubicBezTo>
                  <a:pt x="1739716" y="113538"/>
                  <a:pt x="1736043" y="121099"/>
                  <a:pt x="1728698" y="127425"/>
                </a:cubicBezTo>
                <a:cubicBezTo>
                  <a:pt x="1721353" y="133750"/>
                  <a:pt x="1710485" y="136913"/>
                  <a:pt x="1696095" y="136913"/>
                </a:cubicBezTo>
                <a:cubicBezTo>
                  <a:pt x="1683030" y="136913"/>
                  <a:pt x="1672690" y="134272"/>
                  <a:pt x="1665073" y="128991"/>
                </a:cubicBezTo>
                <a:cubicBezTo>
                  <a:pt x="1657457" y="123708"/>
                  <a:pt x="1652475" y="116534"/>
                  <a:pt x="1650127" y="1074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(reverse-engineeredbyus)">
            <a:extLst xmlns:a="http://schemas.openxmlformats.org/drawingml/2006/main">
              <a:ext uri="{FF2B5EF4-FFF2-40B4-BE49-F238E27FC236}">
                <a16:creationId xmlns:a16="http://schemas.microsoft.com/office/drawing/2014/main" id="{0075689B-8F53-4B04-B7BC-ECE61A39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079" y="407162"/>
            <a:ext cx="1984155" cy="147028"/>
          </a:xfrm>
          <a:custGeom xmlns:a="http://schemas.openxmlformats.org/drawingml/2006/main">
            <a:pathLst>
              <a:path w="1984155" h="147028">
                <a:moveTo>
                  <a:pt x="38667" y="147028"/>
                </a:moveTo>
                <a:lnTo>
                  <a:pt x="23919" y="147028"/>
                </a:lnTo>
                <a:cubicBezTo>
                  <a:pt x="16124" y="135247"/>
                  <a:pt x="10189" y="123007"/>
                  <a:pt x="6113" y="110309"/>
                </a:cubicBezTo>
                <a:cubicBezTo>
                  <a:pt x="2038" y="97611"/>
                  <a:pt x="0" y="85320"/>
                  <a:pt x="0" y="73437"/>
                </a:cubicBezTo>
                <a:cubicBezTo>
                  <a:pt x="0" y="58698"/>
                  <a:pt x="2522" y="44751"/>
                  <a:pt x="7565" y="31594"/>
                </a:cubicBezTo>
                <a:cubicBezTo>
                  <a:pt x="11947" y="20170"/>
                  <a:pt x="17500" y="9638"/>
                  <a:pt x="24224" y="0"/>
                </a:cubicBezTo>
                <a:lnTo>
                  <a:pt x="38897" y="0"/>
                </a:lnTo>
                <a:cubicBezTo>
                  <a:pt x="31917" y="15452"/>
                  <a:pt x="27116" y="28597"/>
                  <a:pt x="24492" y="39434"/>
                </a:cubicBezTo>
                <a:cubicBezTo>
                  <a:pt x="21868" y="50271"/>
                  <a:pt x="20556" y="61758"/>
                  <a:pt x="20556" y="73896"/>
                </a:cubicBezTo>
                <a:cubicBezTo>
                  <a:pt x="20556" y="82261"/>
                  <a:pt x="21333" y="90829"/>
                  <a:pt x="22887" y="99601"/>
                </a:cubicBezTo>
                <a:cubicBezTo>
                  <a:pt x="24441" y="108372"/>
                  <a:pt x="26568" y="116709"/>
                  <a:pt x="29268" y="124614"/>
                </a:cubicBezTo>
                <a:cubicBezTo>
                  <a:pt x="31051" y="129816"/>
                  <a:pt x="34184" y="137288"/>
                  <a:pt x="38667" y="147028"/>
                </a:cubicBezTo>
                <a:close/>
                <a:moveTo>
                  <a:pt x="75729" y="114015"/>
                </a:moveTo>
                <a:lnTo>
                  <a:pt x="54255" y="114015"/>
                </a:lnTo>
                <a:lnTo>
                  <a:pt x="54255" y="32860"/>
                </a:lnTo>
                <a:lnTo>
                  <a:pt x="74200" y="32860"/>
                </a:lnTo>
                <a:lnTo>
                  <a:pt x="74200" y="44399"/>
                </a:lnTo>
                <a:cubicBezTo>
                  <a:pt x="77614" y="38948"/>
                  <a:pt x="80683" y="35356"/>
                  <a:pt x="83409" y="33624"/>
                </a:cubicBezTo>
                <a:cubicBezTo>
                  <a:pt x="86134" y="31892"/>
                  <a:pt x="89229" y="31026"/>
                  <a:pt x="92694" y="31026"/>
                </a:cubicBezTo>
                <a:cubicBezTo>
                  <a:pt x="97584" y="31026"/>
                  <a:pt x="102297" y="32376"/>
                  <a:pt x="106831" y="35076"/>
                </a:cubicBezTo>
                <a:lnTo>
                  <a:pt x="100182" y="53798"/>
                </a:lnTo>
                <a:cubicBezTo>
                  <a:pt x="96565" y="51455"/>
                  <a:pt x="93203" y="50283"/>
                  <a:pt x="90095" y="50283"/>
                </a:cubicBezTo>
                <a:cubicBezTo>
                  <a:pt x="87090" y="50283"/>
                  <a:pt x="84542" y="51111"/>
                  <a:pt x="82454" y="52766"/>
                </a:cubicBezTo>
                <a:cubicBezTo>
                  <a:pt x="80365" y="54422"/>
                  <a:pt x="78722" y="57415"/>
                  <a:pt x="77525" y="61746"/>
                </a:cubicBezTo>
                <a:cubicBezTo>
                  <a:pt x="76327" y="66076"/>
                  <a:pt x="75729" y="75144"/>
                  <a:pt x="75729" y="88950"/>
                </a:cubicBezTo>
                <a:lnTo>
                  <a:pt x="75729" y="114015"/>
                </a:lnTo>
                <a:close/>
                <a:moveTo>
                  <a:pt x="163049" y="88186"/>
                </a:moveTo>
                <a:lnTo>
                  <a:pt x="184446" y="91854"/>
                </a:lnTo>
                <a:cubicBezTo>
                  <a:pt x="181695" y="99674"/>
                  <a:pt x="177352" y="105628"/>
                  <a:pt x="171417" y="109717"/>
                </a:cubicBezTo>
                <a:cubicBezTo>
                  <a:pt x="165482" y="113805"/>
                  <a:pt x="158056" y="115849"/>
                  <a:pt x="149141" y="115849"/>
                </a:cubicBezTo>
                <a:cubicBezTo>
                  <a:pt x="135029" y="115849"/>
                  <a:pt x="124585" y="111239"/>
                  <a:pt x="117810" y="102018"/>
                </a:cubicBezTo>
                <a:cubicBezTo>
                  <a:pt x="112460" y="94631"/>
                  <a:pt x="109786" y="85308"/>
                  <a:pt x="109786" y="74049"/>
                </a:cubicBezTo>
                <a:cubicBezTo>
                  <a:pt x="109786" y="60599"/>
                  <a:pt x="113301" y="50066"/>
                  <a:pt x="120331" y="42450"/>
                </a:cubicBezTo>
                <a:cubicBezTo>
                  <a:pt x="127362" y="34834"/>
                  <a:pt x="136252" y="31026"/>
                  <a:pt x="147001" y="31026"/>
                </a:cubicBezTo>
                <a:cubicBezTo>
                  <a:pt x="159075" y="31026"/>
                  <a:pt x="168602" y="35012"/>
                  <a:pt x="175581" y="42985"/>
                </a:cubicBezTo>
                <a:cubicBezTo>
                  <a:pt x="182561" y="50958"/>
                  <a:pt x="185898" y="63172"/>
                  <a:pt x="185592" y="79627"/>
                </a:cubicBezTo>
                <a:lnTo>
                  <a:pt x="131794" y="79627"/>
                </a:lnTo>
                <a:cubicBezTo>
                  <a:pt x="131947" y="85995"/>
                  <a:pt x="133679" y="90950"/>
                  <a:pt x="136990" y="94491"/>
                </a:cubicBezTo>
                <a:cubicBezTo>
                  <a:pt x="140302" y="98031"/>
                  <a:pt x="144428" y="99802"/>
                  <a:pt x="149370" y="99802"/>
                </a:cubicBezTo>
                <a:cubicBezTo>
                  <a:pt x="152733" y="99802"/>
                  <a:pt x="155560" y="98885"/>
                  <a:pt x="157853" y="97051"/>
                </a:cubicBezTo>
                <a:cubicBezTo>
                  <a:pt x="160145" y="95217"/>
                  <a:pt x="161877" y="92262"/>
                  <a:pt x="163049" y="88186"/>
                </a:cubicBezTo>
                <a:moveTo>
                  <a:pt x="164272" y="66483"/>
                </a:moveTo>
                <a:cubicBezTo>
                  <a:pt x="164119" y="60294"/>
                  <a:pt x="162514" y="55588"/>
                  <a:pt x="159457" y="52365"/>
                </a:cubicBezTo>
                <a:cubicBezTo>
                  <a:pt x="156401" y="49143"/>
                  <a:pt x="152682" y="47532"/>
                  <a:pt x="148300" y="47532"/>
                </a:cubicBezTo>
                <a:cubicBezTo>
                  <a:pt x="143613" y="47532"/>
                  <a:pt x="139741" y="49231"/>
                  <a:pt x="136685" y="52630"/>
                </a:cubicBezTo>
                <a:cubicBezTo>
                  <a:pt x="133628" y="56031"/>
                  <a:pt x="132125" y="60649"/>
                  <a:pt x="132176" y="66483"/>
                </a:cubicBezTo>
                <a:lnTo>
                  <a:pt x="164272" y="66483"/>
                </a:lnTo>
                <a:close/>
                <a:moveTo>
                  <a:pt x="225382" y="114015"/>
                </a:moveTo>
                <a:lnTo>
                  <a:pt x="192675" y="32860"/>
                </a:lnTo>
                <a:lnTo>
                  <a:pt x="215219" y="32860"/>
                </a:lnTo>
                <a:lnTo>
                  <a:pt x="230502" y="74278"/>
                </a:lnTo>
                <a:lnTo>
                  <a:pt x="234935" y="88110"/>
                </a:lnTo>
                <a:cubicBezTo>
                  <a:pt x="236106" y="84594"/>
                  <a:pt x="236845" y="82276"/>
                  <a:pt x="237151" y="81156"/>
                </a:cubicBezTo>
                <a:cubicBezTo>
                  <a:pt x="237864" y="78863"/>
                  <a:pt x="238628" y="76571"/>
                  <a:pt x="239443" y="74278"/>
                </a:cubicBezTo>
                <a:lnTo>
                  <a:pt x="254880" y="32860"/>
                </a:lnTo>
                <a:lnTo>
                  <a:pt x="276964" y="32860"/>
                </a:lnTo>
                <a:lnTo>
                  <a:pt x="244716" y="114015"/>
                </a:lnTo>
                <a:lnTo>
                  <a:pt x="225382" y="114015"/>
                </a:lnTo>
                <a:close/>
                <a:moveTo>
                  <a:pt x="337081" y="88186"/>
                </a:moveTo>
                <a:lnTo>
                  <a:pt x="358478" y="91854"/>
                </a:lnTo>
                <a:cubicBezTo>
                  <a:pt x="355727" y="99674"/>
                  <a:pt x="351384" y="105628"/>
                  <a:pt x="345449" y="109717"/>
                </a:cubicBezTo>
                <a:cubicBezTo>
                  <a:pt x="339514" y="113805"/>
                  <a:pt x="332089" y="115849"/>
                  <a:pt x="323173" y="115849"/>
                </a:cubicBezTo>
                <a:cubicBezTo>
                  <a:pt x="309061" y="115849"/>
                  <a:pt x="298618" y="111239"/>
                  <a:pt x="291842" y="102018"/>
                </a:cubicBezTo>
                <a:cubicBezTo>
                  <a:pt x="286493" y="94631"/>
                  <a:pt x="283818" y="85308"/>
                  <a:pt x="283818" y="74049"/>
                </a:cubicBezTo>
                <a:cubicBezTo>
                  <a:pt x="283818" y="60599"/>
                  <a:pt x="287333" y="50066"/>
                  <a:pt x="294364" y="42450"/>
                </a:cubicBezTo>
                <a:cubicBezTo>
                  <a:pt x="301394" y="34834"/>
                  <a:pt x="310284" y="31026"/>
                  <a:pt x="321034" y="31026"/>
                </a:cubicBezTo>
                <a:cubicBezTo>
                  <a:pt x="333108" y="31026"/>
                  <a:pt x="342634" y="35012"/>
                  <a:pt x="349614" y="42985"/>
                </a:cubicBezTo>
                <a:cubicBezTo>
                  <a:pt x="356593" y="50958"/>
                  <a:pt x="359930" y="63172"/>
                  <a:pt x="359624" y="79627"/>
                </a:cubicBezTo>
                <a:lnTo>
                  <a:pt x="305826" y="79627"/>
                </a:lnTo>
                <a:cubicBezTo>
                  <a:pt x="305979" y="85995"/>
                  <a:pt x="307711" y="90950"/>
                  <a:pt x="311023" y="94491"/>
                </a:cubicBezTo>
                <a:cubicBezTo>
                  <a:pt x="314334" y="98031"/>
                  <a:pt x="318461" y="99802"/>
                  <a:pt x="323402" y="99802"/>
                </a:cubicBezTo>
                <a:cubicBezTo>
                  <a:pt x="326765" y="99802"/>
                  <a:pt x="329592" y="98885"/>
                  <a:pt x="331885" y="97051"/>
                </a:cubicBezTo>
                <a:cubicBezTo>
                  <a:pt x="334177" y="95217"/>
                  <a:pt x="335910" y="92262"/>
                  <a:pt x="337081" y="88186"/>
                </a:cubicBezTo>
                <a:moveTo>
                  <a:pt x="338304" y="66483"/>
                </a:moveTo>
                <a:cubicBezTo>
                  <a:pt x="338151" y="60294"/>
                  <a:pt x="336546" y="55588"/>
                  <a:pt x="333490" y="52365"/>
                </a:cubicBezTo>
                <a:cubicBezTo>
                  <a:pt x="330433" y="49143"/>
                  <a:pt x="326714" y="47532"/>
                  <a:pt x="322333" y="47532"/>
                </a:cubicBezTo>
                <a:cubicBezTo>
                  <a:pt x="317646" y="47532"/>
                  <a:pt x="313774" y="49231"/>
                  <a:pt x="310717" y="52630"/>
                </a:cubicBezTo>
                <a:cubicBezTo>
                  <a:pt x="307660" y="56031"/>
                  <a:pt x="306158" y="60649"/>
                  <a:pt x="306208" y="66483"/>
                </a:cubicBezTo>
                <a:lnTo>
                  <a:pt x="338304" y="66483"/>
                </a:lnTo>
                <a:close/>
                <a:moveTo>
                  <a:pt x="397657" y="114015"/>
                </a:moveTo>
                <a:lnTo>
                  <a:pt x="376183" y="114015"/>
                </a:lnTo>
                <a:lnTo>
                  <a:pt x="376183" y="32860"/>
                </a:lnTo>
                <a:lnTo>
                  <a:pt x="396128" y="32860"/>
                </a:lnTo>
                <a:lnTo>
                  <a:pt x="396128" y="44399"/>
                </a:lnTo>
                <a:cubicBezTo>
                  <a:pt x="399542" y="38948"/>
                  <a:pt x="402611" y="35356"/>
                  <a:pt x="405337" y="33624"/>
                </a:cubicBezTo>
                <a:cubicBezTo>
                  <a:pt x="408062" y="31892"/>
                  <a:pt x="411157" y="31026"/>
                  <a:pt x="414621" y="31026"/>
                </a:cubicBezTo>
                <a:cubicBezTo>
                  <a:pt x="419512" y="31026"/>
                  <a:pt x="424225" y="32376"/>
                  <a:pt x="428759" y="35076"/>
                </a:cubicBezTo>
                <a:lnTo>
                  <a:pt x="422110" y="53798"/>
                </a:lnTo>
                <a:cubicBezTo>
                  <a:pt x="418493" y="51455"/>
                  <a:pt x="415131" y="50283"/>
                  <a:pt x="412023" y="50283"/>
                </a:cubicBezTo>
                <a:cubicBezTo>
                  <a:pt x="409017" y="50283"/>
                  <a:pt x="406470" y="51111"/>
                  <a:pt x="404381" y="52766"/>
                </a:cubicBezTo>
                <a:cubicBezTo>
                  <a:pt x="402293" y="54422"/>
                  <a:pt x="400650" y="57415"/>
                  <a:pt x="399453" y="61746"/>
                </a:cubicBezTo>
                <a:cubicBezTo>
                  <a:pt x="398255" y="66076"/>
                  <a:pt x="397657" y="75144"/>
                  <a:pt x="397657" y="88950"/>
                </a:cubicBezTo>
                <a:lnTo>
                  <a:pt x="397657" y="114015"/>
                </a:lnTo>
                <a:close/>
                <a:moveTo>
                  <a:pt x="430415" y="90937"/>
                </a:moveTo>
                <a:lnTo>
                  <a:pt x="451964" y="87575"/>
                </a:lnTo>
                <a:cubicBezTo>
                  <a:pt x="452881" y="91727"/>
                  <a:pt x="454741" y="94879"/>
                  <a:pt x="457543" y="97031"/>
                </a:cubicBezTo>
                <a:cubicBezTo>
                  <a:pt x="460345" y="99184"/>
                  <a:pt x="464268" y="100260"/>
                  <a:pt x="469311" y="100260"/>
                </a:cubicBezTo>
                <a:cubicBezTo>
                  <a:pt x="474864" y="100260"/>
                  <a:pt x="479042" y="99243"/>
                  <a:pt x="481844" y="97208"/>
                </a:cubicBezTo>
                <a:cubicBezTo>
                  <a:pt x="483729" y="95783"/>
                  <a:pt x="484671" y="93875"/>
                  <a:pt x="484671" y="91484"/>
                </a:cubicBezTo>
                <a:cubicBezTo>
                  <a:pt x="484671" y="89855"/>
                  <a:pt x="484162" y="88507"/>
                  <a:pt x="483143" y="87439"/>
                </a:cubicBezTo>
                <a:cubicBezTo>
                  <a:pt x="482073" y="86421"/>
                  <a:pt x="479679" y="85480"/>
                  <a:pt x="475960" y="84616"/>
                </a:cubicBezTo>
                <a:cubicBezTo>
                  <a:pt x="458638" y="80801"/>
                  <a:pt x="447660" y="77316"/>
                  <a:pt x="443024" y="74161"/>
                </a:cubicBezTo>
                <a:cubicBezTo>
                  <a:pt x="436604" y="69783"/>
                  <a:pt x="433395" y="63701"/>
                  <a:pt x="433395" y="55914"/>
                </a:cubicBezTo>
                <a:cubicBezTo>
                  <a:pt x="433395" y="48890"/>
                  <a:pt x="436171" y="42986"/>
                  <a:pt x="441724" y="38202"/>
                </a:cubicBezTo>
                <a:cubicBezTo>
                  <a:pt x="447277" y="33418"/>
                  <a:pt x="455887" y="31026"/>
                  <a:pt x="467554" y="31026"/>
                </a:cubicBezTo>
                <a:cubicBezTo>
                  <a:pt x="478660" y="31026"/>
                  <a:pt x="486913" y="32828"/>
                  <a:pt x="492313" y="36432"/>
                </a:cubicBezTo>
                <a:cubicBezTo>
                  <a:pt x="497713" y="40037"/>
                  <a:pt x="501432" y="45367"/>
                  <a:pt x="503470" y="52423"/>
                </a:cubicBezTo>
                <a:lnTo>
                  <a:pt x="483219" y="56243"/>
                </a:lnTo>
                <a:cubicBezTo>
                  <a:pt x="482353" y="53085"/>
                  <a:pt x="480710" y="50665"/>
                  <a:pt x="478290" y="48984"/>
                </a:cubicBezTo>
                <a:cubicBezTo>
                  <a:pt x="475870" y="47303"/>
                  <a:pt x="472419" y="46462"/>
                  <a:pt x="467936" y="46462"/>
                </a:cubicBezTo>
                <a:cubicBezTo>
                  <a:pt x="462281" y="46462"/>
                  <a:pt x="458231" y="47251"/>
                  <a:pt x="455785" y="48829"/>
                </a:cubicBezTo>
                <a:cubicBezTo>
                  <a:pt x="454155" y="49946"/>
                  <a:pt x="453340" y="51396"/>
                  <a:pt x="453340" y="53177"/>
                </a:cubicBezTo>
                <a:cubicBezTo>
                  <a:pt x="453340" y="54702"/>
                  <a:pt x="454053" y="55999"/>
                  <a:pt x="455480" y="57067"/>
                </a:cubicBezTo>
                <a:cubicBezTo>
                  <a:pt x="457416" y="58492"/>
                  <a:pt x="464102" y="60502"/>
                  <a:pt x="475539" y="63097"/>
                </a:cubicBezTo>
                <a:cubicBezTo>
                  <a:pt x="486976" y="65692"/>
                  <a:pt x="494962" y="68876"/>
                  <a:pt x="499496" y="72647"/>
                </a:cubicBezTo>
                <a:cubicBezTo>
                  <a:pt x="503979" y="76471"/>
                  <a:pt x="506221" y="81798"/>
                  <a:pt x="506221" y="88628"/>
                </a:cubicBezTo>
                <a:cubicBezTo>
                  <a:pt x="506221" y="96071"/>
                  <a:pt x="503113" y="102468"/>
                  <a:pt x="496898" y="107821"/>
                </a:cubicBezTo>
                <a:cubicBezTo>
                  <a:pt x="490683" y="113173"/>
                  <a:pt x="481487" y="115849"/>
                  <a:pt x="469311" y="115849"/>
                </a:cubicBezTo>
                <a:cubicBezTo>
                  <a:pt x="458256" y="115849"/>
                  <a:pt x="449506" y="113615"/>
                  <a:pt x="443062" y="109146"/>
                </a:cubicBezTo>
                <a:cubicBezTo>
                  <a:pt x="436617" y="104676"/>
                  <a:pt x="432401" y="98606"/>
                  <a:pt x="430415" y="90937"/>
                </a:cubicBezTo>
                <a:close/>
                <a:moveTo>
                  <a:pt x="571993" y="88186"/>
                </a:moveTo>
                <a:lnTo>
                  <a:pt x="593390" y="91854"/>
                </a:lnTo>
                <a:cubicBezTo>
                  <a:pt x="590639" y="99674"/>
                  <a:pt x="586296" y="105628"/>
                  <a:pt x="580361" y="109717"/>
                </a:cubicBezTo>
                <a:cubicBezTo>
                  <a:pt x="574426" y="113805"/>
                  <a:pt x="567000" y="115849"/>
                  <a:pt x="558085" y="115849"/>
                </a:cubicBezTo>
                <a:cubicBezTo>
                  <a:pt x="543973" y="115849"/>
                  <a:pt x="533529" y="111239"/>
                  <a:pt x="526754" y="102018"/>
                </a:cubicBezTo>
                <a:cubicBezTo>
                  <a:pt x="521404" y="94631"/>
                  <a:pt x="518730" y="85308"/>
                  <a:pt x="518730" y="74049"/>
                </a:cubicBezTo>
                <a:cubicBezTo>
                  <a:pt x="518730" y="60599"/>
                  <a:pt x="522245" y="50066"/>
                  <a:pt x="529275" y="42450"/>
                </a:cubicBezTo>
                <a:cubicBezTo>
                  <a:pt x="536306" y="34834"/>
                  <a:pt x="545196" y="31026"/>
                  <a:pt x="555945" y="31026"/>
                </a:cubicBezTo>
                <a:cubicBezTo>
                  <a:pt x="568019" y="31026"/>
                  <a:pt x="577546" y="35012"/>
                  <a:pt x="584525" y="42985"/>
                </a:cubicBezTo>
                <a:cubicBezTo>
                  <a:pt x="591505" y="50958"/>
                  <a:pt x="594842" y="63172"/>
                  <a:pt x="594536" y="79627"/>
                </a:cubicBezTo>
                <a:lnTo>
                  <a:pt x="540738" y="79627"/>
                </a:lnTo>
                <a:cubicBezTo>
                  <a:pt x="540891" y="85995"/>
                  <a:pt x="542623" y="90950"/>
                  <a:pt x="545934" y="94491"/>
                </a:cubicBezTo>
                <a:cubicBezTo>
                  <a:pt x="549246" y="98031"/>
                  <a:pt x="553372" y="99802"/>
                  <a:pt x="558314" y="99802"/>
                </a:cubicBezTo>
                <a:cubicBezTo>
                  <a:pt x="561676" y="99802"/>
                  <a:pt x="564504" y="98885"/>
                  <a:pt x="566796" y="97051"/>
                </a:cubicBezTo>
                <a:cubicBezTo>
                  <a:pt x="569089" y="95217"/>
                  <a:pt x="570821" y="92262"/>
                  <a:pt x="571993" y="88186"/>
                </a:cubicBezTo>
                <a:moveTo>
                  <a:pt x="573216" y="66483"/>
                </a:moveTo>
                <a:cubicBezTo>
                  <a:pt x="573063" y="60294"/>
                  <a:pt x="571458" y="55588"/>
                  <a:pt x="568401" y="52365"/>
                </a:cubicBezTo>
                <a:cubicBezTo>
                  <a:pt x="565345" y="49143"/>
                  <a:pt x="561626" y="47532"/>
                  <a:pt x="557244" y="47532"/>
                </a:cubicBezTo>
                <a:cubicBezTo>
                  <a:pt x="552557" y="47532"/>
                  <a:pt x="548685" y="49231"/>
                  <a:pt x="545629" y="52630"/>
                </a:cubicBezTo>
                <a:cubicBezTo>
                  <a:pt x="542572" y="56031"/>
                  <a:pt x="541069" y="60649"/>
                  <a:pt x="541120" y="66483"/>
                </a:cubicBezTo>
                <a:lnTo>
                  <a:pt x="573216" y="66483"/>
                </a:lnTo>
                <a:close/>
                <a:moveTo>
                  <a:pt x="609567" y="84060"/>
                </a:moveTo>
                <a:lnTo>
                  <a:pt x="609567" y="62510"/>
                </a:lnTo>
                <a:lnTo>
                  <a:pt x="651749" y="62510"/>
                </a:lnTo>
                <a:lnTo>
                  <a:pt x="651749" y="84060"/>
                </a:lnTo>
                <a:lnTo>
                  <a:pt x="609567" y="84060"/>
                </a:lnTo>
                <a:close/>
                <a:moveTo>
                  <a:pt x="711125" y="88186"/>
                </a:moveTo>
                <a:lnTo>
                  <a:pt x="732522" y="91854"/>
                </a:lnTo>
                <a:cubicBezTo>
                  <a:pt x="729771" y="99674"/>
                  <a:pt x="725428" y="105628"/>
                  <a:pt x="719493" y="109717"/>
                </a:cubicBezTo>
                <a:cubicBezTo>
                  <a:pt x="713557" y="113805"/>
                  <a:pt x="706132" y="115849"/>
                  <a:pt x="697217" y="115849"/>
                </a:cubicBezTo>
                <a:cubicBezTo>
                  <a:pt x="683105" y="115849"/>
                  <a:pt x="672661" y="111239"/>
                  <a:pt x="665886" y="102018"/>
                </a:cubicBezTo>
                <a:cubicBezTo>
                  <a:pt x="660536" y="94631"/>
                  <a:pt x="657862" y="85308"/>
                  <a:pt x="657862" y="74049"/>
                </a:cubicBezTo>
                <a:cubicBezTo>
                  <a:pt x="657862" y="60599"/>
                  <a:pt x="661377" y="50066"/>
                  <a:pt x="668407" y="42450"/>
                </a:cubicBezTo>
                <a:cubicBezTo>
                  <a:pt x="675438" y="34834"/>
                  <a:pt x="684328" y="31026"/>
                  <a:pt x="695077" y="31026"/>
                </a:cubicBezTo>
                <a:cubicBezTo>
                  <a:pt x="707151" y="31026"/>
                  <a:pt x="716678" y="35012"/>
                  <a:pt x="723657" y="42985"/>
                </a:cubicBezTo>
                <a:cubicBezTo>
                  <a:pt x="730637" y="50958"/>
                  <a:pt x="733974" y="63172"/>
                  <a:pt x="733668" y="79627"/>
                </a:cubicBezTo>
                <a:lnTo>
                  <a:pt x="679870" y="79627"/>
                </a:lnTo>
                <a:cubicBezTo>
                  <a:pt x="680023" y="85995"/>
                  <a:pt x="681755" y="90950"/>
                  <a:pt x="685066" y="94491"/>
                </a:cubicBezTo>
                <a:cubicBezTo>
                  <a:pt x="688378" y="98031"/>
                  <a:pt x="692504" y="99802"/>
                  <a:pt x="697446" y="99802"/>
                </a:cubicBezTo>
                <a:cubicBezTo>
                  <a:pt x="700808" y="99802"/>
                  <a:pt x="703636" y="98885"/>
                  <a:pt x="705928" y="97051"/>
                </a:cubicBezTo>
                <a:cubicBezTo>
                  <a:pt x="708221" y="95217"/>
                  <a:pt x="709953" y="92262"/>
                  <a:pt x="711125" y="88186"/>
                </a:cubicBezTo>
                <a:moveTo>
                  <a:pt x="712348" y="66483"/>
                </a:moveTo>
                <a:cubicBezTo>
                  <a:pt x="712195" y="60294"/>
                  <a:pt x="710590" y="55588"/>
                  <a:pt x="707533" y="52365"/>
                </a:cubicBezTo>
                <a:cubicBezTo>
                  <a:pt x="704477" y="49143"/>
                  <a:pt x="700757" y="47532"/>
                  <a:pt x="696376" y="47532"/>
                </a:cubicBezTo>
                <a:cubicBezTo>
                  <a:pt x="691689" y="47532"/>
                  <a:pt x="687817" y="49231"/>
                  <a:pt x="684761" y="52630"/>
                </a:cubicBezTo>
                <a:cubicBezTo>
                  <a:pt x="681704" y="56031"/>
                  <a:pt x="680201" y="60649"/>
                  <a:pt x="680252" y="66483"/>
                </a:cubicBezTo>
                <a:lnTo>
                  <a:pt x="712348" y="66483"/>
                </a:lnTo>
                <a:close/>
                <a:moveTo>
                  <a:pt x="824964" y="114015"/>
                </a:moveTo>
                <a:lnTo>
                  <a:pt x="803490" y="114015"/>
                </a:lnTo>
                <a:lnTo>
                  <a:pt x="803490" y="72645"/>
                </a:lnTo>
                <a:cubicBezTo>
                  <a:pt x="803490" y="63892"/>
                  <a:pt x="803032" y="58230"/>
                  <a:pt x="802115" y="55661"/>
                </a:cubicBezTo>
                <a:cubicBezTo>
                  <a:pt x="801198" y="53091"/>
                  <a:pt x="799707" y="51094"/>
                  <a:pt x="797644" y="49669"/>
                </a:cubicBezTo>
                <a:cubicBezTo>
                  <a:pt x="795581" y="48244"/>
                  <a:pt x="793097" y="47532"/>
                  <a:pt x="790193" y="47532"/>
                </a:cubicBezTo>
                <a:cubicBezTo>
                  <a:pt x="786474" y="47532"/>
                  <a:pt x="783138" y="48550"/>
                  <a:pt x="780183" y="50586"/>
                </a:cubicBezTo>
                <a:cubicBezTo>
                  <a:pt x="777228" y="52621"/>
                  <a:pt x="775203" y="55318"/>
                  <a:pt x="774107" y="58677"/>
                </a:cubicBezTo>
                <a:cubicBezTo>
                  <a:pt x="773012" y="62035"/>
                  <a:pt x="772464" y="68243"/>
                  <a:pt x="772464" y="77301"/>
                </a:cubicBezTo>
                <a:lnTo>
                  <a:pt x="772464" y="114015"/>
                </a:lnTo>
                <a:lnTo>
                  <a:pt x="750991" y="114015"/>
                </a:lnTo>
                <a:lnTo>
                  <a:pt x="750991" y="32860"/>
                </a:lnTo>
                <a:lnTo>
                  <a:pt x="770936" y="32860"/>
                </a:lnTo>
                <a:lnTo>
                  <a:pt x="770936" y="44781"/>
                </a:lnTo>
                <a:cubicBezTo>
                  <a:pt x="778018" y="35611"/>
                  <a:pt x="786933" y="31026"/>
                  <a:pt x="797682" y="31026"/>
                </a:cubicBezTo>
                <a:cubicBezTo>
                  <a:pt x="802420" y="31026"/>
                  <a:pt x="806751" y="31879"/>
                  <a:pt x="810673" y="33586"/>
                </a:cubicBezTo>
                <a:cubicBezTo>
                  <a:pt x="814596" y="35292"/>
                  <a:pt x="817564" y="37470"/>
                  <a:pt x="819576" y="40119"/>
                </a:cubicBezTo>
                <a:cubicBezTo>
                  <a:pt x="821588" y="42768"/>
                  <a:pt x="822989" y="45774"/>
                  <a:pt x="823779" y="49137"/>
                </a:cubicBezTo>
                <a:cubicBezTo>
                  <a:pt x="824569" y="52499"/>
                  <a:pt x="824964" y="57313"/>
                  <a:pt x="824964" y="63580"/>
                </a:cubicBezTo>
                <a:lnTo>
                  <a:pt x="824964" y="114015"/>
                </a:lnTo>
                <a:close/>
                <a:moveTo>
                  <a:pt x="844780" y="119212"/>
                </a:moveTo>
                <a:lnTo>
                  <a:pt x="869311" y="122268"/>
                </a:lnTo>
                <a:cubicBezTo>
                  <a:pt x="869718" y="125148"/>
                  <a:pt x="870661" y="127128"/>
                  <a:pt x="872138" y="128208"/>
                </a:cubicBezTo>
                <a:cubicBezTo>
                  <a:pt x="874176" y="129750"/>
                  <a:pt x="877385" y="130522"/>
                  <a:pt x="881767" y="130522"/>
                </a:cubicBezTo>
                <a:cubicBezTo>
                  <a:pt x="887371" y="130522"/>
                  <a:pt x="891574" y="129675"/>
                  <a:pt x="894376" y="127981"/>
                </a:cubicBezTo>
                <a:cubicBezTo>
                  <a:pt x="896261" y="126852"/>
                  <a:pt x="897687" y="125031"/>
                  <a:pt x="898655" y="122517"/>
                </a:cubicBezTo>
                <a:cubicBezTo>
                  <a:pt x="899317" y="120721"/>
                  <a:pt x="899648" y="117412"/>
                  <a:pt x="899648" y="112590"/>
                </a:cubicBezTo>
                <a:lnTo>
                  <a:pt x="899648" y="100659"/>
                </a:lnTo>
                <a:cubicBezTo>
                  <a:pt x="893229" y="109563"/>
                  <a:pt x="885129" y="114015"/>
                  <a:pt x="875348" y="114015"/>
                </a:cubicBezTo>
                <a:cubicBezTo>
                  <a:pt x="864445" y="114015"/>
                  <a:pt x="855810" y="109405"/>
                  <a:pt x="849442" y="100184"/>
                </a:cubicBezTo>
                <a:cubicBezTo>
                  <a:pt x="844449" y="92899"/>
                  <a:pt x="841953" y="83830"/>
                  <a:pt x="841953" y="72979"/>
                </a:cubicBezTo>
                <a:cubicBezTo>
                  <a:pt x="841953" y="59377"/>
                  <a:pt x="845226" y="48984"/>
                  <a:pt x="851773" y="41801"/>
                </a:cubicBezTo>
                <a:cubicBezTo>
                  <a:pt x="858319" y="34617"/>
                  <a:pt x="866458" y="31026"/>
                  <a:pt x="876188" y="31026"/>
                </a:cubicBezTo>
                <a:cubicBezTo>
                  <a:pt x="886224" y="31026"/>
                  <a:pt x="894503" y="35453"/>
                  <a:pt x="901024" y="44308"/>
                </a:cubicBezTo>
                <a:lnTo>
                  <a:pt x="901024" y="32860"/>
                </a:lnTo>
                <a:lnTo>
                  <a:pt x="921122" y="32860"/>
                </a:lnTo>
                <a:lnTo>
                  <a:pt x="921122" y="105734"/>
                </a:lnTo>
                <a:cubicBezTo>
                  <a:pt x="921122" y="115318"/>
                  <a:pt x="920332" y="122480"/>
                  <a:pt x="918753" y="127221"/>
                </a:cubicBezTo>
                <a:cubicBezTo>
                  <a:pt x="917174" y="131962"/>
                  <a:pt x="914957" y="135684"/>
                  <a:pt x="912105" y="138385"/>
                </a:cubicBezTo>
                <a:cubicBezTo>
                  <a:pt x="909252" y="141089"/>
                  <a:pt x="905443" y="143205"/>
                  <a:pt x="900680" y="144733"/>
                </a:cubicBezTo>
                <a:cubicBezTo>
                  <a:pt x="895917" y="146263"/>
                  <a:pt x="889892" y="147028"/>
                  <a:pt x="882607" y="147028"/>
                </a:cubicBezTo>
                <a:cubicBezTo>
                  <a:pt x="868852" y="147028"/>
                  <a:pt x="859096" y="144652"/>
                  <a:pt x="853339" y="139899"/>
                </a:cubicBezTo>
                <a:cubicBezTo>
                  <a:pt x="847582" y="135149"/>
                  <a:pt x="844704" y="129126"/>
                  <a:pt x="844704" y="121831"/>
                </a:cubicBezTo>
                <a:cubicBezTo>
                  <a:pt x="844704" y="121112"/>
                  <a:pt x="844729" y="120239"/>
                  <a:pt x="844780" y="119212"/>
                </a:cubicBezTo>
                <a:moveTo>
                  <a:pt x="863961" y="71756"/>
                </a:moveTo>
                <a:cubicBezTo>
                  <a:pt x="863961" y="80341"/>
                  <a:pt x="865630" y="86626"/>
                  <a:pt x="868967" y="90612"/>
                </a:cubicBezTo>
                <a:cubicBezTo>
                  <a:pt x="872304" y="94599"/>
                  <a:pt x="876417" y="96592"/>
                  <a:pt x="881308" y="96592"/>
                </a:cubicBezTo>
                <a:cubicBezTo>
                  <a:pt x="886556" y="96592"/>
                  <a:pt x="890988" y="94548"/>
                  <a:pt x="894605" y="90460"/>
                </a:cubicBezTo>
                <a:cubicBezTo>
                  <a:pt x="898222" y="86371"/>
                  <a:pt x="900031" y="80315"/>
                  <a:pt x="900031" y="72291"/>
                </a:cubicBezTo>
                <a:cubicBezTo>
                  <a:pt x="900031" y="63911"/>
                  <a:pt x="898298" y="57689"/>
                  <a:pt x="894834" y="53626"/>
                </a:cubicBezTo>
                <a:cubicBezTo>
                  <a:pt x="891370" y="49563"/>
                  <a:pt x="886989" y="47532"/>
                  <a:pt x="881690" y="47532"/>
                </a:cubicBezTo>
                <a:cubicBezTo>
                  <a:pt x="876545" y="47532"/>
                  <a:pt x="872304" y="49525"/>
                  <a:pt x="868967" y="53512"/>
                </a:cubicBezTo>
                <a:cubicBezTo>
                  <a:pt x="865630" y="57498"/>
                  <a:pt x="863961" y="63580"/>
                  <a:pt x="863961" y="71756"/>
                </a:cubicBezTo>
                <a:close/>
                <a:moveTo>
                  <a:pt x="942392" y="21855"/>
                </a:moveTo>
                <a:lnTo>
                  <a:pt x="942392" y="1987"/>
                </a:lnTo>
                <a:lnTo>
                  <a:pt x="963865" y="1987"/>
                </a:lnTo>
                <a:lnTo>
                  <a:pt x="963865" y="21855"/>
                </a:lnTo>
                <a:lnTo>
                  <a:pt x="942392" y="21855"/>
                </a:lnTo>
                <a:moveTo>
                  <a:pt x="942392" y="114015"/>
                </a:moveTo>
                <a:lnTo>
                  <a:pt x="942392" y="32860"/>
                </a:lnTo>
                <a:lnTo>
                  <a:pt x="963865" y="32860"/>
                </a:lnTo>
                <a:lnTo>
                  <a:pt x="963865" y="114015"/>
                </a:lnTo>
                <a:lnTo>
                  <a:pt x="942392" y="114015"/>
                </a:lnTo>
                <a:close/>
                <a:moveTo>
                  <a:pt x="1059718" y="114015"/>
                </a:moveTo>
                <a:lnTo>
                  <a:pt x="1038245" y="114015"/>
                </a:lnTo>
                <a:lnTo>
                  <a:pt x="1038245" y="72645"/>
                </a:lnTo>
                <a:cubicBezTo>
                  <a:pt x="1038245" y="63892"/>
                  <a:pt x="1037786" y="58230"/>
                  <a:pt x="1036869" y="55661"/>
                </a:cubicBezTo>
                <a:cubicBezTo>
                  <a:pt x="1035952" y="53091"/>
                  <a:pt x="1034462" y="51094"/>
                  <a:pt x="1032399" y="49669"/>
                </a:cubicBezTo>
                <a:cubicBezTo>
                  <a:pt x="1030336" y="48244"/>
                  <a:pt x="1027852" y="47532"/>
                  <a:pt x="1024948" y="47532"/>
                </a:cubicBezTo>
                <a:cubicBezTo>
                  <a:pt x="1021229" y="47532"/>
                  <a:pt x="1017892" y="48550"/>
                  <a:pt x="1014937" y="50586"/>
                </a:cubicBezTo>
                <a:cubicBezTo>
                  <a:pt x="1011983" y="52621"/>
                  <a:pt x="1009958" y="55318"/>
                  <a:pt x="1008862" y="58677"/>
                </a:cubicBezTo>
                <a:cubicBezTo>
                  <a:pt x="1007767" y="62035"/>
                  <a:pt x="1007219" y="68243"/>
                  <a:pt x="1007219" y="77301"/>
                </a:cubicBezTo>
                <a:lnTo>
                  <a:pt x="1007219" y="114015"/>
                </a:lnTo>
                <a:lnTo>
                  <a:pt x="985746" y="114015"/>
                </a:lnTo>
                <a:lnTo>
                  <a:pt x="985746" y="32860"/>
                </a:lnTo>
                <a:lnTo>
                  <a:pt x="1005691" y="32860"/>
                </a:lnTo>
                <a:lnTo>
                  <a:pt x="1005691" y="44781"/>
                </a:lnTo>
                <a:cubicBezTo>
                  <a:pt x="1012772" y="35611"/>
                  <a:pt x="1021688" y="31026"/>
                  <a:pt x="1032437" y="31026"/>
                </a:cubicBezTo>
                <a:cubicBezTo>
                  <a:pt x="1037175" y="31026"/>
                  <a:pt x="1041505" y="31879"/>
                  <a:pt x="1045428" y="33586"/>
                </a:cubicBezTo>
                <a:cubicBezTo>
                  <a:pt x="1049351" y="35292"/>
                  <a:pt x="1052318" y="37470"/>
                  <a:pt x="1054331" y="40119"/>
                </a:cubicBezTo>
                <a:cubicBezTo>
                  <a:pt x="1056343" y="42768"/>
                  <a:pt x="1057744" y="45774"/>
                  <a:pt x="1058534" y="49137"/>
                </a:cubicBezTo>
                <a:cubicBezTo>
                  <a:pt x="1059323" y="52499"/>
                  <a:pt x="1059718" y="57313"/>
                  <a:pt x="1059718" y="63580"/>
                </a:cubicBezTo>
                <a:lnTo>
                  <a:pt x="1059718" y="114015"/>
                </a:lnTo>
                <a:close/>
                <a:moveTo>
                  <a:pt x="1128520" y="88186"/>
                </a:moveTo>
                <a:lnTo>
                  <a:pt x="1149917" y="91854"/>
                </a:lnTo>
                <a:cubicBezTo>
                  <a:pt x="1147166" y="99674"/>
                  <a:pt x="1142823" y="105628"/>
                  <a:pt x="1136888" y="109717"/>
                </a:cubicBezTo>
                <a:cubicBezTo>
                  <a:pt x="1130953" y="113805"/>
                  <a:pt x="1123528" y="115849"/>
                  <a:pt x="1114612" y="115849"/>
                </a:cubicBezTo>
                <a:cubicBezTo>
                  <a:pt x="1100500" y="115849"/>
                  <a:pt x="1090057" y="111239"/>
                  <a:pt x="1083281" y="102018"/>
                </a:cubicBezTo>
                <a:cubicBezTo>
                  <a:pt x="1077932" y="94631"/>
                  <a:pt x="1075257" y="85308"/>
                  <a:pt x="1075257" y="74049"/>
                </a:cubicBezTo>
                <a:cubicBezTo>
                  <a:pt x="1075257" y="60599"/>
                  <a:pt x="1078772" y="50066"/>
                  <a:pt x="1085803" y="42450"/>
                </a:cubicBezTo>
                <a:cubicBezTo>
                  <a:pt x="1092833" y="34834"/>
                  <a:pt x="1101723" y="31026"/>
                  <a:pt x="1112472" y="31026"/>
                </a:cubicBezTo>
                <a:cubicBezTo>
                  <a:pt x="1124546" y="31026"/>
                  <a:pt x="1134073" y="35012"/>
                  <a:pt x="1141053" y="42985"/>
                </a:cubicBezTo>
                <a:cubicBezTo>
                  <a:pt x="1148032" y="50958"/>
                  <a:pt x="1151369" y="63172"/>
                  <a:pt x="1151063" y="79627"/>
                </a:cubicBezTo>
                <a:lnTo>
                  <a:pt x="1097265" y="79627"/>
                </a:lnTo>
                <a:cubicBezTo>
                  <a:pt x="1097418" y="85995"/>
                  <a:pt x="1099150" y="90950"/>
                  <a:pt x="1102462" y="94491"/>
                </a:cubicBezTo>
                <a:cubicBezTo>
                  <a:pt x="1105773" y="98031"/>
                  <a:pt x="1109900" y="99802"/>
                  <a:pt x="1114841" y="99802"/>
                </a:cubicBezTo>
                <a:cubicBezTo>
                  <a:pt x="1118204" y="99802"/>
                  <a:pt x="1121031" y="98885"/>
                  <a:pt x="1123324" y="97051"/>
                </a:cubicBezTo>
                <a:cubicBezTo>
                  <a:pt x="1125616" y="95217"/>
                  <a:pt x="1127348" y="92262"/>
                  <a:pt x="1128520" y="88186"/>
                </a:cubicBezTo>
                <a:moveTo>
                  <a:pt x="1129743" y="66483"/>
                </a:moveTo>
                <a:cubicBezTo>
                  <a:pt x="1129590" y="60294"/>
                  <a:pt x="1127985" y="55588"/>
                  <a:pt x="1124929" y="52365"/>
                </a:cubicBezTo>
                <a:cubicBezTo>
                  <a:pt x="1121872" y="49143"/>
                  <a:pt x="1118153" y="47532"/>
                  <a:pt x="1113772" y="47532"/>
                </a:cubicBezTo>
                <a:cubicBezTo>
                  <a:pt x="1109085" y="47532"/>
                  <a:pt x="1105213" y="49231"/>
                  <a:pt x="1102156" y="52630"/>
                </a:cubicBezTo>
                <a:cubicBezTo>
                  <a:pt x="1099099" y="56031"/>
                  <a:pt x="1097596" y="60649"/>
                  <a:pt x="1097647" y="66483"/>
                </a:cubicBezTo>
                <a:lnTo>
                  <a:pt x="1129743" y="66483"/>
                </a:lnTo>
                <a:close/>
                <a:moveTo>
                  <a:pt x="1215536" y="88186"/>
                </a:moveTo>
                <a:lnTo>
                  <a:pt x="1236933" y="91854"/>
                </a:lnTo>
                <a:cubicBezTo>
                  <a:pt x="1234182" y="99674"/>
                  <a:pt x="1229839" y="105628"/>
                  <a:pt x="1223904" y="109717"/>
                </a:cubicBezTo>
                <a:cubicBezTo>
                  <a:pt x="1217969" y="113805"/>
                  <a:pt x="1210544" y="115849"/>
                  <a:pt x="1201628" y="115849"/>
                </a:cubicBezTo>
                <a:cubicBezTo>
                  <a:pt x="1187517" y="115849"/>
                  <a:pt x="1177073" y="111239"/>
                  <a:pt x="1170297" y="102018"/>
                </a:cubicBezTo>
                <a:cubicBezTo>
                  <a:pt x="1164948" y="94631"/>
                  <a:pt x="1162273" y="85308"/>
                  <a:pt x="1162273" y="74049"/>
                </a:cubicBezTo>
                <a:cubicBezTo>
                  <a:pt x="1162273" y="60599"/>
                  <a:pt x="1165788" y="50066"/>
                  <a:pt x="1172819" y="42450"/>
                </a:cubicBezTo>
                <a:cubicBezTo>
                  <a:pt x="1179849" y="34834"/>
                  <a:pt x="1188739" y="31026"/>
                  <a:pt x="1199489" y="31026"/>
                </a:cubicBezTo>
                <a:cubicBezTo>
                  <a:pt x="1211563" y="31026"/>
                  <a:pt x="1221089" y="35012"/>
                  <a:pt x="1228069" y="42985"/>
                </a:cubicBezTo>
                <a:cubicBezTo>
                  <a:pt x="1235048" y="50958"/>
                  <a:pt x="1238385" y="63172"/>
                  <a:pt x="1238080" y="79627"/>
                </a:cubicBezTo>
                <a:lnTo>
                  <a:pt x="1184282" y="79627"/>
                </a:lnTo>
                <a:cubicBezTo>
                  <a:pt x="1184434" y="85995"/>
                  <a:pt x="1186167" y="90950"/>
                  <a:pt x="1189478" y="94491"/>
                </a:cubicBezTo>
                <a:cubicBezTo>
                  <a:pt x="1192789" y="98031"/>
                  <a:pt x="1196916" y="99802"/>
                  <a:pt x="1201858" y="99802"/>
                </a:cubicBezTo>
                <a:cubicBezTo>
                  <a:pt x="1205220" y="99802"/>
                  <a:pt x="1208048" y="98885"/>
                  <a:pt x="1210340" y="97051"/>
                </a:cubicBezTo>
                <a:cubicBezTo>
                  <a:pt x="1212633" y="95217"/>
                  <a:pt x="1214365" y="92262"/>
                  <a:pt x="1215536" y="88186"/>
                </a:cubicBezTo>
                <a:moveTo>
                  <a:pt x="1216759" y="66483"/>
                </a:moveTo>
                <a:cubicBezTo>
                  <a:pt x="1216606" y="60294"/>
                  <a:pt x="1215002" y="55588"/>
                  <a:pt x="1211945" y="52365"/>
                </a:cubicBezTo>
                <a:cubicBezTo>
                  <a:pt x="1208888" y="49143"/>
                  <a:pt x="1205169" y="47532"/>
                  <a:pt x="1200788" y="47532"/>
                </a:cubicBezTo>
                <a:cubicBezTo>
                  <a:pt x="1196101" y="47532"/>
                  <a:pt x="1192229" y="49231"/>
                  <a:pt x="1189172" y="52630"/>
                </a:cubicBezTo>
                <a:cubicBezTo>
                  <a:pt x="1186116" y="56031"/>
                  <a:pt x="1184613" y="60649"/>
                  <a:pt x="1184664" y="66483"/>
                </a:cubicBezTo>
                <a:lnTo>
                  <a:pt x="1216759" y="66483"/>
                </a:lnTo>
                <a:close/>
                <a:moveTo>
                  <a:pt x="1276112" y="114015"/>
                </a:moveTo>
                <a:lnTo>
                  <a:pt x="1254639" y="114015"/>
                </a:lnTo>
                <a:lnTo>
                  <a:pt x="1254639" y="32860"/>
                </a:lnTo>
                <a:lnTo>
                  <a:pt x="1274584" y="32860"/>
                </a:lnTo>
                <a:lnTo>
                  <a:pt x="1274584" y="44399"/>
                </a:lnTo>
                <a:cubicBezTo>
                  <a:pt x="1277997" y="38948"/>
                  <a:pt x="1281067" y="35356"/>
                  <a:pt x="1283792" y="33624"/>
                </a:cubicBezTo>
                <a:cubicBezTo>
                  <a:pt x="1286518" y="31892"/>
                  <a:pt x="1289613" y="31026"/>
                  <a:pt x="1293077" y="31026"/>
                </a:cubicBezTo>
                <a:cubicBezTo>
                  <a:pt x="1297968" y="31026"/>
                  <a:pt x="1302680" y="32376"/>
                  <a:pt x="1307215" y="35076"/>
                </a:cubicBezTo>
                <a:lnTo>
                  <a:pt x="1300566" y="53798"/>
                </a:lnTo>
                <a:cubicBezTo>
                  <a:pt x="1296949" y="51455"/>
                  <a:pt x="1293587" y="50283"/>
                  <a:pt x="1290479" y="50283"/>
                </a:cubicBezTo>
                <a:cubicBezTo>
                  <a:pt x="1287473" y="50283"/>
                  <a:pt x="1284926" y="51111"/>
                  <a:pt x="1282837" y="52766"/>
                </a:cubicBezTo>
                <a:cubicBezTo>
                  <a:pt x="1280749" y="54422"/>
                  <a:pt x="1279106" y="57415"/>
                  <a:pt x="1277908" y="61746"/>
                </a:cubicBezTo>
                <a:cubicBezTo>
                  <a:pt x="1276711" y="66076"/>
                  <a:pt x="1276112" y="75144"/>
                  <a:pt x="1276112" y="88950"/>
                </a:cubicBezTo>
                <a:lnTo>
                  <a:pt x="1276112" y="114015"/>
                </a:lnTo>
                <a:close/>
                <a:moveTo>
                  <a:pt x="1363433" y="88186"/>
                </a:moveTo>
                <a:lnTo>
                  <a:pt x="1384830" y="91854"/>
                </a:lnTo>
                <a:cubicBezTo>
                  <a:pt x="1382079" y="99674"/>
                  <a:pt x="1377736" y="105628"/>
                  <a:pt x="1371800" y="109717"/>
                </a:cubicBezTo>
                <a:cubicBezTo>
                  <a:pt x="1365865" y="113805"/>
                  <a:pt x="1358440" y="115849"/>
                  <a:pt x="1349525" y="115849"/>
                </a:cubicBezTo>
                <a:cubicBezTo>
                  <a:pt x="1335413" y="115849"/>
                  <a:pt x="1324969" y="111239"/>
                  <a:pt x="1318193" y="102018"/>
                </a:cubicBezTo>
                <a:cubicBezTo>
                  <a:pt x="1312844" y="94631"/>
                  <a:pt x="1310169" y="85308"/>
                  <a:pt x="1310169" y="74049"/>
                </a:cubicBezTo>
                <a:cubicBezTo>
                  <a:pt x="1310169" y="60599"/>
                  <a:pt x="1313685" y="50066"/>
                  <a:pt x="1320715" y="42450"/>
                </a:cubicBezTo>
                <a:cubicBezTo>
                  <a:pt x="1327746" y="34834"/>
                  <a:pt x="1336635" y="31026"/>
                  <a:pt x="1347385" y="31026"/>
                </a:cubicBezTo>
                <a:cubicBezTo>
                  <a:pt x="1359459" y="31026"/>
                  <a:pt x="1368986" y="35012"/>
                  <a:pt x="1375965" y="42985"/>
                </a:cubicBezTo>
                <a:cubicBezTo>
                  <a:pt x="1382945" y="50958"/>
                  <a:pt x="1386282" y="63172"/>
                  <a:pt x="1385976" y="79627"/>
                </a:cubicBezTo>
                <a:lnTo>
                  <a:pt x="1332178" y="79627"/>
                </a:lnTo>
                <a:cubicBezTo>
                  <a:pt x="1332331" y="85995"/>
                  <a:pt x="1334063" y="90950"/>
                  <a:pt x="1337374" y="94491"/>
                </a:cubicBezTo>
                <a:cubicBezTo>
                  <a:pt x="1340686" y="98031"/>
                  <a:pt x="1344812" y="99802"/>
                  <a:pt x="1349754" y="99802"/>
                </a:cubicBezTo>
                <a:cubicBezTo>
                  <a:pt x="1353116" y="99802"/>
                  <a:pt x="1355944" y="98885"/>
                  <a:pt x="1358236" y="97051"/>
                </a:cubicBezTo>
                <a:cubicBezTo>
                  <a:pt x="1360529" y="95217"/>
                  <a:pt x="1362261" y="92262"/>
                  <a:pt x="1363433" y="88186"/>
                </a:cubicBezTo>
                <a:moveTo>
                  <a:pt x="1364655" y="66483"/>
                </a:moveTo>
                <a:cubicBezTo>
                  <a:pt x="1364503" y="60294"/>
                  <a:pt x="1362898" y="55588"/>
                  <a:pt x="1359841" y="52365"/>
                </a:cubicBezTo>
                <a:cubicBezTo>
                  <a:pt x="1356784" y="49143"/>
                  <a:pt x="1353065" y="47532"/>
                  <a:pt x="1348684" y="47532"/>
                </a:cubicBezTo>
                <a:cubicBezTo>
                  <a:pt x="1343997" y="47532"/>
                  <a:pt x="1340125" y="49231"/>
                  <a:pt x="1337069" y="52630"/>
                </a:cubicBezTo>
                <a:cubicBezTo>
                  <a:pt x="1334012" y="56031"/>
                  <a:pt x="1332509" y="60649"/>
                  <a:pt x="1332560" y="66483"/>
                </a:cubicBezTo>
                <a:lnTo>
                  <a:pt x="1364655" y="66483"/>
                </a:lnTo>
                <a:close/>
                <a:moveTo>
                  <a:pt x="1477883" y="114015"/>
                </a:moveTo>
                <a:lnTo>
                  <a:pt x="1457938" y="114015"/>
                </a:lnTo>
                <a:lnTo>
                  <a:pt x="1457938" y="102094"/>
                </a:lnTo>
                <a:cubicBezTo>
                  <a:pt x="1454627" y="106730"/>
                  <a:pt x="1450717" y="110182"/>
                  <a:pt x="1446208" y="112449"/>
                </a:cubicBezTo>
                <a:cubicBezTo>
                  <a:pt x="1441699" y="114716"/>
                  <a:pt x="1437153" y="115849"/>
                  <a:pt x="1432567" y="115849"/>
                </a:cubicBezTo>
                <a:cubicBezTo>
                  <a:pt x="1423245" y="115849"/>
                  <a:pt x="1415259" y="112092"/>
                  <a:pt x="1408611" y="104578"/>
                </a:cubicBezTo>
                <a:cubicBezTo>
                  <a:pt x="1401962" y="97063"/>
                  <a:pt x="1398638" y="86581"/>
                  <a:pt x="1398638" y="73132"/>
                </a:cubicBezTo>
                <a:cubicBezTo>
                  <a:pt x="1398638" y="59377"/>
                  <a:pt x="1401873" y="48920"/>
                  <a:pt x="1408343" y="41762"/>
                </a:cubicBezTo>
                <a:cubicBezTo>
                  <a:pt x="1414813" y="34605"/>
                  <a:pt x="1422990" y="31026"/>
                  <a:pt x="1432873" y="31026"/>
                </a:cubicBezTo>
                <a:cubicBezTo>
                  <a:pt x="1441941" y="31026"/>
                  <a:pt x="1449787" y="34796"/>
                  <a:pt x="1456410" y="42335"/>
                </a:cubicBezTo>
                <a:lnTo>
                  <a:pt x="1456410" y="1987"/>
                </a:lnTo>
                <a:lnTo>
                  <a:pt x="1477883" y="1987"/>
                </a:lnTo>
                <a:lnTo>
                  <a:pt x="1477883" y="114015"/>
                </a:lnTo>
                <a:moveTo>
                  <a:pt x="1420570" y="71720"/>
                </a:moveTo>
                <a:cubicBezTo>
                  <a:pt x="1420570" y="80368"/>
                  <a:pt x="1421767" y="86625"/>
                  <a:pt x="1424162" y="90491"/>
                </a:cubicBezTo>
                <a:cubicBezTo>
                  <a:pt x="1427626" y="96087"/>
                  <a:pt x="1432466" y="98885"/>
                  <a:pt x="1438681" y="98885"/>
                </a:cubicBezTo>
                <a:cubicBezTo>
                  <a:pt x="1443623" y="98885"/>
                  <a:pt x="1447826" y="96786"/>
                  <a:pt x="1451290" y="92590"/>
                </a:cubicBezTo>
                <a:cubicBezTo>
                  <a:pt x="1454754" y="88393"/>
                  <a:pt x="1456486" y="82124"/>
                  <a:pt x="1456486" y="73781"/>
                </a:cubicBezTo>
                <a:cubicBezTo>
                  <a:pt x="1456486" y="64471"/>
                  <a:pt x="1454805" y="57769"/>
                  <a:pt x="1451443" y="53674"/>
                </a:cubicBezTo>
                <a:cubicBezTo>
                  <a:pt x="1448080" y="49579"/>
                  <a:pt x="1443775" y="47532"/>
                  <a:pt x="1438528" y="47532"/>
                </a:cubicBezTo>
                <a:cubicBezTo>
                  <a:pt x="1433434" y="47532"/>
                  <a:pt x="1429167" y="49554"/>
                  <a:pt x="1425728" y="53598"/>
                </a:cubicBezTo>
                <a:cubicBezTo>
                  <a:pt x="1422289" y="57641"/>
                  <a:pt x="1420570" y="63682"/>
                  <a:pt x="1420570" y="71720"/>
                </a:cubicBezTo>
                <a:close/>
                <a:moveTo>
                  <a:pt x="1541667" y="114015"/>
                </a:moveTo>
                <a:lnTo>
                  <a:pt x="1541667" y="1987"/>
                </a:lnTo>
                <a:lnTo>
                  <a:pt x="1563140" y="1987"/>
                </a:lnTo>
                <a:lnTo>
                  <a:pt x="1563140" y="42335"/>
                </a:lnTo>
                <a:cubicBezTo>
                  <a:pt x="1569763" y="34796"/>
                  <a:pt x="1577609" y="31026"/>
                  <a:pt x="1586677" y="31026"/>
                </a:cubicBezTo>
                <a:cubicBezTo>
                  <a:pt x="1596560" y="31026"/>
                  <a:pt x="1604737" y="34605"/>
                  <a:pt x="1611207" y="41762"/>
                </a:cubicBezTo>
                <a:cubicBezTo>
                  <a:pt x="1617677" y="48920"/>
                  <a:pt x="1620912" y="59198"/>
                  <a:pt x="1620912" y="72597"/>
                </a:cubicBezTo>
                <a:cubicBezTo>
                  <a:pt x="1620912" y="86454"/>
                  <a:pt x="1617613" y="97127"/>
                  <a:pt x="1611016" y="104616"/>
                </a:cubicBezTo>
                <a:cubicBezTo>
                  <a:pt x="1604418" y="112105"/>
                  <a:pt x="1596407" y="115849"/>
                  <a:pt x="1586982" y="115849"/>
                </a:cubicBezTo>
                <a:cubicBezTo>
                  <a:pt x="1582346" y="115849"/>
                  <a:pt x="1577774" y="114690"/>
                  <a:pt x="1573265" y="112372"/>
                </a:cubicBezTo>
                <a:cubicBezTo>
                  <a:pt x="1568757" y="110054"/>
                  <a:pt x="1564872" y="106628"/>
                  <a:pt x="1561612" y="102094"/>
                </a:cubicBezTo>
                <a:lnTo>
                  <a:pt x="1561612" y="114015"/>
                </a:lnTo>
                <a:lnTo>
                  <a:pt x="1541667" y="114015"/>
                </a:lnTo>
                <a:moveTo>
                  <a:pt x="1562987" y="71720"/>
                </a:moveTo>
                <a:cubicBezTo>
                  <a:pt x="1562987" y="80114"/>
                  <a:pt x="1564312" y="86319"/>
                  <a:pt x="1566961" y="90338"/>
                </a:cubicBezTo>
                <a:cubicBezTo>
                  <a:pt x="1570680" y="96036"/>
                  <a:pt x="1575622" y="98885"/>
                  <a:pt x="1581786" y="98885"/>
                </a:cubicBezTo>
                <a:cubicBezTo>
                  <a:pt x="1586524" y="98885"/>
                  <a:pt x="1590561" y="96863"/>
                  <a:pt x="1593898" y="92819"/>
                </a:cubicBezTo>
                <a:cubicBezTo>
                  <a:pt x="1597235" y="88775"/>
                  <a:pt x="1598904" y="82404"/>
                  <a:pt x="1598904" y="73705"/>
                </a:cubicBezTo>
                <a:cubicBezTo>
                  <a:pt x="1598904" y="64446"/>
                  <a:pt x="1597222" y="57769"/>
                  <a:pt x="1593860" y="53674"/>
                </a:cubicBezTo>
                <a:cubicBezTo>
                  <a:pt x="1590498" y="49579"/>
                  <a:pt x="1586193" y="47532"/>
                  <a:pt x="1580945" y="47532"/>
                </a:cubicBezTo>
                <a:cubicBezTo>
                  <a:pt x="1575800" y="47532"/>
                  <a:pt x="1571521" y="49529"/>
                  <a:pt x="1568107" y="53523"/>
                </a:cubicBezTo>
                <a:cubicBezTo>
                  <a:pt x="1564694" y="57516"/>
                  <a:pt x="1562987" y="63582"/>
                  <a:pt x="1562987" y="71720"/>
                </a:cubicBezTo>
                <a:close/>
                <a:moveTo>
                  <a:pt x="1628044" y="32860"/>
                </a:moveTo>
                <a:lnTo>
                  <a:pt x="1650892" y="32860"/>
                </a:lnTo>
                <a:lnTo>
                  <a:pt x="1670303" y="90534"/>
                </a:lnTo>
                <a:lnTo>
                  <a:pt x="1689254" y="32860"/>
                </a:lnTo>
                <a:lnTo>
                  <a:pt x="1711492" y="32860"/>
                </a:lnTo>
                <a:lnTo>
                  <a:pt x="1682835" y="110985"/>
                </a:lnTo>
                <a:lnTo>
                  <a:pt x="1677715" y="125172"/>
                </a:lnTo>
                <a:cubicBezTo>
                  <a:pt x="1675830" y="129910"/>
                  <a:pt x="1674034" y="133527"/>
                  <a:pt x="1672328" y="136024"/>
                </a:cubicBezTo>
                <a:cubicBezTo>
                  <a:pt x="1670621" y="138520"/>
                  <a:pt x="1668660" y="140545"/>
                  <a:pt x="1666443" y="142099"/>
                </a:cubicBezTo>
                <a:cubicBezTo>
                  <a:pt x="1664227" y="143653"/>
                  <a:pt x="1661502" y="144863"/>
                  <a:pt x="1658267" y="145729"/>
                </a:cubicBezTo>
                <a:cubicBezTo>
                  <a:pt x="1655032" y="146595"/>
                  <a:pt x="1651376" y="147028"/>
                  <a:pt x="1647301" y="147028"/>
                </a:cubicBezTo>
                <a:cubicBezTo>
                  <a:pt x="1643174" y="147028"/>
                  <a:pt x="1639124" y="146595"/>
                  <a:pt x="1635150" y="145729"/>
                </a:cubicBezTo>
                <a:lnTo>
                  <a:pt x="1633240" y="128917"/>
                </a:lnTo>
                <a:cubicBezTo>
                  <a:pt x="1636602" y="129579"/>
                  <a:pt x="1639634" y="129910"/>
                  <a:pt x="1642334" y="129910"/>
                </a:cubicBezTo>
                <a:cubicBezTo>
                  <a:pt x="1647326" y="129910"/>
                  <a:pt x="1651020" y="128446"/>
                  <a:pt x="1653414" y="125516"/>
                </a:cubicBezTo>
                <a:cubicBezTo>
                  <a:pt x="1655809" y="122587"/>
                  <a:pt x="1657643" y="118855"/>
                  <a:pt x="1658916" y="114321"/>
                </a:cubicBezTo>
                <a:lnTo>
                  <a:pt x="1628044" y="32860"/>
                </a:lnTo>
                <a:close/>
                <a:moveTo>
                  <a:pt x="1822147" y="114015"/>
                </a:moveTo>
                <a:lnTo>
                  <a:pt x="1822147" y="101865"/>
                </a:lnTo>
                <a:cubicBezTo>
                  <a:pt x="1819193" y="106195"/>
                  <a:pt x="1815308" y="109609"/>
                  <a:pt x="1810494" y="112105"/>
                </a:cubicBezTo>
                <a:cubicBezTo>
                  <a:pt x="1805679" y="114601"/>
                  <a:pt x="1800598" y="115849"/>
                  <a:pt x="1795248" y="115849"/>
                </a:cubicBezTo>
                <a:cubicBezTo>
                  <a:pt x="1789797" y="115849"/>
                  <a:pt x="1784906" y="114652"/>
                  <a:pt x="1780576" y="112258"/>
                </a:cubicBezTo>
                <a:cubicBezTo>
                  <a:pt x="1776246" y="109863"/>
                  <a:pt x="1773113" y="106501"/>
                  <a:pt x="1771177" y="102171"/>
                </a:cubicBezTo>
                <a:cubicBezTo>
                  <a:pt x="1769241" y="97840"/>
                  <a:pt x="1768273" y="91854"/>
                  <a:pt x="1768273" y="84212"/>
                </a:cubicBezTo>
                <a:lnTo>
                  <a:pt x="1768273" y="32860"/>
                </a:lnTo>
                <a:lnTo>
                  <a:pt x="1789746" y="32860"/>
                </a:lnTo>
                <a:lnTo>
                  <a:pt x="1789746" y="70066"/>
                </a:lnTo>
                <a:cubicBezTo>
                  <a:pt x="1789746" y="81452"/>
                  <a:pt x="1790141" y="88428"/>
                  <a:pt x="1790931" y="90994"/>
                </a:cubicBezTo>
                <a:cubicBezTo>
                  <a:pt x="1791720" y="93561"/>
                  <a:pt x="1793160" y="95594"/>
                  <a:pt x="1795248" y="97094"/>
                </a:cubicBezTo>
                <a:cubicBezTo>
                  <a:pt x="1797337" y="98593"/>
                  <a:pt x="1799986" y="99343"/>
                  <a:pt x="1803196" y="99343"/>
                </a:cubicBezTo>
                <a:cubicBezTo>
                  <a:pt x="1806864" y="99343"/>
                  <a:pt x="1810150" y="98339"/>
                  <a:pt x="1813054" y="96332"/>
                </a:cubicBezTo>
                <a:cubicBezTo>
                  <a:pt x="1815958" y="94324"/>
                  <a:pt x="1817944" y="91833"/>
                  <a:pt x="1819014" y="88860"/>
                </a:cubicBezTo>
                <a:cubicBezTo>
                  <a:pt x="1820084" y="85886"/>
                  <a:pt x="1820619" y="78604"/>
                  <a:pt x="1820619" y="67016"/>
                </a:cubicBezTo>
                <a:lnTo>
                  <a:pt x="1820619" y="32860"/>
                </a:lnTo>
                <a:lnTo>
                  <a:pt x="1842092" y="32860"/>
                </a:lnTo>
                <a:lnTo>
                  <a:pt x="1842092" y="114015"/>
                </a:lnTo>
                <a:lnTo>
                  <a:pt x="1822147" y="114015"/>
                </a:lnTo>
                <a:close/>
                <a:moveTo>
                  <a:pt x="1856791" y="90937"/>
                </a:moveTo>
                <a:lnTo>
                  <a:pt x="1878340" y="87575"/>
                </a:lnTo>
                <a:cubicBezTo>
                  <a:pt x="1879257" y="91727"/>
                  <a:pt x="1881117" y="94879"/>
                  <a:pt x="1883919" y="97031"/>
                </a:cubicBezTo>
                <a:cubicBezTo>
                  <a:pt x="1886721" y="99184"/>
                  <a:pt x="1890644" y="100260"/>
                  <a:pt x="1895687" y="100260"/>
                </a:cubicBezTo>
                <a:cubicBezTo>
                  <a:pt x="1901240" y="100260"/>
                  <a:pt x="1905418" y="99243"/>
                  <a:pt x="1908220" y="97208"/>
                </a:cubicBezTo>
                <a:cubicBezTo>
                  <a:pt x="1910105" y="95783"/>
                  <a:pt x="1911047" y="93875"/>
                  <a:pt x="1911047" y="91484"/>
                </a:cubicBezTo>
                <a:cubicBezTo>
                  <a:pt x="1911047" y="89855"/>
                  <a:pt x="1910538" y="88507"/>
                  <a:pt x="1909519" y="87439"/>
                </a:cubicBezTo>
                <a:cubicBezTo>
                  <a:pt x="1908449" y="86421"/>
                  <a:pt x="1906055" y="85480"/>
                  <a:pt x="1902336" y="84616"/>
                </a:cubicBezTo>
                <a:cubicBezTo>
                  <a:pt x="1885014" y="80801"/>
                  <a:pt x="1874036" y="77316"/>
                  <a:pt x="1869399" y="74161"/>
                </a:cubicBezTo>
                <a:cubicBezTo>
                  <a:pt x="1862980" y="69783"/>
                  <a:pt x="1859771" y="63701"/>
                  <a:pt x="1859771" y="55914"/>
                </a:cubicBezTo>
                <a:cubicBezTo>
                  <a:pt x="1859771" y="48890"/>
                  <a:pt x="1862547" y="42986"/>
                  <a:pt x="1868100" y="38202"/>
                </a:cubicBezTo>
                <a:cubicBezTo>
                  <a:pt x="1873653" y="33418"/>
                  <a:pt x="1882263" y="31026"/>
                  <a:pt x="1893930" y="31026"/>
                </a:cubicBezTo>
                <a:cubicBezTo>
                  <a:pt x="1905036" y="31026"/>
                  <a:pt x="1913289" y="32828"/>
                  <a:pt x="1918689" y="36432"/>
                </a:cubicBezTo>
                <a:cubicBezTo>
                  <a:pt x="1924089" y="40037"/>
                  <a:pt x="1927808" y="45367"/>
                  <a:pt x="1929846" y="52423"/>
                </a:cubicBezTo>
                <a:lnTo>
                  <a:pt x="1909595" y="56243"/>
                </a:lnTo>
                <a:cubicBezTo>
                  <a:pt x="1908729" y="53085"/>
                  <a:pt x="1907086" y="50665"/>
                  <a:pt x="1904666" y="48984"/>
                </a:cubicBezTo>
                <a:cubicBezTo>
                  <a:pt x="1902246" y="47303"/>
                  <a:pt x="1898795" y="46462"/>
                  <a:pt x="1894312" y="46462"/>
                </a:cubicBezTo>
                <a:cubicBezTo>
                  <a:pt x="1888657" y="46462"/>
                  <a:pt x="1884607" y="47251"/>
                  <a:pt x="1882161" y="48829"/>
                </a:cubicBezTo>
                <a:cubicBezTo>
                  <a:pt x="1880531" y="49946"/>
                  <a:pt x="1879716" y="51396"/>
                  <a:pt x="1879716" y="53177"/>
                </a:cubicBezTo>
                <a:cubicBezTo>
                  <a:pt x="1879716" y="54702"/>
                  <a:pt x="1880429" y="55999"/>
                  <a:pt x="1881856" y="57067"/>
                </a:cubicBezTo>
                <a:cubicBezTo>
                  <a:pt x="1883792" y="58492"/>
                  <a:pt x="1890478" y="60502"/>
                  <a:pt x="1901915" y="63097"/>
                </a:cubicBezTo>
                <a:cubicBezTo>
                  <a:pt x="1913352" y="65692"/>
                  <a:pt x="1921338" y="68876"/>
                  <a:pt x="1925872" y="72647"/>
                </a:cubicBezTo>
                <a:cubicBezTo>
                  <a:pt x="1930355" y="76471"/>
                  <a:pt x="1932597" y="81798"/>
                  <a:pt x="1932597" y="88628"/>
                </a:cubicBezTo>
                <a:cubicBezTo>
                  <a:pt x="1932597" y="96071"/>
                  <a:pt x="1929489" y="102468"/>
                  <a:pt x="1923274" y="107821"/>
                </a:cubicBezTo>
                <a:cubicBezTo>
                  <a:pt x="1917059" y="113173"/>
                  <a:pt x="1907863" y="115849"/>
                  <a:pt x="1895687" y="115849"/>
                </a:cubicBezTo>
                <a:cubicBezTo>
                  <a:pt x="1884632" y="115849"/>
                  <a:pt x="1875882" y="113615"/>
                  <a:pt x="1869438" y="109146"/>
                </a:cubicBezTo>
                <a:cubicBezTo>
                  <a:pt x="1862993" y="104676"/>
                  <a:pt x="1858777" y="98606"/>
                  <a:pt x="1856791" y="90937"/>
                </a:cubicBezTo>
                <a:close/>
                <a:moveTo>
                  <a:pt x="1945412" y="147028"/>
                </a:moveTo>
                <a:cubicBezTo>
                  <a:pt x="1949640" y="137950"/>
                  <a:pt x="1952620" y="130989"/>
                  <a:pt x="1954353" y="126144"/>
                </a:cubicBezTo>
                <a:cubicBezTo>
                  <a:pt x="1956085" y="121300"/>
                  <a:pt x="1957689" y="115716"/>
                  <a:pt x="1959167" y="109392"/>
                </a:cubicBezTo>
                <a:cubicBezTo>
                  <a:pt x="1960644" y="103067"/>
                  <a:pt x="1961740" y="97062"/>
                  <a:pt x="1962453" y="91377"/>
                </a:cubicBezTo>
                <a:cubicBezTo>
                  <a:pt x="1963166" y="85690"/>
                  <a:pt x="1963523" y="79863"/>
                  <a:pt x="1963523" y="73896"/>
                </a:cubicBezTo>
                <a:cubicBezTo>
                  <a:pt x="1963523" y="61758"/>
                  <a:pt x="1962224" y="50271"/>
                  <a:pt x="1959625" y="39434"/>
                </a:cubicBezTo>
                <a:cubicBezTo>
                  <a:pt x="1957027" y="28597"/>
                  <a:pt x="1952238" y="15452"/>
                  <a:pt x="1945259" y="0"/>
                </a:cubicBezTo>
                <a:lnTo>
                  <a:pt x="1959855" y="0"/>
                </a:lnTo>
                <a:cubicBezTo>
                  <a:pt x="1967547" y="10964"/>
                  <a:pt x="1973521" y="22592"/>
                  <a:pt x="1977775" y="34882"/>
                </a:cubicBezTo>
                <a:cubicBezTo>
                  <a:pt x="1982028" y="47173"/>
                  <a:pt x="1984155" y="59642"/>
                  <a:pt x="1984155" y="72289"/>
                </a:cubicBezTo>
                <a:cubicBezTo>
                  <a:pt x="1984155" y="82948"/>
                  <a:pt x="1982474" y="94371"/>
                  <a:pt x="1979112" y="106560"/>
                </a:cubicBezTo>
                <a:cubicBezTo>
                  <a:pt x="1975291" y="120227"/>
                  <a:pt x="1968999" y="133717"/>
                  <a:pt x="1960237" y="147028"/>
                </a:cubicBezTo>
                <a:lnTo>
                  <a:pt x="1945412" y="14702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...">
            <a:extLst xmlns:a="http://schemas.openxmlformats.org/drawingml/2006/main">
              <a:ext uri="{FF2B5EF4-FFF2-40B4-BE49-F238E27FC236}">
                <a16:creationId xmlns:a16="http://schemas.microsoft.com/office/drawing/2014/main" id="{6910F6E6-96B0-4C35-94B3-1B85D51F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463" y="1637836"/>
            <a:ext cx="108490" cy="21550"/>
          </a:xfrm>
          <a:custGeom xmlns:a="http://schemas.openxmlformats.org/drawingml/2006/main">
            <a:pathLst>
              <a:path w="108490" h="21550">
                <a:moveTo>
                  <a:pt x="0" y="21550"/>
                </a:moveTo>
                <a:lnTo>
                  <a:pt x="0" y="0"/>
                </a:lnTo>
                <a:lnTo>
                  <a:pt x="21473" y="0"/>
                </a:lnTo>
                <a:lnTo>
                  <a:pt x="21473" y="21550"/>
                </a:lnTo>
                <a:lnTo>
                  <a:pt x="0" y="21550"/>
                </a:lnTo>
                <a:close/>
                <a:moveTo>
                  <a:pt x="43508" y="21550"/>
                </a:moveTo>
                <a:lnTo>
                  <a:pt x="43508" y="0"/>
                </a:lnTo>
                <a:lnTo>
                  <a:pt x="64982" y="0"/>
                </a:lnTo>
                <a:lnTo>
                  <a:pt x="64982" y="21550"/>
                </a:lnTo>
                <a:lnTo>
                  <a:pt x="43508" y="21550"/>
                </a:lnTo>
                <a:close/>
                <a:moveTo>
                  <a:pt x="87017" y="21550"/>
                </a:moveTo>
                <a:lnTo>
                  <a:pt x="87017" y="0"/>
                </a:lnTo>
                <a:lnTo>
                  <a:pt x="108490" y="0"/>
                </a:lnTo>
                <a:lnTo>
                  <a:pt x="108490" y="21550"/>
                </a:lnTo>
                <a:lnTo>
                  <a:pt x="87017" y="21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2F4A2-BCE3-40BC-8D61-266DED0E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4260050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1"/>
                </a:lnTo>
                <a:cubicBezTo>
                  <a:pt x="1465443" y="229046"/>
                  <a:pt x="1464439" y="234091"/>
                  <a:pt x="1462432" y="238937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5"/>
                  <a:pt x="15294" y="255477"/>
                  <a:pt x="11585" y="251768"/>
                </a:cubicBezTo>
                <a:cubicBezTo>
                  <a:pt x="7876" y="248059"/>
                  <a:pt x="5018" y="243782"/>
                  <a:pt x="3011" y="238937"/>
                </a:cubicBezTo>
                <a:cubicBezTo>
                  <a:pt x="1003" y="234091"/>
                  <a:pt x="0" y="229046"/>
                  <a:pt x="0" y="223801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0F98E-71C9-4C52-B1B5-E7C24E18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4260050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1"/>
                </a:lnTo>
                <a:cubicBezTo>
                  <a:pt x="1465443" y="229046"/>
                  <a:pt x="1464439" y="234091"/>
                  <a:pt x="1462432" y="238937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5"/>
                  <a:pt x="15294" y="255477"/>
                  <a:pt x="11585" y="251768"/>
                </a:cubicBezTo>
                <a:cubicBezTo>
                  <a:pt x="7876" y="248059"/>
                  <a:pt x="5018" y="243782"/>
                  <a:pt x="3011" y="238937"/>
                </a:cubicBezTo>
                <a:cubicBezTo>
                  <a:pt x="1003" y="234091"/>
                  <a:pt x="0" y="229046"/>
                  <a:pt x="0" y="223801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67" name="Text reserved">
            <a:extLst xmlns:a="http://schemas.openxmlformats.org/drawingml/2006/main">
              <a:ext uri="{FF2B5EF4-FFF2-40B4-BE49-F238E27FC236}">
                <a16:creationId xmlns:a16="http://schemas.microsoft.com/office/drawing/2014/main" id="{24DB79A3-C3FE-4F71-B70A-7F99696A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191" y="4335968"/>
            <a:ext cx="587349" cy="113863"/>
          </a:xfrm>
          <a:custGeom xmlns:a="http://schemas.openxmlformats.org/drawingml/2006/main">
            <a:pathLst>
              <a:path w="587349" h="113863">
                <a:moveTo>
                  <a:pt x="0" y="112028"/>
                </a:moveTo>
                <a:lnTo>
                  <a:pt x="0" y="30873"/>
                </a:lnTo>
                <a:lnTo>
                  <a:pt x="12380" y="30873"/>
                </a:lnTo>
                <a:lnTo>
                  <a:pt x="12380" y="43100"/>
                </a:lnTo>
                <a:cubicBezTo>
                  <a:pt x="15538" y="37375"/>
                  <a:pt x="18455" y="33600"/>
                  <a:pt x="21130" y="31775"/>
                </a:cubicBezTo>
                <a:cubicBezTo>
                  <a:pt x="23804" y="29951"/>
                  <a:pt x="26746" y="29039"/>
                  <a:pt x="29956" y="29039"/>
                </a:cubicBezTo>
                <a:cubicBezTo>
                  <a:pt x="34592" y="29039"/>
                  <a:pt x="39304" y="30510"/>
                  <a:pt x="44093" y="33452"/>
                </a:cubicBezTo>
                <a:lnTo>
                  <a:pt x="39355" y="46156"/>
                </a:lnTo>
                <a:cubicBezTo>
                  <a:pt x="35993" y="44169"/>
                  <a:pt x="32630" y="43176"/>
                  <a:pt x="29268" y="43176"/>
                </a:cubicBezTo>
                <a:cubicBezTo>
                  <a:pt x="26262" y="43176"/>
                  <a:pt x="23562" y="44082"/>
                  <a:pt x="21168" y="45894"/>
                </a:cubicBezTo>
                <a:cubicBezTo>
                  <a:pt x="18773" y="47704"/>
                  <a:pt x="17067" y="50215"/>
                  <a:pt x="16048" y="53428"/>
                </a:cubicBezTo>
                <a:cubicBezTo>
                  <a:pt x="14519" y="58323"/>
                  <a:pt x="13755" y="63678"/>
                  <a:pt x="13755" y="69492"/>
                </a:cubicBezTo>
                <a:lnTo>
                  <a:pt x="13755" y="112028"/>
                </a:lnTo>
                <a:lnTo>
                  <a:pt x="0" y="112028"/>
                </a:lnTo>
                <a:close/>
                <a:moveTo>
                  <a:pt x="107824" y="85894"/>
                </a:moveTo>
                <a:lnTo>
                  <a:pt x="122038" y="87651"/>
                </a:lnTo>
                <a:cubicBezTo>
                  <a:pt x="119796" y="95955"/>
                  <a:pt x="115644" y="102400"/>
                  <a:pt x="109582" y="106985"/>
                </a:cubicBezTo>
                <a:cubicBezTo>
                  <a:pt x="103519" y="111570"/>
                  <a:pt x="95776" y="113863"/>
                  <a:pt x="86351" y="113863"/>
                </a:cubicBezTo>
                <a:cubicBezTo>
                  <a:pt x="74481" y="113863"/>
                  <a:pt x="65068" y="110207"/>
                  <a:pt x="58114" y="102897"/>
                </a:cubicBezTo>
                <a:cubicBezTo>
                  <a:pt x="51160" y="95586"/>
                  <a:pt x="47683" y="85333"/>
                  <a:pt x="47683" y="72138"/>
                </a:cubicBezTo>
                <a:cubicBezTo>
                  <a:pt x="47683" y="58485"/>
                  <a:pt x="51199" y="47888"/>
                  <a:pt x="58229" y="40349"/>
                </a:cubicBezTo>
                <a:cubicBezTo>
                  <a:pt x="65260" y="32809"/>
                  <a:pt x="74379" y="29039"/>
                  <a:pt x="85587" y="29039"/>
                </a:cubicBezTo>
                <a:cubicBezTo>
                  <a:pt x="96438" y="29039"/>
                  <a:pt x="105302" y="32727"/>
                  <a:pt x="112180" y="40103"/>
                </a:cubicBezTo>
                <a:cubicBezTo>
                  <a:pt x="119058" y="47477"/>
                  <a:pt x="122496" y="57852"/>
                  <a:pt x="122496" y="71229"/>
                </a:cubicBezTo>
                <a:cubicBezTo>
                  <a:pt x="122496" y="72042"/>
                  <a:pt x="122471" y="73262"/>
                  <a:pt x="122420" y="74889"/>
                </a:cubicBezTo>
                <a:lnTo>
                  <a:pt x="61897" y="74889"/>
                </a:lnTo>
                <a:cubicBezTo>
                  <a:pt x="62407" y="83779"/>
                  <a:pt x="64928" y="90587"/>
                  <a:pt x="69462" y="95312"/>
                </a:cubicBezTo>
                <a:cubicBezTo>
                  <a:pt x="73997" y="100037"/>
                  <a:pt x="79652" y="102400"/>
                  <a:pt x="86427" y="102400"/>
                </a:cubicBezTo>
                <a:cubicBezTo>
                  <a:pt x="91471" y="102400"/>
                  <a:pt x="95776" y="101088"/>
                  <a:pt x="99342" y="98464"/>
                </a:cubicBezTo>
                <a:cubicBezTo>
                  <a:pt x="102908" y="95839"/>
                  <a:pt x="105735" y="91649"/>
                  <a:pt x="107824" y="85894"/>
                </a:cubicBezTo>
                <a:moveTo>
                  <a:pt x="62661" y="63427"/>
                </a:moveTo>
                <a:lnTo>
                  <a:pt x="107977" y="63427"/>
                </a:lnTo>
                <a:cubicBezTo>
                  <a:pt x="107366" y="56712"/>
                  <a:pt x="105634" y="51675"/>
                  <a:pt x="102781" y="48318"/>
                </a:cubicBezTo>
                <a:cubicBezTo>
                  <a:pt x="98399" y="43107"/>
                  <a:pt x="92719" y="40501"/>
                  <a:pt x="85739" y="40501"/>
                </a:cubicBezTo>
                <a:cubicBezTo>
                  <a:pt x="79422" y="40501"/>
                  <a:pt x="74111" y="42581"/>
                  <a:pt x="69806" y="46741"/>
                </a:cubicBezTo>
                <a:cubicBezTo>
                  <a:pt x="65502" y="50900"/>
                  <a:pt x="63120" y="56462"/>
                  <a:pt x="62661" y="63427"/>
                </a:cubicBezTo>
                <a:close/>
                <a:moveTo>
                  <a:pt x="133783" y="87728"/>
                </a:moveTo>
                <a:lnTo>
                  <a:pt x="147385" y="85588"/>
                </a:lnTo>
                <a:cubicBezTo>
                  <a:pt x="148149" y="91015"/>
                  <a:pt x="150276" y="95174"/>
                  <a:pt x="153766" y="98066"/>
                </a:cubicBezTo>
                <a:cubicBezTo>
                  <a:pt x="157256" y="100955"/>
                  <a:pt x="162134" y="102400"/>
                  <a:pt x="168400" y="102400"/>
                </a:cubicBezTo>
                <a:cubicBezTo>
                  <a:pt x="174717" y="102400"/>
                  <a:pt x="179404" y="101124"/>
                  <a:pt x="182461" y="98572"/>
                </a:cubicBezTo>
                <a:cubicBezTo>
                  <a:pt x="185517" y="96018"/>
                  <a:pt x="187046" y="93024"/>
                  <a:pt x="187046" y="89588"/>
                </a:cubicBezTo>
                <a:cubicBezTo>
                  <a:pt x="187046" y="86504"/>
                  <a:pt x="185696" y="84078"/>
                  <a:pt x="182996" y="82309"/>
                </a:cubicBezTo>
                <a:cubicBezTo>
                  <a:pt x="181111" y="81096"/>
                  <a:pt x="176424" y="79554"/>
                  <a:pt x="168935" y="77683"/>
                </a:cubicBezTo>
                <a:cubicBezTo>
                  <a:pt x="158848" y="75135"/>
                  <a:pt x="151855" y="72930"/>
                  <a:pt x="147958" y="71069"/>
                </a:cubicBezTo>
                <a:cubicBezTo>
                  <a:pt x="144061" y="69207"/>
                  <a:pt x="141106" y="66632"/>
                  <a:pt x="139094" y="63343"/>
                </a:cubicBezTo>
                <a:cubicBezTo>
                  <a:pt x="137081" y="60054"/>
                  <a:pt x="136075" y="56421"/>
                  <a:pt x="136075" y="52444"/>
                </a:cubicBezTo>
                <a:cubicBezTo>
                  <a:pt x="136075" y="48824"/>
                  <a:pt x="136903" y="45471"/>
                  <a:pt x="138559" y="42386"/>
                </a:cubicBezTo>
                <a:cubicBezTo>
                  <a:pt x="140214" y="39300"/>
                  <a:pt x="142469" y="36738"/>
                  <a:pt x="145322" y="34698"/>
                </a:cubicBezTo>
                <a:cubicBezTo>
                  <a:pt x="147461" y="33118"/>
                  <a:pt x="150378" y="31779"/>
                  <a:pt x="154072" y="30684"/>
                </a:cubicBezTo>
                <a:cubicBezTo>
                  <a:pt x="157765" y="29587"/>
                  <a:pt x="161726" y="29039"/>
                  <a:pt x="165955" y="29039"/>
                </a:cubicBezTo>
                <a:cubicBezTo>
                  <a:pt x="172323" y="29039"/>
                  <a:pt x="177914" y="29962"/>
                  <a:pt x="182728" y="31809"/>
                </a:cubicBezTo>
                <a:cubicBezTo>
                  <a:pt x="187543" y="33654"/>
                  <a:pt x="191096" y="36154"/>
                  <a:pt x="193389" y="39310"/>
                </a:cubicBezTo>
                <a:cubicBezTo>
                  <a:pt x="195681" y="42464"/>
                  <a:pt x="197260" y="46682"/>
                  <a:pt x="198126" y="51964"/>
                </a:cubicBezTo>
                <a:lnTo>
                  <a:pt x="184677" y="53798"/>
                </a:lnTo>
                <a:cubicBezTo>
                  <a:pt x="184066" y="49621"/>
                  <a:pt x="182295" y="46360"/>
                  <a:pt x="179366" y="44017"/>
                </a:cubicBezTo>
                <a:cubicBezTo>
                  <a:pt x="176436" y="41673"/>
                  <a:pt x="172297" y="40501"/>
                  <a:pt x="166948" y="40501"/>
                </a:cubicBezTo>
                <a:cubicBezTo>
                  <a:pt x="160631" y="40501"/>
                  <a:pt x="156122" y="41541"/>
                  <a:pt x="153422" y="43620"/>
                </a:cubicBezTo>
                <a:cubicBezTo>
                  <a:pt x="150722" y="45698"/>
                  <a:pt x="149372" y="48131"/>
                  <a:pt x="149372" y="50921"/>
                </a:cubicBezTo>
                <a:cubicBezTo>
                  <a:pt x="149372" y="52694"/>
                  <a:pt x="149932" y="54291"/>
                  <a:pt x="151053" y="55711"/>
                </a:cubicBezTo>
                <a:cubicBezTo>
                  <a:pt x="152174" y="57180"/>
                  <a:pt x="153931" y="58397"/>
                  <a:pt x="156326" y="59360"/>
                </a:cubicBezTo>
                <a:cubicBezTo>
                  <a:pt x="157701" y="59868"/>
                  <a:pt x="161752" y="61034"/>
                  <a:pt x="168476" y="62858"/>
                </a:cubicBezTo>
                <a:cubicBezTo>
                  <a:pt x="178207" y="65455"/>
                  <a:pt x="184995" y="67580"/>
                  <a:pt x="188842" y="69235"/>
                </a:cubicBezTo>
                <a:cubicBezTo>
                  <a:pt x="192688" y="70889"/>
                  <a:pt x="195707" y="73294"/>
                  <a:pt x="197897" y="76451"/>
                </a:cubicBezTo>
                <a:cubicBezTo>
                  <a:pt x="200088" y="79607"/>
                  <a:pt x="201183" y="83525"/>
                  <a:pt x="201183" y="88208"/>
                </a:cubicBezTo>
                <a:cubicBezTo>
                  <a:pt x="201183" y="92790"/>
                  <a:pt x="199846" y="97104"/>
                  <a:pt x="197171" y="101151"/>
                </a:cubicBezTo>
                <a:cubicBezTo>
                  <a:pt x="194497" y="105196"/>
                  <a:pt x="190637" y="108326"/>
                  <a:pt x="185594" y="110541"/>
                </a:cubicBezTo>
                <a:cubicBezTo>
                  <a:pt x="180550" y="112755"/>
                  <a:pt x="174844" y="113863"/>
                  <a:pt x="168476" y="113863"/>
                </a:cubicBezTo>
                <a:cubicBezTo>
                  <a:pt x="157931" y="113863"/>
                  <a:pt x="149894" y="111666"/>
                  <a:pt x="144366" y="107271"/>
                </a:cubicBezTo>
                <a:cubicBezTo>
                  <a:pt x="138839" y="102877"/>
                  <a:pt x="135311" y="96363"/>
                  <a:pt x="133783" y="87728"/>
                </a:cubicBezTo>
                <a:close/>
                <a:moveTo>
                  <a:pt x="273092" y="85894"/>
                </a:moveTo>
                <a:lnTo>
                  <a:pt x="287306" y="87651"/>
                </a:lnTo>
                <a:cubicBezTo>
                  <a:pt x="285064" y="95955"/>
                  <a:pt x="280912" y="102400"/>
                  <a:pt x="274850" y="106985"/>
                </a:cubicBezTo>
                <a:cubicBezTo>
                  <a:pt x="268787" y="111570"/>
                  <a:pt x="261043" y="113863"/>
                  <a:pt x="251619" y="113863"/>
                </a:cubicBezTo>
                <a:cubicBezTo>
                  <a:pt x="239748" y="113863"/>
                  <a:pt x="230336" y="110207"/>
                  <a:pt x="223382" y="102897"/>
                </a:cubicBezTo>
                <a:cubicBezTo>
                  <a:pt x="216428" y="95586"/>
                  <a:pt x="212951" y="85333"/>
                  <a:pt x="212951" y="72138"/>
                </a:cubicBezTo>
                <a:cubicBezTo>
                  <a:pt x="212951" y="58485"/>
                  <a:pt x="216466" y="47888"/>
                  <a:pt x="223497" y="40349"/>
                </a:cubicBezTo>
                <a:cubicBezTo>
                  <a:pt x="230527" y="32809"/>
                  <a:pt x="239647" y="29039"/>
                  <a:pt x="250854" y="29039"/>
                </a:cubicBezTo>
                <a:cubicBezTo>
                  <a:pt x="261706" y="29039"/>
                  <a:pt x="270570" y="32727"/>
                  <a:pt x="277448" y="40103"/>
                </a:cubicBezTo>
                <a:cubicBezTo>
                  <a:pt x="284325" y="47477"/>
                  <a:pt x="287764" y="57852"/>
                  <a:pt x="287764" y="71229"/>
                </a:cubicBezTo>
                <a:cubicBezTo>
                  <a:pt x="287764" y="72042"/>
                  <a:pt x="287739" y="73262"/>
                  <a:pt x="287688" y="74889"/>
                </a:cubicBezTo>
                <a:lnTo>
                  <a:pt x="227165" y="74889"/>
                </a:lnTo>
                <a:cubicBezTo>
                  <a:pt x="227674" y="83779"/>
                  <a:pt x="230196" y="90587"/>
                  <a:pt x="234730" y="95312"/>
                </a:cubicBezTo>
                <a:cubicBezTo>
                  <a:pt x="239264" y="100037"/>
                  <a:pt x="244919" y="102400"/>
                  <a:pt x="251695" y="102400"/>
                </a:cubicBezTo>
                <a:cubicBezTo>
                  <a:pt x="256739" y="102400"/>
                  <a:pt x="261043" y="101088"/>
                  <a:pt x="264610" y="98464"/>
                </a:cubicBezTo>
                <a:cubicBezTo>
                  <a:pt x="268176" y="95839"/>
                  <a:pt x="271003" y="91649"/>
                  <a:pt x="273092" y="85894"/>
                </a:cubicBezTo>
                <a:moveTo>
                  <a:pt x="227929" y="63427"/>
                </a:moveTo>
                <a:lnTo>
                  <a:pt x="273245" y="63427"/>
                </a:lnTo>
                <a:cubicBezTo>
                  <a:pt x="272634" y="56712"/>
                  <a:pt x="270901" y="51675"/>
                  <a:pt x="268048" y="48318"/>
                </a:cubicBezTo>
                <a:cubicBezTo>
                  <a:pt x="263667" y="43107"/>
                  <a:pt x="257987" y="40501"/>
                  <a:pt x="251007" y="40501"/>
                </a:cubicBezTo>
                <a:cubicBezTo>
                  <a:pt x="244690" y="40501"/>
                  <a:pt x="239379" y="42581"/>
                  <a:pt x="235074" y="46741"/>
                </a:cubicBezTo>
                <a:cubicBezTo>
                  <a:pt x="230769" y="50900"/>
                  <a:pt x="228388" y="56462"/>
                  <a:pt x="227929" y="63427"/>
                </a:cubicBezTo>
                <a:close/>
                <a:moveTo>
                  <a:pt x="304399" y="112028"/>
                </a:moveTo>
                <a:lnTo>
                  <a:pt x="304399" y="30873"/>
                </a:lnTo>
                <a:lnTo>
                  <a:pt x="316779" y="30873"/>
                </a:lnTo>
                <a:lnTo>
                  <a:pt x="316779" y="43100"/>
                </a:lnTo>
                <a:cubicBezTo>
                  <a:pt x="319938" y="37375"/>
                  <a:pt x="322854" y="33600"/>
                  <a:pt x="325529" y="31775"/>
                </a:cubicBezTo>
                <a:cubicBezTo>
                  <a:pt x="328204" y="29951"/>
                  <a:pt x="331146" y="29039"/>
                  <a:pt x="334355" y="29039"/>
                </a:cubicBezTo>
                <a:cubicBezTo>
                  <a:pt x="338991" y="29039"/>
                  <a:pt x="343704" y="30510"/>
                  <a:pt x="348493" y="33452"/>
                </a:cubicBezTo>
                <a:lnTo>
                  <a:pt x="343755" y="46156"/>
                </a:lnTo>
                <a:cubicBezTo>
                  <a:pt x="340392" y="44169"/>
                  <a:pt x="337030" y="43176"/>
                  <a:pt x="333667" y="43176"/>
                </a:cubicBezTo>
                <a:cubicBezTo>
                  <a:pt x="330662" y="43176"/>
                  <a:pt x="327962" y="44082"/>
                  <a:pt x="325567" y="45894"/>
                </a:cubicBezTo>
                <a:cubicBezTo>
                  <a:pt x="323173" y="47704"/>
                  <a:pt x="321466" y="50215"/>
                  <a:pt x="320447" y="53428"/>
                </a:cubicBezTo>
                <a:cubicBezTo>
                  <a:pt x="318919" y="58323"/>
                  <a:pt x="318155" y="63678"/>
                  <a:pt x="318155" y="69492"/>
                </a:cubicBezTo>
                <a:lnTo>
                  <a:pt x="318155" y="112028"/>
                </a:lnTo>
                <a:lnTo>
                  <a:pt x="304399" y="112028"/>
                </a:lnTo>
                <a:close/>
                <a:moveTo>
                  <a:pt x="379211" y="112028"/>
                </a:moveTo>
                <a:lnTo>
                  <a:pt x="348338" y="30873"/>
                </a:lnTo>
                <a:lnTo>
                  <a:pt x="362858" y="30873"/>
                </a:lnTo>
                <a:lnTo>
                  <a:pt x="380281" y="79475"/>
                </a:lnTo>
                <a:cubicBezTo>
                  <a:pt x="382166" y="84722"/>
                  <a:pt x="383898" y="90173"/>
                  <a:pt x="385477" y="95828"/>
                </a:cubicBezTo>
                <a:cubicBezTo>
                  <a:pt x="386700" y="91549"/>
                  <a:pt x="388407" y="86403"/>
                  <a:pt x="390597" y="80392"/>
                </a:cubicBezTo>
                <a:lnTo>
                  <a:pt x="408632" y="30873"/>
                </a:lnTo>
                <a:lnTo>
                  <a:pt x="422769" y="30873"/>
                </a:lnTo>
                <a:lnTo>
                  <a:pt x="392049" y="112028"/>
                </a:lnTo>
                <a:lnTo>
                  <a:pt x="379211" y="112028"/>
                </a:lnTo>
                <a:close/>
                <a:moveTo>
                  <a:pt x="490475" y="85894"/>
                </a:moveTo>
                <a:lnTo>
                  <a:pt x="504689" y="87651"/>
                </a:lnTo>
                <a:cubicBezTo>
                  <a:pt x="502448" y="95955"/>
                  <a:pt x="498296" y="102400"/>
                  <a:pt x="492233" y="106985"/>
                </a:cubicBezTo>
                <a:cubicBezTo>
                  <a:pt x="486171" y="111570"/>
                  <a:pt x="478427" y="113863"/>
                  <a:pt x="469002" y="113863"/>
                </a:cubicBezTo>
                <a:cubicBezTo>
                  <a:pt x="457132" y="113863"/>
                  <a:pt x="447720" y="110207"/>
                  <a:pt x="440766" y="102897"/>
                </a:cubicBezTo>
                <a:cubicBezTo>
                  <a:pt x="433812" y="95586"/>
                  <a:pt x="430335" y="85333"/>
                  <a:pt x="430335" y="72138"/>
                </a:cubicBezTo>
                <a:cubicBezTo>
                  <a:pt x="430335" y="58485"/>
                  <a:pt x="433850" y="47888"/>
                  <a:pt x="440880" y="40349"/>
                </a:cubicBezTo>
                <a:cubicBezTo>
                  <a:pt x="447911" y="32809"/>
                  <a:pt x="457030" y="29039"/>
                  <a:pt x="468238" y="29039"/>
                </a:cubicBezTo>
                <a:cubicBezTo>
                  <a:pt x="479089" y="29039"/>
                  <a:pt x="487954" y="32727"/>
                  <a:pt x="494831" y="40103"/>
                </a:cubicBezTo>
                <a:cubicBezTo>
                  <a:pt x="501709" y="47477"/>
                  <a:pt x="505148" y="57852"/>
                  <a:pt x="505148" y="71229"/>
                </a:cubicBezTo>
                <a:cubicBezTo>
                  <a:pt x="505148" y="72042"/>
                  <a:pt x="505122" y="73262"/>
                  <a:pt x="505071" y="74889"/>
                </a:cubicBezTo>
                <a:lnTo>
                  <a:pt x="444548" y="74889"/>
                </a:lnTo>
                <a:cubicBezTo>
                  <a:pt x="445058" y="83779"/>
                  <a:pt x="447580" y="90587"/>
                  <a:pt x="452114" y="95312"/>
                </a:cubicBezTo>
                <a:cubicBezTo>
                  <a:pt x="456648" y="100037"/>
                  <a:pt x="462303" y="102400"/>
                  <a:pt x="469078" y="102400"/>
                </a:cubicBezTo>
                <a:cubicBezTo>
                  <a:pt x="474122" y="102400"/>
                  <a:pt x="478427" y="101088"/>
                  <a:pt x="481993" y="98464"/>
                </a:cubicBezTo>
                <a:cubicBezTo>
                  <a:pt x="485559" y="95839"/>
                  <a:pt x="488387" y="91649"/>
                  <a:pt x="490475" y="85894"/>
                </a:cubicBezTo>
                <a:moveTo>
                  <a:pt x="445313" y="63427"/>
                </a:moveTo>
                <a:lnTo>
                  <a:pt x="490628" y="63427"/>
                </a:lnTo>
                <a:cubicBezTo>
                  <a:pt x="490017" y="56712"/>
                  <a:pt x="488285" y="51675"/>
                  <a:pt x="485432" y="48318"/>
                </a:cubicBezTo>
                <a:cubicBezTo>
                  <a:pt x="481051" y="43107"/>
                  <a:pt x="475370" y="40501"/>
                  <a:pt x="468391" y="40501"/>
                </a:cubicBezTo>
                <a:cubicBezTo>
                  <a:pt x="462074" y="40501"/>
                  <a:pt x="456762" y="42581"/>
                  <a:pt x="452458" y="46741"/>
                </a:cubicBezTo>
                <a:cubicBezTo>
                  <a:pt x="448153" y="50900"/>
                  <a:pt x="445771" y="56462"/>
                  <a:pt x="445313" y="63427"/>
                </a:cubicBezTo>
                <a:close/>
                <a:moveTo>
                  <a:pt x="574588" y="112028"/>
                </a:moveTo>
                <a:lnTo>
                  <a:pt x="574588" y="101789"/>
                </a:lnTo>
                <a:cubicBezTo>
                  <a:pt x="569442" y="109838"/>
                  <a:pt x="561877" y="113863"/>
                  <a:pt x="551892" y="113863"/>
                </a:cubicBezTo>
                <a:cubicBezTo>
                  <a:pt x="545422" y="113863"/>
                  <a:pt x="539474" y="112079"/>
                  <a:pt x="534048" y="108513"/>
                </a:cubicBezTo>
                <a:cubicBezTo>
                  <a:pt x="528622" y="104947"/>
                  <a:pt x="524419" y="99967"/>
                  <a:pt x="521439" y="93574"/>
                </a:cubicBezTo>
                <a:cubicBezTo>
                  <a:pt x="518459" y="87180"/>
                  <a:pt x="516969" y="79831"/>
                  <a:pt x="516969" y="71527"/>
                </a:cubicBezTo>
                <a:cubicBezTo>
                  <a:pt x="516969" y="63427"/>
                  <a:pt x="518319" y="56078"/>
                  <a:pt x="521019" y="49481"/>
                </a:cubicBezTo>
                <a:cubicBezTo>
                  <a:pt x="523719" y="42883"/>
                  <a:pt x="527769" y="37827"/>
                  <a:pt x="533169" y="34312"/>
                </a:cubicBezTo>
                <a:cubicBezTo>
                  <a:pt x="538569" y="30796"/>
                  <a:pt x="544606" y="29039"/>
                  <a:pt x="551280" y="29039"/>
                </a:cubicBezTo>
                <a:cubicBezTo>
                  <a:pt x="556171" y="29039"/>
                  <a:pt x="560527" y="30070"/>
                  <a:pt x="564348" y="32134"/>
                </a:cubicBezTo>
                <a:cubicBezTo>
                  <a:pt x="568169" y="34197"/>
                  <a:pt x="571276" y="36884"/>
                  <a:pt x="573671" y="40196"/>
                </a:cubicBezTo>
                <a:lnTo>
                  <a:pt x="573671" y="0"/>
                </a:lnTo>
                <a:lnTo>
                  <a:pt x="587349" y="0"/>
                </a:lnTo>
                <a:lnTo>
                  <a:pt x="587349" y="112028"/>
                </a:lnTo>
                <a:lnTo>
                  <a:pt x="574588" y="112028"/>
                </a:lnTo>
                <a:moveTo>
                  <a:pt x="531106" y="71489"/>
                </a:moveTo>
                <a:cubicBezTo>
                  <a:pt x="531106" y="81843"/>
                  <a:pt x="533297" y="89584"/>
                  <a:pt x="537678" y="94710"/>
                </a:cubicBezTo>
                <a:cubicBezTo>
                  <a:pt x="542059" y="99837"/>
                  <a:pt x="547230" y="102400"/>
                  <a:pt x="553191" y="102400"/>
                </a:cubicBezTo>
                <a:cubicBezTo>
                  <a:pt x="559202" y="102400"/>
                  <a:pt x="564309" y="99951"/>
                  <a:pt x="568512" y="95054"/>
                </a:cubicBezTo>
                <a:cubicBezTo>
                  <a:pt x="572715" y="90155"/>
                  <a:pt x="574817" y="82681"/>
                  <a:pt x="574817" y="72630"/>
                </a:cubicBezTo>
                <a:cubicBezTo>
                  <a:pt x="574817" y="61566"/>
                  <a:pt x="572677" y="53445"/>
                  <a:pt x="568398" y="48267"/>
                </a:cubicBezTo>
                <a:cubicBezTo>
                  <a:pt x="564118" y="43090"/>
                  <a:pt x="558846" y="40501"/>
                  <a:pt x="552579" y="40501"/>
                </a:cubicBezTo>
                <a:cubicBezTo>
                  <a:pt x="546466" y="40501"/>
                  <a:pt x="541359" y="42989"/>
                  <a:pt x="537258" y="47964"/>
                </a:cubicBezTo>
                <a:cubicBezTo>
                  <a:pt x="533156" y="52938"/>
                  <a:pt x="531106" y="60779"/>
                  <a:pt x="531106" y="7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1338C-0796-4568-AF8B-DE2B8346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817" y="4722106"/>
            <a:ext cx="1721540" cy="847224"/>
          </a:xfrm>
          <a:custGeom xmlns:a="http://schemas.openxmlformats.org/drawingml/2006/main">
            <a:pathLst>
              <a:path w="1721540" h="847224">
                <a:moveTo>
                  <a:pt x="269583" y="14420"/>
                </a:moveTo>
                <a:lnTo>
                  <a:pt x="271349" y="14399"/>
                </a:lnTo>
                <a:lnTo>
                  <a:pt x="273114" y="14380"/>
                </a:lnTo>
                <a:lnTo>
                  <a:pt x="274880" y="14363"/>
                </a:lnTo>
                <a:lnTo>
                  <a:pt x="276646" y="14347"/>
                </a:lnTo>
                <a:lnTo>
                  <a:pt x="278411" y="14333"/>
                </a:lnTo>
                <a:lnTo>
                  <a:pt x="280177" y="14321"/>
                </a:lnTo>
                <a:lnTo>
                  <a:pt x="281943" y="14310"/>
                </a:lnTo>
                <a:lnTo>
                  <a:pt x="283708" y="14301"/>
                </a:lnTo>
                <a:lnTo>
                  <a:pt x="285474" y="14294"/>
                </a:lnTo>
                <a:lnTo>
                  <a:pt x="287240" y="14289"/>
                </a:lnTo>
                <a:lnTo>
                  <a:pt x="289006" y="14286"/>
                </a:lnTo>
                <a:lnTo>
                  <a:pt x="290772" y="14284"/>
                </a:lnTo>
                <a:lnTo>
                  <a:pt x="292538" y="14284"/>
                </a:lnTo>
                <a:lnTo>
                  <a:pt x="294304" y="14286"/>
                </a:lnTo>
                <a:lnTo>
                  <a:pt x="296070" y="14289"/>
                </a:lnTo>
                <a:lnTo>
                  <a:pt x="297836" y="14295"/>
                </a:lnTo>
                <a:lnTo>
                  <a:pt x="299602" y="14302"/>
                </a:lnTo>
                <a:lnTo>
                  <a:pt x="301368" y="14310"/>
                </a:lnTo>
                <a:lnTo>
                  <a:pt x="303134" y="14321"/>
                </a:lnTo>
                <a:lnTo>
                  <a:pt x="304900" y="14333"/>
                </a:lnTo>
                <a:lnTo>
                  <a:pt x="305006" y="106"/>
                </a:lnTo>
                <a:lnTo>
                  <a:pt x="303227" y="93"/>
                </a:lnTo>
                <a:lnTo>
                  <a:pt x="301447" y="83"/>
                </a:lnTo>
                <a:lnTo>
                  <a:pt x="299668" y="74"/>
                </a:lnTo>
                <a:lnTo>
                  <a:pt x="297888" y="67"/>
                </a:lnTo>
                <a:lnTo>
                  <a:pt x="296108" y="62"/>
                </a:lnTo>
                <a:lnTo>
                  <a:pt x="294329" y="58"/>
                </a:lnTo>
                <a:lnTo>
                  <a:pt x="292549" y="56"/>
                </a:lnTo>
                <a:lnTo>
                  <a:pt x="290769" y="56"/>
                </a:lnTo>
                <a:lnTo>
                  <a:pt x="288989" y="58"/>
                </a:lnTo>
                <a:lnTo>
                  <a:pt x="287210" y="62"/>
                </a:lnTo>
                <a:lnTo>
                  <a:pt x="285430" y="67"/>
                </a:lnTo>
                <a:lnTo>
                  <a:pt x="283650" y="74"/>
                </a:lnTo>
                <a:lnTo>
                  <a:pt x="281870" y="83"/>
                </a:lnTo>
                <a:lnTo>
                  <a:pt x="280090" y="93"/>
                </a:lnTo>
                <a:lnTo>
                  <a:pt x="278310" y="106"/>
                </a:lnTo>
                <a:lnTo>
                  <a:pt x="276530" y="120"/>
                </a:lnTo>
                <a:lnTo>
                  <a:pt x="274750" y="136"/>
                </a:lnTo>
                <a:lnTo>
                  <a:pt x="272970" y="153"/>
                </a:lnTo>
                <a:lnTo>
                  <a:pt x="271190" y="173"/>
                </a:lnTo>
                <a:lnTo>
                  <a:pt x="269410" y="194"/>
                </a:lnTo>
                <a:lnTo>
                  <a:pt x="267629" y="217"/>
                </a:lnTo>
                <a:lnTo>
                  <a:pt x="265849" y="241"/>
                </a:lnTo>
                <a:lnTo>
                  <a:pt x="264069" y="268"/>
                </a:lnTo>
                <a:lnTo>
                  <a:pt x="262289" y="296"/>
                </a:lnTo>
                <a:lnTo>
                  <a:pt x="262522" y="14522"/>
                </a:lnTo>
                <a:lnTo>
                  <a:pt x="264287" y="14494"/>
                </a:lnTo>
                <a:lnTo>
                  <a:pt x="266053" y="14468"/>
                </a:lnTo>
                <a:lnTo>
                  <a:pt x="267818" y="14443"/>
                </a:lnTo>
                <a:lnTo>
                  <a:pt x="269583" y="14420"/>
                </a:lnTo>
                <a:close/>
                <a:moveTo>
                  <a:pt x="356111" y="15448"/>
                </a:moveTo>
                <a:lnTo>
                  <a:pt x="357877" y="15513"/>
                </a:lnTo>
                <a:lnTo>
                  <a:pt x="359643" y="15580"/>
                </a:lnTo>
                <a:lnTo>
                  <a:pt x="361409" y="15648"/>
                </a:lnTo>
                <a:lnTo>
                  <a:pt x="363175" y="15718"/>
                </a:lnTo>
                <a:lnTo>
                  <a:pt x="364941" y="15790"/>
                </a:lnTo>
                <a:lnTo>
                  <a:pt x="366707" y="15863"/>
                </a:lnTo>
                <a:lnTo>
                  <a:pt x="368473" y="15938"/>
                </a:lnTo>
                <a:lnTo>
                  <a:pt x="370239" y="16015"/>
                </a:lnTo>
                <a:lnTo>
                  <a:pt x="372004" y="16094"/>
                </a:lnTo>
                <a:lnTo>
                  <a:pt x="373770" y="16174"/>
                </a:lnTo>
                <a:lnTo>
                  <a:pt x="375536" y="16257"/>
                </a:lnTo>
                <a:lnTo>
                  <a:pt x="377301" y="16341"/>
                </a:lnTo>
                <a:lnTo>
                  <a:pt x="379067" y="16426"/>
                </a:lnTo>
                <a:lnTo>
                  <a:pt x="380833" y="16514"/>
                </a:lnTo>
                <a:lnTo>
                  <a:pt x="382598" y="16603"/>
                </a:lnTo>
                <a:lnTo>
                  <a:pt x="384364" y="16694"/>
                </a:lnTo>
                <a:lnTo>
                  <a:pt x="386129" y="16787"/>
                </a:lnTo>
                <a:lnTo>
                  <a:pt x="387895" y="16881"/>
                </a:lnTo>
                <a:lnTo>
                  <a:pt x="389660" y="16977"/>
                </a:lnTo>
                <a:lnTo>
                  <a:pt x="390441" y="2772"/>
                </a:lnTo>
                <a:lnTo>
                  <a:pt x="388660" y="2675"/>
                </a:lnTo>
                <a:lnTo>
                  <a:pt x="386880" y="2579"/>
                </a:lnTo>
                <a:lnTo>
                  <a:pt x="385100" y="2486"/>
                </a:lnTo>
                <a:lnTo>
                  <a:pt x="383320" y="2394"/>
                </a:lnTo>
                <a:lnTo>
                  <a:pt x="381540" y="2304"/>
                </a:lnTo>
                <a:lnTo>
                  <a:pt x="379760" y="2216"/>
                </a:lnTo>
                <a:lnTo>
                  <a:pt x="377980" y="2130"/>
                </a:lnTo>
                <a:lnTo>
                  <a:pt x="376200" y="2045"/>
                </a:lnTo>
                <a:lnTo>
                  <a:pt x="374420" y="1962"/>
                </a:lnTo>
                <a:lnTo>
                  <a:pt x="372640" y="1881"/>
                </a:lnTo>
                <a:lnTo>
                  <a:pt x="370860" y="1802"/>
                </a:lnTo>
                <a:lnTo>
                  <a:pt x="369080" y="1724"/>
                </a:lnTo>
                <a:lnTo>
                  <a:pt x="367300" y="1648"/>
                </a:lnTo>
                <a:lnTo>
                  <a:pt x="365520" y="1574"/>
                </a:lnTo>
                <a:lnTo>
                  <a:pt x="363740" y="1502"/>
                </a:lnTo>
                <a:lnTo>
                  <a:pt x="361961" y="1431"/>
                </a:lnTo>
                <a:lnTo>
                  <a:pt x="360181" y="1362"/>
                </a:lnTo>
                <a:lnTo>
                  <a:pt x="358401" y="1295"/>
                </a:lnTo>
                <a:lnTo>
                  <a:pt x="356622" y="1230"/>
                </a:lnTo>
                <a:lnTo>
                  <a:pt x="354842" y="1167"/>
                </a:lnTo>
                <a:lnTo>
                  <a:pt x="353063" y="1105"/>
                </a:lnTo>
                <a:lnTo>
                  <a:pt x="351283" y="1045"/>
                </a:lnTo>
                <a:lnTo>
                  <a:pt x="349504" y="987"/>
                </a:lnTo>
                <a:lnTo>
                  <a:pt x="347724" y="930"/>
                </a:lnTo>
                <a:lnTo>
                  <a:pt x="347280" y="15151"/>
                </a:lnTo>
                <a:lnTo>
                  <a:pt x="349046" y="15207"/>
                </a:lnTo>
                <a:lnTo>
                  <a:pt x="350813" y="15265"/>
                </a:lnTo>
                <a:lnTo>
                  <a:pt x="352579" y="15324"/>
                </a:lnTo>
                <a:lnTo>
                  <a:pt x="354345" y="15385"/>
                </a:lnTo>
                <a:lnTo>
                  <a:pt x="356111" y="15448"/>
                </a:lnTo>
                <a:close/>
                <a:moveTo>
                  <a:pt x="186592" y="17381"/>
                </a:moveTo>
                <a:lnTo>
                  <a:pt x="188358" y="17277"/>
                </a:lnTo>
                <a:lnTo>
                  <a:pt x="190124" y="17176"/>
                </a:lnTo>
                <a:lnTo>
                  <a:pt x="191890" y="17076"/>
                </a:lnTo>
                <a:lnTo>
                  <a:pt x="193656" y="16978"/>
                </a:lnTo>
                <a:lnTo>
                  <a:pt x="195422" y="16882"/>
                </a:lnTo>
                <a:lnTo>
                  <a:pt x="197188" y="16788"/>
                </a:lnTo>
                <a:lnTo>
                  <a:pt x="198954" y="16695"/>
                </a:lnTo>
                <a:lnTo>
                  <a:pt x="200719" y="16604"/>
                </a:lnTo>
                <a:lnTo>
                  <a:pt x="202485" y="16515"/>
                </a:lnTo>
                <a:lnTo>
                  <a:pt x="204251" y="16427"/>
                </a:lnTo>
                <a:lnTo>
                  <a:pt x="206017" y="16341"/>
                </a:lnTo>
                <a:lnTo>
                  <a:pt x="207783" y="16257"/>
                </a:lnTo>
                <a:lnTo>
                  <a:pt x="209548" y="16175"/>
                </a:lnTo>
                <a:lnTo>
                  <a:pt x="211314" y="16095"/>
                </a:lnTo>
                <a:lnTo>
                  <a:pt x="213080" y="16016"/>
                </a:lnTo>
                <a:lnTo>
                  <a:pt x="214845" y="15939"/>
                </a:lnTo>
                <a:lnTo>
                  <a:pt x="216611" y="15864"/>
                </a:lnTo>
                <a:lnTo>
                  <a:pt x="218376" y="15790"/>
                </a:lnTo>
                <a:lnTo>
                  <a:pt x="220142" y="15719"/>
                </a:lnTo>
                <a:lnTo>
                  <a:pt x="219571" y="1502"/>
                </a:lnTo>
                <a:lnTo>
                  <a:pt x="217791" y="1575"/>
                </a:lnTo>
                <a:lnTo>
                  <a:pt x="216011" y="1649"/>
                </a:lnTo>
                <a:lnTo>
                  <a:pt x="214231" y="1724"/>
                </a:lnTo>
                <a:lnTo>
                  <a:pt x="212451" y="1802"/>
                </a:lnTo>
                <a:lnTo>
                  <a:pt x="210671" y="1881"/>
                </a:lnTo>
                <a:lnTo>
                  <a:pt x="208891" y="1963"/>
                </a:lnTo>
                <a:lnTo>
                  <a:pt x="207111" y="2045"/>
                </a:lnTo>
                <a:lnTo>
                  <a:pt x="205331" y="2130"/>
                </a:lnTo>
                <a:lnTo>
                  <a:pt x="203551" y="2216"/>
                </a:lnTo>
                <a:lnTo>
                  <a:pt x="201771" y="2305"/>
                </a:lnTo>
                <a:lnTo>
                  <a:pt x="199991" y="2395"/>
                </a:lnTo>
                <a:lnTo>
                  <a:pt x="198211" y="2486"/>
                </a:lnTo>
                <a:lnTo>
                  <a:pt x="196431" y="2580"/>
                </a:lnTo>
                <a:lnTo>
                  <a:pt x="194651" y="2675"/>
                </a:lnTo>
                <a:lnTo>
                  <a:pt x="192872" y="2772"/>
                </a:lnTo>
                <a:lnTo>
                  <a:pt x="191092" y="2871"/>
                </a:lnTo>
                <a:lnTo>
                  <a:pt x="189312" y="2971"/>
                </a:lnTo>
                <a:lnTo>
                  <a:pt x="187532" y="3073"/>
                </a:lnTo>
                <a:lnTo>
                  <a:pt x="185753" y="3177"/>
                </a:lnTo>
                <a:lnTo>
                  <a:pt x="183973" y="3283"/>
                </a:lnTo>
                <a:lnTo>
                  <a:pt x="182193" y="3391"/>
                </a:lnTo>
                <a:lnTo>
                  <a:pt x="180414" y="3500"/>
                </a:lnTo>
                <a:lnTo>
                  <a:pt x="178634" y="3611"/>
                </a:lnTo>
                <a:lnTo>
                  <a:pt x="176854" y="3724"/>
                </a:lnTo>
                <a:lnTo>
                  <a:pt x="177762" y="17923"/>
                </a:lnTo>
                <a:lnTo>
                  <a:pt x="179528" y="17811"/>
                </a:lnTo>
                <a:lnTo>
                  <a:pt x="181294" y="17701"/>
                </a:lnTo>
                <a:lnTo>
                  <a:pt x="183060" y="17592"/>
                </a:lnTo>
                <a:lnTo>
                  <a:pt x="184826" y="17486"/>
                </a:lnTo>
                <a:lnTo>
                  <a:pt x="186592" y="17381"/>
                </a:lnTo>
                <a:close/>
                <a:moveTo>
                  <a:pt x="101830" y="24392"/>
                </a:moveTo>
                <a:lnTo>
                  <a:pt x="103596" y="24204"/>
                </a:lnTo>
                <a:lnTo>
                  <a:pt x="105362" y="24019"/>
                </a:lnTo>
                <a:lnTo>
                  <a:pt x="107128" y="23835"/>
                </a:lnTo>
                <a:lnTo>
                  <a:pt x="108894" y="23653"/>
                </a:lnTo>
                <a:lnTo>
                  <a:pt x="110660" y="23473"/>
                </a:lnTo>
                <a:lnTo>
                  <a:pt x="112426" y="23295"/>
                </a:lnTo>
                <a:lnTo>
                  <a:pt x="114192" y="23118"/>
                </a:lnTo>
                <a:lnTo>
                  <a:pt x="115958" y="22943"/>
                </a:lnTo>
                <a:lnTo>
                  <a:pt x="117724" y="22770"/>
                </a:lnTo>
                <a:lnTo>
                  <a:pt x="119490" y="22598"/>
                </a:lnTo>
                <a:lnTo>
                  <a:pt x="121255" y="22429"/>
                </a:lnTo>
                <a:lnTo>
                  <a:pt x="123021" y="22261"/>
                </a:lnTo>
                <a:lnTo>
                  <a:pt x="124787" y="22095"/>
                </a:lnTo>
                <a:lnTo>
                  <a:pt x="126553" y="21930"/>
                </a:lnTo>
                <a:lnTo>
                  <a:pt x="128318" y="21767"/>
                </a:lnTo>
                <a:lnTo>
                  <a:pt x="130084" y="21607"/>
                </a:lnTo>
                <a:lnTo>
                  <a:pt x="131850" y="21447"/>
                </a:lnTo>
                <a:lnTo>
                  <a:pt x="133615" y="21290"/>
                </a:lnTo>
                <a:lnTo>
                  <a:pt x="135381" y="21134"/>
                </a:lnTo>
                <a:lnTo>
                  <a:pt x="134138" y="6961"/>
                </a:lnTo>
                <a:lnTo>
                  <a:pt x="132358" y="7118"/>
                </a:lnTo>
                <a:lnTo>
                  <a:pt x="130578" y="7277"/>
                </a:lnTo>
                <a:lnTo>
                  <a:pt x="128798" y="7438"/>
                </a:lnTo>
                <a:lnTo>
                  <a:pt x="127018" y="7600"/>
                </a:lnTo>
                <a:lnTo>
                  <a:pt x="125238" y="7764"/>
                </a:lnTo>
                <a:lnTo>
                  <a:pt x="123458" y="7930"/>
                </a:lnTo>
                <a:lnTo>
                  <a:pt x="121678" y="8097"/>
                </a:lnTo>
                <a:lnTo>
                  <a:pt x="119898" y="8266"/>
                </a:lnTo>
                <a:lnTo>
                  <a:pt x="118118" y="8437"/>
                </a:lnTo>
                <a:lnTo>
                  <a:pt x="116338" y="8610"/>
                </a:lnTo>
                <a:lnTo>
                  <a:pt x="114558" y="8785"/>
                </a:lnTo>
                <a:lnTo>
                  <a:pt x="112778" y="8961"/>
                </a:lnTo>
                <a:lnTo>
                  <a:pt x="110999" y="9139"/>
                </a:lnTo>
                <a:lnTo>
                  <a:pt x="109219" y="9319"/>
                </a:lnTo>
                <a:lnTo>
                  <a:pt x="107439" y="9501"/>
                </a:lnTo>
                <a:lnTo>
                  <a:pt x="105660" y="9684"/>
                </a:lnTo>
                <a:lnTo>
                  <a:pt x="103880" y="9869"/>
                </a:lnTo>
                <a:lnTo>
                  <a:pt x="102100" y="10056"/>
                </a:lnTo>
                <a:lnTo>
                  <a:pt x="100321" y="10245"/>
                </a:lnTo>
                <a:lnTo>
                  <a:pt x="98541" y="10435"/>
                </a:lnTo>
                <a:lnTo>
                  <a:pt x="96762" y="10627"/>
                </a:lnTo>
                <a:lnTo>
                  <a:pt x="94982" y="10821"/>
                </a:lnTo>
                <a:lnTo>
                  <a:pt x="93203" y="11017"/>
                </a:lnTo>
                <a:lnTo>
                  <a:pt x="91423" y="11214"/>
                </a:lnTo>
                <a:lnTo>
                  <a:pt x="92999" y="25354"/>
                </a:lnTo>
                <a:lnTo>
                  <a:pt x="94766" y="25158"/>
                </a:lnTo>
                <a:lnTo>
                  <a:pt x="96532" y="24964"/>
                </a:lnTo>
                <a:lnTo>
                  <a:pt x="98298" y="24771"/>
                </a:lnTo>
                <a:lnTo>
                  <a:pt x="100064" y="24581"/>
                </a:lnTo>
                <a:lnTo>
                  <a:pt x="101830" y="24392"/>
                </a:lnTo>
                <a:close/>
                <a:moveTo>
                  <a:pt x="17064" y="35435"/>
                </a:moveTo>
                <a:lnTo>
                  <a:pt x="18830" y="35163"/>
                </a:lnTo>
                <a:lnTo>
                  <a:pt x="20597" y="34894"/>
                </a:lnTo>
                <a:lnTo>
                  <a:pt x="22363" y="34626"/>
                </a:lnTo>
                <a:lnTo>
                  <a:pt x="24129" y="34360"/>
                </a:lnTo>
                <a:lnTo>
                  <a:pt x="25895" y="34096"/>
                </a:lnTo>
                <a:lnTo>
                  <a:pt x="27662" y="33834"/>
                </a:lnTo>
                <a:lnTo>
                  <a:pt x="29428" y="33573"/>
                </a:lnTo>
                <a:lnTo>
                  <a:pt x="31194" y="33314"/>
                </a:lnTo>
                <a:lnTo>
                  <a:pt x="32960" y="33057"/>
                </a:lnTo>
                <a:lnTo>
                  <a:pt x="34725" y="32801"/>
                </a:lnTo>
                <a:lnTo>
                  <a:pt x="36491" y="32548"/>
                </a:lnTo>
                <a:lnTo>
                  <a:pt x="38257" y="32296"/>
                </a:lnTo>
                <a:lnTo>
                  <a:pt x="40023" y="32046"/>
                </a:lnTo>
                <a:lnTo>
                  <a:pt x="41788" y="31797"/>
                </a:lnTo>
                <a:lnTo>
                  <a:pt x="43554" y="31550"/>
                </a:lnTo>
                <a:lnTo>
                  <a:pt x="45319" y="31306"/>
                </a:lnTo>
                <a:lnTo>
                  <a:pt x="47085" y="31062"/>
                </a:lnTo>
                <a:lnTo>
                  <a:pt x="48850" y="30821"/>
                </a:lnTo>
                <a:lnTo>
                  <a:pt x="50616" y="30581"/>
                </a:lnTo>
                <a:lnTo>
                  <a:pt x="48709" y="16482"/>
                </a:lnTo>
                <a:lnTo>
                  <a:pt x="46928" y="16724"/>
                </a:lnTo>
                <a:lnTo>
                  <a:pt x="45148" y="16967"/>
                </a:lnTo>
                <a:lnTo>
                  <a:pt x="43368" y="17213"/>
                </a:lnTo>
                <a:lnTo>
                  <a:pt x="41588" y="17459"/>
                </a:lnTo>
                <a:lnTo>
                  <a:pt x="39808" y="17708"/>
                </a:lnTo>
                <a:lnTo>
                  <a:pt x="38028" y="17958"/>
                </a:lnTo>
                <a:lnTo>
                  <a:pt x="36248" y="18211"/>
                </a:lnTo>
                <a:lnTo>
                  <a:pt x="34468" y="18465"/>
                </a:lnTo>
                <a:lnTo>
                  <a:pt x="32688" y="18720"/>
                </a:lnTo>
                <a:lnTo>
                  <a:pt x="30908" y="18978"/>
                </a:lnTo>
                <a:lnTo>
                  <a:pt x="29128" y="19237"/>
                </a:lnTo>
                <a:lnTo>
                  <a:pt x="27348" y="19498"/>
                </a:lnTo>
                <a:lnTo>
                  <a:pt x="25569" y="19760"/>
                </a:lnTo>
                <a:lnTo>
                  <a:pt x="23789" y="20025"/>
                </a:lnTo>
                <a:lnTo>
                  <a:pt x="22010" y="20291"/>
                </a:lnTo>
                <a:lnTo>
                  <a:pt x="20230" y="20559"/>
                </a:lnTo>
                <a:lnTo>
                  <a:pt x="18451" y="20829"/>
                </a:lnTo>
                <a:lnTo>
                  <a:pt x="16672" y="21100"/>
                </a:lnTo>
                <a:lnTo>
                  <a:pt x="14892" y="21374"/>
                </a:lnTo>
                <a:lnTo>
                  <a:pt x="13113" y="21649"/>
                </a:lnTo>
                <a:lnTo>
                  <a:pt x="11334" y="21925"/>
                </a:lnTo>
                <a:lnTo>
                  <a:pt x="9555" y="22204"/>
                </a:lnTo>
                <a:lnTo>
                  <a:pt x="7776" y="22484"/>
                </a:lnTo>
                <a:lnTo>
                  <a:pt x="5997" y="22766"/>
                </a:lnTo>
                <a:lnTo>
                  <a:pt x="8194" y="36582"/>
                </a:lnTo>
                <a:lnTo>
                  <a:pt x="0" y="36582"/>
                </a:lnTo>
                <a:lnTo>
                  <a:pt x="0" y="79265"/>
                </a:lnTo>
                <a:lnTo>
                  <a:pt x="14228" y="79265"/>
                </a:lnTo>
                <a:lnTo>
                  <a:pt x="14228" y="36582"/>
                </a:lnTo>
                <a:lnTo>
                  <a:pt x="9713" y="36582"/>
                </a:lnTo>
                <a:lnTo>
                  <a:pt x="9998" y="36537"/>
                </a:lnTo>
                <a:lnTo>
                  <a:pt x="11764" y="36259"/>
                </a:lnTo>
                <a:lnTo>
                  <a:pt x="13531" y="35982"/>
                </a:lnTo>
                <a:lnTo>
                  <a:pt x="15298" y="35708"/>
                </a:lnTo>
                <a:lnTo>
                  <a:pt x="17064" y="35435"/>
                </a:lnTo>
                <a:close/>
                <a:moveTo>
                  <a:pt x="14228" y="121948"/>
                </a:moveTo>
                <a:lnTo>
                  <a:pt x="0" y="121948"/>
                </a:lnTo>
                <a:lnTo>
                  <a:pt x="0" y="164631"/>
                </a:lnTo>
                <a:lnTo>
                  <a:pt x="14228" y="164631"/>
                </a:lnTo>
                <a:lnTo>
                  <a:pt x="14228" y="121948"/>
                </a:lnTo>
                <a:close/>
                <a:moveTo>
                  <a:pt x="14228" y="207314"/>
                </a:moveTo>
                <a:lnTo>
                  <a:pt x="0" y="207314"/>
                </a:lnTo>
                <a:lnTo>
                  <a:pt x="0" y="249997"/>
                </a:lnTo>
                <a:lnTo>
                  <a:pt x="14228" y="249997"/>
                </a:lnTo>
                <a:lnTo>
                  <a:pt x="14228" y="207314"/>
                </a:lnTo>
                <a:close/>
                <a:moveTo>
                  <a:pt x="14228" y="292679"/>
                </a:moveTo>
                <a:lnTo>
                  <a:pt x="0" y="292679"/>
                </a:lnTo>
                <a:lnTo>
                  <a:pt x="0" y="335362"/>
                </a:lnTo>
                <a:lnTo>
                  <a:pt x="14228" y="335362"/>
                </a:lnTo>
                <a:lnTo>
                  <a:pt x="14228" y="292679"/>
                </a:lnTo>
                <a:close/>
                <a:moveTo>
                  <a:pt x="14228" y="378045"/>
                </a:moveTo>
                <a:lnTo>
                  <a:pt x="0" y="378045"/>
                </a:lnTo>
                <a:lnTo>
                  <a:pt x="0" y="420728"/>
                </a:lnTo>
                <a:lnTo>
                  <a:pt x="14228" y="420728"/>
                </a:lnTo>
                <a:lnTo>
                  <a:pt x="14228" y="378045"/>
                </a:lnTo>
                <a:close/>
                <a:moveTo>
                  <a:pt x="14228" y="463411"/>
                </a:moveTo>
                <a:lnTo>
                  <a:pt x="0" y="463411"/>
                </a:lnTo>
                <a:lnTo>
                  <a:pt x="0" y="506093"/>
                </a:lnTo>
                <a:lnTo>
                  <a:pt x="14228" y="506093"/>
                </a:lnTo>
                <a:lnTo>
                  <a:pt x="14228" y="463411"/>
                </a:lnTo>
                <a:close/>
                <a:moveTo>
                  <a:pt x="14228" y="548776"/>
                </a:moveTo>
                <a:lnTo>
                  <a:pt x="0" y="548776"/>
                </a:lnTo>
                <a:lnTo>
                  <a:pt x="0" y="591459"/>
                </a:lnTo>
                <a:lnTo>
                  <a:pt x="14228" y="591459"/>
                </a:lnTo>
                <a:lnTo>
                  <a:pt x="14228" y="548776"/>
                </a:lnTo>
                <a:close/>
                <a:moveTo>
                  <a:pt x="14228" y="634142"/>
                </a:moveTo>
                <a:lnTo>
                  <a:pt x="0" y="634142"/>
                </a:lnTo>
                <a:lnTo>
                  <a:pt x="0" y="676825"/>
                </a:lnTo>
                <a:lnTo>
                  <a:pt x="14228" y="676825"/>
                </a:lnTo>
                <a:lnTo>
                  <a:pt x="14228" y="634142"/>
                </a:lnTo>
                <a:close/>
                <a:moveTo>
                  <a:pt x="14228" y="719507"/>
                </a:moveTo>
                <a:lnTo>
                  <a:pt x="0" y="719507"/>
                </a:lnTo>
                <a:lnTo>
                  <a:pt x="0" y="762190"/>
                </a:lnTo>
                <a:lnTo>
                  <a:pt x="14228" y="762190"/>
                </a:lnTo>
                <a:lnTo>
                  <a:pt x="14228" y="719507"/>
                </a:lnTo>
                <a:close/>
                <a:moveTo>
                  <a:pt x="283535" y="787715"/>
                </a:moveTo>
                <a:lnTo>
                  <a:pt x="281755" y="787724"/>
                </a:lnTo>
                <a:lnTo>
                  <a:pt x="279974" y="787734"/>
                </a:lnTo>
                <a:lnTo>
                  <a:pt x="278194" y="787747"/>
                </a:lnTo>
                <a:lnTo>
                  <a:pt x="276414" y="787761"/>
                </a:lnTo>
                <a:lnTo>
                  <a:pt x="274634" y="787777"/>
                </a:lnTo>
                <a:lnTo>
                  <a:pt x="272854" y="787795"/>
                </a:lnTo>
                <a:lnTo>
                  <a:pt x="271074" y="787814"/>
                </a:lnTo>
                <a:lnTo>
                  <a:pt x="269295" y="787835"/>
                </a:lnTo>
                <a:lnTo>
                  <a:pt x="267515" y="787859"/>
                </a:lnTo>
                <a:lnTo>
                  <a:pt x="265735" y="787883"/>
                </a:lnTo>
                <a:lnTo>
                  <a:pt x="263956" y="787910"/>
                </a:lnTo>
                <a:lnTo>
                  <a:pt x="262176" y="787938"/>
                </a:lnTo>
                <a:lnTo>
                  <a:pt x="260396" y="787968"/>
                </a:lnTo>
                <a:lnTo>
                  <a:pt x="258617" y="788000"/>
                </a:lnTo>
                <a:lnTo>
                  <a:pt x="256838" y="788034"/>
                </a:lnTo>
                <a:lnTo>
                  <a:pt x="255058" y="788069"/>
                </a:lnTo>
                <a:lnTo>
                  <a:pt x="253279" y="788106"/>
                </a:lnTo>
                <a:lnTo>
                  <a:pt x="251500" y="788145"/>
                </a:lnTo>
                <a:lnTo>
                  <a:pt x="249720" y="788186"/>
                </a:lnTo>
                <a:lnTo>
                  <a:pt x="250052" y="802410"/>
                </a:lnTo>
                <a:lnTo>
                  <a:pt x="251819" y="802369"/>
                </a:lnTo>
                <a:lnTo>
                  <a:pt x="253585" y="802331"/>
                </a:lnTo>
                <a:lnTo>
                  <a:pt x="255351" y="802294"/>
                </a:lnTo>
                <a:lnTo>
                  <a:pt x="257118" y="802259"/>
                </a:lnTo>
                <a:lnTo>
                  <a:pt x="258884" y="802225"/>
                </a:lnTo>
                <a:lnTo>
                  <a:pt x="260650" y="802194"/>
                </a:lnTo>
                <a:lnTo>
                  <a:pt x="262416" y="802164"/>
                </a:lnTo>
                <a:lnTo>
                  <a:pt x="264182" y="802136"/>
                </a:lnTo>
                <a:lnTo>
                  <a:pt x="265948" y="802110"/>
                </a:lnTo>
                <a:lnTo>
                  <a:pt x="267714" y="802085"/>
                </a:lnTo>
                <a:lnTo>
                  <a:pt x="269480" y="802062"/>
                </a:lnTo>
                <a:lnTo>
                  <a:pt x="271246" y="802041"/>
                </a:lnTo>
                <a:lnTo>
                  <a:pt x="273012" y="802022"/>
                </a:lnTo>
                <a:lnTo>
                  <a:pt x="274777" y="802004"/>
                </a:lnTo>
                <a:lnTo>
                  <a:pt x="276543" y="801988"/>
                </a:lnTo>
                <a:lnTo>
                  <a:pt x="278309" y="801974"/>
                </a:lnTo>
                <a:lnTo>
                  <a:pt x="280074" y="801962"/>
                </a:lnTo>
                <a:lnTo>
                  <a:pt x="281840" y="801951"/>
                </a:lnTo>
                <a:lnTo>
                  <a:pt x="283605" y="801942"/>
                </a:lnTo>
                <a:lnTo>
                  <a:pt x="285370" y="801935"/>
                </a:lnTo>
                <a:lnTo>
                  <a:pt x="287136" y="801929"/>
                </a:lnTo>
                <a:lnTo>
                  <a:pt x="288901" y="801926"/>
                </a:lnTo>
                <a:lnTo>
                  <a:pt x="290666" y="801924"/>
                </a:lnTo>
                <a:lnTo>
                  <a:pt x="292431" y="801924"/>
                </a:lnTo>
                <a:lnTo>
                  <a:pt x="292437" y="787696"/>
                </a:lnTo>
                <a:lnTo>
                  <a:pt x="290656" y="787696"/>
                </a:lnTo>
                <a:lnTo>
                  <a:pt x="288876" y="787698"/>
                </a:lnTo>
                <a:lnTo>
                  <a:pt x="287096" y="787702"/>
                </a:lnTo>
                <a:lnTo>
                  <a:pt x="285315" y="787707"/>
                </a:lnTo>
                <a:lnTo>
                  <a:pt x="283535" y="787715"/>
                </a:lnTo>
                <a:close/>
                <a:moveTo>
                  <a:pt x="368973" y="789360"/>
                </a:moveTo>
                <a:lnTo>
                  <a:pt x="367193" y="789284"/>
                </a:lnTo>
                <a:lnTo>
                  <a:pt x="365413" y="789210"/>
                </a:lnTo>
                <a:lnTo>
                  <a:pt x="363634" y="789138"/>
                </a:lnTo>
                <a:lnTo>
                  <a:pt x="361854" y="789067"/>
                </a:lnTo>
                <a:lnTo>
                  <a:pt x="360074" y="788999"/>
                </a:lnTo>
                <a:lnTo>
                  <a:pt x="358294" y="788932"/>
                </a:lnTo>
                <a:lnTo>
                  <a:pt x="356514" y="788867"/>
                </a:lnTo>
                <a:lnTo>
                  <a:pt x="354734" y="788803"/>
                </a:lnTo>
                <a:lnTo>
                  <a:pt x="352954" y="788742"/>
                </a:lnTo>
                <a:lnTo>
                  <a:pt x="351175" y="788682"/>
                </a:lnTo>
                <a:lnTo>
                  <a:pt x="349395" y="788624"/>
                </a:lnTo>
                <a:lnTo>
                  <a:pt x="347615" y="788568"/>
                </a:lnTo>
                <a:lnTo>
                  <a:pt x="345835" y="788513"/>
                </a:lnTo>
                <a:lnTo>
                  <a:pt x="344055" y="788460"/>
                </a:lnTo>
                <a:lnTo>
                  <a:pt x="342275" y="788409"/>
                </a:lnTo>
                <a:lnTo>
                  <a:pt x="340495" y="788360"/>
                </a:lnTo>
                <a:lnTo>
                  <a:pt x="338715" y="788312"/>
                </a:lnTo>
                <a:lnTo>
                  <a:pt x="336935" y="788267"/>
                </a:lnTo>
                <a:lnTo>
                  <a:pt x="335155" y="788223"/>
                </a:lnTo>
                <a:lnTo>
                  <a:pt x="334812" y="802446"/>
                </a:lnTo>
                <a:lnTo>
                  <a:pt x="336577" y="802490"/>
                </a:lnTo>
                <a:lnTo>
                  <a:pt x="338343" y="802535"/>
                </a:lnTo>
                <a:lnTo>
                  <a:pt x="340109" y="802582"/>
                </a:lnTo>
                <a:lnTo>
                  <a:pt x="341875" y="802631"/>
                </a:lnTo>
                <a:lnTo>
                  <a:pt x="343640" y="802681"/>
                </a:lnTo>
                <a:lnTo>
                  <a:pt x="345406" y="802734"/>
                </a:lnTo>
                <a:lnTo>
                  <a:pt x="347172" y="802788"/>
                </a:lnTo>
                <a:lnTo>
                  <a:pt x="348938" y="802844"/>
                </a:lnTo>
                <a:lnTo>
                  <a:pt x="350704" y="802901"/>
                </a:lnTo>
                <a:lnTo>
                  <a:pt x="352469" y="802961"/>
                </a:lnTo>
                <a:lnTo>
                  <a:pt x="354235" y="803022"/>
                </a:lnTo>
                <a:lnTo>
                  <a:pt x="356001" y="803085"/>
                </a:lnTo>
                <a:lnTo>
                  <a:pt x="357767" y="803149"/>
                </a:lnTo>
                <a:lnTo>
                  <a:pt x="359533" y="803216"/>
                </a:lnTo>
                <a:lnTo>
                  <a:pt x="361298" y="803284"/>
                </a:lnTo>
                <a:lnTo>
                  <a:pt x="363064" y="803354"/>
                </a:lnTo>
                <a:lnTo>
                  <a:pt x="364830" y="803425"/>
                </a:lnTo>
                <a:lnTo>
                  <a:pt x="366596" y="803499"/>
                </a:lnTo>
                <a:lnTo>
                  <a:pt x="368362" y="803574"/>
                </a:lnTo>
                <a:lnTo>
                  <a:pt x="370127" y="803651"/>
                </a:lnTo>
                <a:lnTo>
                  <a:pt x="371893" y="803729"/>
                </a:lnTo>
                <a:lnTo>
                  <a:pt x="373659" y="803810"/>
                </a:lnTo>
                <a:lnTo>
                  <a:pt x="375425" y="803892"/>
                </a:lnTo>
                <a:lnTo>
                  <a:pt x="377191" y="803975"/>
                </a:lnTo>
                <a:lnTo>
                  <a:pt x="377872" y="789764"/>
                </a:lnTo>
                <a:lnTo>
                  <a:pt x="376092" y="789680"/>
                </a:lnTo>
                <a:lnTo>
                  <a:pt x="374313" y="789597"/>
                </a:lnTo>
                <a:lnTo>
                  <a:pt x="372533" y="789516"/>
                </a:lnTo>
                <a:lnTo>
                  <a:pt x="370753" y="789437"/>
                </a:lnTo>
                <a:lnTo>
                  <a:pt x="368973" y="789360"/>
                </a:lnTo>
                <a:close/>
                <a:moveTo>
                  <a:pt x="198104" y="790132"/>
                </a:moveTo>
                <a:lnTo>
                  <a:pt x="196324" y="790226"/>
                </a:lnTo>
                <a:lnTo>
                  <a:pt x="194544" y="790321"/>
                </a:lnTo>
                <a:lnTo>
                  <a:pt x="192765" y="790418"/>
                </a:lnTo>
                <a:lnTo>
                  <a:pt x="190985" y="790517"/>
                </a:lnTo>
                <a:lnTo>
                  <a:pt x="189205" y="790618"/>
                </a:lnTo>
                <a:lnTo>
                  <a:pt x="187425" y="790720"/>
                </a:lnTo>
                <a:lnTo>
                  <a:pt x="185645" y="790825"/>
                </a:lnTo>
                <a:lnTo>
                  <a:pt x="183865" y="790930"/>
                </a:lnTo>
                <a:lnTo>
                  <a:pt x="182085" y="791038"/>
                </a:lnTo>
                <a:lnTo>
                  <a:pt x="180306" y="791148"/>
                </a:lnTo>
                <a:lnTo>
                  <a:pt x="178526" y="791259"/>
                </a:lnTo>
                <a:lnTo>
                  <a:pt x="176746" y="791372"/>
                </a:lnTo>
                <a:lnTo>
                  <a:pt x="174966" y="791487"/>
                </a:lnTo>
                <a:lnTo>
                  <a:pt x="173186" y="791603"/>
                </a:lnTo>
                <a:lnTo>
                  <a:pt x="171406" y="791721"/>
                </a:lnTo>
                <a:lnTo>
                  <a:pt x="169626" y="791841"/>
                </a:lnTo>
                <a:lnTo>
                  <a:pt x="167846" y="791963"/>
                </a:lnTo>
                <a:lnTo>
                  <a:pt x="166066" y="792087"/>
                </a:lnTo>
                <a:lnTo>
                  <a:pt x="164286" y="792212"/>
                </a:lnTo>
                <a:lnTo>
                  <a:pt x="165292" y="806404"/>
                </a:lnTo>
                <a:lnTo>
                  <a:pt x="167058" y="806280"/>
                </a:lnTo>
                <a:lnTo>
                  <a:pt x="168823" y="806157"/>
                </a:lnTo>
                <a:lnTo>
                  <a:pt x="170589" y="806036"/>
                </a:lnTo>
                <a:lnTo>
                  <a:pt x="172355" y="805917"/>
                </a:lnTo>
                <a:lnTo>
                  <a:pt x="174121" y="805800"/>
                </a:lnTo>
                <a:lnTo>
                  <a:pt x="175886" y="805684"/>
                </a:lnTo>
                <a:lnTo>
                  <a:pt x="177652" y="805570"/>
                </a:lnTo>
                <a:lnTo>
                  <a:pt x="179418" y="805458"/>
                </a:lnTo>
                <a:lnTo>
                  <a:pt x="181184" y="805348"/>
                </a:lnTo>
                <a:lnTo>
                  <a:pt x="182950" y="805239"/>
                </a:lnTo>
                <a:lnTo>
                  <a:pt x="184715" y="805133"/>
                </a:lnTo>
                <a:lnTo>
                  <a:pt x="186481" y="805028"/>
                </a:lnTo>
                <a:lnTo>
                  <a:pt x="188247" y="804924"/>
                </a:lnTo>
                <a:lnTo>
                  <a:pt x="190013" y="804823"/>
                </a:lnTo>
                <a:lnTo>
                  <a:pt x="191779" y="804723"/>
                </a:lnTo>
                <a:lnTo>
                  <a:pt x="193545" y="804625"/>
                </a:lnTo>
                <a:lnTo>
                  <a:pt x="195310" y="804528"/>
                </a:lnTo>
                <a:lnTo>
                  <a:pt x="197076" y="804434"/>
                </a:lnTo>
                <a:lnTo>
                  <a:pt x="198842" y="804341"/>
                </a:lnTo>
                <a:lnTo>
                  <a:pt x="200608" y="804250"/>
                </a:lnTo>
                <a:lnTo>
                  <a:pt x="202374" y="804160"/>
                </a:lnTo>
                <a:lnTo>
                  <a:pt x="204140" y="804073"/>
                </a:lnTo>
                <a:lnTo>
                  <a:pt x="205906" y="803987"/>
                </a:lnTo>
                <a:lnTo>
                  <a:pt x="207672" y="803903"/>
                </a:lnTo>
                <a:lnTo>
                  <a:pt x="207003" y="789691"/>
                </a:lnTo>
                <a:lnTo>
                  <a:pt x="205223" y="789776"/>
                </a:lnTo>
                <a:lnTo>
                  <a:pt x="203443" y="789862"/>
                </a:lnTo>
                <a:lnTo>
                  <a:pt x="201663" y="789950"/>
                </a:lnTo>
                <a:lnTo>
                  <a:pt x="199884" y="790041"/>
                </a:lnTo>
                <a:lnTo>
                  <a:pt x="198104" y="790132"/>
                </a:lnTo>
                <a:close/>
                <a:moveTo>
                  <a:pt x="112672" y="796612"/>
                </a:moveTo>
                <a:lnTo>
                  <a:pt x="110892" y="796791"/>
                </a:lnTo>
                <a:lnTo>
                  <a:pt x="109113" y="796971"/>
                </a:lnTo>
                <a:lnTo>
                  <a:pt x="107333" y="797152"/>
                </a:lnTo>
                <a:lnTo>
                  <a:pt x="105553" y="797336"/>
                </a:lnTo>
                <a:lnTo>
                  <a:pt x="103773" y="797521"/>
                </a:lnTo>
                <a:lnTo>
                  <a:pt x="101994" y="797708"/>
                </a:lnTo>
                <a:lnTo>
                  <a:pt x="100214" y="797897"/>
                </a:lnTo>
                <a:lnTo>
                  <a:pt x="98434" y="798087"/>
                </a:lnTo>
                <a:lnTo>
                  <a:pt x="96654" y="798280"/>
                </a:lnTo>
                <a:lnTo>
                  <a:pt x="94874" y="798474"/>
                </a:lnTo>
                <a:lnTo>
                  <a:pt x="93095" y="798669"/>
                </a:lnTo>
                <a:lnTo>
                  <a:pt x="91315" y="798867"/>
                </a:lnTo>
                <a:lnTo>
                  <a:pt x="89535" y="799066"/>
                </a:lnTo>
                <a:lnTo>
                  <a:pt x="87755" y="799268"/>
                </a:lnTo>
                <a:lnTo>
                  <a:pt x="85975" y="799470"/>
                </a:lnTo>
                <a:lnTo>
                  <a:pt x="84195" y="799675"/>
                </a:lnTo>
                <a:lnTo>
                  <a:pt x="82415" y="799882"/>
                </a:lnTo>
                <a:lnTo>
                  <a:pt x="80635" y="800090"/>
                </a:lnTo>
                <a:lnTo>
                  <a:pt x="78855" y="800300"/>
                </a:lnTo>
                <a:lnTo>
                  <a:pt x="80528" y="814428"/>
                </a:lnTo>
                <a:lnTo>
                  <a:pt x="82294" y="814220"/>
                </a:lnTo>
                <a:lnTo>
                  <a:pt x="84060" y="814014"/>
                </a:lnTo>
                <a:lnTo>
                  <a:pt x="85825" y="813809"/>
                </a:lnTo>
                <a:lnTo>
                  <a:pt x="87591" y="813606"/>
                </a:lnTo>
                <a:lnTo>
                  <a:pt x="89357" y="813405"/>
                </a:lnTo>
                <a:lnTo>
                  <a:pt x="91123" y="813205"/>
                </a:lnTo>
                <a:lnTo>
                  <a:pt x="92888" y="813007"/>
                </a:lnTo>
                <a:lnTo>
                  <a:pt x="94654" y="812811"/>
                </a:lnTo>
                <a:lnTo>
                  <a:pt x="96420" y="812617"/>
                </a:lnTo>
                <a:lnTo>
                  <a:pt x="98186" y="812424"/>
                </a:lnTo>
                <a:lnTo>
                  <a:pt x="99952" y="812234"/>
                </a:lnTo>
                <a:lnTo>
                  <a:pt x="101718" y="812045"/>
                </a:lnTo>
                <a:lnTo>
                  <a:pt x="103484" y="811857"/>
                </a:lnTo>
                <a:lnTo>
                  <a:pt x="105250" y="811672"/>
                </a:lnTo>
                <a:lnTo>
                  <a:pt x="107016" y="811488"/>
                </a:lnTo>
                <a:lnTo>
                  <a:pt x="108782" y="811306"/>
                </a:lnTo>
                <a:lnTo>
                  <a:pt x="110548" y="811126"/>
                </a:lnTo>
                <a:lnTo>
                  <a:pt x="112314" y="810947"/>
                </a:lnTo>
                <a:lnTo>
                  <a:pt x="114080" y="810770"/>
                </a:lnTo>
                <a:lnTo>
                  <a:pt x="115846" y="810595"/>
                </a:lnTo>
                <a:lnTo>
                  <a:pt x="117612" y="810422"/>
                </a:lnTo>
                <a:lnTo>
                  <a:pt x="119378" y="810250"/>
                </a:lnTo>
                <a:lnTo>
                  <a:pt x="121144" y="810080"/>
                </a:lnTo>
                <a:lnTo>
                  <a:pt x="122910" y="809912"/>
                </a:lnTo>
                <a:lnTo>
                  <a:pt x="121570" y="795748"/>
                </a:lnTo>
                <a:lnTo>
                  <a:pt x="119790" y="795917"/>
                </a:lnTo>
                <a:lnTo>
                  <a:pt x="118011" y="796089"/>
                </a:lnTo>
                <a:lnTo>
                  <a:pt x="116231" y="796261"/>
                </a:lnTo>
                <a:lnTo>
                  <a:pt x="114451" y="796436"/>
                </a:lnTo>
                <a:lnTo>
                  <a:pt x="112672" y="796612"/>
                </a:lnTo>
                <a:close/>
                <a:moveTo>
                  <a:pt x="10724" y="824063"/>
                </a:moveTo>
                <a:lnTo>
                  <a:pt x="11971" y="823867"/>
                </a:lnTo>
                <a:lnTo>
                  <a:pt x="13217" y="823672"/>
                </a:lnTo>
                <a:lnTo>
                  <a:pt x="14464" y="823478"/>
                </a:lnTo>
                <a:lnTo>
                  <a:pt x="15710" y="823284"/>
                </a:lnTo>
                <a:lnTo>
                  <a:pt x="16956" y="823092"/>
                </a:lnTo>
                <a:lnTo>
                  <a:pt x="18203" y="822900"/>
                </a:lnTo>
                <a:lnTo>
                  <a:pt x="19449" y="822710"/>
                </a:lnTo>
                <a:lnTo>
                  <a:pt x="20696" y="822520"/>
                </a:lnTo>
                <a:lnTo>
                  <a:pt x="21942" y="822331"/>
                </a:lnTo>
                <a:lnTo>
                  <a:pt x="23189" y="822142"/>
                </a:lnTo>
                <a:lnTo>
                  <a:pt x="24435" y="821955"/>
                </a:lnTo>
                <a:lnTo>
                  <a:pt x="25681" y="821769"/>
                </a:lnTo>
                <a:lnTo>
                  <a:pt x="26928" y="821583"/>
                </a:lnTo>
                <a:lnTo>
                  <a:pt x="28174" y="821399"/>
                </a:lnTo>
                <a:lnTo>
                  <a:pt x="29421" y="821215"/>
                </a:lnTo>
                <a:lnTo>
                  <a:pt x="30667" y="821032"/>
                </a:lnTo>
                <a:lnTo>
                  <a:pt x="31913" y="820850"/>
                </a:lnTo>
                <a:lnTo>
                  <a:pt x="33160" y="820669"/>
                </a:lnTo>
                <a:lnTo>
                  <a:pt x="34406" y="820488"/>
                </a:lnTo>
                <a:lnTo>
                  <a:pt x="35652" y="820309"/>
                </a:lnTo>
                <a:lnTo>
                  <a:pt x="36898" y="820130"/>
                </a:lnTo>
                <a:lnTo>
                  <a:pt x="38145" y="819953"/>
                </a:lnTo>
                <a:lnTo>
                  <a:pt x="36141" y="805866"/>
                </a:lnTo>
                <a:lnTo>
                  <a:pt x="34885" y="806045"/>
                </a:lnTo>
                <a:lnTo>
                  <a:pt x="33629" y="806225"/>
                </a:lnTo>
                <a:lnTo>
                  <a:pt x="32373" y="806406"/>
                </a:lnTo>
                <a:lnTo>
                  <a:pt x="31117" y="806588"/>
                </a:lnTo>
                <a:lnTo>
                  <a:pt x="29861" y="806770"/>
                </a:lnTo>
                <a:lnTo>
                  <a:pt x="28605" y="806954"/>
                </a:lnTo>
                <a:lnTo>
                  <a:pt x="27348" y="807138"/>
                </a:lnTo>
                <a:lnTo>
                  <a:pt x="26092" y="807324"/>
                </a:lnTo>
                <a:lnTo>
                  <a:pt x="24836" y="807510"/>
                </a:lnTo>
                <a:lnTo>
                  <a:pt x="23580" y="807697"/>
                </a:lnTo>
                <a:lnTo>
                  <a:pt x="22324" y="807884"/>
                </a:lnTo>
                <a:lnTo>
                  <a:pt x="21068" y="808073"/>
                </a:lnTo>
                <a:lnTo>
                  <a:pt x="19812" y="808263"/>
                </a:lnTo>
                <a:lnTo>
                  <a:pt x="18556" y="808453"/>
                </a:lnTo>
                <a:lnTo>
                  <a:pt x="17300" y="808645"/>
                </a:lnTo>
                <a:lnTo>
                  <a:pt x="16044" y="808837"/>
                </a:lnTo>
                <a:lnTo>
                  <a:pt x="14788" y="809030"/>
                </a:lnTo>
                <a:lnTo>
                  <a:pt x="14228" y="809117"/>
                </a:lnTo>
                <a:lnTo>
                  <a:pt x="14228" y="804873"/>
                </a:lnTo>
                <a:lnTo>
                  <a:pt x="0" y="804873"/>
                </a:lnTo>
                <a:lnTo>
                  <a:pt x="0" y="825766"/>
                </a:lnTo>
                <a:lnTo>
                  <a:pt x="8231" y="824457"/>
                </a:lnTo>
                <a:lnTo>
                  <a:pt x="9478" y="824260"/>
                </a:lnTo>
                <a:lnTo>
                  <a:pt x="10724" y="824063"/>
                </a:lnTo>
                <a:close/>
                <a:moveTo>
                  <a:pt x="440865" y="20528"/>
                </a:moveTo>
                <a:lnTo>
                  <a:pt x="442630" y="20676"/>
                </a:lnTo>
                <a:lnTo>
                  <a:pt x="444395" y="20827"/>
                </a:lnTo>
                <a:lnTo>
                  <a:pt x="446161" y="20979"/>
                </a:lnTo>
                <a:lnTo>
                  <a:pt x="447926" y="21133"/>
                </a:lnTo>
                <a:lnTo>
                  <a:pt x="449692" y="21289"/>
                </a:lnTo>
                <a:lnTo>
                  <a:pt x="451458" y="21446"/>
                </a:lnTo>
                <a:lnTo>
                  <a:pt x="453223" y="21605"/>
                </a:lnTo>
                <a:lnTo>
                  <a:pt x="454989" y="21766"/>
                </a:lnTo>
                <a:lnTo>
                  <a:pt x="456755" y="21929"/>
                </a:lnTo>
                <a:lnTo>
                  <a:pt x="458522" y="22093"/>
                </a:lnTo>
                <a:lnTo>
                  <a:pt x="460288" y="22260"/>
                </a:lnTo>
                <a:lnTo>
                  <a:pt x="462054" y="22428"/>
                </a:lnTo>
                <a:lnTo>
                  <a:pt x="463821" y="22597"/>
                </a:lnTo>
                <a:lnTo>
                  <a:pt x="465587" y="22769"/>
                </a:lnTo>
                <a:lnTo>
                  <a:pt x="467354" y="22942"/>
                </a:lnTo>
                <a:lnTo>
                  <a:pt x="469121" y="23117"/>
                </a:lnTo>
                <a:lnTo>
                  <a:pt x="470888" y="23294"/>
                </a:lnTo>
                <a:lnTo>
                  <a:pt x="472655" y="23472"/>
                </a:lnTo>
                <a:lnTo>
                  <a:pt x="474422" y="23653"/>
                </a:lnTo>
                <a:lnTo>
                  <a:pt x="475873" y="9499"/>
                </a:lnTo>
                <a:lnTo>
                  <a:pt x="474095" y="9317"/>
                </a:lnTo>
                <a:lnTo>
                  <a:pt x="472316" y="9138"/>
                </a:lnTo>
                <a:lnTo>
                  <a:pt x="470537" y="8960"/>
                </a:lnTo>
                <a:lnTo>
                  <a:pt x="468759" y="8784"/>
                </a:lnTo>
                <a:lnTo>
                  <a:pt x="466980" y="8609"/>
                </a:lnTo>
                <a:lnTo>
                  <a:pt x="465200" y="8437"/>
                </a:lnTo>
                <a:lnTo>
                  <a:pt x="463421" y="8266"/>
                </a:lnTo>
                <a:lnTo>
                  <a:pt x="461642" y="8096"/>
                </a:lnTo>
                <a:lnTo>
                  <a:pt x="459863" y="7929"/>
                </a:lnTo>
                <a:lnTo>
                  <a:pt x="458083" y="7763"/>
                </a:lnTo>
                <a:lnTo>
                  <a:pt x="456303" y="7599"/>
                </a:lnTo>
                <a:lnTo>
                  <a:pt x="454524" y="7437"/>
                </a:lnTo>
                <a:lnTo>
                  <a:pt x="452744" y="7277"/>
                </a:lnTo>
                <a:lnTo>
                  <a:pt x="450964" y="7118"/>
                </a:lnTo>
                <a:lnTo>
                  <a:pt x="449184" y="6961"/>
                </a:lnTo>
                <a:lnTo>
                  <a:pt x="447403" y="6806"/>
                </a:lnTo>
                <a:lnTo>
                  <a:pt x="445623" y="6653"/>
                </a:lnTo>
                <a:lnTo>
                  <a:pt x="443843" y="6501"/>
                </a:lnTo>
                <a:lnTo>
                  <a:pt x="442062" y="6351"/>
                </a:lnTo>
                <a:lnTo>
                  <a:pt x="440282" y="6203"/>
                </a:lnTo>
                <a:lnTo>
                  <a:pt x="438501" y="6056"/>
                </a:lnTo>
                <a:lnTo>
                  <a:pt x="436720" y="5912"/>
                </a:lnTo>
                <a:lnTo>
                  <a:pt x="434939" y="5769"/>
                </a:lnTo>
                <a:lnTo>
                  <a:pt x="433158" y="5628"/>
                </a:lnTo>
                <a:lnTo>
                  <a:pt x="432041" y="19811"/>
                </a:lnTo>
                <a:lnTo>
                  <a:pt x="433806" y="19951"/>
                </a:lnTo>
                <a:lnTo>
                  <a:pt x="435570" y="20092"/>
                </a:lnTo>
                <a:lnTo>
                  <a:pt x="437335" y="20236"/>
                </a:lnTo>
                <a:lnTo>
                  <a:pt x="439100" y="20381"/>
                </a:lnTo>
                <a:lnTo>
                  <a:pt x="440865" y="20528"/>
                </a:lnTo>
                <a:close/>
                <a:moveTo>
                  <a:pt x="1208215" y="28066"/>
                </a:moveTo>
                <a:lnTo>
                  <a:pt x="1209981" y="27847"/>
                </a:lnTo>
                <a:lnTo>
                  <a:pt x="1211746" y="27630"/>
                </a:lnTo>
                <a:lnTo>
                  <a:pt x="1213512" y="27415"/>
                </a:lnTo>
                <a:lnTo>
                  <a:pt x="1215278" y="27201"/>
                </a:lnTo>
                <a:lnTo>
                  <a:pt x="1217044" y="26990"/>
                </a:lnTo>
                <a:lnTo>
                  <a:pt x="1218810" y="26780"/>
                </a:lnTo>
                <a:lnTo>
                  <a:pt x="1220576" y="26571"/>
                </a:lnTo>
                <a:lnTo>
                  <a:pt x="1222342" y="26365"/>
                </a:lnTo>
                <a:lnTo>
                  <a:pt x="1224108" y="26160"/>
                </a:lnTo>
                <a:lnTo>
                  <a:pt x="1225874" y="25957"/>
                </a:lnTo>
                <a:lnTo>
                  <a:pt x="1227639" y="25756"/>
                </a:lnTo>
                <a:lnTo>
                  <a:pt x="1229405" y="25557"/>
                </a:lnTo>
                <a:lnTo>
                  <a:pt x="1231172" y="25359"/>
                </a:lnTo>
                <a:lnTo>
                  <a:pt x="1232938" y="25163"/>
                </a:lnTo>
                <a:lnTo>
                  <a:pt x="1234704" y="24969"/>
                </a:lnTo>
                <a:lnTo>
                  <a:pt x="1236470" y="24776"/>
                </a:lnTo>
                <a:lnTo>
                  <a:pt x="1238236" y="24586"/>
                </a:lnTo>
                <a:lnTo>
                  <a:pt x="1240002" y="24397"/>
                </a:lnTo>
                <a:lnTo>
                  <a:pt x="1241768" y="24209"/>
                </a:lnTo>
                <a:lnTo>
                  <a:pt x="1240275" y="10059"/>
                </a:lnTo>
                <a:lnTo>
                  <a:pt x="1238496" y="10248"/>
                </a:lnTo>
                <a:lnTo>
                  <a:pt x="1236716" y="10439"/>
                </a:lnTo>
                <a:lnTo>
                  <a:pt x="1234937" y="10631"/>
                </a:lnTo>
                <a:lnTo>
                  <a:pt x="1233157" y="10825"/>
                </a:lnTo>
                <a:lnTo>
                  <a:pt x="1231377" y="11020"/>
                </a:lnTo>
                <a:lnTo>
                  <a:pt x="1229598" y="11218"/>
                </a:lnTo>
                <a:lnTo>
                  <a:pt x="1227818" y="11417"/>
                </a:lnTo>
                <a:lnTo>
                  <a:pt x="1226038" y="11618"/>
                </a:lnTo>
                <a:lnTo>
                  <a:pt x="1224259" y="11821"/>
                </a:lnTo>
                <a:lnTo>
                  <a:pt x="1222479" y="12026"/>
                </a:lnTo>
                <a:lnTo>
                  <a:pt x="1220699" y="12232"/>
                </a:lnTo>
                <a:lnTo>
                  <a:pt x="1218920" y="12440"/>
                </a:lnTo>
                <a:lnTo>
                  <a:pt x="1217140" y="12650"/>
                </a:lnTo>
                <a:lnTo>
                  <a:pt x="1215360" y="12861"/>
                </a:lnTo>
                <a:lnTo>
                  <a:pt x="1213580" y="13075"/>
                </a:lnTo>
                <a:lnTo>
                  <a:pt x="1211801" y="13290"/>
                </a:lnTo>
                <a:lnTo>
                  <a:pt x="1210021" y="13507"/>
                </a:lnTo>
                <a:lnTo>
                  <a:pt x="1208241" y="13726"/>
                </a:lnTo>
                <a:lnTo>
                  <a:pt x="1206461" y="13946"/>
                </a:lnTo>
                <a:lnTo>
                  <a:pt x="1204681" y="14168"/>
                </a:lnTo>
                <a:lnTo>
                  <a:pt x="1202901" y="14392"/>
                </a:lnTo>
                <a:lnTo>
                  <a:pt x="1201121" y="14618"/>
                </a:lnTo>
                <a:lnTo>
                  <a:pt x="1199342" y="14845"/>
                </a:lnTo>
                <a:lnTo>
                  <a:pt x="1197562" y="15075"/>
                </a:lnTo>
                <a:lnTo>
                  <a:pt x="1199386" y="29185"/>
                </a:lnTo>
                <a:lnTo>
                  <a:pt x="1201152" y="28958"/>
                </a:lnTo>
                <a:lnTo>
                  <a:pt x="1202918" y="28732"/>
                </a:lnTo>
                <a:lnTo>
                  <a:pt x="1204683" y="28508"/>
                </a:lnTo>
                <a:lnTo>
                  <a:pt x="1206449" y="28286"/>
                </a:lnTo>
                <a:lnTo>
                  <a:pt x="1208215" y="28066"/>
                </a:lnTo>
                <a:close/>
                <a:moveTo>
                  <a:pt x="525633" y="29638"/>
                </a:moveTo>
                <a:lnTo>
                  <a:pt x="527399" y="29871"/>
                </a:lnTo>
                <a:lnTo>
                  <a:pt x="529164" y="30105"/>
                </a:lnTo>
                <a:lnTo>
                  <a:pt x="530930" y="30341"/>
                </a:lnTo>
                <a:lnTo>
                  <a:pt x="532696" y="30579"/>
                </a:lnTo>
                <a:lnTo>
                  <a:pt x="534462" y="30819"/>
                </a:lnTo>
                <a:lnTo>
                  <a:pt x="536228" y="31060"/>
                </a:lnTo>
                <a:lnTo>
                  <a:pt x="537994" y="31304"/>
                </a:lnTo>
                <a:lnTo>
                  <a:pt x="539760" y="31548"/>
                </a:lnTo>
                <a:lnTo>
                  <a:pt x="541526" y="31795"/>
                </a:lnTo>
                <a:lnTo>
                  <a:pt x="543292" y="32044"/>
                </a:lnTo>
                <a:lnTo>
                  <a:pt x="545058" y="32294"/>
                </a:lnTo>
                <a:lnTo>
                  <a:pt x="546824" y="32546"/>
                </a:lnTo>
                <a:lnTo>
                  <a:pt x="548590" y="32799"/>
                </a:lnTo>
                <a:lnTo>
                  <a:pt x="550357" y="33055"/>
                </a:lnTo>
                <a:lnTo>
                  <a:pt x="552123" y="33312"/>
                </a:lnTo>
                <a:lnTo>
                  <a:pt x="553889" y="33571"/>
                </a:lnTo>
                <a:lnTo>
                  <a:pt x="555656" y="33832"/>
                </a:lnTo>
                <a:lnTo>
                  <a:pt x="557422" y="34094"/>
                </a:lnTo>
                <a:lnTo>
                  <a:pt x="559189" y="34359"/>
                </a:lnTo>
                <a:lnTo>
                  <a:pt x="561301" y="20288"/>
                </a:lnTo>
                <a:lnTo>
                  <a:pt x="559522" y="20022"/>
                </a:lnTo>
                <a:lnTo>
                  <a:pt x="557743" y="19758"/>
                </a:lnTo>
                <a:lnTo>
                  <a:pt x="555963" y="19495"/>
                </a:lnTo>
                <a:lnTo>
                  <a:pt x="554184" y="19234"/>
                </a:lnTo>
                <a:lnTo>
                  <a:pt x="552405" y="18975"/>
                </a:lnTo>
                <a:lnTo>
                  <a:pt x="550625" y="18718"/>
                </a:lnTo>
                <a:lnTo>
                  <a:pt x="548846" y="18462"/>
                </a:lnTo>
                <a:lnTo>
                  <a:pt x="547066" y="18208"/>
                </a:lnTo>
                <a:lnTo>
                  <a:pt x="545287" y="17956"/>
                </a:lnTo>
                <a:lnTo>
                  <a:pt x="543507" y="17706"/>
                </a:lnTo>
                <a:lnTo>
                  <a:pt x="541728" y="17457"/>
                </a:lnTo>
                <a:lnTo>
                  <a:pt x="539948" y="17210"/>
                </a:lnTo>
                <a:lnTo>
                  <a:pt x="538168" y="16965"/>
                </a:lnTo>
                <a:lnTo>
                  <a:pt x="536388" y="16722"/>
                </a:lnTo>
                <a:lnTo>
                  <a:pt x="534609" y="16481"/>
                </a:lnTo>
                <a:lnTo>
                  <a:pt x="532829" y="16241"/>
                </a:lnTo>
                <a:lnTo>
                  <a:pt x="531049" y="16003"/>
                </a:lnTo>
                <a:lnTo>
                  <a:pt x="529269" y="15766"/>
                </a:lnTo>
                <a:lnTo>
                  <a:pt x="527489" y="15532"/>
                </a:lnTo>
                <a:lnTo>
                  <a:pt x="525709" y="15299"/>
                </a:lnTo>
                <a:lnTo>
                  <a:pt x="523929" y="15068"/>
                </a:lnTo>
                <a:lnTo>
                  <a:pt x="522149" y="14839"/>
                </a:lnTo>
                <a:lnTo>
                  <a:pt x="520368" y="14611"/>
                </a:lnTo>
                <a:lnTo>
                  <a:pt x="518588" y="14386"/>
                </a:lnTo>
                <a:lnTo>
                  <a:pt x="516805" y="28501"/>
                </a:lnTo>
                <a:lnTo>
                  <a:pt x="518571" y="28725"/>
                </a:lnTo>
                <a:lnTo>
                  <a:pt x="520336" y="28951"/>
                </a:lnTo>
                <a:lnTo>
                  <a:pt x="522102" y="29178"/>
                </a:lnTo>
                <a:lnTo>
                  <a:pt x="523867" y="29407"/>
                </a:lnTo>
                <a:lnTo>
                  <a:pt x="525633" y="29638"/>
                </a:lnTo>
                <a:close/>
                <a:moveTo>
                  <a:pt x="1121056" y="40674"/>
                </a:moveTo>
                <a:lnTo>
                  <a:pt x="1122392" y="40480"/>
                </a:lnTo>
                <a:lnTo>
                  <a:pt x="1123729" y="40284"/>
                </a:lnTo>
                <a:lnTo>
                  <a:pt x="1125066" y="40088"/>
                </a:lnTo>
                <a:lnTo>
                  <a:pt x="1126402" y="39891"/>
                </a:lnTo>
                <a:lnTo>
                  <a:pt x="1127738" y="39693"/>
                </a:lnTo>
                <a:lnTo>
                  <a:pt x="1129075" y="39494"/>
                </a:lnTo>
                <a:lnTo>
                  <a:pt x="1130411" y="39294"/>
                </a:lnTo>
                <a:lnTo>
                  <a:pt x="1131747" y="39093"/>
                </a:lnTo>
                <a:lnTo>
                  <a:pt x="1133083" y="38891"/>
                </a:lnTo>
                <a:lnTo>
                  <a:pt x="1134419" y="38688"/>
                </a:lnTo>
                <a:lnTo>
                  <a:pt x="1135755" y="38484"/>
                </a:lnTo>
                <a:lnTo>
                  <a:pt x="1137091" y="38279"/>
                </a:lnTo>
                <a:lnTo>
                  <a:pt x="1138427" y="38073"/>
                </a:lnTo>
                <a:lnTo>
                  <a:pt x="1139762" y="37866"/>
                </a:lnTo>
                <a:lnTo>
                  <a:pt x="1141098" y="37659"/>
                </a:lnTo>
                <a:lnTo>
                  <a:pt x="1142433" y="37450"/>
                </a:lnTo>
                <a:lnTo>
                  <a:pt x="1143769" y="37240"/>
                </a:lnTo>
                <a:lnTo>
                  <a:pt x="1145104" y="37029"/>
                </a:lnTo>
                <a:lnTo>
                  <a:pt x="1146439" y="36817"/>
                </a:lnTo>
                <a:lnTo>
                  <a:pt x="1157022" y="35166"/>
                </a:lnTo>
                <a:lnTo>
                  <a:pt x="1154828" y="21109"/>
                </a:lnTo>
                <a:lnTo>
                  <a:pt x="1144205" y="22766"/>
                </a:lnTo>
                <a:lnTo>
                  <a:pt x="1142878" y="22976"/>
                </a:lnTo>
                <a:lnTo>
                  <a:pt x="1141551" y="23186"/>
                </a:lnTo>
                <a:lnTo>
                  <a:pt x="1140225" y="23394"/>
                </a:lnTo>
                <a:lnTo>
                  <a:pt x="1138898" y="23602"/>
                </a:lnTo>
                <a:lnTo>
                  <a:pt x="1137572" y="23808"/>
                </a:lnTo>
                <a:lnTo>
                  <a:pt x="1136245" y="24014"/>
                </a:lnTo>
                <a:lnTo>
                  <a:pt x="1134919" y="24218"/>
                </a:lnTo>
                <a:lnTo>
                  <a:pt x="1133592" y="24422"/>
                </a:lnTo>
                <a:lnTo>
                  <a:pt x="1132266" y="24624"/>
                </a:lnTo>
                <a:lnTo>
                  <a:pt x="1130940" y="24826"/>
                </a:lnTo>
                <a:lnTo>
                  <a:pt x="1129614" y="25026"/>
                </a:lnTo>
                <a:lnTo>
                  <a:pt x="1128288" y="25226"/>
                </a:lnTo>
                <a:lnTo>
                  <a:pt x="1126962" y="25424"/>
                </a:lnTo>
                <a:lnTo>
                  <a:pt x="1125636" y="25622"/>
                </a:lnTo>
                <a:lnTo>
                  <a:pt x="1124310" y="25818"/>
                </a:lnTo>
                <a:lnTo>
                  <a:pt x="1122985" y="26014"/>
                </a:lnTo>
                <a:lnTo>
                  <a:pt x="1121659" y="26208"/>
                </a:lnTo>
                <a:lnTo>
                  <a:pt x="1120334" y="26402"/>
                </a:lnTo>
                <a:lnTo>
                  <a:pt x="1119008" y="26594"/>
                </a:lnTo>
                <a:lnTo>
                  <a:pt x="1117683" y="26786"/>
                </a:lnTo>
                <a:lnTo>
                  <a:pt x="1116358" y="26976"/>
                </a:lnTo>
                <a:lnTo>
                  <a:pt x="1115032" y="27166"/>
                </a:lnTo>
                <a:lnTo>
                  <a:pt x="1113707" y="27355"/>
                </a:lnTo>
                <a:lnTo>
                  <a:pt x="1112382" y="27542"/>
                </a:lnTo>
                <a:lnTo>
                  <a:pt x="1114371" y="41630"/>
                </a:lnTo>
                <a:lnTo>
                  <a:pt x="1115708" y="41441"/>
                </a:lnTo>
                <a:lnTo>
                  <a:pt x="1117045" y="41250"/>
                </a:lnTo>
                <a:lnTo>
                  <a:pt x="1118382" y="41059"/>
                </a:lnTo>
                <a:lnTo>
                  <a:pt x="1119719" y="40867"/>
                </a:lnTo>
                <a:lnTo>
                  <a:pt x="1121056" y="40674"/>
                </a:lnTo>
                <a:close/>
                <a:moveTo>
                  <a:pt x="610682" y="42122"/>
                </a:moveTo>
                <a:lnTo>
                  <a:pt x="612462" y="42369"/>
                </a:lnTo>
                <a:lnTo>
                  <a:pt x="614242" y="42614"/>
                </a:lnTo>
                <a:lnTo>
                  <a:pt x="616022" y="42858"/>
                </a:lnTo>
                <a:lnTo>
                  <a:pt x="617802" y="43099"/>
                </a:lnTo>
                <a:lnTo>
                  <a:pt x="619582" y="43339"/>
                </a:lnTo>
                <a:lnTo>
                  <a:pt x="621362" y="43577"/>
                </a:lnTo>
                <a:lnTo>
                  <a:pt x="623142" y="43814"/>
                </a:lnTo>
                <a:lnTo>
                  <a:pt x="624922" y="44048"/>
                </a:lnTo>
                <a:lnTo>
                  <a:pt x="626701" y="44281"/>
                </a:lnTo>
                <a:lnTo>
                  <a:pt x="628481" y="44512"/>
                </a:lnTo>
                <a:lnTo>
                  <a:pt x="630260" y="44741"/>
                </a:lnTo>
                <a:lnTo>
                  <a:pt x="632039" y="44968"/>
                </a:lnTo>
                <a:lnTo>
                  <a:pt x="633819" y="45194"/>
                </a:lnTo>
                <a:lnTo>
                  <a:pt x="635598" y="45418"/>
                </a:lnTo>
                <a:lnTo>
                  <a:pt x="637377" y="45640"/>
                </a:lnTo>
                <a:lnTo>
                  <a:pt x="639156" y="45860"/>
                </a:lnTo>
                <a:lnTo>
                  <a:pt x="640935" y="46079"/>
                </a:lnTo>
                <a:lnTo>
                  <a:pt x="642713" y="46296"/>
                </a:lnTo>
                <a:lnTo>
                  <a:pt x="644492" y="46511"/>
                </a:lnTo>
                <a:lnTo>
                  <a:pt x="646192" y="32385"/>
                </a:lnTo>
                <a:lnTo>
                  <a:pt x="644425" y="32171"/>
                </a:lnTo>
                <a:lnTo>
                  <a:pt x="642658" y="31956"/>
                </a:lnTo>
                <a:lnTo>
                  <a:pt x="640891" y="31739"/>
                </a:lnTo>
                <a:lnTo>
                  <a:pt x="639125" y="31520"/>
                </a:lnTo>
                <a:lnTo>
                  <a:pt x="637358" y="31299"/>
                </a:lnTo>
                <a:lnTo>
                  <a:pt x="635591" y="31077"/>
                </a:lnTo>
                <a:lnTo>
                  <a:pt x="633825" y="30853"/>
                </a:lnTo>
                <a:lnTo>
                  <a:pt x="632058" y="30627"/>
                </a:lnTo>
                <a:lnTo>
                  <a:pt x="630292" y="30400"/>
                </a:lnTo>
                <a:lnTo>
                  <a:pt x="628526" y="30171"/>
                </a:lnTo>
                <a:lnTo>
                  <a:pt x="626760" y="29940"/>
                </a:lnTo>
                <a:lnTo>
                  <a:pt x="624994" y="29707"/>
                </a:lnTo>
                <a:lnTo>
                  <a:pt x="623228" y="29473"/>
                </a:lnTo>
                <a:lnTo>
                  <a:pt x="621462" y="29236"/>
                </a:lnTo>
                <a:lnTo>
                  <a:pt x="619696" y="28998"/>
                </a:lnTo>
                <a:lnTo>
                  <a:pt x="617931" y="28759"/>
                </a:lnTo>
                <a:lnTo>
                  <a:pt x="616165" y="28517"/>
                </a:lnTo>
                <a:lnTo>
                  <a:pt x="614400" y="28274"/>
                </a:lnTo>
                <a:lnTo>
                  <a:pt x="612634" y="28029"/>
                </a:lnTo>
                <a:lnTo>
                  <a:pt x="610869" y="27783"/>
                </a:lnTo>
                <a:lnTo>
                  <a:pt x="609104" y="27535"/>
                </a:lnTo>
                <a:lnTo>
                  <a:pt x="607339" y="27285"/>
                </a:lnTo>
                <a:lnTo>
                  <a:pt x="605574" y="27033"/>
                </a:lnTo>
                <a:lnTo>
                  <a:pt x="603809" y="26779"/>
                </a:lnTo>
                <a:lnTo>
                  <a:pt x="601779" y="40861"/>
                </a:lnTo>
                <a:lnTo>
                  <a:pt x="603559" y="41117"/>
                </a:lnTo>
                <a:lnTo>
                  <a:pt x="605340" y="41371"/>
                </a:lnTo>
                <a:lnTo>
                  <a:pt x="607121" y="41623"/>
                </a:lnTo>
                <a:lnTo>
                  <a:pt x="608901" y="41874"/>
                </a:lnTo>
                <a:lnTo>
                  <a:pt x="610682" y="42122"/>
                </a:lnTo>
                <a:close/>
                <a:moveTo>
                  <a:pt x="1037838" y="50802"/>
                </a:moveTo>
                <a:lnTo>
                  <a:pt x="1039617" y="50626"/>
                </a:lnTo>
                <a:lnTo>
                  <a:pt x="1041397" y="50448"/>
                </a:lnTo>
                <a:lnTo>
                  <a:pt x="1043176" y="50268"/>
                </a:lnTo>
                <a:lnTo>
                  <a:pt x="1044955" y="50087"/>
                </a:lnTo>
                <a:lnTo>
                  <a:pt x="1046735" y="49904"/>
                </a:lnTo>
                <a:lnTo>
                  <a:pt x="1048515" y="49718"/>
                </a:lnTo>
                <a:lnTo>
                  <a:pt x="1050294" y="49532"/>
                </a:lnTo>
                <a:lnTo>
                  <a:pt x="1052074" y="49343"/>
                </a:lnTo>
                <a:lnTo>
                  <a:pt x="1053854" y="49153"/>
                </a:lnTo>
                <a:lnTo>
                  <a:pt x="1055634" y="48960"/>
                </a:lnTo>
                <a:lnTo>
                  <a:pt x="1057414" y="48766"/>
                </a:lnTo>
                <a:lnTo>
                  <a:pt x="1059194" y="48571"/>
                </a:lnTo>
                <a:lnTo>
                  <a:pt x="1060975" y="48373"/>
                </a:lnTo>
                <a:lnTo>
                  <a:pt x="1062755" y="48174"/>
                </a:lnTo>
                <a:lnTo>
                  <a:pt x="1064535" y="47973"/>
                </a:lnTo>
                <a:lnTo>
                  <a:pt x="1066316" y="47770"/>
                </a:lnTo>
                <a:lnTo>
                  <a:pt x="1068096" y="47565"/>
                </a:lnTo>
                <a:lnTo>
                  <a:pt x="1069877" y="47359"/>
                </a:lnTo>
                <a:lnTo>
                  <a:pt x="1071657" y="47151"/>
                </a:lnTo>
                <a:lnTo>
                  <a:pt x="1069998" y="33021"/>
                </a:lnTo>
                <a:lnTo>
                  <a:pt x="1068233" y="33227"/>
                </a:lnTo>
                <a:lnTo>
                  <a:pt x="1066468" y="33432"/>
                </a:lnTo>
                <a:lnTo>
                  <a:pt x="1064703" y="33634"/>
                </a:lnTo>
                <a:lnTo>
                  <a:pt x="1062938" y="33835"/>
                </a:lnTo>
                <a:lnTo>
                  <a:pt x="1061173" y="34035"/>
                </a:lnTo>
                <a:lnTo>
                  <a:pt x="1059407" y="34232"/>
                </a:lnTo>
                <a:lnTo>
                  <a:pt x="1057642" y="34428"/>
                </a:lnTo>
                <a:lnTo>
                  <a:pt x="1055876" y="34622"/>
                </a:lnTo>
                <a:lnTo>
                  <a:pt x="1054111" y="34815"/>
                </a:lnTo>
                <a:lnTo>
                  <a:pt x="1052345" y="35005"/>
                </a:lnTo>
                <a:lnTo>
                  <a:pt x="1050579" y="35194"/>
                </a:lnTo>
                <a:lnTo>
                  <a:pt x="1048813" y="35381"/>
                </a:lnTo>
                <a:lnTo>
                  <a:pt x="1047047" y="35567"/>
                </a:lnTo>
                <a:lnTo>
                  <a:pt x="1045281" y="35750"/>
                </a:lnTo>
                <a:lnTo>
                  <a:pt x="1043515" y="35932"/>
                </a:lnTo>
                <a:lnTo>
                  <a:pt x="1041749" y="36113"/>
                </a:lnTo>
                <a:lnTo>
                  <a:pt x="1039983" y="36291"/>
                </a:lnTo>
                <a:lnTo>
                  <a:pt x="1038216" y="36468"/>
                </a:lnTo>
                <a:lnTo>
                  <a:pt x="1036450" y="36643"/>
                </a:lnTo>
                <a:lnTo>
                  <a:pt x="1034683" y="36816"/>
                </a:lnTo>
                <a:lnTo>
                  <a:pt x="1032917" y="36987"/>
                </a:lnTo>
                <a:lnTo>
                  <a:pt x="1031150" y="37157"/>
                </a:lnTo>
                <a:lnTo>
                  <a:pt x="1029384" y="37325"/>
                </a:lnTo>
                <a:lnTo>
                  <a:pt x="1027617" y="37491"/>
                </a:lnTo>
                <a:lnTo>
                  <a:pt x="1028943" y="51657"/>
                </a:lnTo>
                <a:lnTo>
                  <a:pt x="1030722" y="51490"/>
                </a:lnTo>
                <a:lnTo>
                  <a:pt x="1032501" y="51321"/>
                </a:lnTo>
                <a:lnTo>
                  <a:pt x="1034280" y="51150"/>
                </a:lnTo>
                <a:lnTo>
                  <a:pt x="1036059" y="50977"/>
                </a:lnTo>
                <a:lnTo>
                  <a:pt x="1037838" y="50802"/>
                </a:lnTo>
                <a:close/>
                <a:moveTo>
                  <a:pt x="696109" y="51982"/>
                </a:moveTo>
                <a:lnTo>
                  <a:pt x="697889" y="52145"/>
                </a:lnTo>
                <a:lnTo>
                  <a:pt x="699669" y="52305"/>
                </a:lnTo>
                <a:lnTo>
                  <a:pt x="701449" y="52464"/>
                </a:lnTo>
                <a:lnTo>
                  <a:pt x="703229" y="52621"/>
                </a:lnTo>
                <a:lnTo>
                  <a:pt x="705009" y="52776"/>
                </a:lnTo>
                <a:lnTo>
                  <a:pt x="706789" y="52929"/>
                </a:lnTo>
                <a:lnTo>
                  <a:pt x="708569" y="53081"/>
                </a:lnTo>
                <a:lnTo>
                  <a:pt x="710349" y="53231"/>
                </a:lnTo>
                <a:lnTo>
                  <a:pt x="712128" y="53379"/>
                </a:lnTo>
                <a:lnTo>
                  <a:pt x="713908" y="53525"/>
                </a:lnTo>
                <a:lnTo>
                  <a:pt x="715688" y="53670"/>
                </a:lnTo>
                <a:lnTo>
                  <a:pt x="717467" y="53813"/>
                </a:lnTo>
                <a:lnTo>
                  <a:pt x="719247" y="53954"/>
                </a:lnTo>
                <a:lnTo>
                  <a:pt x="721026" y="54093"/>
                </a:lnTo>
                <a:lnTo>
                  <a:pt x="722806" y="54230"/>
                </a:lnTo>
                <a:lnTo>
                  <a:pt x="724585" y="54366"/>
                </a:lnTo>
                <a:lnTo>
                  <a:pt x="726364" y="54500"/>
                </a:lnTo>
                <a:lnTo>
                  <a:pt x="728144" y="54632"/>
                </a:lnTo>
                <a:lnTo>
                  <a:pt x="729923" y="54763"/>
                </a:lnTo>
                <a:lnTo>
                  <a:pt x="730956" y="40573"/>
                </a:lnTo>
                <a:lnTo>
                  <a:pt x="729190" y="40443"/>
                </a:lnTo>
                <a:lnTo>
                  <a:pt x="727424" y="40312"/>
                </a:lnTo>
                <a:lnTo>
                  <a:pt x="725657" y="40179"/>
                </a:lnTo>
                <a:lnTo>
                  <a:pt x="723891" y="40044"/>
                </a:lnTo>
                <a:lnTo>
                  <a:pt x="722125" y="39908"/>
                </a:lnTo>
                <a:lnTo>
                  <a:pt x="720358" y="39769"/>
                </a:lnTo>
                <a:lnTo>
                  <a:pt x="718592" y="39629"/>
                </a:lnTo>
                <a:lnTo>
                  <a:pt x="716826" y="39488"/>
                </a:lnTo>
                <a:lnTo>
                  <a:pt x="715060" y="39344"/>
                </a:lnTo>
                <a:lnTo>
                  <a:pt x="713294" y="39199"/>
                </a:lnTo>
                <a:lnTo>
                  <a:pt x="711528" y="39052"/>
                </a:lnTo>
                <a:lnTo>
                  <a:pt x="709762" y="38903"/>
                </a:lnTo>
                <a:lnTo>
                  <a:pt x="707996" y="38753"/>
                </a:lnTo>
                <a:lnTo>
                  <a:pt x="706230" y="38601"/>
                </a:lnTo>
                <a:lnTo>
                  <a:pt x="704465" y="38447"/>
                </a:lnTo>
                <a:lnTo>
                  <a:pt x="702699" y="38291"/>
                </a:lnTo>
                <a:lnTo>
                  <a:pt x="700933" y="38134"/>
                </a:lnTo>
                <a:lnTo>
                  <a:pt x="699167" y="37974"/>
                </a:lnTo>
                <a:lnTo>
                  <a:pt x="697402" y="37814"/>
                </a:lnTo>
                <a:lnTo>
                  <a:pt x="695636" y="37651"/>
                </a:lnTo>
                <a:lnTo>
                  <a:pt x="693871" y="37486"/>
                </a:lnTo>
                <a:lnTo>
                  <a:pt x="692105" y="37320"/>
                </a:lnTo>
                <a:lnTo>
                  <a:pt x="690340" y="37152"/>
                </a:lnTo>
                <a:lnTo>
                  <a:pt x="688575" y="36983"/>
                </a:lnTo>
                <a:lnTo>
                  <a:pt x="687207" y="51144"/>
                </a:lnTo>
                <a:lnTo>
                  <a:pt x="688988" y="51316"/>
                </a:lnTo>
                <a:lnTo>
                  <a:pt x="690768" y="51485"/>
                </a:lnTo>
                <a:lnTo>
                  <a:pt x="692548" y="51652"/>
                </a:lnTo>
                <a:lnTo>
                  <a:pt x="694328" y="51818"/>
                </a:lnTo>
                <a:lnTo>
                  <a:pt x="696109" y="51982"/>
                </a:lnTo>
                <a:close/>
                <a:moveTo>
                  <a:pt x="952405" y="57191"/>
                </a:moveTo>
                <a:lnTo>
                  <a:pt x="954185" y="57099"/>
                </a:lnTo>
                <a:lnTo>
                  <a:pt x="955964" y="57006"/>
                </a:lnTo>
                <a:lnTo>
                  <a:pt x="957744" y="56911"/>
                </a:lnTo>
                <a:lnTo>
                  <a:pt x="959523" y="56814"/>
                </a:lnTo>
                <a:lnTo>
                  <a:pt x="961303" y="56715"/>
                </a:lnTo>
                <a:lnTo>
                  <a:pt x="963083" y="56615"/>
                </a:lnTo>
                <a:lnTo>
                  <a:pt x="964862" y="56512"/>
                </a:lnTo>
                <a:lnTo>
                  <a:pt x="966642" y="56408"/>
                </a:lnTo>
                <a:lnTo>
                  <a:pt x="968422" y="56303"/>
                </a:lnTo>
                <a:lnTo>
                  <a:pt x="970202" y="56195"/>
                </a:lnTo>
                <a:lnTo>
                  <a:pt x="971982" y="56086"/>
                </a:lnTo>
                <a:lnTo>
                  <a:pt x="973763" y="55975"/>
                </a:lnTo>
                <a:lnTo>
                  <a:pt x="975543" y="55862"/>
                </a:lnTo>
                <a:lnTo>
                  <a:pt x="977323" y="55747"/>
                </a:lnTo>
                <a:lnTo>
                  <a:pt x="979104" y="55631"/>
                </a:lnTo>
                <a:lnTo>
                  <a:pt x="980884" y="55513"/>
                </a:lnTo>
                <a:lnTo>
                  <a:pt x="982665" y="55393"/>
                </a:lnTo>
                <a:lnTo>
                  <a:pt x="984445" y="55271"/>
                </a:lnTo>
                <a:lnTo>
                  <a:pt x="986226" y="55148"/>
                </a:lnTo>
                <a:lnTo>
                  <a:pt x="985235" y="40955"/>
                </a:lnTo>
                <a:lnTo>
                  <a:pt x="983470" y="41077"/>
                </a:lnTo>
                <a:lnTo>
                  <a:pt x="981705" y="41198"/>
                </a:lnTo>
                <a:lnTo>
                  <a:pt x="979940" y="41317"/>
                </a:lnTo>
                <a:lnTo>
                  <a:pt x="978175" y="41434"/>
                </a:lnTo>
                <a:lnTo>
                  <a:pt x="976410" y="41549"/>
                </a:lnTo>
                <a:lnTo>
                  <a:pt x="974644" y="41663"/>
                </a:lnTo>
                <a:lnTo>
                  <a:pt x="972879" y="41775"/>
                </a:lnTo>
                <a:lnTo>
                  <a:pt x="971113" y="41885"/>
                </a:lnTo>
                <a:lnTo>
                  <a:pt x="969348" y="41993"/>
                </a:lnTo>
                <a:lnTo>
                  <a:pt x="967582" y="42100"/>
                </a:lnTo>
                <a:lnTo>
                  <a:pt x="965816" y="42205"/>
                </a:lnTo>
                <a:lnTo>
                  <a:pt x="964051" y="42308"/>
                </a:lnTo>
                <a:lnTo>
                  <a:pt x="962285" y="42409"/>
                </a:lnTo>
                <a:lnTo>
                  <a:pt x="960519" y="42509"/>
                </a:lnTo>
                <a:lnTo>
                  <a:pt x="958753" y="42607"/>
                </a:lnTo>
                <a:lnTo>
                  <a:pt x="956986" y="42703"/>
                </a:lnTo>
                <a:lnTo>
                  <a:pt x="955220" y="42797"/>
                </a:lnTo>
                <a:lnTo>
                  <a:pt x="953454" y="42890"/>
                </a:lnTo>
                <a:lnTo>
                  <a:pt x="951688" y="42981"/>
                </a:lnTo>
                <a:lnTo>
                  <a:pt x="949921" y="43070"/>
                </a:lnTo>
                <a:lnTo>
                  <a:pt x="948155" y="43158"/>
                </a:lnTo>
                <a:lnTo>
                  <a:pt x="946388" y="43243"/>
                </a:lnTo>
                <a:lnTo>
                  <a:pt x="944622" y="43327"/>
                </a:lnTo>
                <a:lnTo>
                  <a:pt x="942855" y="43410"/>
                </a:lnTo>
                <a:lnTo>
                  <a:pt x="943510" y="57622"/>
                </a:lnTo>
                <a:lnTo>
                  <a:pt x="945289" y="57540"/>
                </a:lnTo>
                <a:lnTo>
                  <a:pt x="947068" y="57455"/>
                </a:lnTo>
                <a:lnTo>
                  <a:pt x="948847" y="57369"/>
                </a:lnTo>
                <a:lnTo>
                  <a:pt x="950626" y="57281"/>
                </a:lnTo>
                <a:lnTo>
                  <a:pt x="952405" y="57191"/>
                </a:lnTo>
                <a:close/>
                <a:moveTo>
                  <a:pt x="781542" y="57781"/>
                </a:moveTo>
                <a:lnTo>
                  <a:pt x="783322" y="57858"/>
                </a:lnTo>
                <a:lnTo>
                  <a:pt x="785103" y="57934"/>
                </a:lnTo>
                <a:lnTo>
                  <a:pt x="786883" y="58008"/>
                </a:lnTo>
                <a:lnTo>
                  <a:pt x="788663" y="58080"/>
                </a:lnTo>
                <a:lnTo>
                  <a:pt x="790443" y="58151"/>
                </a:lnTo>
                <a:lnTo>
                  <a:pt x="792223" y="58220"/>
                </a:lnTo>
                <a:lnTo>
                  <a:pt x="794003" y="58287"/>
                </a:lnTo>
                <a:lnTo>
                  <a:pt x="795783" y="58352"/>
                </a:lnTo>
                <a:lnTo>
                  <a:pt x="797562" y="58416"/>
                </a:lnTo>
                <a:lnTo>
                  <a:pt x="799342" y="58477"/>
                </a:lnTo>
                <a:lnTo>
                  <a:pt x="801122" y="58537"/>
                </a:lnTo>
                <a:lnTo>
                  <a:pt x="802901" y="58595"/>
                </a:lnTo>
                <a:lnTo>
                  <a:pt x="804681" y="58652"/>
                </a:lnTo>
                <a:lnTo>
                  <a:pt x="806460" y="58707"/>
                </a:lnTo>
                <a:lnTo>
                  <a:pt x="808239" y="58759"/>
                </a:lnTo>
                <a:lnTo>
                  <a:pt x="810019" y="58811"/>
                </a:lnTo>
                <a:lnTo>
                  <a:pt x="811798" y="58860"/>
                </a:lnTo>
                <a:lnTo>
                  <a:pt x="813577" y="58908"/>
                </a:lnTo>
                <a:lnTo>
                  <a:pt x="815356" y="58953"/>
                </a:lnTo>
                <a:lnTo>
                  <a:pt x="815715" y="44730"/>
                </a:lnTo>
                <a:lnTo>
                  <a:pt x="813949" y="44684"/>
                </a:lnTo>
                <a:lnTo>
                  <a:pt x="812182" y="44637"/>
                </a:lnTo>
                <a:lnTo>
                  <a:pt x="810416" y="44588"/>
                </a:lnTo>
                <a:lnTo>
                  <a:pt x="808650" y="44537"/>
                </a:lnTo>
                <a:lnTo>
                  <a:pt x="806883" y="44485"/>
                </a:lnTo>
                <a:lnTo>
                  <a:pt x="805117" y="44431"/>
                </a:lnTo>
                <a:lnTo>
                  <a:pt x="803351" y="44375"/>
                </a:lnTo>
                <a:lnTo>
                  <a:pt x="801585" y="44317"/>
                </a:lnTo>
                <a:lnTo>
                  <a:pt x="799819" y="44257"/>
                </a:lnTo>
                <a:lnTo>
                  <a:pt x="798053" y="44196"/>
                </a:lnTo>
                <a:lnTo>
                  <a:pt x="796287" y="44133"/>
                </a:lnTo>
                <a:lnTo>
                  <a:pt x="794521" y="44069"/>
                </a:lnTo>
                <a:lnTo>
                  <a:pt x="792756" y="44002"/>
                </a:lnTo>
                <a:lnTo>
                  <a:pt x="790990" y="43934"/>
                </a:lnTo>
                <a:lnTo>
                  <a:pt x="789224" y="43864"/>
                </a:lnTo>
                <a:lnTo>
                  <a:pt x="787459" y="43792"/>
                </a:lnTo>
                <a:lnTo>
                  <a:pt x="785693" y="43719"/>
                </a:lnTo>
                <a:lnTo>
                  <a:pt x="783928" y="43644"/>
                </a:lnTo>
                <a:lnTo>
                  <a:pt x="782163" y="43567"/>
                </a:lnTo>
                <a:lnTo>
                  <a:pt x="780397" y="43488"/>
                </a:lnTo>
                <a:lnTo>
                  <a:pt x="778632" y="43408"/>
                </a:lnTo>
                <a:lnTo>
                  <a:pt x="776867" y="43325"/>
                </a:lnTo>
                <a:lnTo>
                  <a:pt x="775102" y="43241"/>
                </a:lnTo>
                <a:lnTo>
                  <a:pt x="773337" y="43156"/>
                </a:lnTo>
                <a:lnTo>
                  <a:pt x="772640" y="57366"/>
                </a:lnTo>
                <a:lnTo>
                  <a:pt x="774420" y="57452"/>
                </a:lnTo>
                <a:lnTo>
                  <a:pt x="776201" y="57537"/>
                </a:lnTo>
                <a:lnTo>
                  <a:pt x="777981" y="57620"/>
                </a:lnTo>
                <a:lnTo>
                  <a:pt x="779762" y="57701"/>
                </a:lnTo>
                <a:lnTo>
                  <a:pt x="781542" y="57781"/>
                </a:lnTo>
                <a:close/>
                <a:moveTo>
                  <a:pt x="866974" y="59517"/>
                </a:moveTo>
                <a:lnTo>
                  <a:pt x="868754" y="59510"/>
                </a:lnTo>
                <a:lnTo>
                  <a:pt x="870534" y="59501"/>
                </a:lnTo>
                <a:lnTo>
                  <a:pt x="872314" y="59490"/>
                </a:lnTo>
                <a:lnTo>
                  <a:pt x="874094" y="59478"/>
                </a:lnTo>
                <a:lnTo>
                  <a:pt x="875874" y="59464"/>
                </a:lnTo>
                <a:lnTo>
                  <a:pt x="877654" y="59448"/>
                </a:lnTo>
                <a:lnTo>
                  <a:pt x="879434" y="59431"/>
                </a:lnTo>
                <a:lnTo>
                  <a:pt x="881213" y="59411"/>
                </a:lnTo>
                <a:lnTo>
                  <a:pt x="882993" y="59390"/>
                </a:lnTo>
                <a:lnTo>
                  <a:pt x="884773" y="59367"/>
                </a:lnTo>
                <a:lnTo>
                  <a:pt x="886553" y="59343"/>
                </a:lnTo>
                <a:lnTo>
                  <a:pt x="888333" y="59316"/>
                </a:lnTo>
                <a:lnTo>
                  <a:pt x="890113" y="59288"/>
                </a:lnTo>
                <a:lnTo>
                  <a:pt x="891893" y="59258"/>
                </a:lnTo>
                <a:lnTo>
                  <a:pt x="893673" y="59226"/>
                </a:lnTo>
                <a:lnTo>
                  <a:pt x="895452" y="59193"/>
                </a:lnTo>
                <a:lnTo>
                  <a:pt x="897232" y="59158"/>
                </a:lnTo>
                <a:lnTo>
                  <a:pt x="899012" y="59121"/>
                </a:lnTo>
                <a:lnTo>
                  <a:pt x="900792" y="59082"/>
                </a:lnTo>
                <a:lnTo>
                  <a:pt x="900475" y="44857"/>
                </a:lnTo>
                <a:lnTo>
                  <a:pt x="898709" y="44896"/>
                </a:lnTo>
                <a:lnTo>
                  <a:pt x="896943" y="44933"/>
                </a:lnTo>
                <a:lnTo>
                  <a:pt x="895177" y="44968"/>
                </a:lnTo>
                <a:lnTo>
                  <a:pt x="893411" y="45001"/>
                </a:lnTo>
                <a:lnTo>
                  <a:pt x="891646" y="45032"/>
                </a:lnTo>
                <a:lnTo>
                  <a:pt x="889880" y="45062"/>
                </a:lnTo>
                <a:lnTo>
                  <a:pt x="888114" y="45090"/>
                </a:lnTo>
                <a:lnTo>
                  <a:pt x="886348" y="45116"/>
                </a:lnTo>
                <a:lnTo>
                  <a:pt x="884582" y="45141"/>
                </a:lnTo>
                <a:lnTo>
                  <a:pt x="882816" y="45164"/>
                </a:lnTo>
                <a:lnTo>
                  <a:pt x="881051" y="45185"/>
                </a:lnTo>
                <a:lnTo>
                  <a:pt x="879285" y="45204"/>
                </a:lnTo>
                <a:lnTo>
                  <a:pt x="877519" y="45221"/>
                </a:lnTo>
                <a:lnTo>
                  <a:pt x="875753" y="45237"/>
                </a:lnTo>
                <a:lnTo>
                  <a:pt x="873987" y="45251"/>
                </a:lnTo>
                <a:lnTo>
                  <a:pt x="872222" y="45263"/>
                </a:lnTo>
                <a:lnTo>
                  <a:pt x="870456" y="45274"/>
                </a:lnTo>
                <a:lnTo>
                  <a:pt x="868690" y="45282"/>
                </a:lnTo>
                <a:lnTo>
                  <a:pt x="866924" y="45289"/>
                </a:lnTo>
                <a:lnTo>
                  <a:pt x="865158" y="45295"/>
                </a:lnTo>
                <a:lnTo>
                  <a:pt x="863393" y="45298"/>
                </a:lnTo>
                <a:lnTo>
                  <a:pt x="861627" y="45300"/>
                </a:lnTo>
                <a:lnTo>
                  <a:pt x="859861" y="45300"/>
                </a:lnTo>
                <a:lnTo>
                  <a:pt x="858095" y="45298"/>
                </a:lnTo>
                <a:lnTo>
                  <a:pt x="858075" y="59526"/>
                </a:lnTo>
                <a:lnTo>
                  <a:pt x="859855" y="59527"/>
                </a:lnTo>
                <a:lnTo>
                  <a:pt x="861635" y="59527"/>
                </a:lnTo>
                <a:lnTo>
                  <a:pt x="863414" y="59526"/>
                </a:lnTo>
                <a:lnTo>
                  <a:pt x="865194" y="59522"/>
                </a:lnTo>
                <a:lnTo>
                  <a:pt x="866974" y="59517"/>
                </a:lnTo>
                <a:close/>
                <a:moveTo>
                  <a:pt x="1304241" y="792088"/>
                </a:moveTo>
                <a:lnTo>
                  <a:pt x="1302462" y="792214"/>
                </a:lnTo>
                <a:lnTo>
                  <a:pt x="1300682" y="792341"/>
                </a:lnTo>
                <a:lnTo>
                  <a:pt x="1298902" y="792470"/>
                </a:lnTo>
                <a:lnTo>
                  <a:pt x="1297123" y="792600"/>
                </a:lnTo>
                <a:lnTo>
                  <a:pt x="1295343" y="792733"/>
                </a:lnTo>
                <a:lnTo>
                  <a:pt x="1293563" y="792867"/>
                </a:lnTo>
                <a:lnTo>
                  <a:pt x="1291784" y="793003"/>
                </a:lnTo>
                <a:lnTo>
                  <a:pt x="1290004" y="793141"/>
                </a:lnTo>
                <a:lnTo>
                  <a:pt x="1288224" y="793280"/>
                </a:lnTo>
                <a:lnTo>
                  <a:pt x="1286444" y="793421"/>
                </a:lnTo>
                <a:lnTo>
                  <a:pt x="1284664" y="793564"/>
                </a:lnTo>
                <a:lnTo>
                  <a:pt x="1282884" y="793709"/>
                </a:lnTo>
                <a:lnTo>
                  <a:pt x="1281104" y="793855"/>
                </a:lnTo>
                <a:lnTo>
                  <a:pt x="1279324" y="794004"/>
                </a:lnTo>
                <a:lnTo>
                  <a:pt x="1277544" y="794154"/>
                </a:lnTo>
                <a:lnTo>
                  <a:pt x="1275763" y="794306"/>
                </a:lnTo>
                <a:lnTo>
                  <a:pt x="1273983" y="794459"/>
                </a:lnTo>
                <a:lnTo>
                  <a:pt x="1272203" y="794614"/>
                </a:lnTo>
                <a:lnTo>
                  <a:pt x="1270423" y="794772"/>
                </a:lnTo>
                <a:lnTo>
                  <a:pt x="1271680" y="808944"/>
                </a:lnTo>
                <a:lnTo>
                  <a:pt x="1273445" y="808788"/>
                </a:lnTo>
                <a:lnTo>
                  <a:pt x="1275211" y="808634"/>
                </a:lnTo>
                <a:lnTo>
                  <a:pt x="1276976" y="808481"/>
                </a:lnTo>
                <a:lnTo>
                  <a:pt x="1278742" y="808331"/>
                </a:lnTo>
                <a:lnTo>
                  <a:pt x="1280507" y="808182"/>
                </a:lnTo>
                <a:lnTo>
                  <a:pt x="1282273" y="808035"/>
                </a:lnTo>
                <a:lnTo>
                  <a:pt x="1284038" y="807890"/>
                </a:lnTo>
                <a:lnTo>
                  <a:pt x="1285804" y="807746"/>
                </a:lnTo>
                <a:lnTo>
                  <a:pt x="1287570" y="807604"/>
                </a:lnTo>
                <a:lnTo>
                  <a:pt x="1289336" y="807464"/>
                </a:lnTo>
                <a:lnTo>
                  <a:pt x="1291101" y="807326"/>
                </a:lnTo>
                <a:lnTo>
                  <a:pt x="1292867" y="807189"/>
                </a:lnTo>
                <a:lnTo>
                  <a:pt x="1294633" y="807054"/>
                </a:lnTo>
                <a:lnTo>
                  <a:pt x="1296399" y="806921"/>
                </a:lnTo>
                <a:lnTo>
                  <a:pt x="1298165" y="806790"/>
                </a:lnTo>
                <a:lnTo>
                  <a:pt x="1299931" y="806660"/>
                </a:lnTo>
                <a:lnTo>
                  <a:pt x="1301697" y="806532"/>
                </a:lnTo>
                <a:lnTo>
                  <a:pt x="1303463" y="806406"/>
                </a:lnTo>
                <a:lnTo>
                  <a:pt x="1305229" y="806282"/>
                </a:lnTo>
                <a:lnTo>
                  <a:pt x="1306995" y="806159"/>
                </a:lnTo>
                <a:lnTo>
                  <a:pt x="1308762" y="806038"/>
                </a:lnTo>
                <a:lnTo>
                  <a:pt x="1310528" y="805919"/>
                </a:lnTo>
                <a:lnTo>
                  <a:pt x="1312294" y="805802"/>
                </a:lnTo>
                <a:lnTo>
                  <a:pt x="1314061" y="805686"/>
                </a:lnTo>
                <a:lnTo>
                  <a:pt x="1313138" y="791488"/>
                </a:lnTo>
                <a:lnTo>
                  <a:pt x="1311359" y="791604"/>
                </a:lnTo>
                <a:lnTo>
                  <a:pt x="1309579" y="791723"/>
                </a:lnTo>
                <a:lnTo>
                  <a:pt x="1307800" y="791843"/>
                </a:lnTo>
                <a:lnTo>
                  <a:pt x="1306021" y="791965"/>
                </a:lnTo>
                <a:lnTo>
                  <a:pt x="1304241" y="792088"/>
                </a:lnTo>
                <a:close/>
                <a:moveTo>
                  <a:pt x="454407" y="795066"/>
                </a:moveTo>
                <a:lnTo>
                  <a:pt x="452627" y="794906"/>
                </a:lnTo>
                <a:lnTo>
                  <a:pt x="450848" y="794747"/>
                </a:lnTo>
                <a:lnTo>
                  <a:pt x="449068" y="794590"/>
                </a:lnTo>
                <a:lnTo>
                  <a:pt x="447288" y="794435"/>
                </a:lnTo>
                <a:lnTo>
                  <a:pt x="445509" y="794282"/>
                </a:lnTo>
                <a:lnTo>
                  <a:pt x="443729" y="794131"/>
                </a:lnTo>
                <a:lnTo>
                  <a:pt x="441949" y="793981"/>
                </a:lnTo>
                <a:lnTo>
                  <a:pt x="440169" y="793833"/>
                </a:lnTo>
                <a:lnTo>
                  <a:pt x="438389" y="793687"/>
                </a:lnTo>
                <a:lnTo>
                  <a:pt x="436609" y="793542"/>
                </a:lnTo>
                <a:lnTo>
                  <a:pt x="434830" y="793400"/>
                </a:lnTo>
                <a:lnTo>
                  <a:pt x="433050" y="793259"/>
                </a:lnTo>
                <a:lnTo>
                  <a:pt x="431270" y="793119"/>
                </a:lnTo>
                <a:lnTo>
                  <a:pt x="429490" y="792982"/>
                </a:lnTo>
                <a:lnTo>
                  <a:pt x="427710" y="792846"/>
                </a:lnTo>
                <a:lnTo>
                  <a:pt x="425930" y="792713"/>
                </a:lnTo>
                <a:lnTo>
                  <a:pt x="424150" y="792580"/>
                </a:lnTo>
                <a:lnTo>
                  <a:pt x="422369" y="792450"/>
                </a:lnTo>
                <a:lnTo>
                  <a:pt x="420589" y="792321"/>
                </a:lnTo>
                <a:lnTo>
                  <a:pt x="419571" y="806512"/>
                </a:lnTo>
                <a:lnTo>
                  <a:pt x="421336" y="806640"/>
                </a:lnTo>
                <a:lnTo>
                  <a:pt x="423102" y="806769"/>
                </a:lnTo>
                <a:lnTo>
                  <a:pt x="424868" y="806900"/>
                </a:lnTo>
                <a:lnTo>
                  <a:pt x="426633" y="807033"/>
                </a:lnTo>
                <a:lnTo>
                  <a:pt x="428399" y="807168"/>
                </a:lnTo>
                <a:lnTo>
                  <a:pt x="430165" y="807304"/>
                </a:lnTo>
                <a:lnTo>
                  <a:pt x="431930" y="807442"/>
                </a:lnTo>
                <a:lnTo>
                  <a:pt x="433696" y="807582"/>
                </a:lnTo>
                <a:lnTo>
                  <a:pt x="435462" y="807724"/>
                </a:lnTo>
                <a:lnTo>
                  <a:pt x="437228" y="807867"/>
                </a:lnTo>
                <a:lnTo>
                  <a:pt x="438994" y="808012"/>
                </a:lnTo>
                <a:lnTo>
                  <a:pt x="440760" y="808159"/>
                </a:lnTo>
                <a:lnTo>
                  <a:pt x="442525" y="808308"/>
                </a:lnTo>
                <a:lnTo>
                  <a:pt x="444291" y="808458"/>
                </a:lnTo>
                <a:lnTo>
                  <a:pt x="446057" y="808610"/>
                </a:lnTo>
                <a:lnTo>
                  <a:pt x="447823" y="808764"/>
                </a:lnTo>
                <a:lnTo>
                  <a:pt x="449589" y="808919"/>
                </a:lnTo>
                <a:lnTo>
                  <a:pt x="451355" y="809077"/>
                </a:lnTo>
                <a:lnTo>
                  <a:pt x="453121" y="809236"/>
                </a:lnTo>
                <a:lnTo>
                  <a:pt x="454888" y="809397"/>
                </a:lnTo>
                <a:lnTo>
                  <a:pt x="456654" y="809559"/>
                </a:lnTo>
                <a:lnTo>
                  <a:pt x="458420" y="809724"/>
                </a:lnTo>
                <a:lnTo>
                  <a:pt x="460186" y="809890"/>
                </a:lnTo>
                <a:lnTo>
                  <a:pt x="461952" y="810058"/>
                </a:lnTo>
                <a:lnTo>
                  <a:pt x="463305" y="795894"/>
                </a:lnTo>
                <a:lnTo>
                  <a:pt x="461525" y="795725"/>
                </a:lnTo>
                <a:lnTo>
                  <a:pt x="459746" y="795558"/>
                </a:lnTo>
                <a:lnTo>
                  <a:pt x="457966" y="795392"/>
                </a:lnTo>
                <a:lnTo>
                  <a:pt x="456187" y="795228"/>
                </a:lnTo>
                <a:lnTo>
                  <a:pt x="454407" y="795066"/>
                </a:lnTo>
                <a:close/>
                <a:moveTo>
                  <a:pt x="1218806" y="800094"/>
                </a:moveTo>
                <a:lnTo>
                  <a:pt x="1217026" y="800304"/>
                </a:lnTo>
                <a:lnTo>
                  <a:pt x="1215246" y="800516"/>
                </a:lnTo>
                <a:lnTo>
                  <a:pt x="1213466" y="800729"/>
                </a:lnTo>
                <a:lnTo>
                  <a:pt x="1211686" y="800945"/>
                </a:lnTo>
                <a:lnTo>
                  <a:pt x="1209906" y="801162"/>
                </a:lnTo>
                <a:lnTo>
                  <a:pt x="1208126" y="801380"/>
                </a:lnTo>
                <a:lnTo>
                  <a:pt x="1206346" y="801601"/>
                </a:lnTo>
                <a:lnTo>
                  <a:pt x="1204567" y="801823"/>
                </a:lnTo>
                <a:lnTo>
                  <a:pt x="1202787" y="802047"/>
                </a:lnTo>
                <a:lnTo>
                  <a:pt x="1201007" y="802273"/>
                </a:lnTo>
                <a:lnTo>
                  <a:pt x="1199228" y="802501"/>
                </a:lnTo>
                <a:lnTo>
                  <a:pt x="1197448" y="802730"/>
                </a:lnTo>
                <a:lnTo>
                  <a:pt x="1195669" y="802961"/>
                </a:lnTo>
                <a:lnTo>
                  <a:pt x="1193889" y="803194"/>
                </a:lnTo>
                <a:lnTo>
                  <a:pt x="1192110" y="803428"/>
                </a:lnTo>
                <a:lnTo>
                  <a:pt x="1190331" y="803665"/>
                </a:lnTo>
                <a:lnTo>
                  <a:pt x="1188551" y="803903"/>
                </a:lnTo>
                <a:lnTo>
                  <a:pt x="1186772" y="804143"/>
                </a:lnTo>
                <a:lnTo>
                  <a:pt x="1184993" y="804384"/>
                </a:lnTo>
                <a:lnTo>
                  <a:pt x="1186915" y="818481"/>
                </a:lnTo>
                <a:lnTo>
                  <a:pt x="1188681" y="818242"/>
                </a:lnTo>
                <a:lnTo>
                  <a:pt x="1190448" y="818003"/>
                </a:lnTo>
                <a:lnTo>
                  <a:pt x="1192214" y="817767"/>
                </a:lnTo>
                <a:lnTo>
                  <a:pt x="1193981" y="817533"/>
                </a:lnTo>
                <a:lnTo>
                  <a:pt x="1195747" y="817300"/>
                </a:lnTo>
                <a:lnTo>
                  <a:pt x="1197513" y="817069"/>
                </a:lnTo>
                <a:lnTo>
                  <a:pt x="1199279" y="816839"/>
                </a:lnTo>
                <a:lnTo>
                  <a:pt x="1201046" y="816612"/>
                </a:lnTo>
                <a:lnTo>
                  <a:pt x="1202812" y="816386"/>
                </a:lnTo>
                <a:lnTo>
                  <a:pt x="1204578" y="816162"/>
                </a:lnTo>
                <a:lnTo>
                  <a:pt x="1206344" y="815939"/>
                </a:lnTo>
                <a:lnTo>
                  <a:pt x="1208110" y="815719"/>
                </a:lnTo>
                <a:lnTo>
                  <a:pt x="1209876" y="815500"/>
                </a:lnTo>
                <a:lnTo>
                  <a:pt x="1211642" y="815283"/>
                </a:lnTo>
                <a:lnTo>
                  <a:pt x="1213407" y="815068"/>
                </a:lnTo>
                <a:lnTo>
                  <a:pt x="1215173" y="814854"/>
                </a:lnTo>
                <a:lnTo>
                  <a:pt x="1216939" y="814642"/>
                </a:lnTo>
                <a:lnTo>
                  <a:pt x="1218705" y="814432"/>
                </a:lnTo>
                <a:lnTo>
                  <a:pt x="1220470" y="814224"/>
                </a:lnTo>
                <a:lnTo>
                  <a:pt x="1222236" y="814017"/>
                </a:lnTo>
                <a:lnTo>
                  <a:pt x="1224001" y="813813"/>
                </a:lnTo>
                <a:lnTo>
                  <a:pt x="1225767" y="813610"/>
                </a:lnTo>
                <a:lnTo>
                  <a:pt x="1227532" y="813408"/>
                </a:lnTo>
                <a:lnTo>
                  <a:pt x="1229298" y="813209"/>
                </a:lnTo>
                <a:lnTo>
                  <a:pt x="1227707" y="799070"/>
                </a:lnTo>
                <a:lnTo>
                  <a:pt x="1225926" y="799272"/>
                </a:lnTo>
                <a:lnTo>
                  <a:pt x="1224146" y="799475"/>
                </a:lnTo>
                <a:lnTo>
                  <a:pt x="1222366" y="799679"/>
                </a:lnTo>
                <a:lnTo>
                  <a:pt x="1220586" y="799886"/>
                </a:lnTo>
                <a:lnTo>
                  <a:pt x="1218806" y="800094"/>
                </a:lnTo>
                <a:close/>
                <a:moveTo>
                  <a:pt x="539834" y="804835"/>
                </a:moveTo>
                <a:lnTo>
                  <a:pt x="538054" y="804590"/>
                </a:lnTo>
                <a:lnTo>
                  <a:pt x="536274" y="804347"/>
                </a:lnTo>
                <a:lnTo>
                  <a:pt x="534494" y="804106"/>
                </a:lnTo>
                <a:lnTo>
                  <a:pt x="532715" y="803866"/>
                </a:lnTo>
                <a:lnTo>
                  <a:pt x="530935" y="803628"/>
                </a:lnTo>
                <a:lnTo>
                  <a:pt x="529155" y="803392"/>
                </a:lnTo>
                <a:lnTo>
                  <a:pt x="527375" y="803157"/>
                </a:lnTo>
                <a:lnTo>
                  <a:pt x="525596" y="802925"/>
                </a:lnTo>
                <a:lnTo>
                  <a:pt x="523816" y="802694"/>
                </a:lnTo>
                <a:lnTo>
                  <a:pt x="522036" y="802465"/>
                </a:lnTo>
                <a:lnTo>
                  <a:pt x="520257" y="802238"/>
                </a:lnTo>
                <a:lnTo>
                  <a:pt x="518477" y="802012"/>
                </a:lnTo>
                <a:lnTo>
                  <a:pt x="516697" y="801788"/>
                </a:lnTo>
                <a:lnTo>
                  <a:pt x="514918" y="801566"/>
                </a:lnTo>
                <a:lnTo>
                  <a:pt x="513138" y="801346"/>
                </a:lnTo>
                <a:lnTo>
                  <a:pt x="511359" y="801127"/>
                </a:lnTo>
                <a:lnTo>
                  <a:pt x="509579" y="800911"/>
                </a:lnTo>
                <a:lnTo>
                  <a:pt x="507800" y="800696"/>
                </a:lnTo>
                <a:lnTo>
                  <a:pt x="506020" y="800483"/>
                </a:lnTo>
                <a:lnTo>
                  <a:pt x="504334" y="814610"/>
                </a:lnTo>
                <a:lnTo>
                  <a:pt x="506101" y="814822"/>
                </a:lnTo>
                <a:lnTo>
                  <a:pt x="507867" y="815035"/>
                </a:lnTo>
                <a:lnTo>
                  <a:pt x="509633" y="815250"/>
                </a:lnTo>
                <a:lnTo>
                  <a:pt x="511399" y="815467"/>
                </a:lnTo>
                <a:lnTo>
                  <a:pt x="513165" y="815686"/>
                </a:lnTo>
                <a:lnTo>
                  <a:pt x="514931" y="815906"/>
                </a:lnTo>
                <a:lnTo>
                  <a:pt x="516697" y="816128"/>
                </a:lnTo>
                <a:lnTo>
                  <a:pt x="518463" y="816352"/>
                </a:lnTo>
                <a:lnTo>
                  <a:pt x="520229" y="816578"/>
                </a:lnTo>
                <a:lnTo>
                  <a:pt x="521995" y="816805"/>
                </a:lnTo>
                <a:lnTo>
                  <a:pt x="523761" y="817034"/>
                </a:lnTo>
                <a:lnTo>
                  <a:pt x="525527" y="817265"/>
                </a:lnTo>
                <a:lnTo>
                  <a:pt x="527293" y="817497"/>
                </a:lnTo>
                <a:lnTo>
                  <a:pt x="529059" y="817732"/>
                </a:lnTo>
                <a:lnTo>
                  <a:pt x="530825" y="817968"/>
                </a:lnTo>
                <a:lnTo>
                  <a:pt x="532591" y="818206"/>
                </a:lnTo>
                <a:lnTo>
                  <a:pt x="534357" y="818445"/>
                </a:lnTo>
                <a:lnTo>
                  <a:pt x="536123" y="818686"/>
                </a:lnTo>
                <a:lnTo>
                  <a:pt x="537889" y="818929"/>
                </a:lnTo>
                <a:lnTo>
                  <a:pt x="539655" y="819174"/>
                </a:lnTo>
                <a:lnTo>
                  <a:pt x="541420" y="819421"/>
                </a:lnTo>
                <a:lnTo>
                  <a:pt x="543186" y="819669"/>
                </a:lnTo>
                <a:lnTo>
                  <a:pt x="544952" y="819919"/>
                </a:lnTo>
                <a:lnTo>
                  <a:pt x="546718" y="820171"/>
                </a:lnTo>
                <a:lnTo>
                  <a:pt x="548733" y="806087"/>
                </a:lnTo>
                <a:lnTo>
                  <a:pt x="546953" y="805833"/>
                </a:lnTo>
                <a:lnTo>
                  <a:pt x="545173" y="805581"/>
                </a:lnTo>
                <a:lnTo>
                  <a:pt x="543393" y="805330"/>
                </a:lnTo>
                <a:lnTo>
                  <a:pt x="541614" y="805082"/>
                </a:lnTo>
                <a:lnTo>
                  <a:pt x="539834" y="804835"/>
                </a:lnTo>
                <a:close/>
                <a:moveTo>
                  <a:pt x="1133470" y="812081"/>
                </a:moveTo>
                <a:lnTo>
                  <a:pt x="1131705" y="812350"/>
                </a:lnTo>
                <a:lnTo>
                  <a:pt x="1129939" y="812618"/>
                </a:lnTo>
                <a:lnTo>
                  <a:pt x="1128174" y="812883"/>
                </a:lnTo>
                <a:lnTo>
                  <a:pt x="1126408" y="813147"/>
                </a:lnTo>
                <a:lnTo>
                  <a:pt x="1124642" y="813410"/>
                </a:lnTo>
                <a:lnTo>
                  <a:pt x="1122876" y="813670"/>
                </a:lnTo>
                <a:lnTo>
                  <a:pt x="1121110" y="813929"/>
                </a:lnTo>
                <a:lnTo>
                  <a:pt x="1119344" y="814186"/>
                </a:lnTo>
                <a:lnTo>
                  <a:pt x="1117578" y="814441"/>
                </a:lnTo>
                <a:lnTo>
                  <a:pt x="1115812" y="814695"/>
                </a:lnTo>
                <a:lnTo>
                  <a:pt x="1114045" y="814947"/>
                </a:lnTo>
                <a:lnTo>
                  <a:pt x="1112279" y="815197"/>
                </a:lnTo>
                <a:lnTo>
                  <a:pt x="1110512" y="815445"/>
                </a:lnTo>
                <a:lnTo>
                  <a:pt x="1108746" y="815692"/>
                </a:lnTo>
                <a:lnTo>
                  <a:pt x="1106979" y="815937"/>
                </a:lnTo>
                <a:lnTo>
                  <a:pt x="1105212" y="816180"/>
                </a:lnTo>
                <a:lnTo>
                  <a:pt x="1103445" y="816421"/>
                </a:lnTo>
                <a:lnTo>
                  <a:pt x="1101678" y="816661"/>
                </a:lnTo>
                <a:lnTo>
                  <a:pt x="1099911" y="816899"/>
                </a:lnTo>
                <a:lnTo>
                  <a:pt x="1101802" y="831001"/>
                </a:lnTo>
                <a:lnTo>
                  <a:pt x="1103581" y="830761"/>
                </a:lnTo>
                <a:lnTo>
                  <a:pt x="1105359" y="830520"/>
                </a:lnTo>
                <a:lnTo>
                  <a:pt x="1107138" y="830277"/>
                </a:lnTo>
                <a:lnTo>
                  <a:pt x="1108917" y="830032"/>
                </a:lnTo>
                <a:lnTo>
                  <a:pt x="1110696" y="829785"/>
                </a:lnTo>
                <a:lnTo>
                  <a:pt x="1112475" y="829537"/>
                </a:lnTo>
                <a:lnTo>
                  <a:pt x="1114254" y="829287"/>
                </a:lnTo>
                <a:lnTo>
                  <a:pt x="1116033" y="829035"/>
                </a:lnTo>
                <a:lnTo>
                  <a:pt x="1117813" y="828781"/>
                </a:lnTo>
                <a:lnTo>
                  <a:pt x="1119592" y="828526"/>
                </a:lnTo>
                <a:lnTo>
                  <a:pt x="1121372" y="828269"/>
                </a:lnTo>
                <a:lnTo>
                  <a:pt x="1123151" y="828010"/>
                </a:lnTo>
                <a:lnTo>
                  <a:pt x="1124931" y="827749"/>
                </a:lnTo>
                <a:lnTo>
                  <a:pt x="1126711" y="827486"/>
                </a:lnTo>
                <a:lnTo>
                  <a:pt x="1128491" y="827222"/>
                </a:lnTo>
                <a:lnTo>
                  <a:pt x="1130271" y="826956"/>
                </a:lnTo>
                <a:lnTo>
                  <a:pt x="1132051" y="826688"/>
                </a:lnTo>
                <a:lnTo>
                  <a:pt x="1133831" y="826418"/>
                </a:lnTo>
                <a:lnTo>
                  <a:pt x="1135612" y="826147"/>
                </a:lnTo>
                <a:lnTo>
                  <a:pt x="1137392" y="825873"/>
                </a:lnTo>
                <a:lnTo>
                  <a:pt x="1139173" y="825598"/>
                </a:lnTo>
                <a:lnTo>
                  <a:pt x="1140953" y="825321"/>
                </a:lnTo>
                <a:lnTo>
                  <a:pt x="1142734" y="825043"/>
                </a:lnTo>
                <a:lnTo>
                  <a:pt x="1144515" y="824763"/>
                </a:lnTo>
                <a:lnTo>
                  <a:pt x="1142295" y="810709"/>
                </a:lnTo>
                <a:lnTo>
                  <a:pt x="1140531" y="810987"/>
                </a:lnTo>
                <a:lnTo>
                  <a:pt x="1138766" y="811263"/>
                </a:lnTo>
                <a:lnTo>
                  <a:pt x="1137001" y="811538"/>
                </a:lnTo>
                <a:lnTo>
                  <a:pt x="1135235" y="811810"/>
                </a:lnTo>
                <a:lnTo>
                  <a:pt x="1133470" y="812081"/>
                </a:lnTo>
                <a:close/>
                <a:moveTo>
                  <a:pt x="624890" y="817334"/>
                </a:moveTo>
                <a:lnTo>
                  <a:pt x="623124" y="817099"/>
                </a:lnTo>
                <a:lnTo>
                  <a:pt x="621358" y="816863"/>
                </a:lnTo>
                <a:lnTo>
                  <a:pt x="619592" y="816625"/>
                </a:lnTo>
                <a:lnTo>
                  <a:pt x="617826" y="816385"/>
                </a:lnTo>
                <a:lnTo>
                  <a:pt x="616059" y="816143"/>
                </a:lnTo>
                <a:lnTo>
                  <a:pt x="614293" y="815900"/>
                </a:lnTo>
                <a:lnTo>
                  <a:pt x="612527" y="815655"/>
                </a:lnTo>
                <a:lnTo>
                  <a:pt x="610761" y="815408"/>
                </a:lnTo>
                <a:lnTo>
                  <a:pt x="608995" y="815159"/>
                </a:lnTo>
                <a:lnTo>
                  <a:pt x="607229" y="814909"/>
                </a:lnTo>
                <a:lnTo>
                  <a:pt x="605464" y="814657"/>
                </a:lnTo>
                <a:lnTo>
                  <a:pt x="603698" y="814403"/>
                </a:lnTo>
                <a:lnTo>
                  <a:pt x="601932" y="814147"/>
                </a:lnTo>
                <a:lnTo>
                  <a:pt x="600166" y="813890"/>
                </a:lnTo>
                <a:lnTo>
                  <a:pt x="598400" y="813631"/>
                </a:lnTo>
                <a:lnTo>
                  <a:pt x="596634" y="813370"/>
                </a:lnTo>
                <a:lnTo>
                  <a:pt x="594869" y="813108"/>
                </a:lnTo>
                <a:lnTo>
                  <a:pt x="593103" y="812843"/>
                </a:lnTo>
                <a:lnTo>
                  <a:pt x="591337" y="812577"/>
                </a:lnTo>
                <a:lnTo>
                  <a:pt x="589210" y="826646"/>
                </a:lnTo>
                <a:lnTo>
                  <a:pt x="590991" y="826914"/>
                </a:lnTo>
                <a:lnTo>
                  <a:pt x="592771" y="827180"/>
                </a:lnTo>
                <a:lnTo>
                  <a:pt x="594551" y="827445"/>
                </a:lnTo>
                <a:lnTo>
                  <a:pt x="596331" y="827708"/>
                </a:lnTo>
                <a:lnTo>
                  <a:pt x="598110" y="827969"/>
                </a:lnTo>
                <a:lnTo>
                  <a:pt x="599890" y="828228"/>
                </a:lnTo>
                <a:lnTo>
                  <a:pt x="601670" y="828486"/>
                </a:lnTo>
                <a:lnTo>
                  <a:pt x="603450" y="828741"/>
                </a:lnTo>
                <a:lnTo>
                  <a:pt x="605230" y="828995"/>
                </a:lnTo>
                <a:lnTo>
                  <a:pt x="607010" y="829248"/>
                </a:lnTo>
                <a:lnTo>
                  <a:pt x="608790" y="829498"/>
                </a:lnTo>
                <a:lnTo>
                  <a:pt x="610569" y="829747"/>
                </a:lnTo>
                <a:lnTo>
                  <a:pt x="612349" y="829994"/>
                </a:lnTo>
                <a:lnTo>
                  <a:pt x="614129" y="830239"/>
                </a:lnTo>
                <a:lnTo>
                  <a:pt x="615908" y="830483"/>
                </a:lnTo>
                <a:lnTo>
                  <a:pt x="617688" y="830724"/>
                </a:lnTo>
                <a:lnTo>
                  <a:pt x="619468" y="830964"/>
                </a:lnTo>
                <a:lnTo>
                  <a:pt x="621247" y="831202"/>
                </a:lnTo>
                <a:lnTo>
                  <a:pt x="623027" y="831439"/>
                </a:lnTo>
                <a:lnTo>
                  <a:pt x="624806" y="831673"/>
                </a:lnTo>
                <a:lnTo>
                  <a:pt x="626586" y="831906"/>
                </a:lnTo>
                <a:lnTo>
                  <a:pt x="628365" y="832137"/>
                </a:lnTo>
                <a:lnTo>
                  <a:pt x="630145" y="832367"/>
                </a:lnTo>
                <a:lnTo>
                  <a:pt x="631924" y="832594"/>
                </a:lnTo>
                <a:lnTo>
                  <a:pt x="633722" y="818480"/>
                </a:lnTo>
                <a:lnTo>
                  <a:pt x="631955" y="818254"/>
                </a:lnTo>
                <a:lnTo>
                  <a:pt x="630189" y="818027"/>
                </a:lnTo>
                <a:lnTo>
                  <a:pt x="628423" y="817797"/>
                </a:lnTo>
                <a:lnTo>
                  <a:pt x="626656" y="817566"/>
                </a:lnTo>
                <a:lnTo>
                  <a:pt x="624890" y="817334"/>
                </a:lnTo>
                <a:close/>
                <a:moveTo>
                  <a:pt x="1048700" y="823034"/>
                </a:moveTo>
                <a:lnTo>
                  <a:pt x="1046934" y="823219"/>
                </a:lnTo>
                <a:lnTo>
                  <a:pt x="1045169" y="823402"/>
                </a:lnTo>
                <a:lnTo>
                  <a:pt x="1043403" y="823584"/>
                </a:lnTo>
                <a:lnTo>
                  <a:pt x="1041637" y="823764"/>
                </a:lnTo>
                <a:lnTo>
                  <a:pt x="1039871" y="823942"/>
                </a:lnTo>
                <a:lnTo>
                  <a:pt x="1038105" y="824119"/>
                </a:lnTo>
                <a:lnTo>
                  <a:pt x="1036340" y="824294"/>
                </a:lnTo>
                <a:lnTo>
                  <a:pt x="1034574" y="824467"/>
                </a:lnTo>
                <a:lnTo>
                  <a:pt x="1032808" y="824638"/>
                </a:lnTo>
                <a:lnTo>
                  <a:pt x="1031042" y="824808"/>
                </a:lnTo>
                <a:lnTo>
                  <a:pt x="1029276" y="824975"/>
                </a:lnTo>
                <a:lnTo>
                  <a:pt x="1027510" y="825141"/>
                </a:lnTo>
                <a:lnTo>
                  <a:pt x="1025744" y="825306"/>
                </a:lnTo>
                <a:lnTo>
                  <a:pt x="1023978" y="825468"/>
                </a:lnTo>
                <a:lnTo>
                  <a:pt x="1022211" y="825629"/>
                </a:lnTo>
                <a:lnTo>
                  <a:pt x="1020445" y="825788"/>
                </a:lnTo>
                <a:lnTo>
                  <a:pt x="1018679" y="825945"/>
                </a:lnTo>
                <a:lnTo>
                  <a:pt x="1016913" y="826101"/>
                </a:lnTo>
                <a:lnTo>
                  <a:pt x="1015146" y="826255"/>
                </a:lnTo>
                <a:lnTo>
                  <a:pt x="1016374" y="840429"/>
                </a:lnTo>
                <a:lnTo>
                  <a:pt x="1018154" y="840274"/>
                </a:lnTo>
                <a:lnTo>
                  <a:pt x="1019933" y="840118"/>
                </a:lnTo>
                <a:lnTo>
                  <a:pt x="1021712" y="839959"/>
                </a:lnTo>
                <a:lnTo>
                  <a:pt x="1023492" y="839799"/>
                </a:lnTo>
                <a:lnTo>
                  <a:pt x="1025271" y="839637"/>
                </a:lnTo>
                <a:lnTo>
                  <a:pt x="1027051" y="839473"/>
                </a:lnTo>
                <a:lnTo>
                  <a:pt x="1028831" y="839308"/>
                </a:lnTo>
                <a:lnTo>
                  <a:pt x="1030610" y="839140"/>
                </a:lnTo>
                <a:lnTo>
                  <a:pt x="1032390" y="838971"/>
                </a:lnTo>
                <a:lnTo>
                  <a:pt x="1034170" y="838800"/>
                </a:lnTo>
                <a:lnTo>
                  <a:pt x="1035949" y="838628"/>
                </a:lnTo>
                <a:lnTo>
                  <a:pt x="1037729" y="838453"/>
                </a:lnTo>
                <a:lnTo>
                  <a:pt x="1039509" y="838277"/>
                </a:lnTo>
                <a:lnTo>
                  <a:pt x="1041289" y="838099"/>
                </a:lnTo>
                <a:lnTo>
                  <a:pt x="1043068" y="837919"/>
                </a:lnTo>
                <a:lnTo>
                  <a:pt x="1044848" y="837738"/>
                </a:lnTo>
                <a:lnTo>
                  <a:pt x="1046628" y="837555"/>
                </a:lnTo>
                <a:lnTo>
                  <a:pt x="1048408" y="837370"/>
                </a:lnTo>
                <a:lnTo>
                  <a:pt x="1050188" y="837183"/>
                </a:lnTo>
                <a:lnTo>
                  <a:pt x="1051968" y="836994"/>
                </a:lnTo>
                <a:lnTo>
                  <a:pt x="1053748" y="836804"/>
                </a:lnTo>
                <a:lnTo>
                  <a:pt x="1055528" y="836612"/>
                </a:lnTo>
                <a:lnTo>
                  <a:pt x="1057308" y="836418"/>
                </a:lnTo>
                <a:lnTo>
                  <a:pt x="1059088" y="836222"/>
                </a:lnTo>
                <a:lnTo>
                  <a:pt x="1057528" y="822081"/>
                </a:lnTo>
                <a:lnTo>
                  <a:pt x="1055762" y="822275"/>
                </a:lnTo>
                <a:lnTo>
                  <a:pt x="1053997" y="822467"/>
                </a:lnTo>
                <a:lnTo>
                  <a:pt x="1052231" y="822658"/>
                </a:lnTo>
                <a:lnTo>
                  <a:pt x="1050466" y="822847"/>
                </a:lnTo>
                <a:lnTo>
                  <a:pt x="1048700" y="823034"/>
                </a:lnTo>
                <a:close/>
                <a:moveTo>
                  <a:pt x="709658" y="826535"/>
                </a:moveTo>
                <a:lnTo>
                  <a:pt x="707892" y="826384"/>
                </a:lnTo>
                <a:lnTo>
                  <a:pt x="706126" y="826232"/>
                </a:lnTo>
                <a:lnTo>
                  <a:pt x="704360" y="826078"/>
                </a:lnTo>
                <a:lnTo>
                  <a:pt x="702594" y="825922"/>
                </a:lnTo>
                <a:lnTo>
                  <a:pt x="700829" y="825764"/>
                </a:lnTo>
                <a:lnTo>
                  <a:pt x="699063" y="825605"/>
                </a:lnTo>
                <a:lnTo>
                  <a:pt x="697297" y="825444"/>
                </a:lnTo>
                <a:lnTo>
                  <a:pt x="695531" y="825281"/>
                </a:lnTo>
                <a:lnTo>
                  <a:pt x="693765" y="825116"/>
                </a:lnTo>
                <a:lnTo>
                  <a:pt x="691999" y="824950"/>
                </a:lnTo>
                <a:lnTo>
                  <a:pt x="690233" y="824782"/>
                </a:lnTo>
                <a:lnTo>
                  <a:pt x="688467" y="824612"/>
                </a:lnTo>
                <a:lnTo>
                  <a:pt x="686701" y="824441"/>
                </a:lnTo>
                <a:lnTo>
                  <a:pt x="684935" y="824267"/>
                </a:lnTo>
                <a:lnTo>
                  <a:pt x="683169" y="824092"/>
                </a:lnTo>
                <a:lnTo>
                  <a:pt x="681403" y="823915"/>
                </a:lnTo>
                <a:lnTo>
                  <a:pt x="679636" y="823737"/>
                </a:lnTo>
                <a:lnTo>
                  <a:pt x="677870" y="823557"/>
                </a:lnTo>
                <a:lnTo>
                  <a:pt x="676104" y="823374"/>
                </a:lnTo>
                <a:lnTo>
                  <a:pt x="674638" y="837526"/>
                </a:lnTo>
                <a:lnTo>
                  <a:pt x="676418" y="837710"/>
                </a:lnTo>
                <a:lnTo>
                  <a:pt x="678197" y="837892"/>
                </a:lnTo>
                <a:lnTo>
                  <a:pt x="679977" y="838072"/>
                </a:lnTo>
                <a:lnTo>
                  <a:pt x="681756" y="838250"/>
                </a:lnTo>
                <a:lnTo>
                  <a:pt x="683536" y="838426"/>
                </a:lnTo>
                <a:lnTo>
                  <a:pt x="685315" y="838601"/>
                </a:lnTo>
                <a:lnTo>
                  <a:pt x="687095" y="838774"/>
                </a:lnTo>
                <a:lnTo>
                  <a:pt x="688875" y="838945"/>
                </a:lnTo>
                <a:lnTo>
                  <a:pt x="690655" y="839114"/>
                </a:lnTo>
                <a:lnTo>
                  <a:pt x="692434" y="839282"/>
                </a:lnTo>
                <a:lnTo>
                  <a:pt x="694214" y="839448"/>
                </a:lnTo>
                <a:lnTo>
                  <a:pt x="695994" y="839612"/>
                </a:lnTo>
                <a:lnTo>
                  <a:pt x="697774" y="839774"/>
                </a:lnTo>
                <a:lnTo>
                  <a:pt x="699554" y="839935"/>
                </a:lnTo>
                <a:lnTo>
                  <a:pt x="701333" y="840094"/>
                </a:lnTo>
                <a:lnTo>
                  <a:pt x="703113" y="840251"/>
                </a:lnTo>
                <a:lnTo>
                  <a:pt x="704893" y="840406"/>
                </a:lnTo>
                <a:lnTo>
                  <a:pt x="706673" y="840560"/>
                </a:lnTo>
                <a:lnTo>
                  <a:pt x="708453" y="840711"/>
                </a:lnTo>
                <a:lnTo>
                  <a:pt x="710233" y="840861"/>
                </a:lnTo>
                <a:lnTo>
                  <a:pt x="712013" y="841010"/>
                </a:lnTo>
                <a:lnTo>
                  <a:pt x="713793" y="841156"/>
                </a:lnTo>
                <a:lnTo>
                  <a:pt x="715573" y="841301"/>
                </a:lnTo>
                <a:lnTo>
                  <a:pt x="717354" y="841444"/>
                </a:lnTo>
                <a:lnTo>
                  <a:pt x="718486" y="827261"/>
                </a:lnTo>
                <a:lnTo>
                  <a:pt x="716720" y="827119"/>
                </a:lnTo>
                <a:lnTo>
                  <a:pt x="714955" y="826976"/>
                </a:lnTo>
                <a:lnTo>
                  <a:pt x="713189" y="826831"/>
                </a:lnTo>
                <a:lnTo>
                  <a:pt x="711423" y="826683"/>
                </a:lnTo>
                <a:lnTo>
                  <a:pt x="709658" y="826535"/>
                </a:lnTo>
                <a:close/>
                <a:moveTo>
                  <a:pt x="963938" y="829954"/>
                </a:moveTo>
                <a:lnTo>
                  <a:pt x="962172" y="830056"/>
                </a:lnTo>
                <a:lnTo>
                  <a:pt x="960407" y="830155"/>
                </a:lnTo>
                <a:lnTo>
                  <a:pt x="958641" y="830253"/>
                </a:lnTo>
                <a:lnTo>
                  <a:pt x="956875" y="830349"/>
                </a:lnTo>
                <a:lnTo>
                  <a:pt x="955109" y="830443"/>
                </a:lnTo>
                <a:lnTo>
                  <a:pt x="953344" y="830536"/>
                </a:lnTo>
                <a:lnTo>
                  <a:pt x="951578" y="830627"/>
                </a:lnTo>
                <a:lnTo>
                  <a:pt x="949812" y="830716"/>
                </a:lnTo>
                <a:lnTo>
                  <a:pt x="948046" y="830803"/>
                </a:lnTo>
                <a:lnTo>
                  <a:pt x="946280" y="830889"/>
                </a:lnTo>
                <a:lnTo>
                  <a:pt x="944514" y="830973"/>
                </a:lnTo>
                <a:lnTo>
                  <a:pt x="942748" y="831055"/>
                </a:lnTo>
                <a:lnTo>
                  <a:pt x="940982" y="831135"/>
                </a:lnTo>
                <a:lnTo>
                  <a:pt x="939216" y="831214"/>
                </a:lnTo>
                <a:lnTo>
                  <a:pt x="937450" y="831291"/>
                </a:lnTo>
                <a:lnTo>
                  <a:pt x="935684" y="831366"/>
                </a:lnTo>
                <a:lnTo>
                  <a:pt x="933917" y="831439"/>
                </a:lnTo>
                <a:lnTo>
                  <a:pt x="932151" y="831511"/>
                </a:lnTo>
                <a:lnTo>
                  <a:pt x="930385" y="831581"/>
                </a:lnTo>
                <a:lnTo>
                  <a:pt x="930941" y="845797"/>
                </a:lnTo>
                <a:lnTo>
                  <a:pt x="932720" y="845727"/>
                </a:lnTo>
                <a:lnTo>
                  <a:pt x="934499" y="845655"/>
                </a:lnTo>
                <a:lnTo>
                  <a:pt x="936279" y="845581"/>
                </a:lnTo>
                <a:lnTo>
                  <a:pt x="938059" y="845505"/>
                </a:lnTo>
                <a:lnTo>
                  <a:pt x="939838" y="845428"/>
                </a:lnTo>
                <a:lnTo>
                  <a:pt x="941618" y="845349"/>
                </a:lnTo>
                <a:lnTo>
                  <a:pt x="943397" y="845268"/>
                </a:lnTo>
                <a:lnTo>
                  <a:pt x="945177" y="845185"/>
                </a:lnTo>
                <a:lnTo>
                  <a:pt x="946957" y="845101"/>
                </a:lnTo>
                <a:lnTo>
                  <a:pt x="948737" y="845014"/>
                </a:lnTo>
                <a:lnTo>
                  <a:pt x="950516" y="844926"/>
                </a:lnTo>
                <a:lnTo>
                  <a:pt x="952296" y="844837"/>
                </a:lnTo>
                <a:lnTo>
                  <a:pt x="954076" y="844745"/>
                </a:lnTo>
                <a:lnTo>
                  <a:pt x="955856" y="844652"/>
                </a:lnTo>
                <a:lnTo>
                  <a:pt x="957636" y="844557"/>
                </a:lnTo>
                <a:lnTo>
                  <a:pt x="959416" y="844460"/>
                </a:lnTo>
                <a:lnTo>
                  <a:pt x="961196" y="844361"/>
                </a:lnTo>
                <a:lnTo>
                  <a:pt x="962976" y="844261"/>
                </a:lnTo>
                <a:lnTo>
                  <a:pt x="964756" y="844159"/>
                </a:lnTo>
                <a:lnTo>
                  <a:pt x="966536" y="844055"/>
                </a:lnTo>
                <a:lnTo>
                  <a:pt x="968316" y="843949"/>
                </a:lnTo>
                <a:lnTo>
                  <a:pt x="970097" y="843842"/>
                </a:lnTo>
                <a:lnTo>
                  <a:pt x="971877" y="843733"/>
                </a:lnTo>
                <a:lnTo>
                  <a:pt x="973657" y="843622"/>
                </a:lnTo>
                <a:lnTo>
                  <a:pt x="972765" y="829422"/>
                </a:lnTo>
                <a:lnTo>
                  <a:pt x="971000" y="829532"/>
                </a:lnTo>
                <a:lnTo>
                  <a:pt x="969234" y="829640"/>
                </a:lnTo>
                <a:lnTo>
                  <a:pt x="967469" y="829746"/>
                </a:lnTo>
                <a:lnTo>
                  <a:pt x="965703" y="829851"/>
                </a:lnTo>
                <a:lnTo>
                  <a:pt x="963938" y="829954"/>
                </a:lnTo>
                <a:close/>
                <a:moveTo>
                  <a:pt x="794418" y="831706"/>
                </a:moveTo>
                <a:lnTo>
                  <a:pt x="792652" y="831639"/>
                </a:lnTo>
                <a:lnTo>
                  <a:pt x="790887" y="831571"/>
                </a:lnTo>
                <a:lnTo>
                  <a:pt x="789121" y="831501"/>
                </a:lnTo>
                <a:lnTo>
                  <a:pt x="787355" y="831429"/>
                </a:lnTo>
                <a:lnTo>
                  <a:pt x="785589" y="831355"/>
                </a:lnTo>
                <a:lnTo>
                  <a:pt x="783824" y="831280"/>
                </a:lnTo>
                <a:lnTo>
                  <a:pt x="782058" y="831203"/>
                </a:lnTo>
                <a:lnTo>
                  <a:pt x="780292" y="831124"/>
                </a:lnTo>
                <a:lnTo>
                  <a:pt x="778526" y="831043"/>
                </a:lnTo>
                <a:lnTo>
                  <a:pt x="776760" y="830961"/>
                </a:lnTo>
                <a:lnTo>
                  <a:pt x="774994" y="830877"/>
                </a:lnTo>
                <a:lnTo>
                  <a:pt x="773228" y="830791"/>
                </a:lnTo>
                <a:lnTo>
                  <a:pt x="771463" y="830703"/>
                </a:lnTo>
                <a:lnTo>
                  <a:pt x="769697" y="830614"/>
                </a:lnTo>
                <a:lnTo>
                  <a:pt x="767931" y="830523"/>
                </a:lnTo>
                <a:lnTo>
                  <a:pt x="766165" y="830430"/>
                </a:lnTo>
                <a:lnTo>
                  <a:pt x="764399" y="830335"/>
                </a:lnTo>
                <a:lnTo>
                  <a:pt x="762633" y="830239"/>
                </a:lnTo>
                <a:lnTo>
                  <a:pt x="760867" y="830141"/>
                </a:lnTo>
                <a:lnTo>
                  <a:pt x="760070" y="844346"/>
                </a:lnTo>
                <a:lnTo>
                  <a:pt x="761850" y="844445"/>
                </a:lnTo>
                <a:lnTo>
                  <a:pt x="763629" y="844542"/>
                </a:lnTo>
                <a:lnTo>
                  <a:pt x="765409" y="844637"/>
                </a:lnTo>
                <a:lnTo>
                  <a:pt x="767189" y="844731"/>
                </a:lnTo>
                <a:lnTo>
                  <a:pt x="768968" y="844822"/>
                </a:lnTo>
                <a:lnTo>
                  <a:pt x="770748" y="844912"/>
                </a:lnTo>
                <a:lnTo>
                  <a:pt x="772528" y="845001"/>
                </a:lnTo>
                <a:lnTo>
                  <a:pt x="774308" y="845087"/>
                </a:lnTo>
                <a:lnTo>
                  <a:pt x="776088" y="845172"/>
                </a:lnTo>
                <a:lnTo>
                  <a:pt x="777867" y="845255"/>
                </a:lnTo>
                <a:lnTo>
                  <a:pt x="779647" y="845336"/>
                </a:lnTo>
                <a:lnTo>
                  <a:pt x="781427" y="845415"/>
                </a:lnTo>
                <a:lnTo>
                  <a:pt x="783207" y="845493"/>
                </a:lnTo>
                <a:lnTo>
                  <a:pt x="784987" y="845569"/>
                </a:lnTo>
                <a:lnTo>
                  <a:pt x="786767" y="845643"/>
                </a:lnTo>
                <a:lnTo>
                  <a:pt x="788547" y="845716"/>
                </a:lnTo>
                <a:lnTo>
                  <a:pt x="790327" y="845786"/>
                </a:lnTo>
                <a:lnTo>
                  <a:pt x="792107" y="845855"/>
                </a:lnTo>
                <a:lnTo>
                  <a:pt x="793887" y="845922"/>
                </a:lnTo>
                <a:lnTo>
                  <a:pt x="795667" y="845988"/>
                </a:lnTo>
                <a:lnTo>
                  <a:pt x="797447" y="846052"/>
                </a:lnTo>
                <a:lnTo>
                  <a:pt x="799227" y="846113"/>
                </a:lnTo>
                <a:lnTo>
                  <a:pt x="801008" y="846174"/>
                </a:lnTo>
                <a:lnTo>
                  <a:pt x="802788" y="846232"/>
                </a:lnTo>
                <a:lnTo>
                  <a:pt x="803246" y="832012"/>
                </a:lnTo>
                <a:lnTo>
                  <a:pt x="801481" y="831954"/>
                </a:lnTo>
                <a:lnTo>
                  <a:pt x="799715" y="831895"/>
                </a:lnTo>
                <a:lnTo>
                  <a:pt x="797949" y="831834"/>
                </a:lnTo>
                <a:lnTo>
                  <a:pt x="796184" y="831770"/>
                </a:lnTo>
                <a:lnTo>
                  <a:pt x="794418" y="831706"/>
                </a:lnTo>
                <a:close/>
                <a:moveTo>
                  <a:pt x="879174" y="832845"/>
                </a:moveTo>
                <a:lnTo>
                  <a:pt x="877408" y="832863"/>
                </a:lnTo>
                <a:lnTo>
                  <a:pt x="875642" y="832878"/>
                </a:lnTo>
                <a:lnTo>
                  <a:pt x="873876" y="832892"/>
                </a:lnTo>
                <a:lnTo>
                  <a:pt x="872110" y="832904"/>
                </a:lnTo>
                <a:lnTo>
                  <a:pt x="870344" y="832915"/>
                </a:lnTo>
                <a:lnTo>
                  <a:pt x="868579" y="832923"/>
                </a:lnTo>
                <a:lnTo>
                  <a:pt x="866813" y="832930"/>
                </a:lnTo>
                <a:lnTo>
                  <a:pt x="865047" y="832935"/>
                </a:lnTo>
                <a:lnTo>
                  <a:pt x="863281" y="832939"/>
                </a:lnTo>
                <a:lnTo>
                  <a:pt x="861515" y="832940"/>
                </a:lnTo>
                <a:lnTo>
                  <a:pt x="859750" y="832940"/>
                </a:lnTo>
                <a:lnTo>
                  <a:pt x="857984" y="832938"/>
                </a:lnTo>
                <a:lnTo>
                  <a:pt x="856219" y="832935"/>
                </a:lnTo>
                <a:lnTo>
                  <a:pt x="854453" y="832929"/>
                </a:lnTo>
                <a:lnTo>
                  <a:pt x="852688" y="832922"/>
                </a:lnTo>
                <a:lnTo>
                  <a:pt x="850922" y="832913"/>
                </a:lnTo>
                <a:lnTo>
                  <a:pt x="849157" y="832902"/>
                </a:lnTo>
                <a:lnTo>
                  <a:pt x="847391" y="832890"/>
                </a:lnTo>
                <a:lnTo>
                  <a:pt x="845626" y="832876"/>
                </a:lnTo>
                <a:lnTo>
                  <a:pt x="845505" y="847103"/>
                </a:lnTo>
                <a:lnTo>
                  <a:pt x="847286" y="847117"/>
                </a:lnTo>
                <a:lnTo>
                  <a:pt x="849066" y="847130"/>
                </a:lnTo>
                <a:lnTo>
                  <a:pt x="850846" y="847140"/>
                </a:lnTo>
                <a:lnTo>
                  <a:pt x="852626" y="847149"/>
                </a:lnTo>
                <a:lnTo>
                  <a:pt x="854407" y="847157"/>
                </a:lnTo>
                <a:lnTo>
                  <a:pt x="856187" y="847162"/>
                </a:lnTo>
                <a:lnTo>
                  <a:pt x="857967" y="847166"/>
                </a:lnTo>
                <a:lnTo>
                  <a:pt x="859747" y="847168"/>
                </a:lnTo>
                <a:lnTo>
                  <a:pt x="861527" y="847168"/>
                </a:lnTo>
                <a:lnTo>
                  <a:pt x="863307" y="847166"/>
                </a:lnTo>
                <a:lnTo>
                  <a:pt x="865087" y="847163"/>
                </a:lnTo>
                <a:lnTo>
                  <a:pt x="866867" y="847158"/>
                </a:lnTo>
                <a:lnTo>
                  <a:pt x="868647" y="847151"/>
                </a:lnTo>
                <a:lnTo>
                  <a:pt x="870426" y="847142"/>
                </a:lnTo>
                <a:lnTo>
                  <a:pt x="872206" y="847131"/>
                </a:lnTo>
                <a:lnTo>
                  <a:pt x="873986" y="847119"/>
                </a:lnTo>
                <a:lnTo>
                  <a:pt x="875766" y="847105"/>
                </a:lnTo>
                <a:lnTo>
                  <a:pt x="877545" y="847089"/>
                </a:lnTo>
                <a:lnTo>
                  <a:pt x="879325" y="847072"/>
                </a:lnTo>
                <a:lnTo>
                  <a:pt x="881104" y="847053"/>
                </a:lnTo>
                <a:lnTo>
                  <a:pt x="882884" y="847032"/>
                </a:lnTo>
                <a:lnTo>
                  <a:pt x="884663" y="847009"/>
                </a:lnTo>
                <a:lnTo>
                  <a:pt x="886443" y="846984"/>
                </a:lnTo>
                <a:lnTo>
                  <a:pt x="888222" y="846958"/>
                </a:lnTo>
                <a:lnTo>
                  <a:pt x="888005" y="832732"/>
                </a:lnTo>
                <a:lnTo>
                  <a:pt x="886239" y="832758"/>
                </a:lnTo>
                <a:lnTo>
                  <a:pt x="884473" y="832783"/>
                </a:lnTo>
                <a:lnTo>
                  <a:pt x="882707" y="832805"/>
                </a:lnTo>
                <a:lnTo>
                  <a:pt x="880940" y="832826"/>
                </a:lnTo>
                <a:lnTo>
                  <a:pt x="879174" y="832845"/>
                </a:lnTo>
                <a:close/>
                <a:moveTo>
                  <a:pt x="1377738" y="15046"/>
                </a:moveTo>
                <a:lnTo>
                  <a:pt x="1379504" y="14995"/>
                </a:lnTo>
                <a:lnTo>
                  <a:pt x="1381269" y="14946"/>
                </a:lnTo>
                <a:lnTo>
                  <a:pt x="1383035" y="14899"/>
                </a:lnTo>
                <a:lnTo>
                  <a:pt x="1384801" y="14853"/>
                </a:lnTo>
                <a:lnTo>
                  <a:pt x="1386566" y="14810"/>
                </a:lnTo>
                <a:lnTo>
                  <a:pt x="1388332" y="14768"/>
                </a:lnTo>
                <a:lnTo>
                  <a:pt x="1390098" y="14727"/>
                </a:lnTo>
                <a:lnTo>
                  <a:pt x="1391864" y="14689"/>
                </a:lnTo>
                <a:lnTo>
                  <a:pt x="1393630" y="14652"/>
                </a:lnTo>
                <a:lnTo>
                  <a:pt x="1395395" y="14617"/>
                </a:lnTo>
                <a:lnTo>
                  <a:pt x="1397161" y="14584"/>
                </a:lnTo>
                <a:lnTo>
                  <a:pt x="1398927" y="14552"/>
                </a:lnTo>
                <a:lnTo>
                  <a:pt x="1400693" y="14522"/>
                </a:lnTo>
                <a:lnTo>
                  <a:pt x="1402460" y="14494"/>
                </a:lnTo>
                <a:lnTo>
                  <a:pt x="1404226" y="14468"/>
                </a:lnTo>
                <a:lnTo>
                  <a:pt x="1405992" y="14443"/>
                </a:lnTo>
                <a:lnTo>
                  <a:pt x="1407758" y="14421"/>
                </a:lnTo>
                <a:lnTo>
                  <a:pt x="1409524" y="14400"/>
                </a:lnTo>
                <a:lnTo>
                  <a:pt x="1411291" y="14380"/>
                </a:lnTo>
                <a:lnTo>
                  <a:pt x="1411142" y="154"/>
                </a:lnTo>
                <a:lnTo>
                  <a:pt x="1409363" y="173"/>
                </a:lnTo>
                <a:lnTo>
                  <a:pt x="1407583" y="194"/>
                </a:lnTo>
                <a:lnTo>
                  <a:pt x="1405804" y="217"/>
                </a:lnTo>
                <a:lnTo>
                  <a:pt x="1404024" y="242"/>
                </a:lnTo>
                <a:lnTo>
                  <a:pt x="1402245" y="269"/>
                </a:lnTo>
                <a:lnTo>
                  <a:pt x="1400465" y="297"/>
                </a:lnTo>
                <a:lnTo>
                  <a:pt x="1398685" y="327"/>
                </a:lnTo>
                <a:lnTo>
                  <a:pt x="1396906" y="359"/>
                </a:lnTo>
                <a:lnTo>
                  <a:pt x="1395126" y="392"/>
                </a:lnTo>
                <a:lnTo>
                  <a:pt x="1393346" y="428"/>
                </a:lnTo>
                <a:lnTo>
                  <a:pt x="1391566" y="465"/>
                </a:lnTo>
                <a:lnTo>
                  <a:pt x="1389786" y="503"/>
                </a:lnTo>
                <a:lnTo>
                  <a:pt x="1388006" y="544"/>
                </a:lnTo>
                <a:lnTo>
                  <a:pt x="1386227" y="586"/>
                </a:lnTo>
                <a:lnTo>
                  <a:pt x="1384447" y="631"/>
                </a:lnTo>
                <a:lnTo>
                  <a:pt x="1382667" y="676"/>
                </a:lnTo>
                <a:lnTo>
                  <a:pt x="1380886" y="724"/>
                </a:lnTo>
                <a:lnTo>
                  <a:pt x="1379106" y="774"/>
                </a:lnTo>
                <a:lnTo>
                  <a:pt x="1377326" y="825"/>
                </a:lnTo>
                <a:lnTo>
                  <a:pt x="1375546" y="878"/>
                </a:lnTo>
                <a:lnTo>
                  <a:pt x="1373766" y="932"/>
                </a:lnTo>
                <a:lnTo>
                  <a:pt x="1371986" y="989"/>
                </a:lnTo>
                <a:lnTo>
                  <a:pt x="1370205" y="1047"/>
                </a:lnTo>
                <a:lnTo>
                  <a:pt x="1368425" y="1107"/>
                </a:lnTo>
                <a:lnTo>
                  <a:pt x="1368911" y="15326"/>
                </a:lnTo>
                <a:lnTo>
                  <a:pt x="1370677" y="15267"/>
                </a:lnTo>
                <a:lnTo>
                  <a:pt x="1372442" y="15209"/>
                </a:lnTo>
                <a:lnTo>
                  <a:pt x="1374207" y="15153"/>
                </a:lnTo>
                <a:lnTo>
                  <a:pt x="1375973" y="15098"/>
                </a:lnTo>
                <a:lnTo>
                  <a:pt x="1377738" y="15046"/>
                </a:lnTo>
                <a:close/>
                <a:moveTo>
                  <a:pt x="1462500" y="14582"/>
                </a:moveTo>
                <a:lnTo>
                  <a:pt x="1464266" y="14616"/>
                </a:lnTo>
                <a:lnTo>
                  <a:pt x="1466032" y="14651"/>
                </a:lnTo>
                <a:lnTo>
                  <a:pt x="1467798" y="14687"/>
                </a:lnTo>
                <a:lnTo>
                  <a:pt x="1469564" y="14726"/>
                </a:lnTo>
                <a:lnTo>
                  <a:pt x="1471330" y="14766"/>
                </a:lnTo>
                <a:lnTo>
                  <a:pt x="1473096" y="14808"/>
                </a:lnTo>
                <a:lnTo>
                  <a:pt x="1474862" y="14852"/>
                </a:lnTo>
                <a:lnTo>
                  <a:pt x="1476627" y="14897"/>
                </a:lnTo>
                <a:lnTo>
                  <a:pt x="1478393" y="14944"/>
                </a:lnTo>
                <a:lnTo>
                  <a:pt x="1480159" y="14993"/>
                </a:lnTo>
                <a:lnTo>
                  <a:pt x="1481925" y="15044"/>
                </a:lnTo>
                <a:lnTo>
                  <a:pt x="1483690" y="15096"/>
                </a:lnTo>
                <a:lnTo>
                  <a:pt x="1485456" y="15150"/>
                </a:lnTo>
                <a:lnTo>
                  <a:pt x="1487222" y="15206"/>
                </a:lnTo>
                <a:lnTo>
                  <a:pt x="1488987" y="15264"/>
                </a:lnTo>
                <a:lnTo>
                  <a:pt x="1490753" y="15323"/>
                </a:lnTo>
                <a:lnTo>
                  <a:pt x="1492518" y="15384"/>
                </a:lnTo>
                <a:lnTo>
                  <a:pt x="1494284" y="15447"/>
                </a:lnTo>
                <a:lnTo>
                  <a:pt x="1496049" y="15512"/>
                </a:lnTo>
                <a:lnTo>
                  <a:pt x="1496577" y="1294"/>
                </a:lnTo>
                <a:lnTo>
                  <a:pt x="1494797" y="1229"/>
                </a:lnTo>
                <a:lnTo>
                  <a:pt x="1493017" y="1165"/>
                </a:lnTo>
                <a:lnTo>
                  <a:pt x="1491237" y="1103"/>
                </a:lnTo>
                <a:lnTo>
                  <a:pt x="1489457" y="1044"/>
                </a:lnTo>
                <a:lnTo>
                  <a:pt x="1487677" y="985"/>
                </a:lnTo>
                <a:lnTo>
                  <a:pt x="1485897" y="929"/>
                </a:lnTo>
                <a:lnTo>
                  <a:pt x="1484117" y="874"/>
                </a:lnTo>
                <a:lnTo>
                  <a:pt x="1482337" y="822"/>
                </a:lnTo>
                <a:lnTo>
                  <a:pt x="1480557" y="770"/>
                </a:lnTo>
                <a:lnTo>
                  <a:pt x="1478777" y="721"/>
                </a:lnTo>
                <a:lnTo>
                  <a:pt x="1476997" y="674"/>
                </a:lnTo>
                <a:lnTo>
                  <a:pt x="1475217" y="628"/>
                </a:lnTo>
                <a:lnTo>
                  <a:pt x="1473437" y="584"/>
                </a:lnTo>
                <a:lnTo>
                  <a:pt x="1471658" y="541"/>
                </a:lnTo>
                <a:lnTo>
                  <a:pt x="1469878" y="501"/>
                </a:lnTo>
                <a:lnTo>
                  <a:pt x="1468098" y="462"/>
                </a:lnTo>
                <a:lnTo>
                  <a:pt x="1466318" y="425"/>
                </a:lnTo>
                <a:lnTo>
                  <a:pt x="1464538" y="390"/>
                </a:lnTo>
                <a:lnTo>
                  <a:pt x="1462759" y="357"/>
                </a:lnTo>
                <a:lnTo>
                  <a:pt x="1460979" y="325"/>
                </a:lnTo>
                <a:lnTo>
                  <a:pt x="1459199" y="295"/>
                </a:lnTo>
                <a:lnTo>
                  <a:pt x="1457420" y="267"/>
                </a:lnTo>
                <a:lnTo>
                  <a:pt x="1455640" y="240"/>
                </a:lnTo>
                <a:lnTo>
                  <a:pt x="1453860" y="216"/>
                </a:lnTo>
                <a:lnTo>
                  <a:pt x="1453670" y="14443"/>
                </a:lnTo>
                <a:lnTo>
                  <a:pt x="1455436" y="14467"/>
                </a:lnTo>
                <a:lnTo>
                  <a:pt x="1457202" y="14493"/>
                </a:lnTo>
                <a:lnTo>
                  <a:pt x="1458968" y="14521"/>
                </a:lnTo>
                <a:lnTo>
                  <a:pt x="1460734" y="14551"/>
                </a:lnTo>
                <a:lnTo>
                  <a:pt x="1462500" y="14582"/>
                </a:lnTo>
                <a:close/>
                <a:moveTo>
                  <a:pt x="1292980" y="19540"/>
                </a:moveTo>
                <a:lnTo>
                  <a:pt x="1294746" y="19406"/>
                </a:lnTo>
                <a:lnTo>
                  <a:pt x="1296511" y="19273"/>
                </a:lnTo>
                <a:lnTo>
                  <a:pt x="1298277" y="19141"/>
                </a:lnTo>
                <a:lnTo>
                  <a:pt x="1300043" y="19012"/>
                </a:lnTo>
                <a:lnTo>
                  <a:pt x="1301809" y="18884"/>
                </a:lnTo>
                <a:lnTo>
                  <a:pt x="1303575" y="18758"/>
                </a:lnTo>
                <a:lnTo>
                  <a:pt x="1305341" y="18634"/>
                </a:lnTo>
                <a:lnTo>
                  <a:pt x="1307106" y="18511"/>
                </a:lnTo>
                <a:lnTo>
                  <a:pt x="1308872" y="18391"/>
                </a:lnTo>
                <a:lnTo>
                  <a:pt x="1310638" y="18272"/>
                </a:lnTo>
                <a:lnTo>
                  <a:pt x="1312404" y="18154"/>
                </a:lnTo>
                <a:lnTo>
                  <a:pt x="1314170" y="18039"/>
                </a:lnTo>
                <a:lnTo>
                  <a:pt x="1315936" y="17925"/>
                </a:lnTo>
                <a:lnTo>
                  <a:pt x="1317701" y="17813"/>
                </a:lnTo>
                <a:lnTo>
                  <a:pt x="1319467" y="17703"/>
                </a:lnTo>
                <a:lnTo>
                  <a:pt x="1321233" y="17594"/>
                </a:lnTo>
                <a:lnTo>
                  <a:pt x="1322999" y="17487"/>
                </a:lnTo>
                <a:lnTo>
                  <a:pt x="1324765" y="17382"/>
                </a:lnTo>
                <a:lnTo>
                  <a:pt x="1326531" y="17279"/>
                </a:lnTo>
                <a:lnTo>
                  <a:pt x="1325707" y="3075"/>
                </a:lnTo>
                <a:lnTo>
                  <a:pt x="1323927" y="3179"/>
                </a:lnTo>
                <a:lnTo>
                  <a:pt x="1322148" y="3285"/>
                </a:lnTo>
                <a:lnTo>
                  <a:pt x="1320368" y="3392"/>
                </a:lnTo>
                <a:lnTo>
                  <a:pt x="1318588" y="3502"/>
                </a:lnTo>
                <a:lnTo>
                  <a:pt x="1316808" y="3613"/>
                </a:lnTo>
                <a:lnTo>
                  <a:pt x="1315028" y="3726"/>
                </a:lnTo>
                <a:lnTo>
                  <a:pt x="1313248" y="3841"/>
                </a:lnTo>
                <a:lnTo>
                  <a:pt x="1311468" y="3957"/>
                </a:lnTo>
                <a:lnTo>
                  <a:pt x="1309688" y="4075"/>
                </a:lnTo>
                <a:lnTo>
                  <a:pt x="1307908" y="4195"/>
                </a:lnTo>
                <a:lnTo>
                  <a:pt x="1306129" y="4317"/>
                </a:lnTo>
                <a:lnTo>
                  <a:pt x="1304349" y="4440"/>
                </a:lnTo>
                <a:lnTo>
                  <a:pt x="1302569" y="4566"/>
                </a:lnTo>
                <a:lnTo>
                  <a:pt x="1300789" y="4693"/>
                </a:lnTo>
                <a:lnTo>
                  <a:pt x="1299009" y="4821"/>
                </a:lnTo>
                <a:lnTo>
                  <a:pt x="1297230" y="4952"/>
                </a:lnTo>
                <a:lnTo>
                  <a:pt x="1295450" y="5084"/>
                </a:lnTo>
                <a:lnTo>
                  <a:pt x="1293670" y="5218"/>
                </a:lnTo>
                <a:lnTo>
                  <a:pt x="1291890" y="5354"/>
                </a:lnTo>
                <a:lnTo>
                  <a:pt x="1290110" y="5492"/>
                </a:lnTo>
                <a:lnTo>
                  <a:pt x="1288331" y="5631"/>
                </a:lnTo>
                <a:lnTo>
                  <a:pt x="1286551" y="5772"/>
                </a:lnTo>
                <a:lnTo>
                  <a:pt x="1284771" y="5915"/>
                </a:lnTo>
                <a:lnTo>
                  <a:pt x="1282991" y="6060"/>
                </a:lnTo>
                <a:lnTo>
                  <a:pt x="1284150" y="20240"/>
                </a:lnTo>
                <a:lnTo>
                  <a:pt x="1285916" y="20097"/>
                </a:lnTo>
                <a:lnTo>
                  <a:pt x="1287682" y="19955"/>
                </a:lnTo>
                <a:lnTo>
                  <a:pt x="1289448" y="19815"/>
                </a:lnTo>
                <a:lnTo>
                  <a:pt x="1291214" y="19677"/>
                </a:lnTo>
                <a:lnTo>
                  <a:pt x="1292980" y="19540"/>
                </a:lnTo>
                <a:close/>
                <a:moveTo>
                  <a:pt x="1547258" y="18149"/>
                </a:moveTo>
                <a:lnTo>
                  <a:pt x="1549024" y="18266"/>
                </a:lnTo>
                <a:lnTo>
                  <a:pt x="1550790" y="18385"/>
                </a:lnTo>
                <a:lnTo>
                  <a:pt x="1552556" y="18505"/>
                </a:lnTo>
                <a:lnTo>
                  <a:pt x="1554322" y="18628"/>
                </a:lnTo>
                <a:lnTo>
                  <a:pt x="1556088" y="18752"/>
                </a:lnTo>
                <a:lnTo>
                  <a:pt x="1557853" y="18878"/>
                </a:lnTo>
                <a:lnTo>
                  <a:pt x="1559619" y="19006"/>
                </a:lnTo>
                <a:lnTo>
                  <a:pt x="1561385" y="19135"/>
                </a:lnTo>
                <a:lnTo>
                  <a:pt x="1563151" y="19266"/>
                </a:lnTo>
                <a:lnTo>
                  <a:pt x="1564917" y="19399"/>
                </a:lnTo>
                <a:lnTo>
                  <a:pt x="1566683" y="19534"/>
                </a:lnTo>
                <a:lnTo>
                  <a:pt x="1568449" y="19670"/>
                </a:lnTo>
                <a:lnTo>
                  <a:pt x="1570215" y="19808"/>
                </a:lnTo>
                <a:lnTo>
                  <a:pt x="1571981" y="19948"/>
                </a:lnTo>
                <a:lnTo>
                  <a:pt x="1573747" y="20090"/>
                </a:lnTo>
                <a:lnTo>
                  <a:pt x="1575513" y="20233"/>
                </a:lnTo>
                <a:lnTo>
                  <a:pt x="1577279" y="20379"/>
                </a:lnTo>
                <a:lnTo>
                  <a:pt x="1579045" y="20525"/>
                </a:lnTo>
                <a:lnTo>
                  <a:pt x="1580811" y="20674"/>
                </a:lnTo>
                <a:lnTo>
                  <a:pt x="1582011" y="6497"/>
                </a:lnTo>
                <a:lnTo>
                  <a:pt x="1580231" y="6347"/>
                </a:lnTo>
                <a:lnTo>
                  <a:pt x="1578451" y="6199"/>
                </a:lnTo>
                <a:lnTo>
                  <a:pt x="1576672" y="6053"/>
                </a:lnTo>
                <a:lnTo>
                  <a:pt x="1574892" y="5908"/>
                </a:lnTo>
                <a:lnTo>
                  <a:pt x="1573112" y="5765"/>
                </a:lnTo>
                <a:lnTo>
                  <a:pt x="1571332" y="5624"/>
                </a:lnTo>
                <a:lnTo>
                  <a:pt x="1569553" y="5485"/>
                </a:lnTo>
                <a:lnTo>
                  <a:pt x="1567773" y="5348"/>
                </a:lnTo>
                <a:lnTo>
                  <a:pt x="1565993" y="5212"/>
                </a:lnTo>
                <a:lnTo>
                  <a:pt x="1564213" y="5078"/>
                </a:lnTo>
                <a:lnTo>
                  <a:pt x="1562434" y="4946"/>
                </a:lnTo>
                <a:lnTo>
                  <a:pt x="1560654" y="4815"/>
                </a:lnTo>
                <a:lnTo>
                  <a:pt x="1558874" y="4687"/>
                </a:lnTo>
                <a:lnTo>
                  <a:pt x="1557094" y="4560"/>
                </a:lnTo>
                <a:lnTo>
                  <a:pt x="1555314" y="4434"/>
                </a:lnTo>
                <a:lnTo>
                  <a:pt x="1553534" y="4311"/>
                </a:lnTo>
                <a:lnTo>
                  <a:pt x="1551754" y="4189"/>
                </a:lnTo>
                <a:lnTo>
                  <a:pt x="1549974" y="4070"/>
                </a:lnTo>
                <a:lnTo>
                  <a:pt x="1548194" y="3952"/>
                </a:lnTo>
                <a:lnTo>
                  <a:pt x="1546414" y="3835"/>
                </a:lnTo>
                <a:lnTo>
                  <a:pt x="1544634" y="3721"/>
                </a:lnTo>
                <a:lnTo>
                  <a:pt x="1542854" y="3608"/>
                </a:lnTo>
                <a:lnTo>
                  <a:pt x="1541074" y="3497"/>
                </a:lnTo>
                <a:lnTo>
                  <a:pt x="1539294" y="3388"/>
                </a:lnTo>
                <a:lnTo>
                  <a:pt x="1538429" y="17589"/>
                </a:lnTo>
                <a:lnTo>
                  <a:pt x="1540195" y="17698"/>
                </a:lnTo>
                <a:lnTo>
                  <a:pt x="1541961" y="17808"/>
                </a:lnTo>
                <a:lnTo>
                  <a:pt x="1543727" y="17920"/>
                </a:lnTo>
                <a:lnTo>
                  <a:pt x="1545493" y="18033"/>
                </a:lnTo>
                <a:lnTo>
                  <a:pt x="1547258" y="18149"/>
                </a:lnTo>
                <a:close/>
                <a:moveTo>
                  <a:pt x="1632018" y="25745"/>
                </a:moveTo>
                <a:lnTo>
                  <a:pt x="1633783" y="25946"/>
                </a:lnTo>
                <a:lnTo>
                  <a:pt x="1635548" y="26149"/>
                </a:lnTo>
                <a:lnTo>
                  <a:pt x="1637314" y="26354"/>
                </a:lnTo>
                <a:lnTo>
                  <a:pt x="1639080" y="26560"/>
                </a:lnTo>
                <a:lnTo>
                  <a:pt x="1640845" y="26768"/>
                </a:lnTo>
                <a:lnTo>
                  <a:pt x="1642611" y="26978"/>
                </a:lnTo>
                <a:lnTo>
                  <a:pt x="1644377" y="27190"/>
                </a:lnTo>
                <a:lnTo>
                  <a:pt x="1646143" y="27403"/>
                </a:lnTo>
                <a:lnTo>
                  <a:pt x="1647909" y="27618"/>
                </a:lnTo>
                <a:lnTo>
                  <a:pt x="1649676" y="27835"/>
                </a:lnTo>
                <a:lnTo>
                  <a:pt x="1651442" y="28054"/>
                </a:lnTo>
                <a:lnTo>
                  <a:pt x="1653208" y="28274"/>
                </a:lnTo>
                <a:lnTo>
                  <a:pt x="1654975" y="28497"/>
                </a:lnTo>
                <a:lnTo>
                  <a:pt x="1656741" y="28721"/>
                </a:lnTo>
                <a:lnTo>
                  <a:pt x="1658508" y="28946"/>
                </a:lnTo>
                <a:lnTo>
                  <a:pt x="1660275" y="29174"/>
                </a:lnTo>
                <a:lnTo>
                  <a:pt x="1662042" y="29403"/>
                </a:lnTo>
                <a:lnTo>
                  <a:pt x="1663809" y="29634"/>
                </a:lnTo>
                <a:lnTo>
                  <a:pt x="1665576" y="29867"/>
                </a:lnTo>
                <a:lnTo>
                  <a:pt x="1667440" y="15762"/>
                </a:lnTo>
                <a:lnTo>
                  <a:pt x="1665662" y="15527"/>
                </a:lnTo>
                <a:lnTo>
                  <a:pt x="1663883" y="15295"/>
                </a:lnTo>
                <a:lnTo>
                  <a:pt x="1662104" y="15064"/>
                </a:lnTo>
                <a:lnTo>
                  <a:pt x="1660325" y="14835"/>
                </a:lnTo>
                <a:lnTo>
                  <a:pt x="1658546" y="14608"/>
                </a:lnTo>
                <a:lnTo>
                  <a:pt x="1656767" y="14382"/>
                </a:lnTo>
                <a:lnTo>
                  <a:pt x="1654988" y="14158"/>
                </a:lnTo>
                <a:lnTo>
                  <a:pt x="1653208" y="13936"/>
                </a:lnTo>
                <a:lnTo>
                  <a:pt x="1651429" y="13716"/>
                </a:lnTo>
                <a:lnTo>
                  <a:pt x="1649649" y="13498"/>
                </a:lnTo>
                <a:lnTo>
                  <a:pt x="1647870" y="13281"/>
                </a:lnTo>
                <a:lnTo>
                  <a:pt x="1646090" y="13066"/>
                </a:lnTo>
                <a:lnTo>
                  <a:pt x="1644310" y="12853"/>
                </a:lnTo>
                <a:lnTo>
                  <a:pt x="1642531" y="12641"/>
                </a:lnTo>
                <a:lnTo>
                  <a:pt x="1640751" y="12431"/>
                </a:lnTo>
                <a:lnTo>
                  <a:pt x="1638970" y="12223"/>
                </a:lnTo>
                <a:lnTo>
                  <a:pt x="1637190" y="12017"/>
                </a:lnTo>
                <a:lnTo>
                  <a:pt x="1635410" y="11813"/>
                </a:lnTo>
                <a:lnTo>
                  <a:pt x="1633630" y="11610"/>
                </a:lnTo>
                <a:lnTo>
                  <a:pt x="1631849" y="11409"/>
                </a:lnTo>
                <a:lnTo>
                  <a:pt x="1630069" y="11209"/>
                </a:lnTo>
                <a:lnTo>
                  <a:pt x="1628288" y="11012"/>
                </a:lnTo>
                <a:lnTo>
                  <a:pt x="1626507" y="10816"/>
                </a:lnTo>
                <a:lnTo>
                  <a:pt x="1624727" y="10622"/>
                </a:lnTo>
                <a:lnTo>
                  <a:pt x="1623192" y="24766"/>
                </a:lnTo>
                <a:lnTo>
                  <a:pt x="1624957" y="24959"/>
                </a:lnTo>
                <a:lnTo>
                  <a:pt x="1626722" y="25153"/>
                </a:lnTo>
                <a:lnTo>
                  <a:pt x="1628487" y="25348"/>
                </a:lnTo>
                <a:lnTo>
                  <a:pt x="1630252" y="25546"/>
                </a:lnTo>
                <a:lnTo>
                  <a:pt x="1632018" y="25745"/>
                </a:lnTo>
                <a:close/>
                <a:moveTo>
                  <a:pt x="1708923" y="29792"/>
                </a:moveTo>
                <a:lnTo>
                  <a:pt x="1707312" y="29792"/>
                </a:lnTo>
                <a:lnTo>
                  <a:pt x="1707312" y="67088"/>
                </a:lnTo>
                <a:lnTo>
                  <a:pt x="1721540" y="67088"/>
                </a:lnTo>
                <a:lnTo>
                  <a:pt x="1721540" y="23711"/>
                </a:lnTo>
                <a:lnTo>
                  <a:pt x="1710163" y="21919"/>
                </a:lnTo>
                <a:lnTo>
                  <a:pt x="1708923" y="29792"/>
                </a:lnTo>
                <a:close/>
                <a:moveTo>
                  <a:pt x="1707312" y="152453"/>
                </a:moveTo>
                <a:lnTo>
                  <a:pt x="1721540" y="152453"/>
                </a:lnTo>
                <a:lnTo>
                  <a:pt x="1721540" y="109771"/>
                </a:lnTo>
                <a:lnTo>
                  <a:pt x="1707312" y="109771"/>
                </a:lnTo>
                <a:lnTo>
                  <a:pt x="1707312" y="152453"/>
                </a:lnTo>
                <a:close/>
                <a:moveTo>
                  <a:pt x="1707312" y="237819"/>
                </a:moveTo>
                <a:lnTo>
                  <a:pt x="1721540" y="237819"/>
                </a:lnTo>
                <a:lnTo>
                  <a:pt x="1721540" y="195136"/>
                </a:lnTo>
                <a:lnTo>
                  <a:pt x="1707312" y="195136"/>
                </a:lnTo>
                <a:lnTo>
                  <a:pt x="1707312" y="237819"/>
                </a:lnTo>
                <a:close/>
                <a:moveTo>
                  <a:pt x="1707312" y="323185"/>
                </a:moveTo>
                <a:lnTo>
                  <a:pt x="1721540" y="323185"/>
                </a:lnTo>
                <a:lnTo>
                  <a:pt x="1721540" y="280502"/>
                </a:lnTo>
                <a:lnTo>
                  <a:pt x="1707312" y="280502"/>
                </a:lnTo>
                <a:lnTo>
                  <a:pt x="1707312" y="323185"/>
                </a:lnTo>
                <a:close/>
                <a:moveTo>
                  <a:pt x="1707312" y="408550"/>
                </a:moveTo>
                <a:lnTo>
                  <a:pt x="1721540" y="408550"/>
                </a:lnTo>
                <a:lnTo>
                  <a:pt x="1721540" y="365868"/>
                </a:lnTo>
                <a:lnTo>
                  <a:pt x="1707312" y="365868"/>
                </a:lnTo>
                <a:lnTo>
                  <a:pt x="1707312" y="408550"/>
                </a:lnTo>
                <a:close/>
                <a:moveTo>
                  <a:pt x="1707312" y="493916"/>
                </a:moveTo>
                <a:lnTo>
                  <a:pt x="1721540" y="493916"/>
                </a:lnTo>
                <a:lnTo>
                  <a:pt x="1721540" y="451233"/>
                </a:lnTo>
                <a:lnTo>
                  <a:pt x="1707312" y="451233"/>
                </a:lnTo>
                <a:lnTo>
                  <a:pt x="1707312" y="493916"/>
                </a:lnTo>
                <a:close/>
                <a:moveTo>
                  <a:pt x="1707312" y="579282"/>
                </a:moveTo>
                <a:lnTo>
                  <a:pt x="1721540" y="579282"/>
                </a:lnTo>
                <a:lnTo>
                  <a:pt x="1721540" y="536599"/>
                </a:lnTo>
                <a:lnTo>
                  <a:pt x="1707312" y="536599"/>
                </a:lnTo>
                <a:lnTo>
                  <a:pt x="1707312" y="579282"/>
                </a:lnTo>
                <a:close/>
                <a:moveTo>
                  <a:pt x="1707312" y="664647"/>
                </a:moveTo>
                <a:lnTo>
                  <a:pt x="1721540" y="664647"/>
                </a:lnTo>
                <a:lnTo>
                  <a:pt x="1721540" y="621964"/>
                </a:lnTo>
                <a:lnTo>
                  <a:pt x="1707312" y="621964"/>
                </a:lnTo>
                <a:lnTo>
                  <a:pt x="1707312" y="664647"/>
                </a:lnTo>
                <a:close/>
                <a:moveTo>
                  <a:pt x="1707312" y="750013"/>
                </a:moveTo>
                <a:lnTo>
                  <a:pt x="1721540" y="750013"/>
                </a:lnTo>
                <a:lnTo>
                  <a:pt x="1721540" y="707330"/>
                </a:lnTo>
                <a:lnTo>
                  <a:pt x="1707312" y="707330"/>
                </a:lnTo>
                <a:lnTo>
                  <a:pt x="1707312" y="750013"/>
                </a:lnTo>
                <a:close/>
                <a:moveTo>
                  <a:pt x="1475109" y="788266"/>
                </a:moveTo>
                <a:lnTo>
                  <a:pt x="1473329" y="788222"/>
                </a:lnTo>
                <a:lnTo>
                  <a:pt x="1471549" y="788180"/>
                </a:lnTo>
                <a:lnTo>
                  <a:pt x="1469769" y="788139"/>
                </a:lnTo>
                <a:lnTo>
                  <a:pt x="1467990" y="788101"/>
                </a:lnTo>
                <a:lnTo>
                  <a:pt x="1466210" y="788064"/>
                </a:lnTo>
                <a:lnTo>
                  <a:pt x="1464430" y="788029"/>
                </a:lnTo>
                <a:lnTo>
                  <a:pt x="1462650" y="787995"/>
                </a:lnTo>
                <a:lnTo>
                  <a:pt x="1460870" y="787964"/>
                </a:lnTo>
                <a:lnTo>
                  <a:pt x="1459090" y="787934"/>
                </a:lnTo>
                <a:lnTo>
                  <a:pt x="1457310" y="787906"/>
                </a:lnTo>
                <a:lnTo>
                  <a:pt x="1455531" y="787880"/>
                </a:lnTo>
                <a:lnTo>
                  <a:pt x="1453751" y="787855"/>
                </a:lnTo>
                <a:lnTo>
                  <a:pt x="1451971" y="787832"/>
                </a:lnTo>
                <a:lnTo>
                  <a:pt x="1450191" y="787811"/>
                </a:lnTo>
                <a:lnTo>
                  <a:pt x="1448411" y="787792"/>
                </a:lnTo>
                <a:lnTo>
                  <a:pt x="1446631" y="787775"/>
                </a:lnTo>
                <a:lnTo>
                  <a:pt x="1444851" y="787759"/>
                </a:lnTo>
                <a:lnTo>
                  <a:pt x="1443071" y="787745"/>
                </a:lnTo>
                <a:lnTo>
                  <a:pt x="1441291" y="787733"/>
                </a:lnTo>
                <a:lnTo>
                  <a:pt x="1441201" y="801961"/>
                </a:lnTo>
                <a:lnTo>
                  <a:pt x="1442966" y="801973"/>
                </a:lnTo>
                <a:lnTo>
                  <a:pt x="1444732" y="801986"/>
                </a:lnTo>
                <a:lnTo>
                  <a:pt x="1446498" y="802002"/>
                </a:lnTo>
                <a:lnTo>
                  <a:pt x="1448263" y="802019"/>
                </a:lnTo>
                <a:lnTo>
                  <a:pt x="1450029" y="802039"/>
                </a:lnTo>
                <a:lnTo>
                  <a:pt x="1451795" y="802059"/>
                </a:lnTo>
                <a:lnTo>
                  <a:pt x="1453561" y="802082"/>
                </a:lnTo>
                <a:lnTo>
                  <a:pt x="1455326" y="802106"/>
                </a:lnTo>
                <a:lnTo>
                  <a:pt x="1457092" y="802132"/>
                </a:lnTo>
                <a:lnTo>
                  <a:pt x="1458858" y="802160"/>
                </a:lnTo>
                <a:lnTo>
                  <a:pt x="1460624" y="802190"/>
                </a:lnTo>
                <a:lnTo>
                  <a:pt x="1462389" y="802221"/>
                </a:lnTo>
                <a:lnTo>
                  <a:pt x="1464155" y="802254"/>
                </a:lnTo>
                <a:lnTo>
                  <a:pt x="1465921" y="802289"/>
                </a:lnTo>
                <a:lnTo>
                  <a:pt x="1467687" y="802326"/>
                </a:lnTo>
                <a:lnTo>
                  <a:pt x="1469453" y="802364"/>
                </a:lnTo>
                <a:lnTo>
                  <a:pt x="1471218" y="802404"/>
                </a:lnTo>
                <a:lnTo>
                  <a:pt x="1472984" y="802446"/>
                </a:lnTo>
                <a:lnTo>
                  <a:pt x="1474750" y="802489"/>
                </a:lnTo>
                <a:lnTo>
                  <a:pt x="1476516" y="802535"/>
                </a:lnTo>
                <a:lnTo>
                  <a:pt x="1478282" y="802582"/>
                </a:lnTo>
                <a:lnTo>
                  <a:pt x="1480048" y="802630"/>
                </a:lnTo>
                <a:lnTo>
                  <a:pt x="1481814" y="802681"/>
                </a:lnTo>
                <a:lnTo>
                  <a:pt x="1483580" y="802733"/>
                </a:lnTo>
                <a:lnTo>
                  <a:pt x="1484007" y="788512"/>
                </a:lnTo>
                <a:lnTo>
                  <a:pt x="1482228" y="788459"/>
                </a:lnTo>
                <a:lnTo>
                  <a:pt x="1480448" y="788408"/>
                </a:lnTo>
                <a:lnTo>
                  <a:pt x="1478668" y="788359"/>
                </a:lnTo>
                <a:lnTo>
                  <a:pt x="1476888" y="788312"/>
                </a:lnTo>
                <a:lnTo>
                  <a:pt x="1475109" y="788266"/>
                </a:lnTo>
                <a:close/>
                <a:moveTo>
                  <a:pt x="1389677" y="788146"/>
                </a:moveTo>
                <a:lnTo>
                  <a:pt x="1387898" y="788187"/>
                </a:lnTo>
                <a:lnTo>
                  <a:pt x="1386118" y="788229"/>
                </a:lnTo>
                <a:lnTo>
                  <a:pt x="1384339" y="788273"/>
                </a:lnTo>
                <a:lnTo>
                  <a:pt x="1382559" y="788319"/>
                </a:lnTo>
                <a:lnTo>
                  <a:pt x="1380779" y="788367"/>
                </a:lnTo>
                <a:lnTo>
                  <a:pt x="1379000" y="788417"/>
                </a:lnTo>
                <a:lnTo>
                  <a:pt x="1377220" y="788468"/>
                </a:lnTo>
                <a:lnTo>
                  <a:pt x="1375440" y="788521"/>
                </a:lnTo>
                <a:lnTo>
                  <a:pt x="1373660" y="788576"/>
                </a:lnTo>
                <a:lnTo>
                  <a:pt x="1371880" y="788633"/>
                </a:lnTo>
                <a:lnTo>
                  <a:pt x="1370100" y="788691"/>
                </a:lnTo>
                <a:lnTo>
                  <a:pt x="1368320" y="788751"/>
                </a:lnTo>
                <a:lnTo>
                  <a:pt x="1366539" y="788813"/>
                </a:lnTo>
                <a:lnTo>
                  <a:pt x="1364759" y="788877"/>
                </a:lnTo>
                <a:lnTo>
                  <a:pt x="1362978" y="788942"/>
                </a:lnTo>
                <a:lnTo>
                  <a:pt x="1361198" y="789009"/>
                </a:lnTo>
                <a:lnTo>
                  <a:pt x="1359417" y="789078"/>
                </a:lnTo>
                <a:lnTo>
                  <a:pt x="1357637" y="789149"/>
                </a:lnTo>
                <a:lnTo>
                  <a:pt x="1355856" y="789221"/>
                </a:lnTo>
                <a:lnTo>
                  <a:pt x="1356441" y="803437"/>
                </a:lnTo>
                <a:lnTo>
                  <a:pt x="1358206" y="803365"/>
                </a:lnTo>
                <a:lnTo>
                  <a:pt x="1359971" y="803295"/>
                </a:lnTo>
                <a:lnTo>
                  <a:pt x="1361736" y="803227"/>
                </a:lnTo>
                <a:lnTo>
                  <a:pt x="1363501" y="803160"/>
                </a:lnTo>
                <a:lnTo>
                  <a:pt x="1365266" y="803095"/>
                </a:lnTo>
                <a:lnTo>
                  <a:pt x="1367032" y="803032"/>
                </a:lnTo>
                <a:lnTo>
                  <a:pt x="1368797" y="802971"/>
                </a:lnTo>
                <a:lnTo>
                  <a:pt x="1370563" y="802911"/>
                </a:lnTo>
                <a:lnTo>
                  <a:pt x="1372328" y="802853"/>
                </a:lnTo>
                <a:lnTo>
                  <a:pt x="1374094" y="802797"/>
                </a:lnTo>
                <a:lnTo>
                  <a:pt x="1375860" y="802743"/>
                </a:lnTo>
                <a:lnTo>
                  <a:pt x="1377625" y="802690"/>
                </a:lnTo>
                <a:lnTo>
                  <a:pt x="1379391" y="802639"/>
                </a:lnTo>
                <a:lnTo>
                  <a:pt x="1381157" y="802590"/>
                </a:lnTo>
                <a:lnTo>
                  <a:pt x="1382923" y="802543"/>
                </a:lnTo>
                <a:lnTo>
                  <a:pt x="1384689" y="802497"/>
                </a:lnTo>
                <a:lnTo>
                  <a:pt x="1386455" y="802453"/>
                </a:lnTo>
                <a:lnTo>
                  <a:pt x="1388222" y="802411"/>
                </a:lnTo>
                <a:lnTo>
                  <a:pt x="1389988" y="802371"/>
                </a:lnTo>
                <a:lnTo>
                  <a:pt x="1391754" y="802332"/>
                </a:lnTo>
                <a:lnTo>
                  <a:pt x="1393521" y="802295"/>
                </a:lnTo>
                <a:lnTo>
                  <a:pt x="1395287" y="802260"/>
                </a:lnTo>
                <a:lnTo>
                  <a:pt x="1397054" y="802226"/>
                </a:lnTo>
                <a:lnTo>
                  <a:pt x="1398821" y="802195"/>
                </a:lnTo>
                <a:lnTo>
                  <a:pt x="1398573" y="787969"/>
                </a:lnTo>
                <a:lnTo>
                  <a:pt x="1396794" y="788001"/>
                </a:lnTo>
                <a:lnTo>
                  <a:pt x="1395015" y="788034"/>
                </a:lnTo>
                <a:lnTo>
                  <a:pt x="1393235" y="788070"/>
                </a:lnTo>
                <a:lnTo>
                  <a:pt x="1391456" y="788107"/>
                </a:lnTo>
                <a:lnTo>
                  <a:pt x="1389677" y="788146"/>
                </a:lnTo>
                <a:close/>
                <a:moveTo>
                  <a:pt x="1560545" y="792448"/>
                </a:moveTo>
                <a:lnTo>
                  <a:pt x="1558766" y="792319"/>
                </a:lnTo>
                <a:lnTo>
                  <a:pt x="1556986" y="792192"/>
                </a:lnTo>
                <a:lnTo>
                  <a:pt x="1555207" y="792067"/>
                </a:lnTo>
                <a:lnTo>
                  <a:pt x="1553427" y="791944"/>
                </a:lnTo>
                <a:lnTo>
                  <a:pt x="1551647" y="791823"/>
                </a:lnTo>
                <a:lnTo>
                  <a:pt x="1549868" y="791703"/>
                </a:lnTo>
                <a:lnTo>
                  <a:pt x="1548088" y="791585"/>
                </a:lnTo>
                <a:lnTo>
                  <a:pt x="1546308" y="791469"/>
                </a:lnTo>
                <a:lnTo>
                  <a:pt x="1544528" y="791354"/>
                </a:lnTo>
                <a:lnTo>
                  <a:pt x="1542748" y="791242"/>
                </a:lnTo>
                <a:lnTo>
                  <a:pt x="1540968" y="791131"/>
                </a:lnTo>
                <a:lnTo>
                  <a:pt x="1539188" y="791022"/>
                </a:lnTo>
                <a:lnTo>
                  <a:pt x="1537408" y="790914"/>
                </a:lnTo>
                <a:lnTo>
                  <a:pt x="1535627" y="790809"/>
                </a:lnTo>
                <a:lnTo>
                  <a:pt x="1533847" y="790705"/>
                </a:lnTo>
                <a:lnTo>
                  <a:pt x="1532067" y="790603"/>
                </a:lnTo>
                <a:lnTo>
                  <a:pt x="1530286" y="790502"/>
                </a:lnTo>
                <a:lnTo>
                  <a:pt x="1528506" y="790404"/>
                </a:lnTo>
                <a:lnTo>
                  <a:pt x="1526725" y="790307"/>
                </a:lnTo>
                <a:lnTo>
                  <a:pt x="1525959" y="804513"/>
                </a:lnTo>
                <a:lnTo>
                  <a:pt x="1527725" y="804609"/>
                </a:lnTo>
                <a:lnTo>
                  <a:pt x="1529490" y="804707"/>
                </a:lnTo>
                <a:lnTo>
                  <a:pt x="1531255" y="804807"/>
                </a:lnTo>
                <a:lnTo>
                  <a:pt x="1533020" y="804908"/>
                </a:lnTo>
                <a:lnTo>
                  <a:pt x="1534786" y="805011"/>
                </a:lnTo>
                <a:lnTo>
                  <a:pt x="1536551" y="805116"/>
                </a:lnTo>
                <a:lnTo>
                  <a:pt x="1538317" y="805222"/>
                </a:lnTo>
                <a:lnTo>
                  <a:pt x="1540082" y="805331"/>
                </a:lnTo>
                <a:lnTo>
                  <a:pt x="1541848" y="805441"/>
                </a:lnTo>
                <a:lnTo>
                  <a:pt x="1543614" y="805553"/>
                </a:lnTo>
                <a:lnTo>
                  <a:pt x="1545380" y="805666"/>
                </a:lnTo>
                <a:lnTo>
                  <a:pt x="1547145" y="805781"/>
                </a:lnTo>
                <a:lnTo>
                  <a:pt x="1548911" y="805898"/>
                </a:lnTo>
                <a:lnTo>
                  <a:pt x="1550677" y="806017"/>
                </a:lnTo>
                <a:lnTo>
                  <a:pt x="1552443" y="806138"/>
                </a:lnTo>
                <a:lnTo>
                  <a:pt x="1554209" y="806260"/>
                </a:lnTo>
                <a:lnTo>
                  <a:pt x="1555975" y="806384"/>
                </a:lnTo>
                <a:lnTo>
                  <a:pt x="1557742" y="806510"/>
                </a:lnTo>
                <a:lnTo>
                  <a:pt x="1559508" y="806638"/>
                </a:lnTo>
                <a:lnTo>
                  <a:pt x="1561274" y="806767"/>
                </a:lnTo>
                <a:lnTo>
                  <a:pt x="1563040" y="806898"/>
                </a:lnTo>
                <a:lnTo>
                  <a:pt x="1564807" y="807031"/>
                </a:lnTo>
                <a:lnTo>
                  <a:pt x="1566573" y="807166"/>
                </a:lnTo>
                <a:lnTo>
                  <a:pt x="1568340" y="807302"/>
                </a:lnTo>
                <a:lnTo>
                  <a:pt x="1569442" y="793117"/>
                </a:lnTo>
                <a:lnTo>
                  <a:pt x="1567663" y="792980"/>
                </a:lnTo>
                <a:lnTo>
                  <a:pt x="1565883" y="792844"/>
                </a:lnTo>
                <a:lnTo>
                  <a:pt x="1564104" y="792710"/>
                </a:lnTo>
                <a:lnTo>
                  <a:pt x="1562325" y="792578"/>
                </a:lnTo>
                <a:lnTo>
                  <a:pt x="1560545" y="792448"/>
                </a:lnTo>
                <a:close/>
                <a:moveTo>
                  <a:pt x="1645975" y="800692"/>
                </a:moveTo>
                <a:lnTo>
                  <a:pt x="1644195" y="800479"/>
                </a:lnTo>
                <a:lnTo>
                  <a:pt x="1642416" y="800268"/>
                </a:lnTo>
                <a:lnTo>
                  <a:pt x="1640636" y="800058"/>
                </a:lnTo>
                <a:lnTo>
                  <a:pt x="1638857" y="799850"/>
                </a:lnTo>
                <a:lnTo>
                  <a:pt x="1637077" y="799644"/>
                </a:lnTo>
                <a:lnTo>
                  <a:pt x="1635297" y="799440"/>
                </a:lnTo>
                <a:lnTo>
                  <a:pt x="1633517" y="799237"/>
                </a:lnTo>
                <a:lnTo>
                  <a:pt x="1631738" y="799036"/>
                </a:lnTo>
                <a:lnTo>
                  <a:pt x="1629958" y="798837"/>
                </a:lnTo>
                <a:lnTo>
                  <a:pt x="1628178" y="798640"/>
                </a:lnTo>
                <a:lnTo>
                  <a:pt x="1626398" y="798444"/>
                </a:lnTo>
                <a:lnTo>
                  <a:pt x="1624618" y="798250"/>
                </a:lnTo>
                <a:lnTo>
                  <a:pt x="1622838" y="798058"/>
                </a:lnTo>
                <a:lnTo>
                  <a:pt x="1621058" y="797868"/>
                </a:lnTo>
                <a:lnTo>
                  <a:pt x="1619278" y="797679"/>
                </a:lnTo>
                <a:lnTo>
                  <a:pt x="1617498" y="797493"/>
                </a:lnTo>
                <a:lnTo>
                  <a:pt x="1615718" y="797308"/>
                </a:lnTo>
                <a:lnTo>
                  <a:pt x="1613938" y="797124"/>
                </a:lnTo>
                <a:lnTo>
                  <a:pt x="1612158" y="796943"/>
                </a:lnTo>
                <a:lnTo>
                  <a:pt x="1610721" y="811098"/>
                </a:lnTo>
                <a:lnTo>
                  <a:pt x="1612487" y="811278"/>
                </a:lnTo>
                <a:lnTo>
                  <a:pt x="1614252" y="811459"/>
                </a:lnTo>
                <a:lnTo>
                  <a:pt x="1616018" y="811643"/>
                </a:lnTo>
                <a:lnTo>
                  <a:pt x="1617783" y="811828"/>
                </a:lnTo>
                <a:lnTo>
                  <a:pt x="1619549" y="812015"/>
                </a:lnTo>
                <a:lnTo>
                  <a:pt x="1621315" y="812204"/>
                </a:lnTo>
                <a:lnTo>
                  <a:pt x="1623081" y="812394"/>
                </a:lnTo>
                <a:lnTo>
                  <a:pt x="1624846" y="812587"/>
                </a:lnTo>
                <a:lnTo>
                  <a:pt x="1626612" y="812781"/>
                </a:lnTo>
                <a:lnTo>
                  <a:pt x="1628378" y="812976"/>
                </a:lnTo>
                <a:lnTo>
                  <a:pt x="1630144" y="813174"/>
                </a:lnTo>
                <a:lnTo>
                  <a:pt x="1631910" y="813373"/>
                </a:lnTo>
                <a:lnTo>
                  <a:pt x="1633676" y="813574"/>
                </a:lnTo>
                <a:lnTo>
                  <a:pt x="1635442" y="813777"/>
                </a:lnTo>
                <a:lnTo>
                  <a:pt x="1637208" y="813982"/>
                </a:lnTo>
                <a:lnTo>
                  <a:pt x="1638974" y="814188"/>
                </a:lnTo>
                <a:lnTo>
                  <a:pt x="1640740" y="814396"/>
                </a:lnTo>
                <a:lnTo>
                  <a:pt x="1642506" y="814606"/>
                </a:lnTo>
                <a:lnTo>
                  <a:pt x="1644272" y="814817"/>
                </a:lnTo>
                <a:lnTo>
                  <a:pt x="1646039" y="815031"/>
                </a:lnTo>
                <a:lnTo>
                  <a:pt x="1647805" y="815246"/>
                </a:lnTo>
                <a:lnTo>
                  <a:pt x="1649571" y="815463"/>
                </a:lnTo>
                <a:lnTo>
                  <a:pt x="1651338" y="815681"/>
                </a:lnTo>
                <a:lnTo>
                  <a:pt x="1653104" y="815902"/>
                </a:lnTo>
                <a:lnTo>
                  <a:pt x="1654872" y="801784"/>
                </a:lnTo>
                <a:lnTo>
                  <a:pt x="1653093" y="801562"/>
                </a:lnTo>
                <a:lnTo>
                  <a:pt x="1651313" y="801342"/>
                </a:lnTo>
                <a:lnTo>
                  <a:pt x="1649534" y="801124"/>
                </a:lnTo>
                <a:lnTo>
                  <a:pt x="1647754" y="800907"/>
                </a:lnTo>
                <a:lnTo>
                  <a:pt x="1645975" y="800692"/>
                </a:lnTo>
                <a:close/>
                <a:moveTo>
                  <a:pt x="1702829" y="808430"/>
                </a:moveTo>
                <a:lnTo>
                  <a:pt x="1702080" y="808316"/>
                </a:lnTo>
                <a:lnTo>
                  <a:pt x="1701331" y="808203"/>
                </a:lnTo>
                <a:lnTo>
                  <a:pt x="1700582" y="808090"/>
                </a:lnTo>
                <a:lnTo>
                  <a:pt x="1699833" y="807977"/>
                </a:lnTo>
                <a:lnTo>
                  <a:pt x="1699084" y="807864"/>
                </a:lnTo>
                <a:lnTo>
                  <a:pt x="1698335" y="807752"/>
                </a:lnTo>
                <a:lnTo>
                  <a:pt x="1697585" y="807640"/>
                </a:lnTo>
                <a:lnTo>
                  <a:pt x="1695488" y="821713"/>
                </a:lnTo>
                <a:lnTo>
                  <a:pt x="1696229" y="821823"/>
                </a:lnTo>
                <a:lnTo>
                  <a:pt x="1696971" y="821934"/>
                </a:lnTo>
                <a:lnTo>
                  <a:pt x="1697712" y="822046"/>
                </a:lnTo>
                <a:lnTo>
                  <a:pt x="1698454" y="822157"/>
                </a:lnTo>
                <a:lnTo>
                  <a:pt x="1699196" y="822269"/>
                </a:lnTo>
                <a:lnTo>
                  <a:pt x="1699938" y="822381"/>
                </a:lnTo>
                <a:lnTo>
                  <a:pt x="1700680" y="822494"/>
                </a:lnTo>
                <a:lnTo>
                  <a:pt x="1701422" y="822607"/>
                </a:lnTo>
                <a:lnTo>
                  <a:pt x="1702164" y="822720"/>
                </a:lnTo>
                <a:lnTo>
                  <a:pt x="1702907" y="822834"/>
                </a:lnTo>
                <a:lnTo>
                  <a:pt x="1703649" y="822947"/>
                </a:lnTo>
                <a:lnTo>
                  <a:pt x="1704391" y="823062"/>
                </a:lnTo>
                <a:lnTo>
                  <a:pt x="1705134" y="823176"/>
                </a:lnTo>
                <a:lnTo>
                  <a:pt x="1705877" y="823291"/>
                </a:lnTo>
                <a:lnTo>
                  <a:pt x="1706620" y="823406"/>
                </a:lnTo>
                <a:lnTo>
                  <a:pt x="1707363" y="823522"/>
                </a:lnTo>
                <a:lnTo>
                  <a:pt x="1708106" y="823638"/>
                </a:lnTo>
                <a:lnTo>
                  <a:pt x="1708849" y="823754"/>
                </a:lnTo>
                <a:lnTo>
                  <a:pt x="1709592" y="823870"/>
                </a:lnTo>
                <a:lnTo>
                  <a:pt x="1710335" y="823987"/>
                </a:lnTo>
                <a:lnTo>
                  <a:pt x="1711079" y="824104"/>
                </a:lnTo>
                <a:lnTo>
                  <a:pt x="1711822" y="824222"/>
                </a:lnTo>
                <a:lnTo>
                  <a:pt x="1712566" y="824339"/>
                </a:lnTo>
                <a:lnTo>
                  <a:pt x="1713309" y="824457"/>
                </a:lnTo>
                <a:lnTo>
                  <a:pt x="1721540" y="825766"/>
                </a:lnTo>
                <a:lnTo>
                  <a:pt x="1721540" y="792696"/>
                </a:lnTo>
                <a:lnTo>
                  <a:pt x="1707312" y="792696"/>
                </a:lnTo>
                <a:lnTo>
                  <a:pt x="1707312" y="809116"/>
                </a:lnTo>
                <a:lnTo>
                  <a:pt x="1706572" y="809002"/>
                </a:lnTo>
                <a:lnTo>
                  <a:pt x="1705823" y="808887"/>
                </a:lnTo>
                <a:lnTo>
                  <a:pt x="1705075" y="808772"/>
                </a:lnTo>
                <a:lnTo>
                  <a:pt x="1704326" y="808658"/>
                </a:lnTo>
                <a:lnTo>
                  <a:pt x="1703578" y="808543"/>
                </a:lnTo>
                <a:lnTo>
                  <a:pt x="1702829" y="8084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6A3C7-A3B7-4766-8835-089E7ADB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4846512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1"/>
                  <a:pt x="1462432" y="24417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1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5"/>
                  <a:pt x="15294" y="255477"/>
                  <a:pt x="11585" y="251768"/>
                </a:cubicBezTo>
                <a:cubicBezTo>
                  <a:pt x="7876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1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1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2274C-DA37-4E3F-9291-6F23E317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4846512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9" y="11585"/>
                </a:cubicBezTo>
                <a:cubicBezTo>
                  <a:pt x="1457567" y="15293"/>
                  <a:pt x="1460425" y="19571"/>
                  <a:pt x="1462432" y="24417"/>
                </a:cubicBezTo>
                <a:cubicBezTo>
                  <a:pt x="1464439" y="29262"/>
                  <a:pt x="1465443" y="34308"/>
                  <a:pt x="1465443" y="39553"/>
                </a:cubicBezTo>
                <a:lnTo>
                  <a:pt x="1465443" y="223801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2"/>
                  <a:pt x="1457567" y="248059"/>
                  <a:pt x="1453859" y="251768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5"/>
                  <a:pt x="15294" y="255477"/>
                  <a:pt x="11585" y="251768"/>
                </a:cubicBezTo>
                <a:cubicBezTo>
                  <a:pt x="7876" y="248059"/>
                  <a:pt x="5018" y="243782"/>
                  <a:pt x="3011" y="238936"/>
                </a:cubicBezTo>
                <a:cubicBezTo>
                  <a:pt x="1003" y="234090"/>
                  <a:pt x="0" y="229045"/>
                  <a:pt x="0" y="223801"/>
                </a:cubicBezTo>
                <a:lnTo>
                  <a:pt x="0" y="39553"/>
                </a:lnTo>
                <a:cubicBezTo>
                  <a:pt x="0" y="34308"/>
                  <a:pt x="1003" y="29262"/>
                  <a:pt x="3011" y="24416"/>
                </a:cubicBezTo>
                <a:cubicBezTo>
                  <a:pt x="5018" y="19571"/>
                  <a:pt x="7876" y="15293"/>
                  <a:pt x="11585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71" name="Text heap↑">
            <a:extLst xmlns:a="http://schemas.openxmlformats.org/drawingml/2006/main">
              <a:ext uri="{FF2B5EF4-FFF2-40B4-BE49-F238E27FC236}">
                <a16:creationId xmlns:a16="http://schemas.microsoft.com/office/drawing/2014/main" id="{66AF8A04-086D-43B2-A059-704F4BE3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926" y="4919300"/>
            <a:ext cx="447892" cy="144812"/>
          </a:xfrm>
          <a:custGeom xmlns:a="http://schemas.openxmlformats.org/drawingml/2006/main">
            <a:pathLst>
              <a:path w="447892" h="144812">
                <a:moveTo>
                  <a:pt x="0" y="112028"/>
                </a:moveTo>
                <a:lnTo>
                  <a:pt x="0" y="0"/>
                </a:lnTo>
                <a:lnTo>
                  <a:pt x="13755" y="0"/>
                </a:lnTo>
                <a:lnTo>
                  <a:pt x="13755" y="40196"/>
                </a:lnTo>
                <a:cubicBezTo>
                  <a:pt x="20174" y="32758"/>
                  <a:pt x="28275" y="29039"/>
                  <a:pt x="38056" y="29039"/>
                </a:cubicBezTo>
                <a:cubicBezTo>
                  <a:pt x="44068" y="29039"/>
                  <a:pt x="49289" y="30223"/>
                  <a:pt x="53722" y="32592"/>
                </a:cubicBezTo>
                <a:cubicBezTo>
                  <a:pt x="58154" y="34961"/>
                  <a:pt x="61325" y="38234"/>
                  <a:pt x="63236" y="42412"/>
                </a:cubicBezTo>
                <a:cubicBezTo>
                  <a:pt x="65146" y="46589"/>
                  <a:pt x="66101" y="52652"/>
                  <a:pt x="66101" y="60599"/>
                </a:cubicBezTo>
                <a:lnTo>
                  <a:pt x="66101" y="112028"/>
                </a:lnTo>
                <a:lnTo>
                  <a:pt x="52346" y="112028"/>
                </a:lnTo>
                <a:lnTo>
                  <a:pt x="52346" y="60599"/>
                </a:lnTo>
                <a:cubicBezTo>
                  <a:pt x="52346" y="53722"/>
                  <a:pt x="50856" y="48716"/>
                  <a:pt x="47876" y="45583"/>
                </a:cubicBezTo>
                <a:cubicBezTo>
                  <a:pt x="44895" y="42450"/>
                  <a:pt x="40680" y="40884"/>
                  <a:pt x="35229" y="40884"/>
                </a:cubicBezTo>
                <a:cubicBezTo>
                  <a:pt x="31153" y="40884"/>
                  <a:pt x="27319" y="41941"/>
                  <a:pt x="23728" y="44055"/>
                </a:cubicBezTo>
                <a:cubicBezTo>
                  <a:pt x="20136" y="46169"/>
                  <a:pt x="17576" y="49035"/>
                  <a:pt x="16048" y="52652"/>
                </a:cubicBezTo>
                <a:cubicBezTo>
                  <a:pt x="14519" y="56269"/>
                  <a:pt x="13755" y="61262"/>
                  <a:pt x="13755" y="67630"/>
                </a:cubicBezTo>
                <a:lnTo>
                  <a:pt x="13755" y="112028"/>
                </a:lnTo>
                <a:lnTo>
                  <a:pt x="0" y="112028"/>
                </a:lnTo>
                <a:close/>
                <a:moveTo>
                  <a:pt x="142572" y="85894"/>
                </a:moveTo>
                <a:lnTo>
                  <a:pt x="156785" y="87651"/>
                </a:lnTo>
                <a:cubicBezTo>
                  <a:pt x="154544" y="95955"/>
                  <a:pt x="150392" y="102400"/>
                  <a:pt x="144329" y="106985"/>
                </a:cubicBezTo>
                <a:cubicBezTo>
                  <a:pt x="138267" y="111570"/>
                  <a:pt x="130523" y="113863"/>
                  <a:pt x="121098" y="113863"/>
                </a:cubicBezTo>
                <a:cubicBezTo>
                  <a:pt x="109228" y="113863"/>
                  <a:pt x="99816" y="110207"/>
                  <a:pt x="92862" y="102897"/>
                </a:cubicBezTo>
                <a:cubicBezTo>
                  <a:pt x="85908" y="95586"/>
                  <a:pt x="82431" y="85333"/>
                  <a:pt x="82431" y="72138"/>
                </a:cubicBezTo>
                <a:cubicBezTo>
                  <a:pt x="82431" y="58485"/>
                  <a:pt x="85946" y="47888"/>
                  <a:pt x="92977" y="40349"/>
                </a:cubicBezTo>
                <a:cubicBezTo>
                  <a:pt x="100007" y="32809"/>
                  <a:pt x="109126" y="29039"/>
                  <a:pt x="120334" y="29039"/>
                </a:cubicBezTo>
                <a:cubicBezTo>
                  <a:pt x="131186" y="29039"/>
                  <a:pt x="140050" y="32727"/>
                  <a:pt x="146928" y="40103"/>
                </a:cubicBezTo>
                <a:cubicBezTo>
                  <a:pt x="153805" y="47477"/>
                  <a:pt x="157244" y="57852"/>
                  <a:pt x="157244" y="71229"/>
                </a:cubicBezTo>
                <a:cubicBezTo>
                  <a:pt x="157244" y="72042"/>
                  <a:pt x="157219" y="73262"/>
                  <a:pt x="157168" y="74889"/>
                </a:cubicBezTo>
                <a:lnTo>
                  <a:pt x="96645" y="74889"/>
                </a:lnTo>
                <a:cubicBezTo>
                  <a:pt x="97154" y="83779"/>
                  <a:pt x="99676" y="90587"/>
                  <a:pt x="104210" y="95312"/>
                </a:cubicBezTo>
                <a:cubicBezTo>
                  <a:pt x="108744" y="100037"/>
                  <a:pt x="114399" y="102400"/>
                  <a:pt x="121175" y="102400"/>
                </a:cubicBezTo>
                <a:cubicBezTo>
                  <a:pt x="126218" y="102400"/>
                  <a:pt x="130523" y="101088"/>
                  <a:pt x="134089" y="98464"/>
                </a:cubicBezTo>
                <a:cubicBezTo>
                  <a:pt x="137656" y="95839"/>
                  <a:pt x="140483" y="91649"/>
                  <a:pt x="142572" y="85894"/>
                </a:cubicBezTo>
                <a:moveTo>
                  <a:pt x="97409" y="63427"/>
                </a:moveTo>
                <a:lnTo>
                  <a:pt x="142725" y="63427"/>
                </a:lnTo>
                <a:cubicBezTo>
                  <a:pt x="142113" y="56712"/>
                  <a:pt x="140381" y="51675"/>
                  <a:pt x="137528" y="48318"/>
                </a:cubicBezTo>
                <a:cubicBezTo>
                  <a:pt x="133147" y="43107"/>
                  <a:pt x="127467" y="40501"/>
                  <a:pt x="120487" y="40501"/>
                </a:cubicBezTo>
                <a:cubicBezTo>
                  <a:pt x="114170" y="40501"/>
                  <a:pt x="108859" y="42581"/>
                  <a:pt x="104554" y="46741"/>
                </a:cubicBezTo>
                <a:cubicBezTo>
                  <a:pt x="100249" y="50900"/>
                  <a:pt x="97867" y="56462"/>
                  <a:pt x="97409" y="63427"/>
                </a:cubicBezTo>
                <a:close/>
                <a:moveTo>
                  <a:pt x="226990" y="102008"/>
                </a:moveTo>
                <a:cubicBezTo>
                  <a:pt x="221895" y="106342"/>
                  <a:pt x="216992" y="109401"/>
                  <a:pt x="212279" y="111186"/>
                </a:cubicBezTo>
                <a:cubicBezTo>
                  <a:pt x="207567" y="112970"/>
                  <a:pt x="202510" y="113863"/>
                  <a:pt x="197110" y="113863"/>
                </a:cubicBezTo>
                <a:cubicBezTo>
                  <a:pt x="188195" y="113863"/>
                  <a:pt x="181343" y="111683"/>
                  <a:pt x="176554" y="107324"/>
                </a:cubicBezTo>
                <a:cubicBezTo>
                  <a:pt x="171765" y="102965"/>
                  <a:pt x="169371" y="97395"/>
                  <a:pt x="169371" y="90615"/>
                </a:cubicBezTo>
                <a:cubicBezTo>
                  <a:pt x="169371" y="86639"/>
                  <a:pt x="170275" y="83008"/>
                  <a:pt x="172083" y="79720"/>
                </a:cubicBezTo>
                <a:cubicBezTo>
                  <a:pt x="173892" y="76431"/>
                  <a:pt x="176261" y="73793"/>
                  <a:pt x="179190" y="71804"/>
                </a:cubicBezTo>
                <a:cubicBezTo>
                  <a:pt x="182120" y="69816"/>
                  <a:pt x="185418" y="68312"/>
                  <a:pt x="189086" y="67293"/>
                </a:cubicBezTo>
                <a:cubicBezTo>
                  <a:pt x="191786" y="66578"/>
                  <a:pt x="195862" y="65890"/>
                  <a:pt x="201313" y="65227"/>
                </a:cubicBezTo>
                <a:cubicBezTo>
                  <a:pt x="212419" y="63912"/>
                  <a:pt x="220596" y="62344"/>
                  <a:pt x="225843" y="60523"/>
                </a:cubicBezTo>
                <a:cubicBezTo>
                  <a:pt x="225894" y="58646"/>
                  <a:pt x="225920" y="57453"/>
                  <a:pt x="225920" y="56946"/>
                </a:cubicBezTo>
                <a:cubicBezTo>
                  <a:pt x="225920" y="51362"/>
                  <a:pt x="224621" y="47429"/>
                  <a:pt x="222022" y="45146"/>
                </a:cubicBezTo>
                <a:cubicBezTo>
                  <a:pt x="218507" y="42050"/>
                  <a:pt x="213285" y="40501"/>
                  <a:pt x="206357" y="40501"/>
                </a:cubicBezTo>
                <a:cubicBezTo>
                  <a:pt x="199887" y="40501"/>
                  <a:pt x="195111" y="41635"/>
                  <a:pt x="192028" y="43902"/>
                </a:cubicBezTo>
                <a:cubicBezTo>
                  <a:pt x="188946" y="46169"/>
                  <a:pt x="186666" y="50181"/>
                  <a:pt x="185189" y="55938"/>
                </a:cubicBezTo>
                <a:lnTo>
                  <a:pt x="171740" y="54104"/>
                </a:lnTo>
                <a:cubicBezTo>
                  <a:pt x="172962" y="48329"/>
                  <a:pt x="174975" y="43666"/>
                  <a:pt x="177777" y="40115"/>
                </a:cubicBezTo>
                <a:cubicBezTo>
                  <a:pt x="180578" y="36563"/>
                  <a:pt x="184629" y="33829"/>
                  <a:pt x="189927" y="31914"/>
                </a:cubicBezTo>
                <a:cubicBezTo>
                  <a:pt x="195225" y="29997"/>
                  <a:pt x="201364" y="29039"/>
                  <a:pt x="208344" y="29039"/>
                </a:cubicBezTo>
                <a:cubicBezTo>
                  <a:pt x="215272" y="29039"/>
                  <a:pt x="220902" y="29854"/>
                  <a:pt x="225232" y="31484"/>
                </a:cubicBezTo>
                <a:cubicBezTo>
                  <a:pt x="229562" y="33114"/>
                  <a:pt x="232746" y="35165"/>
                  <a:pt x="234784" y="37636"/>
                </a:cubicBezTo>
                <a:cubicBezTo>
                  <a:pt x="236822" y="40107"/>
                  <a:pt x="238248" y="43227"/>
                  <a:pt x="239064" y="46997"/>
                </a:cubicBezTo>
                <a:cubicBezTo>
                  <a:pt x="239522" y="49340"/>
                  <a:pt x="239751" y="53569"/>
                  <a:pt x="239751" y="59682"/>
                </a:cubicBezTo>
                <a:lnTo>
                  <a:pt x="239751" y="78023"/>
                </a:lnTo>
                <a:cubicBezTo>
                  <a:pt x="239751" y="90810"/>
                  <a:pt x="240044" y="98897"/>
                  <a:pt x="240630" y="102285"/>
                </a:cubicBezTo>
                <a:cubicBezTo>
                  <a:pt x="241216" y="105673"/>
                  <a:pt x="242375" y="108921"/>
                  <a:pt x="244107" y="112028"/>
                </a:cubicBezTo>
                <a:lnTo>
                  <a:pt x="229741" y="112028"/>
                </a:lnTo>
                <a:cubicBezTo>
                  <a:pt x="228314" y="109172"/>
                  <a:pt x="227397" y="105832"/>
                  <a:pt x="226990" y="102008"/>
                </a:cubicBezTo>
                <a:moveTo>
                  <a:pt x="225843" y="71221"/>
                </a:moveTo>
                <a:cubicBezTo>
                  <a:pt x="220851" y="73277"/>
                  <a:pt x="213362" y="75023"/>
                  <a:pt x="203376" y="76461"/>
                </a:cubicBezTo>
                <a:cubicBezTo>
                  <a:pt x="197722" y="77279"/>
                  <a:pt x="193722" y="78200"/>
                  <a:pt x="191379" y="79224"/>
                </a:cubicBezTo>
                <a:cubicBezTo>
                  <a:pt x="189035" y="80246"/>
                  <a:pt x="187227" y="81742"/>
                  <a:pt x="185953" y="83713"/>
                </a:cubicBezTo>
                <a:cubicBezTo>
                  <a:pt x="184680" y="85683"/>
                  <a:pt x="184043" y="87869"/>
                  <a:pt x="184043" y="90273"/>
                </a:cubicBezTo>
                <a:cubicBezTo>
                  <a:pt x="184043" y="93956"/>
                  <a:pt x="185431" y="97025"/>
                  <a:pt x="188208" y="99482"/>
                </a:cubicBezTo>
                <a:cubicBezTo>
                  <a:pt x="190984" y="101937"/>
                  <a:pt x="195047" y="103164"/>
                  <a:pt x="200396" y="103164"/>
                </a:cubicBezTo>
                <a:cubicBezTo>
                  <a:pt x="205694" y="103164"/>
                  <a:pt x="210407" y="101999"/>
                  <a:pt x="214533" y="99670"/>
                </a:cubicBezTo>
                <a:cubicBezTo>
                  <a:pt x="218660" y="97341"/>
                  <a:pt x="221691" y="94155"/>
                  <a:pt x="223627" y="90111"/>
                </a:cubicBezTo>
                <a:cubicBezTo>
                  <a:pt x="225105" y="86987"/>
                  <a:pt x="225843" y="82380"/>
                  <a:pt x="225843" y="76289"/>
                </a:cubicBezTo>
                <a:lnTo>
                  <a:pt x="225843" y="71221"/>
                </a:lnTo>
                <a:close/>
                <a:moveTo>
                  <a:pt x="261048" y="143207"/>
                </a:moveTo>
                <a:lnTo>
                  <a:pt x="261048" y="30873"/>
                </a:lnTo>
                <a:lnTo>
                  <a:pt x="273581" y="30873"/>
                </a:lnTo>
                <a:lnTo>
                  <a:pt x="273581" y="41342"/>
                </a:lnTo>
                <a:cubicBezTo>
                  <a:pt x="276535" y="37241"/>
                  <a:pt x="279872" y="34165"/>
                  <a:pt x="283591" y="32115"/>
                </a:cubicBezTo>
                <a:cubicBezTo>
                  <a:pt x="287310" y="30064"/>
                  <a:pt x="291819" y="29039"/>
                  <a:pt x="297117" y="29039"/>
                </a:cubicBezTo>
                <a:cubicBezTo>
                  <a:pt x="304046" y="29039"/>
                  <a:pt x="310159" y="30822"/>
                  <a:pt x="315458" y="34388"/>
                </a:cubicBezTo>
                <a:cubicBezTo>
                  <a:pt x="320756" y="37954"/>
                  <a:pt x="324755" y="42985"/>
                  <a:pt x="327455" y="49481"/>
                </a:cubicBezTo>
                <a:cubicBezTo>
                  <a:pt x="330155" y="55976"/>
                  <a:pt x="331505" y="63096"/>
                  <a:pt x="331505" y="70839"/>
                </a:cubicBezTo>
                <a:cubicBezTo>
                  <a:pt x="331505" y="79143"/>
                  <a:pt x="330015" y="86620"/>
                  <a:pt x="327035" y="93268"/>
                </a:cubicBezTo>
                <a:cubicBezTo>
                  <a:pt x="324055" y="99916"/>
                  <a:pt x="319724" y="105011"/>
                  <a:pt x="314044" y="108551"/>
                </a:cubicBezTo>
                <a:cubicBezTo>
                  <a:pt x="308363" y="112092"/>
                  <a:pt x="302390" y="113863"/>
                  <a:pt x="296124" y="113863"/>
                </a:cubicBezTo>
                <a:cubicBezTo>
                  <a:pt x="291539" y="113863"/>
                  <a:pt x="287425" y="112882"/>
                  <a:pt x="283782" y="110920"/>
                </a:cubicBezTo>
                <a:cubicBezTo>
                  <a:pt x="280140" y="108957"/>
                  <a:pt x="277147" y="106479"/>
                  <a:pt x="274803" y="103484"/>
                </a:cubicBezTo>
                <a:lnTo>
                  <a:pt x="274803" y="143207"/>
                </a:lnTo>
                <a:lnTo>
                  <a:pt x="261048" y="143207"/>
                </a:lnTo>
                <a:moveTo>
                  <a:pt x="273504" y="71795"/>
                </a:moveTo>
                <a:cubicBezTo>
                  <a:pt x="273504" y="82226"/>
                  <a:pt x="275618" y="89934"/>
                  <a:pt x="279847" y="94920"/>
                </a:cubicBezTo>
                <a:cubicBezTo>
                  <a:pt x="284075" y="99907"/>
                  <a:pt x="289195" y="102400"/>
                  <a:pt x="295207" y="102400"/>
                </a:cubicBezTo>
                <a:cubicBezTo>
                  <a:pt x="301320" y="102400"/>
                  <a:pt x="306555" y="99818"/>
                  <a:pt x="310911" y="94653"/>
                </a:cubicBezTo>
                <a:cubicBezTo>
                  <a:pt x="315266" y="89488"/>
                  <a:pt x="317444" y="81487"/>
                  <a:pt x="317444" y="70648"/>
                </a:cubicBezTo>
                <a:cubicBezTo>
                  <a:pt x="317444" y="60319"/>
                  <a:pt x="315317" y="52585"/>
                  <a:pt x="311064" y="47446"/>
                </a:cubicBezTo>
                <a:cubicBezTo>
                  <a:pt x="306810" y="42307"/>
                  <a:pt x="301728" y="39737"/>
                  <a:pt x="295818" y="39737"/>
                </a:cubicBezTo>
                <a:cubicBezTo>
                  <a:pt x="289959" y="39737"/>
                  <a:pt x="284776" y="42472"/>
                  <a:pt x="280267" y="47943"/>
                </a:cubicBezTo>
                <a:cubicBezTo>
                  <a:pt x="275758" y="53413"/>
                  <a:pt x="273504" y="61363"/>
                  <a:pt x="273504" y="71795"/>
                </a:cubicBezTo>
                <a:close/>
                <a:moveTo>
                  <a:pt x="392948" y="41266"/>
                </a:moveTo>
                <a:cubicBezTo>
                  <a:pt x="400335" y="34490"/>
                  <a:pt x="405951" y="28631"/>
                  <a:pt x="409798" y="23690"/>
                </a:cubicBezTo>
                <a:cubicBezTo>
                  <a:pt x="413644" y="18748"/>
                  <a:pt x="416510" y="14086"/>
                  <a:pt x="418395" y="9705"/>
                </a:cubicBezTo>
                <a:lnTo>
                  <a:pt x="421910" y="9705"/>
                </a:lnTo>
                <a:cubicBezTo>
                  <a:pt x="424304" y="14749"/>
                  <a:pt x="427399" y="19639"/>
                  <a:pt x="431195" y="24377"/>
                </a:cubicBezTo>
                <a:cubicBezTo>
                  <a:pt x="434990" y="29115"/>
                  <a:pt x="440556" y="34770"/>
                  <a:pt x="447892" y="41342"/>
                </a:cubicBezTo>
                <a:lnTo>
                  <a:pt x="447892" y="47226"/>
                </a:lnTo>
                <a:cubicBezTo>
                  <a:pt x="437652" y="42437"/>
                  <a:pt x="429781" y="37419"/>
                  <a:pt x="424279" y="32172"/>
                </a:cubicBezTo>
                <a:lnTo>
                  <a:pt x="424279" y="144812"/>
                </a:lnTo>
                <a:lnTo>
                  <a:pt x="416561" y="144812"/>
                </a:lnTo>
                <a:lnTo>
                  <a:pt x="416561" y="32172"/>
                </a:lnTo>
                <a:cubicBezTo>
                  <a:pt x="411670" y="36044"/>
                  <a:pt x="408015" y="38744"/>
                  <a:pt x="405595" y="40272"/>
                </a:cubicBezTo>
                <a:cubicBezTo>
                  <a:pt x="403175" y="41801"/>
                  <a:pt x="398959" y="44068"/>
                  <a:pt x="392948" y="47073"/>
                </a:cubicBezTo>
                <a:lnTo>
                  <a:pt x="392948" y="41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1F34B-9AD1-466F-8369-BB5EAB21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5193523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5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1"/>
                  <a:pt x="1457567" y="248059"/>
                  <a:pt x="1453859" y="251768"/>
                </a:cubicBezTo>
                <a:cubicBezTo>
                  <a:pt x="1450150" y="255476"/>
                  <a:pt x="1445872" y="258334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4"/>
                  <a:pt x="15294" y="255476"/>
                  <a:pt x="11585" y="251768"/>
                </a:cubicBezTo>
                <a:cubicBezTo>
                  <a:pt x="7876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4"/>
                </a:cubicBezTo>
                <a:cubicBezTo>
                  <a:pt x="15294" y="7875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B5D0F3-7651-42BF-9E1F-38B2E1D7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5193523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5"/>
                  <a:pt x="1453859" y="11585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5" y="243781"/>
                  <a:pt x="1457567" y="248059"/>
                  <a:pt x="1453859" y="251768"/>
                </a:cubicBezTo>
                <a:cubicBezTo>
                  <a:pt x="1450150" y="255476"/>
                  <a:pt x="1445872" y="258334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0" y="258334"/>
                  <a:pt x="15294" y="255476"/>
                  <a:pt x="11585" y="251768"/>
                </a:cubicBezTo>
                <a:cubicBezTo>
                  <a:pt x="7876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4"/>
                </a:cubicBezTo>
                <a:cubicBezTo>
                  <a:pt x="15294" y="7875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74" name="Text ELFbinary">
            <a:extLst xmlns:a="http://schemas.openxmlformats.org/drawingml/2006/main">
              <a:ext uri="{FF2B5EF4-FFF2-40B4-BE49-F238E27FC236}">
                <a16:creationId xmlns:a16="http://schemas.microsoft.com/office/drawing/2014/main" id="{93D7ACE5-8E9F-4A9D-8D38-D60B03B9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380" y="5260762"/>
            <a:ext cx="742940" cy="145041"/>
          </a:xfrm>
          <a:custGeom xmlns:a="http://schemas.openxmlformats.org/drawingml/2006/main">
            <a:pathLst>
              <a:path w="742940" h="145041">
                <a:moveTo>
                  <a:pt x="0" y="112028"/>
                </a:moveTo>
                <a:lnTo>
                  <a:pt x="0" y="0"/>
                </a:lnTo>
                <a:lnTo>
                  <a:pt x="81003" y="0"/>
                </a:lnTo>
                <a:lnTo>
                  <a:pt x="81003" y="13220"/>
                </a:lnTo>
                <a:lnTo>
                  <a:pt x="14825" y="13220"/>
                </a:lnTo>
                <a:lnTo>
                  <a:pt x="14825" y="47532"/>
                </a:lnTo>
                <a:lnTo>
                  <a:pt x="76800" y="47532"/>
                </a:lnTo>
                <a:lnTo>
                  <a:pt x="76800" y="60523"/>
                </a:lnTo>
                <a:lnTo>
                  <a:pt x="14825" y="60523"/>
                </a:lnTo>
                <a:lnTo>
                  <a:pt x="14825" y="98808"/>
                </a:lnTo>
                <a:lnTo>
                  <a:pt x="83601" y="98808"/>
                </a:lnTo>
                <a:lnTo>
                  <a:pt x="83601" y="112028"/>
                </a:lnTo>
                <a:lnTo>
                  <a:pt x="0" y="112028"/>
                </a:lnTo>
                <a:close/>
                <a:moveTo>
                  <a:pt x="103471" y="112028"/>
                </a:moveTo>
                <a:lnTo>
                  <a:pt x="103471" y="0"/>
                </a:lnTo>
                <a:lnTo>
                  <a:pt x="118296" y="0"/>
                </a:lnTo>
                <a:lnTo>
                  <a:pt x="118296" y="98808"/>
                </a:lnTo>
                <a:lnTo>
                  <a:pt x="173470" y="98808"/>
                </a:lnTo>
                <a:lnTo>
                  <a:pt x="173470" y="112028"/>
                </a:lnTo>
                <a:lnTo>
                  <a:pt x="103471" y="112028"/>
                </a:lnTo>
                <a:close/>
                <a:moveTo>
                  <a:pt x="191862" y="112028"/>
                </a:moveTo>
                <a:lnTo>
                  <a:pt x="191862" y="0"/>
                </a:lnTo>
                <a:lnTo>
                  <a:pt x="267440" y="0"/>
                </a:lnTo>
                <a:lnTo>
                  <a:pt x="267440" y="13220"/>
                </a:lnTo>
                <a:lnTo>
                  <a:pt x="206687" y="13220"/>
                </a:lnTo>
                <a:lnTo>
                  <a:pt x="206687" y="47838"/>
                </a:lnTo>
                <a:lnTo>
                  <a:pt x="259263" y="47838"/>
                </a:lnTo>
                <a:lnTo>
                  <a:pt x="259263" y="61058"/>
                </a:lnTo>
                <a:lnTo>
                  <a:pt x="206687" y="61058"/>
                </a:lnTo>
                <a:lnTo>
                  <a:pt x="206687" y="112028"/>
                </a:lnTo>
                <a:lnTo>
                  <a:pt x="191862" y="112028"/>
                </a:lnTo>
                <a:close/>
                <a:moveTo>
                  <a:pt x="341158" y="112028"/>
                </a:moveTo>
                <a:lnTo>
                  <a:pt x="328396" y="112028"/>
                </a:lnTo>
                <a:lnTo>
                  <a:pt x="328396" y="0"/>
                </a:lnTo>
                <a:lnTo>
                  <a:pt x="342151" y="0"/>
                </a:lnTo>
                <a:lnTo>
                  <a:pt x="342151" y="40115"/>
                </a:lnTo>
                <a:cubicBezTo>
                  <a:pt x="347959" y="32731"/>
                  <a:pt x="355372" y="29039"/>
                  <a:pt x="364389" y="29039"/>
                </a:cubicBezTo>
                <a:cubicBezTo>
                  <a:pt x="369382" y="29039"/>
                  <a:pt x="374107" y="30045"/>
                  <a:pt x="378564" y="32057"/>
                </a:cubicBezTo>
                <a:cubicBezTo>
                  <a:pt x="383022" y="34070"/>
                  <a:pt x="386690" y="36897"/>
                  <a:pt x="389569" y="40540"/>
                </a:cubicBezTo>
                <a:cubicBezTo>
                  <a:pt x="392447" y="44182"/>
                  <a:pt x="394701" y="48576"/>
                  <a:pt x="396332" y="53722"/>
                </a:cubicBezTo>
                <a:cubicBezTo>
                  <a:pt x="397962" y="58867"/>
                  <a:pt x="398777" y="64369"/>
                  <a:pt x="398777" y="70228"/>
                </a:cubicBezTo>
                <a:cubicBezTo>
                  <a:pt x="398777" y="84136"/>
                  <a:pt x="395338" y="94885"/>
                  <a:pt x="388461" y="102476"/>
                </a:cubicBezTo>
                <a:cubicBezTo>
                  <a:pt x="381583" y="110067"/>
                  <a:pt x="373330" y="113863"/>
                  <a:pt x="363701" y="113863"/>
                </a:cubicBezTo>
                <a:cubicBezTo>
                  <a:pt x="354123" y="113863"/>
                  <a:pt x="346609" y="109812"/>
                  <a:pt x="341158" y="101712"/>
                </a:cubicBezTo>
                <a:lnTo>
                  <a:pt x="341158" y="112028"/>
                </a:lnTo>
                <a:moveTo>
                  <a:pt x="341005" y="70842"/>
                </a:moveTo>
                <a:cubicBezTo>
                  <a:pt x="341005" y="80524"/>
                  <a:pt x="342330" y="87521"/>
                  <a:pt x="344979" y="91830"/>
                </a:cubicBezTo>
                <a:cubicBezTo>
                  <a:pt x="349309" y="98877"/>
                  <a:pt x="355168" y="102400"/>
                  <a:pt x="362555" y="102400"/>
                </a:cubicBezTo>
                <a:cubicBezTo>
                  <a:pt x="368566" y="102400"/>
                  <a:pt x="373763" y="99802"/>
                  <a:pt x="378144" y="94605"/>
                </a:cubicBezTo>
                <a:cubicBezTo>
                  <a:pt x="382525" y="89409"/>
                  <a:pt x="384716" y="81665"/>
                  <a:pt x="384716" y="71374"/>
                </a:cubicBezTo>
                <a:cubicBezTo>
                  <a:pt x="384716" y="60830"/>
                  <a:pt x="382615" y="53049"/>
                  <a:pt x="378412" y="48031"/>
                </a:cubicBezTo>
                <a:cubicBezTo>
                  <a:pt x="374209" y="43011"/>
                  <a:pt x="369127" y="40501"/>
                  <a:pt x="363166" y="40501"/>
                </a:cubicBezTo>
                <a:cubicBezTo>
                  <a:pt x="357155" y="40501"/>
                  <a:pt x="351958" y="43100"/>
                  <a:pt x="347577" y="48296"/>
                </a:cubicBezTo>
                <a:cubicBezTo>
                  <a:pt x="343196" y="53492"/>
                  <a:pt x="341005" y="61008"/>
                  <a:pt x="341005" y="70842"/>
                </a:cubicBezTo>
                <a:close/>
                <a:moveTo>
                  <a:pt x="415565" y="15895"/>
                </a:moveTo>
                <a:lnTo>
                  <a:pt x="415565" y="0"/>
                </a:lnTo>
                <a:lnTo>
                  <a:pt x="429320" y="0"/>
                </a:lnTo>
                <a:lnTo>
                  <a:pt x="429320" y="15895"/>
                </a:lnTo>
                <a:lnTo>
                  <a:pt x="415565" y="15895"/>
                </a:lnTo>
                <a:moveTo>
                  <a:pt x="415565" y="112028"/>
                </a:moveTo>
                <a:lnTo>
                  <a:pt x="415565" y="30873"/>
                </a:lnTo>
                <a:lnTo>
                  <a:pt x="429320" y="30873"/>
                </a:lnTo>
                <a:lnTo>
                  <a:pt x="429320" y="112028"/>
                </a:lnTo>
                <a:lnTo>
                  <a:pt x="415565" y="112028"/>
                </a:lnTo>
                <a:close/>
                <a:moveTo>
                  <a:pt x="450232" y="112028"/>
                </a:moveTo>
                <a:lnTo>
                  <a:pt x="450232" y="30873"/>
                </a:lnTo>
                <a:lnTo>
                  <a:pt x="462612" y="30873"/>
                </a:lnTo>
                <a:lnTo>
                  <a:pt x="462612" y="42335"/>
                </a:lnTo>
                <a:cubicBezTo>
                  <a:pt x="468573" y="33471"/>
                  <a:pt x="477182" y="29039"/>
                  <a:pt x="488441" y="29039"/>
                </a:cubicBezTo>
                <a:cubicBezTo>
                  <a:pt x="493332" y="29039"/>
                  <a:pt x="497828" y="29918"/>
                  <a:pt x="501929" y="31675"/>
                </a:cubicBezTo>
                <a:cubicBezTo>
                  <a:pt x="506030" y="33433"/>
                  <a:pt x="509100" y="35738"/>
                  <a:pt x="511137" y="38591"/>
                </a:cubicBezTo>
                <a:cubicBezTo>
                  <a:pt x="513175" y="41444"/>
                  <a:pt x="514602" y="44832"/>
                  <a:pt x="515417" y="48755"/>
                </a:cubicBezTo>
                <a:cubicBezTo>
                  <a:pt x="515926" y="51302"/>
                  <a:pt x="516181" y="55760"/>
                  <a:pt x="516181" y="62128"/>
                </a:cubicBezTo>
                <a:lnTo>
                  <a:pt x="516181" y="112028"/>
                </a:lnTo>
                <a:lnTo>
                  <a:pt x="502426" y="112028"/>
                </a:lnTo>
                <a:lnTo>
                  <a:pt x="502426" y="62610"/>
                </a:lnTo>
                <a:cubicBezTo>
                  <a:pt x="502426" y="57000"/>
                  <a:pt x="501891" y="52805"/>
                  <a:pt x="500821" y="50025"/>
                </a:cubicBezTo>
                <a:cubicBezTo>
                  <a:pt x="499751" y="47245"/>
                  <a:pt x="497853" y="45027"/>
                  <a:pt x="495128" y="43369"/>
                </a:cubicBezTo>
                <a:cubicBezTo>
                  <a:pt x="492402" y="41712"/>
                  <a:pt x="489205" y="40884"/>
                  <a:pt x="485537" y="40884"/>
                </a:cubicBezTo>
                <a:cubicBezTo>
                  <a:pt x="479679" y="40884"/>
                  <a:pt x="474622" y="42745"/>
                  <a:pt x="470368" y="46469"/>
                </a:cubicBezTo>
                <a:cubicBezTo>
                  <a:pt x="466115" y="50191"/>
                  <a:pt x="463988" y="57254"/>
                  <a:pt x="463988" y="67658"/>
                </a:cubicBezTo>
                <a:lnTo>
                  <a:pt x="463988" y="112028"/>
                </a:lnTo>
                <a:lnTo>
                  <a:pt x="450232" y="112028"/>
                </a:lnTo>
                <a:close/>
                <a:moveTo>
                  <a:pt x="590206" y="102008"/>
                </a:moveTo>
                <a:cubicBezTo>
                  <a:pt x="585111" y="106342"/>
                  <a:pt x="580208" y="109401"/>
                  <a:pt x="575496" y="111186"/>
                </a:cubicBezTo>
                <a:cubicBezTo>
                  <a:pt x="570783" y="112970"/>
                  <a:pt x="565727" y="113863"/>
                  <a:pt x="560327" y="113863"/>
                </a:cubicBezTo>
                <a:cubicBezTo>
                  <a:pt x="551411" y="113863"/>
                  <a:pt x="544559" y="111683"/>
                  <a:pt x="539770" y="107324"/>
                </a:cubicBezTo>
                <a:cubicBezTo>
                  <a:pt x="534981" y="102965"/>
                  <a:pt x="532587" y="97395"/>
                  <a:pt x="532587" y="90615"/>
                </a:cubicBezTo>
                <a:cubicBezTo>
                  <a:pt x="532587" y="86639"/>
                  <a:pt x="533491" y="83008"/>
                  <a:pt x="535300" y="79720"/>
                </a:cubicBezTo>
                <a:cubicBezTo>
                  <a:pt x="537108" y="76431"/>
                  <a:pt x="539477" y="73793"/>
                  <a:pt x="542407" y="71804"/>
                </a:cubicBezTo>
                <a:cubicBezTo>
                  <a:pt x="545336" y="69816"/>
                  <a:pt x="548635" y="68312"/>
                  <a:pt x="552303" y="67293"/>
                </a:cubicBezTo>
                <a:cubicBezTo>
                  <a:pt x="555003" y="66578"/>
                  <a:pt x="559078" y="65890"/>
                  <a:pt x="564530" y="65227"/>
                </a:cubicBezTo>
                <a:cubicBezTo>
                  <a:pt x="575636" y="63912"/>
                  <a:pt x="583812" y="62344"/>
                  <a:pt x="589060" y="60523"/>
                </a:cubicBezTo>
                <a:cubicBezTo>
                  <a:pt x="589111" y="58646"/>
                  <a:pt x="589136" y="57453"/>
                  <a:pt x="589136" y="56946"/>
                </a:cubicBezTo>
                <a:cubicBezTo>
                  <a:pt x="589136" y="51362"/>
                  <a:pt x="587837" y="47429"/>
                  <a:pt x="585239" y="45146"/>
                </a:cubicBezTo>
                <a:cubicBezTo>
                  <a:pt x="581724" y="42050"/>
                  <a:pt x="576502" y="40501"/>
                  <a:pt x="569573" y="40501"/>
                </a:cubicBezTo>
                <a:cubicBezTo>
                  <a:pt x="563103" y="40501"/>
                  <a:pt x="558327" y="41635"/>
                  <a:pt x="555245" y="43902"/>
                </a:cubicBezTo>
                <a:cubicBezTo>
                  <a:pt x="552163" y="46169"/>
                  <a:pt x="549883" y="50181"/>
                  <a:pt x="548405" y="55938"/>
                </a:cubicBezTo>
                <a:lnTo>
                  <a:pt x="534956" y="54104"/>
                </a:lnTo>
                <a:cubicBezTo>
                  <a:pt x="536179" y="48329"/>
                  <a:pt x="538191" y="43666"/>
                  <a:pt x="540993" y="40115"/>
                </a:cubicBezTo>
                <a:cubicBezTo>
                  <a:pt x="543795" y="36563"/>
                  <a:pt x="547845" y="33829"/>
                  <a:pt x="553143" y="31914"/>
                </a:cubicBezTo>
                <a:cubicBezTo>
                  <a:pt x="558442" y="29997"/>
                  <a:pt x="564581" y="29039"/>
                  <a:pt x="571560" y="29039"/>
                </a:cubicBezTo>
                <a:cubicBezTo>
                  <a:pt x="578489" y="29039"/>
                  <a:pt x="584118" y="29854"/>
                  <a:pt x="588448" y="31484"/>
                </a:cubicBezTo>
                <a:cubicBezTo>
                  <a:pt x="592779" y="33114"/>
                  <a:pt x="595963" y="35165"/>
                  <a:pt x="598001" y="37636"/>
                </a:cubicBezTo>
                <a:cubicBezTo>
                  <a:pt x="600038" y="40107"/>
                  <a:pt x="601465" y="43227"/>
                  <a:pt x="602280" y="46997"/>
                </a:cubicBezTo>
                <a:cubicBezTo>
                  <a:pt x="602738" y="49340"/>
                  <a:pt x="602968" y="53569"/>
                  <a:pt x="602968" y="59682"/>
                </a:cubicBezTo>
                <a:lnTo>
                  <a:pt x="602968" y="78023"/>
                </a:lnTo>
                <a:cubicBezTo>
                  <a:pt x="602968" y="90810"/>
                  <a:pt x="603261" y="98897"/>
                  <a:pt x="603847" y="102285"/>
                </a:cubicBezTo>
                <a:cubicBezTo>
                  <a:pt x="604432" y="105673"/>
                  <a:pt x="605591" y="108921"/>
                  <a:pt x="607324" y="112028"/>
                </a:cubicBezTo>
                <a:lnTo>
                  <a:pt x="592957" y="112028"/>
                </a:lnTo>
                <a:cubicBezTo>
                  <a:pt x="591531" y="109172"/>
                  <a:pt x="590614" y="105832"/>
                  <a:pt x="590206" y="102008"/>
                </a:cubicBezTo>
                <a:moveTo>
                  <a:pt x="589060" y="71221"/>
                </a:moveTo>
                <a:cubicBezTo>
                  <a:pt x="584067" y="73277"/>
                  <a:pt x="576578" y="75023"/>
                  <a:pt x="566593" y="76461"/>
                </a:cubicBezTo>
                <a:cubicBezTo>
                  <a:pt x="560938" y="77279"/>
                  <a:pt x="556939" y="78200"/>
                  <a:pt x="554595" y="79224"/>
                </a:cubicBezTo>
                <a:cubicBezTo>
                  <a:pt x="552252" y="80246"/>
                  <a:pt x="550443" y="81742"/>
                  <a:pt x="549170" y="83713"/>
                </a:cubicBezTo>
                <a:cubicBezTo>
                  <a:pt x="547896" y="85683"/>
                  <a:pt x="547259" y="87869"/>
                  <a:pt x="547259" y="90273"/>
                </a:cubicBezTo>
                <a:cubicBezTo>
                  <a:pt x="547259" y="93956"/>
                  <a:pt x="548647" y="97025"/>
                  <a:pt x="551424" y="99482"/>
                </a:cubicBezTo>
                <a:cubicBezTo>
                  <a:pt x="554200" y="101937"/>
                  <a:pt x="558263" y="103164"/>
                  <a:pt x="563613" y="103164"/>
                </a:cubicBezTo>
                <a:cubicBezTo>
                  <a:pt x="568911" y="103164"/>
                  <a:pt x="573623" y="101999"/>
                  <a:pt x="577750" y="99670"/>
                </a:cubicBezTo>
                <a:cubicBezTo>
                  <a:pt x="581876" y="97341"/>
                  <a:pt x="584908" y="94155"/>
                  <a:pt x="586844" y="90111"/>
                </a:cubicBezTo>
                <a:cubicBezTo>
                  <a:pt x="588321" y="86987"/>
                  <a:pt x="589060" y="82380"/>
                  <a:pt x="589060" y="76289"/>
                </a:cubicBezTo>
                <a:lnTo>
                  <a:pt x="589060" y="71221"/>
                </a:lnTo>
                <a:close/>
                <a:moveTo>
                  <a:pt x="624111" y="112028"/>
                </a:moveTo>
                <a:lnTo>
                  <a:pt x="624111" y="30873"/>
                </a:lnTo>
                <a:lnTo>
                  <a:pt x="636491" y="30873"/>
                </a:lnTo>
                <a:lnTo>
                  <a:pt x="636491" y="43100"/>
                </a:lnTo>
                <a:cubicBezTo>
                  <a:pt x="639650" y="37375"/>
                  <a:pt x="642566" y="33600"/>
                  <a:pt x="645241" y="31775"/>
                </a:cubicBezTo>
                <a:cubicBezTo>
                  <a:pt x="647915" y="29951"/>
                  <a:pt x="650857" y="29039"/>
                  <a:pt x="654067" y="29039"/>
                </a:cubicBezTo>
                <a:cubicBezTo>
                  <a:pt x="658703" y="29039"/>
                  <a:pt x="663415" y="30510"/>
                  <a:pt x="668204" y="33452"/>
                </a:cubicBezTo>
                <a:lnTo>
                  <a:pt x="663466" y="46156"/>
                </a:lnTo>
                <a:cubicBezTo>
                  <a:pt x="660104" y="44169"/>
                  <a:pt x="656742" y="43176"/>
                  <a:pt x="653379" y="43176"/>
                </a:cubicBezTo>
                <a:cubicBezTo>
                  <a:pt x="650373" y="43176"/>
                  <a:pt x="647673" y="44082"/>
                  <a:pt x="645279" y="45894"/>
                </a:cubicBezTo>
                <a:cubicBezTo>
                  <a:pt x="642885" y="47704"/>
                  <a:pt x="641178" y="50215"/>
                  <a:pt x="640159" y="53428"/>
                </a:cubicBezTo>
                <a:cubicBezTo>
                  <a:pt x="638631" y="58323"/>
                  <a:pt x="637866" y="63678"/>
                  <a:pt x="637866" y="69492"/>
                </a:cubicBezTo>
                <a:lnTo>
                  <a:pt x="637866" y="112028"/>
                </a:lnTo>
                <a:lnTo>
                  <a:pt x="624111" y="112028"/>
                </a:lnTo>
                <a:close/>
                <a:moveTo>
                  <a:pt x="675768" y="143360"/>
                </a:moveTo>
                <a:lnTo>
                  <a:pt x="674240" y="130445"/>
                </a:lnTo>
                <a:cubicBezTo>
                  <a:pt x="677246" y="131260"/>
                  <a:pt x="679870" y="131668"/>
                  <a:pt x="682111" y="131668"/>
                </a:cubicBezTo>
                <a:cubicBezTo>
                  <a:pt x="685168" y="131668"/>
                  <a:pt x="687613" y="131152"/>
                  <a:pt x="689447" y="130120"/>
                </a:cubicBezTo>
                <a:cubicBezTo>
                  <a:pt x="691281" y="129090"/>
                  <a:pt x="692784" y="127647"/>
                  <a:pt x="693956" y="125791"/>
                </a:cubicBezTo>
                <a:cubicBezTo>
                  <a:pt x="694822" y="124399"/>
                  <a:pt x="696223" y="120946"/>
                  <a:pt x="698159" y="115431"/>
                </a:cubicBezTo>
                <a:cubicBezTo>
                  <a:pt x="698414" y="114658"/>
                  <a:pt x="698821" y="113523"/>
                  <a:pt x="699382" y="112028"/>
                </a:cubicBezTo>
                <a:lnTo>
                  <a:pt x="668585" y="30873"/>
                </a:lnTo>
                <a:lnTo>
                  <a:pt x="683410" y="30873"/>
                </a:lnTo>
                <a:lnTo>
                  <a:pt x="700299" y="77760"/>
                </a:lnTo>
                <a:cubicBezTo>
                  <a:pt x="702489" y="83708"/>
                  <a:pt x="704451" y="89960"/>
                  <a:pt x="706183" y="96516"/>
                </a:cubicBezTo>
                <a:cubicBezTo>
                  <a:pt x="707762" y="90213"/>
                  <a:pt x="709647" y="84063"/>
                  <a:pt x="711838" y="78066"/>
                </a:cubicBezTo>
                <a:lnTo>
                  <a:pt x="729184" y="30873"/>
                </a:lnTo>
                <a:lnTo>
                  <a:pt x="742940" y="30873"/>
                </a:lnTo>
                <a:lnTo>
                  <a:pt x="712067" y="113459"/>
                </a:lnTo>
                <a:cubicBezTo>
                  <a:pt x="708755" y="122381"/>
                  <a:pt x="706183" y="128524"/>
                  <a:pt x="704349" y="131888"/>
                </a:cubicBezTo>
                <a:cubicBezTo>
                  <a:pt x="701903" y="136425"/>
                  <a:pt x="699101" y="139751"/>
                  <a:pt x="695943" y="141867"/>
                </a:cubicBezTo>
                <a:cubicBezTo>
                  <a:pt x="692784" y="143983"/>
                  <a:pt x="689014" y="145041"/>
                  <a:pt x="684633" y="145041"/>
                </a:cubicBezTo>
                <a:cubicBezTo>
                  <a:pt x="681984" y="145041"/>
                  <a:pt x="679029" y="144481"/>
                  <a:pt x="675768" y="1433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4E933-346F-4961-8BEE-73CDDF0B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931" y="5559599"/>
            <a:ext cx="1707312" cy="847965"/>
          </a:xfrm>
          <a:custGeom xmlns:a="http://schemas.openxmlformats.org/drawingml/2006/main">
            <a:pathLst>
              <a:path w="1707312" h="847965" fill="none">
                <a:moveTo>
                  <a:pt x="0" y="30163"/>
                </a:moveTo>
                <a:cubicBezTo>
                  <a:pt x="189702" y="0"/>
                  <a:pt x="379403" y="0"/>
                  <a:pt x="569104" y="30163"/>
                </a:cubicBezTo>
                <a:cubicBezTo>
                  <a:pt x="758806" y="60325"/>
                  <a:pt x="948507" y="60325"/>
                  <a:pt x="1138208" y="30163"/>
                </a:cubicBezTo>
                <a:cubicBezTo>
                  <a:pt x="1327910" y="0"/>
                  <a:pt x="1517611" y="0"/>
                  <a:pt x="1707312" y="30163"/>
                </a:cubicBezTo>
                <a:lnTo>
                  <a:pt x="1707312" y="817803"/>
                </a:lnTo>
                <a:cubicBezTo>
                  <a:pt x="1517611" y="787640"/>
                  <a:pt x="1327910" y="787640"/>
                  <a:pt x="1138208" y="817803"/>
                </a:cubicBezTo>
                <a:cubicBezTo>
                  <a:pt x="948507" y="847965"/>
                  <a:pt x="758806" y="847965"/>
                  <a:pt x="569104" y="817803"/>
                </a:cubicBezTo>
                <a:cubicBezTo>
                  <a:pt x="379403" y="787640"/>
                  <a:pt x="189702" y="787640"/>
                  <a:pt x="0" y="817803"/>
                </a:cubicBezTo>
                <a:lnTo>
                  <a:pt x="0" y="301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719012-E94E-4B86-A58D-63C3FC42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624" y="5559599"/>
            <a:ext cx="1707312" cy="847965"/>
          </a:xfrm>
          <a:custGeom xmlns:a="http://schemas.openxmlformats.org/drawingml/2006/main">
            <a:pathLst>
              <a:path w="1707312" h="847965" fill="none">
                <a:moveTo>
                  <a:pt x="0" y="30163"/>
                </a:moveTo>
                <a:cubicBezTo>
                  <a:pt x="189702" y="0"/>
                  <a:pt x="379403" y="0"/>
                  <a:pt x="569104" y="30163"/>
                </a:cubicBezTo>
                <a:cubicBezTo>
                  <a:pt x="758805" y="60325"/>
                  <a:pt x="948507" y="60325"/>
                  <a:pt x="1138208" y="30163"/>
                </a:cubicBezTo>
                <a:cubicBezTo>
                  <a:pt x="1327909" y="0"/>
                  <a:pt x="1517612" y="0"/>
                  <a:pt x="1707312" y="30163"/>
                </a:cubicBezTo>
                <a:lnTo>
                  <a:pt x="1707312" y="817803"/>
                </a:lnTo>
                <a:cubicBezTo>
                  <a:pt x="1517612" y="787640"/>
                  <a:pt x="1327909" y="787640"/>
                  <a:pt x="1138208" y="817803"/>
                </a:cubicBezTo>
                <a:cubicBezTo>
                  <a:pt x="948507" y="847965"/>
                  <a:pt x="758805" y="847965"/>
                  <a:pt x="569104" y="817803"/>
                </a:cubicBezTo>
                <a:cubicBezTo>
                  <a:pt x="379403" y="787640"/>
                  <a:pt x="189702" y="787640"/>
                  <a:pt x="0" y="817803"/>
                </a:cubicBezTo>
                <a:lnTo>
                  <a:pt x="0" y="301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6F744-ED64-4D77-A027-5E34BCE1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5684375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5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1"/>
                  <a:pt x="1457567" y="248059"/>
                  <a:pt x="1453858" y="251768"/>
                </a:cubicBezTo>
                <a:cubicBezTo>
                  <a:pt x="1450150" y="255476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4"/>
                  <a:pt x="15294" y="255476"/>
                  <a:pt x="11584" y="251768"/>
                </a:cubicBezTo>
                <a:cubicBezTo>
                  <a:pt x="7875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5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CD8C8-31D5-4439-8F93-E8E542C5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5684375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5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1"/>
                  <a:pt x="1457567" y="248059"/>
                  <a:pt x="1453858" y="251768"/>
                </a:cubicBezTo>
                <a:cubicBezTo>
                  <a:pt x="1450150" y="255476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4"/>
                  <a:pt x="15294" y="255476"/>
                  <a:pt x="11584" y="251768"/>
                </a:cubicBezTo>
                <a:cubicBezTo>
                  <a:pt x="7875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5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79" name="Text allzero">
            <a:extLst xmlns:a="http://schemas.openxmlformats.org/drawingml/2006/main">
              <a:ext uri="{FF2B5EF4-FFF2-40B4-BE49-F238E27FC236}">
                <a16:creationId xmlns:a16="http://schemas.microsoft.com/office/drawing/2014/main" id="{D204462D-15AD-4607-8B78-A5BC4191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618" y="5758729"/>
            <a:ext cx="492974" cy="113863"/>
          </a:xfrm>
          <a:custGeom xmlns:a="http://schemas.openxmlformats.org/drawingml/2006/main">
            <a:pathLst>
              <a:path w="492974" h="113863">
                <a:moveTo>
                  <a:pt x="57619" y="102008"/>
                </a:moveTo>
                <a:cubicBezTo>
                  <a:pt x="52524" y="106342"/>
                  <a:pt x="47621" y="109401"/>
                  <a:pt x="42909" y="111186"/>
                </a:cubicBezTo>
                <a:cubicBezTo>
                  <a:pt x="38196" y="112970"/>
                  <a:pt x="33140" y="113863"/>
                  <a:pt x="27740" y="113863"/>
                </a:cubicBezTo>
                <a:cubicBezTo>
                  <a:pt x="18824" y="113863"/>
                  <a:pt x="11972" y="111683"/>
                  <a:pt x="7183" y="107324"/>
                </a:cubicBezTo>
                <a:cubicBezTo>
                  <a:pt x="2394" y="102965"/>
                  <a:pt x="0" y="97395"/>
                  <a:pt x="0" y="90615"/>
                </a:cubicBezTo>
                <a:cubicBezTo>
                  <a:pt x="0" y="86639"/>
                  <a:pt x="904" y="83008"/>
                  <a:pt x="2713" y="79720"/>
                </a:cubicBezTo>
                <a:cubicBezTo>
                  <a:pt x="4521" y="76431"/>
                  <a:pt x="6890" y="73793"/>
                  <a:pt x="9820" y="71804"/>
                </a:cubicBezTo>
                <a:cubicBezTo>
                  <a:pt x="12749" y="69816"/>
                  <a:pt x="16048" y="68312"/>
                  <a:pt x="19716" y="67293"/>
                </a:cubicBezTo>
                <a:cubicBezTo>
                  <a:pt x="22416" y="66578"/>
                  <a:pt x="26492" y="65890"/>
                  <a:pt x="31943" y="65227"/>
                </a:cubicBezTo>
                <a:cubicBezTo>
                  <a:pt x="43049" y="63912"/>
                  <a:pt x="51225" y="62344"/>
                  <a:pt x="56473" y="60523"/>
                </a:cubicBezTo>
                <a:cubicBezTo>
                  <a:pt x="56524" y="58646"/>
                  <a:pt x="56549" y="57453"/>
                  <a:pt x="56549" y="56946"/>
                </a:cubicBezTo>
                <a:cubicBezTo>
                  <a:pt x="56549" y="51362"/>
                  <a:pt x="55250" y="47429"/>
                  <a:pt x="52652" y="45146"/>
                </a:cubicBezTo>
                <a:cubicBezTo>
                  <a:pt x="49137" y="42050"/>
                  <a:pt x="43915" y="40501"/>
                  <a:pt x="36986" y="40501"/>
                </a:cubicBezTo>
                <a:cubicBezTo>
                  <a:pt x="30516" y="40501"/>
                  <a:pt x="25740" y="41635"/>
                  <a:pt x="22658" y="43902"/>
                </a:cubicBezTo>
                <a:cubicBezTo>
                  <a:pt x="19576" y="46169"/>
                  <a:pt x="17296" y="50181"/>
                  <a:pt x="15818" y="55938"/>
                </a:cubicBezTo>
                <a:lnTo>
                  <a:pt x="2369" y="54104"/>
                </a:lnTo>
                <a:cubicBezTo>
                  <a:pt x="3592" y="48329"/>
                  <a:pt x="5604" y="43666"/>
                  <a:pt x="8406" y="40115"/>
                </a:cubicBezTo>
                <a:cubicBezTo>
                  <a:pt x="11208" y="36563"/>
                  <a:pt x="15258" y="33829"/>
                  <a:pt x="20556" y="31914"/>
                </a:cubicBezTo>
                <a:cubicBezTo>
                  <a:pt x="25855" y="29997"/>
                  <a:pt x="31994" y="29039"/>
                  <a:pt x="38973" y="29039"/>
                </a:cubicBezTo>
                <a:cubicBezTo>
                  <a:pt x="45902" y="29039"/>
                  <a:pt x="51531" y="29854"/>
                  <a:pt x="55861" y="31484"/>
                </a:cubicBezTo>
                <a:cubicBezTo>
                  <a:pt x="60192" y="33114"/>
                  <a:pt x="63376" y="35165"/>
                  <a:pt x="65414" y="37636"/>
                </a:cubicBezTo>
                <a:cubicBezTo>
                  <a:pt x="67451" y="40107"/>
                  <a:pt x="68878" y="43227"/>
                  <a:pt x="69693" y="46997"/>
                </a:cubicBezTo>
                <a:cubicBezTo>
                  <a:pt x="70152" y="49340"/>
                  <a:pt x="70381" y="53569"/>
                  <a:pt x="70381" y="59682"/>
                </a:cubicBezTo>
                <a:lnTo>
                  <a:pt x="70381" y="78023"/>
                </a:lnTo>
                <a:cubicBezTo>
                  <a:pt x="70381" y="90810"/>
                  <a:pt x="70674" y="98897"/>
                  <a:pt x="71260" y="102285"/>
                </a:cubicBezTo>
                <a:cubicBezTo>
                  <a:pt x="71845" y="105673"/>
                  <a:pt x="73004" y="108921"/>
                  <a:pt x="74737" y="112028"/>
                </a:cubicBezTo>
                <a:lnTo>
                  <a:pt x="60370" y="112028"/>
                </a:lnTo>
                <a:cubicBezTo>
                  <a:pt x="58944" y="109172"/>
                  <a:pt x="58027" y="105832"/>
                  <a:pt x="57619" y="102008"/>
                </a:cubicBezTo>
                <a:moveTo>
                  <a:pt x="56473" y="71221"/>
                </a:moveTo>
                <a:cubicBezTo>
                  <a:pt x="51480" y="73277"/>
                  <a:pt x="43991" y="75023"/>
                  <a:pt x="34006" y="76461"/>
                </a:cubicBezTo>
                <a:cubicBezTo>
                  <a:pt x="28351" y="77279"/>
                  <a:pt x="24352" y="78200"/>
                  <a:pt x="22008" y="79224"/>
                </a:cubicBezTo>
                <a:cubicBezTo>
                  <a:pt x="19665" y="80246"/>
                  <a:pt x="17856" y="81742"/>
                  <a:pt x="16583" y="83713"/>
                </a:cubicBezTo>
                <a:cubicBezTo>
                  <a:pt x="15309" y="85683"/>
                  <a:pt x="14672" y="87869"/>
                  <a:pt x="14672" y="90273"/>
                </a:cubicBezTo>
                <a:cubicBezTo>
                  <a:pt x="14672" y="93956"/>
                  <a:pt x="16060" y="97025"/>
                  <a:pt x="18837" y="99482"/>
                </a:cubicBezTo>
                <a:cubicBezTo>
                  <a:pt x="21614" y="101937"/>
                  <a:pt x="25676" y="103164"/>
                  <a:pt x="31026" y="103164"/>
                </a:cubicBezTo>
                <a:cubicBezTo>
                  <a:pt x="36324" y="103164"/>
                  <a:pt x="41036" y="101999"/>
                  <a:pt x="45163" y="99670"/>
                </a:cubicBezTo>
                <a:cubicBezTo>
                  <a:pt x="49289" y="97341"/>
                  <a:pt x="52321" y="94155"/>
                  <a:pt x="54257" y="90111"/>
                </a:cubicBezTo>
                <a:cubicBezTo>
                  <a:pt x="55734" y="86987"/>
                  <a:pt x="56473" y="82380"/>
                  <a:pt x="56473" y="76289"/>
                </a:cubicBezTo>
                <a:lnTo>
                  <a:pt x="56473" y="71221"/>
                </a:lnTo>
                <a:close/>
                <a:moveTo>
                  <a:pt x="91372" y="112028"/>
                </a:moveTo>
                <a:lnTo>
                  <a:pt x="91372" y="0"/>
                </a:lnTo>
                <a:lnTo>
                  <a:pt x="105127" y="0"/>
                </a:lnTo>
                <a:lnTo>
                  <a:pt x="105127" y="112028"/>
                </a:lnTo>
                <a:lnTo>
                  <a:pt x="91372" y="112028"/>
                </a:lnTo>
                <a:close/>
                <a:moveTo>
                  <a:pt x="126116" y="112028"/>
                </a:moveTo>
                <a:lnTo>
                  <a:pt x="126116" y="0"/>
                </a:lnTo>
                <a:lnTo>
                  <a:pt x="139871" y="0"/>
                </a:lnTo>
                <a:lnTo>
                  <a:pt x="139871" y="112028"/>
                </a:lnTo>
                <a:lnTo>
                  <a:pt x="126116" y="112028"/>
                </a:lnTo>
                <a:close/>
                <a:moveTo>
                  <a:pt x="197414" y="112028"/>
                </a:moveTo>
                <a:lnTo>
                  <a:pt x="197414" y="100871"/>
                </a:lnTo>
                <a:lnTo>
                  <a:pt x="249072" y="41571"/>
                </a:lnTo>
                <a:cubicBezTo>
                  <a:pt x="243213" y="41877"/>
                  <a:pt x="238042" y="42030"/>
                  <a:pt x="233559" y="42030"/>
                </a:cubicBezTo>
                <a:lnTo>
                  <a:pt x="200470" y="42030"/>
                </a:lnTo>
                <a:lnTo>
                  <a:pt x="200470" y="30873"/>
                </a:lnTo>
                <a:lnTo>
                  <a:pt x="266801" y="30873"/>
                </a:lnTo>
                <a:lnTo>
                  <a:pt x="266801" y="39967"/>
                </a:lnTo>
                <a:lnTo>
                  <a:pt x="222861" y="91472"/>
                </a:lnTo>
                <a:lnTo>
                  <a:pt x="214378" y="100871"/>
                </a:lnTo>
                <a:cubicBezTo>
                  <a:pt x="220543" y="100413"/>
                  <a:pt x="226325" y="100184"/>
                  <a:pt x="231725" y="100184"/>
                </a:cubicBezTo>
                <a:lnTo>
                  <a:pt x="269246" y="100184"/>
                </a:lnTo>
                <a:lnTo>
                  <a:pt x="269246" y="112028"/>
                </a:lnTo>
                <a:lnTo>
                  <a:pt x="197414" y="112028"/>
                </a:lnTo>
                <a:close/>
                <a:moveTo>
                  <a:pt x="338482" y="85894"/>
                </a:moveTo>
                <a:lnTo>
                  <a:pt x="352695" y="87651"/>
                </a:lnTo>
                <a:cubicBezTo>
                  <a:pt x="350454" y="95955"/>
                  <a:pt x="346302" y="102400"/>
                  <a:pt x="340239" y="106985"/>
                </a:cubicBezTo>
                <a:cubicBezTo>
                  <a:pt x="334177" y="111570"/>
                  <a:pt x="326433" y="113863"/>
                  <a:pt x="317008" y="113863"/>
                </a:cubicBezTo>
                <a:cubicBezTo>
                  <a:pt x="305138" y="113863"/>
                  <a:pt x="295726" y="110207"/>
                  <a:pt x="288772" y="102897"/>
                </a:cubicBezTo>
                <a:cubicBezTo>
                  <a:pt x="281818" y="95586"/>
                  <a:pt x="278341" y="85333"/>
                  <a:pt x="278341" y="72138"/>
                </a:cubicBezTo>
                <a:cubicBezTo>
                  <a:pt x="278341" y="58485"/>
                  <a:pt x="281856" y="47888"/>
                  <a:pt x="288887" y="40349"/>
                </a:cubicBezTo>
                <a:cubicBezTo>
                  <a:pt x="295917" y="32809"/>
                  <a:pt x="305036" y="29039"/>
                  <a:pt x="316244" y="29039"/>
                </a:cubicBezTo>
                <a:cubicBezTo>
                  <a:pt x="327095" y="29039"/>
                  <a:pt x="335960" y="32727"/>
                  <a:pt x="342838" y="40103"/>
                </a:cubicBezTo>
                <a:cubicBezTo>
                  <a:pt x="349715" y="47477"/>
                  <a:pt x="353154" y="57852"/>
                  <a:pt x="353154" y="71229"/>
                </a:cubicBezTo>
                <a:cubicBezTo>
                  <a:pt x="353154" y="72042"/>
                  <a:pt x="353128" y="73262"/>
                  <a:pt x="353078" y="74889"/>
                </a:cubicBezTo>
                <a:lnTo>
                  <a:pt x="292555" y="74889"/>
                </a:lnTo>
                <a:cubicBezTo>
                  <a:pt x="293064" y="83779"/>
                  <a:pt x="295586" y="90587"/>
                  <a:pt x="300120" y="95312"/>
                </a:cubicBezTo>
                <a:cubicBezTo>
                  <a:pt x="304654" y="100037"/>
                  <a:pt x="310309" y="102400"/>
                  <a:pt x="317085" y="102400"/>
                </a:cubicBezTo>
                <a:cubicBezTo>
                  <a:pt x="322128" y="102400"/>
                  <a:pt x="326433" y="101088"/>
                  <a:pt x="329999" y="98464"/>
                </a:cubicBezTo>
                <a:cubicBezTo>
                  <a:pt x="333566" y="95839"/>
                  <a:pt x="336393" y="91649"/>
                  <a:pt x="338482" y="85894"/>
                </a:cubicBezTo>
                <a:moveTo>
                  <a:pt x="293319" y="63427"/>
                </a:moveTo>
                <a:lnTo>
                  <a:pt x="338635" y="63427"/>
                </a:lnTo>
                <a:cubicBezTo>
                  <a:pt x="338023" y="56712"/>
                  <a:pt x="336291" y="51675"/>
                  <a:pt x="333438" y="48318"/>
                </a:cubicBezTo>
                <a:cubicBezTo>
                  <a:pt x="329057" y="43107"/>
                  <a:pt x="323376" y="40501"/>
                  <a:pt x="316397" y="40501"/>
                </a:cubicBezTo>
                <a:cubicBezTo>
                  <a:pt x="310080" y="40501"/>
                  <a:pt x="304769" y="42581"/>
                  <a:pt x="300464" y="46741"/>
                </a:cubicBezTo>
                <a:cubicBezTo>
                  <a:pt x="296159" y="50900"/>
                  <a:pt x="293777" y="56462"/>
                  <a:pt x="293319" y="63427"/>
                </a:cubicBezTo>
                <a:close/>
                <a:moveTo>
                  <a:pt x="369790" y="112028"/>
                </a:moveTo>
                <a:lnTo>
                  <a:pt x="369790" y="30873"/>
                </a:lnTo>
                <a:lnTo>
                  <a:pt x="382169" y="30873"/>
                </a:lnTo>
                <a:lnTo>
                  <a:pt x="382169" y="43100"/>
                </a:lnTo>
                <a:cubicBezTo>
                  <a:pt x="385328" y="37375"/>
                  <a:pt x="388245" y="33600"/>
                  <a:pt x="390919" y="31775"/>
                </a:cubicBezTo>
                <a:cubicBezTo>
                  <a:pt x="393594" y="29951"/>
                  <a:pt x="396536" y="29039"/>
                  <a:pt x="399746" y="29039"/>
                </a:cubicBezTo>
                <a:cubicBezTo>
                  <a:pt x="404382" y="29039"/>
                  <a:pt x="409094" y="30510"/>
                  <a:pt x="413883" y="33452"/>
                </a:cubicBezTo>
                <a:lnTo>
                  <a:pt x="409145" y="46156"/>
                </a:lnTo>
                <a:cubicBezTo>
                  <a:pt x="405783" y="44169"/>
                  <a:pt x="402420" y="43176"/>
                  <a:pt x="399058" y="43176"/>
                </a:cubicBezTo>
                <a:cubicBezTo>
                  <a:pt x="396052" y="43176"/>
                  <a:pt x="393352" y="44082"/>
                  <a:pt x="390957" y="45894"/>
                </a:cubicBezTo>
                <a:cubicBezTo>
                  <a:pt x="388563" y="47704"/>
                  <a:pt x="386856" y="50215"/>
                  <a:pt x="385837" y="53428"/>
                </a:cubicBezTo>
                <a:cubicBezTo>
                  <a:pt x="384309" y="58323"/>
                  <a:pt x="383545" y="63678"/>
                  <a:pt x="383545" y="69492"/>
                </a:cubicBezTo>
                <a:lnTo>
                  <a:pt x="383545" y="112028"/>
                </a:lnTo>
                <a:lnTo>
                  <a:pt x="369790" y="112028"/>
                </a:lnTo>
                <a:close/>
                <a:moveTo>
                  <a:pt x="416938" y="71451"/>
                </a:moveTo>
                <a:cubicBezTo>
                  <a:pt x="416938" y="56422"/>
                  <a:pt x="421116" y="45290"/>
                  <a:pt x="429471" y="38056"/>
                </a:cubicBezTo>
                <a:cubicBezTo>
                  <a:pt x="436450" y="32045"/>
                  <a:pt x="444958" y="29039"/>
                  <a:pt x="454994" y="29039"/>
                </a:cubicBezTo>
                <a:cubicBezTo>
                  <a:pt x="466151" y="29039"/>
                  <a:pt x="475270" y="32694"/>
                  <a:pt x="482352" y="40005"/>
                </a:cubicBezTo>
                <a:cubicBezTo>
                  <a:pt x="489433" y="47315"/>
                  <a:pt x="492974" y="57415"/>
                  <a:pt x="492974" y="70304"/>
                </a:cubicBezTo>
                <a:cubicBezTo>
                  <a:pt x="492974" y="80748"/>
                  <a:pt x="491407" y="88963"/>
                  <a:pt x="488274" y="94949"/>
                </a:cubicBezTo>
                <a:cubicBezTo>
                  <a:pt x="485141" y="100935"/>
                  <a:pt x="480582" y="105584"/>
                  <a:pt x="474595" y="108895"/>
                </a:cubicBezTo>
                <a:cubicBezTo>
                  <a:pt x="468609" y="112207"/>
                  <a:pt x="462076" y="113863"/>
                  <a:pt x="454994" y="113863"/>
                </a:cubicBezTo>
                <a:cubicBezTo>
                  <a:pt x="443634" y="113863"/>
                  <a:pt x="434451" y="110220"/>
                  <a:pt x="427446" y="102935"/>
                </a:cubicBezTo>
                <a:cubicBezTo>
                  <a:pt x="420441" y="95650"/>
                  <a:pt x="416938" y="85155"/>
                  <a:pt x="416938" y="71451"/>
                </a:cubicBezTo>
                <a:moveTo>
                  <a:pt x="431076" y="71412"/>
                </a:moveTo>
                <a:cubicBezTo>
                  <a:pt x="431076" y="81767"/>
                  <a:pt x="433343" y="89520"/>
                  <a:pt x="437877" y="94672"/>
                </a:cubicBezTo>
                <a:cubicBezTo>
                  <a:pt x="442411" y="99824"/>
                  <a:pt x="448117" y="102400"/>
                  <a:pt x="454994" y="102400"/>
                </a:cubicBezTo>
                <a:cubicBezTo>
                  <a:pt x="461821" y="102400"/>
                  <a:pt x="467501" y="99811"/>
                  <a:pt x="472035" y="94634"/>
                </a:cubicBezTo>
                <a:cubicBezTo>
                  <a:pt x="476570" y="89457"/>
                  <a:pt x="478837" y="81564"/>
                  <a:pt x="478837" y="70956"/>
                </a:cubicBezTo>
                <a:cubicBezTo>
                  <a:pt x="478837" y="60957"/>
                  <a:pt x="476557" y="53381"/>
                  <a:pt x="471997" y="48229"/>
                </a:cubicBezTo>
                <a:cubicBezTo>
                  <a:pt x="467438" y="43077"/>
                  <a:pt x="461770" y="40501"/>
                  <a:pt x="454994" y="40501"/>
                </a:cubicBezTo>
                <a:cubicBezTo>
                  <a:pt x="448117" y="40501"/>
                  <a:pt x="442411" y="43065"/>
                  <a:pt x="437877" y="48191"/>
                </a:cubicBezTo>
                <a:cubicBezTo>
                  <a:pt x="433343" y="53317"/>
                  <a:pt x="431076" y="61058"/>
                  <a:pt x="431076" y="714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75F8C-F6C5-41B7-86A9-57DA6724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6031387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1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9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6"/>
                  <a:pt x="11584" y="251768"/>
                </a:cubicBezTo>
                <a:cubicBezTo>
                  <a:pt x="7875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1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55710-C7B1-4421-8905-3B39D6BC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6031387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5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1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2"/>
                  <a:pt x="1457567" y="248059"/>
                  <a:pt x="1453858" y="251769"/>
                </a:cubicBezTo>
                <a:cubicBezTo>
                  <a:pt x="1450150" y="255477"/>
                  <a:pt x="1445872" y="258335"/>
                  <a:pt x="1441026" y="260342"/>
                </a:cubicBezTo>
                <a:cubicBezTo>
                  <a:pt x="1436181" y="262349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9"/>
                  <a:pt x="24416" y="260342"/>
                </a:cubicBezTo>
                <a:cubicBezTo>
                  <a:pt x="19571" y="258335"/>
                  <a:pt x="15294" y="255476"/>
                  <a:pt x="11584" y="251768"/>
                </a:cubicBezTo>
                <a:cubicBezTo>
                  <a:pt x="7875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1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82" name="Text allzero">
            <a:extLst xmlns:a="http://schemas.openxmlformats.org/drawingml/2006/main">
              <a:ext uri="{FF2B5EF4-FFF2-40B4-BE49-F238E27FC236}">
                <a16:creationId xmlns:a16="http://schemas.microsoft.com/office/drawing/2014/main" id="{869AD88A-A6BA-4AD5-BE75-775C61C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8618" y="6100191"/>
            <a:ext cx="492974" cy="113863"/>
          </a:xfrm>
          <a:custGeom xmlns:a="http://schemas.openxmlformats.org/drawingml/2006/main">
            <a:pathLst>
              <a:path w="492974" h="113863">
                <a:moveTo>
                  <a:pt x="57619" y="102008"/>
                </a:moveTo>
                <a:cubicBezTo>
                  <a:pt x="52524" y="106342"/>
                  <a:pt x="47621" y="109401"/>
                  <a:pt x="42909" y="111186"/>
                </a:cubicBezTo>
                <a:cubicBezTo>
                  <a:pt x="38196" y="112970"/>
                  <a:pt x="33140" y="113863"/>
                  <a:pt x="27740" y="113863"/>
                </a:cubicBezTo>
                <a:cubicBezTo>
                  <a:pt x="18824" y="113863"/>
                  <a:pt x="11972" y="111683"/>
                  <a:pt x="7183" y="107324"/>
                </a:cubicBezTo>
                <a:cubicBezTo>
                  <a:pt x="2394" y="102965"/>
                  <a:pt x="0" y="97395"/>
                  <a:pt x="0" y="90615"/>
                </a:cubicBezTo>
                <a:cubicBezTo>
                  <a:pt x="0" y="86639"/>
                  <a:pt x="904" y="83008"/>
                  <a:pt x="2713" y="79720"/>
                </a:cubicBezTo>
                <a:cubicBezTo>
                  <a:pt x="4521" y="76431"/>
                  <a:pt x="6890" y="73793"/>
                  <a:pt x="9820" y="71804"/>
                </a:cubicBezTo>
                <a:cubicBezTo>
                  <a:pt x="12749" y="69816"/>
                  <a:pt x="16048" y="68312"/>
                  <a:pt x="19716" y="67293"/>
                </a:cubicBezTo>
                <a:cubicBezTo>
                  <a:pt x="22416" y="66578"/>
                  <a:pt x="26492" y="65890"/>
                  <a:pt x="31943" y="65227"/>
                </a:cubicBezTo>
                <a:cubicBezTo>
                  <a:pt x="43049" y="63912"/>
                  <a:pt x="51225" y="62344"/>
                  <a:pt x="56473" y="60523"/>
                </a:cubicBezTo>
                <a:cubicBezTo>
                  <a:pt x="56524" y="58646"/>
                  <a:pt x="56549" y="57453"/>
                  <a:pt x="56549" y="56946"/>
                </a:cubicBezTo>
                <a:cubicBezTo>
                  <a:pt x="56549" y="51362"/>
                  <a:pt x="55250" y="47429"/>
                  <a:pt x="52652" y="45146"/>
                </a:cubicBezTo>
                <a:cubicBezTo>
                  <a:pt x="49137" y="42050"/>
                  <a:pt x="43915" y="40501"/>
                  <a:pt x="36986" y="40501"/>
                </a:cubicBezTo>
                <a:cubicBezTo>
                  <a:pt x="30516" y="40501"/>
                  <a:pt x="25740" y="41635"/>
                  <a:pt x="22658" y="43902"/>
                </a:cubicBezTo>
                <a:cubicBezTo>
                  <a:pt x="19576" y="46169"/>
                  <a:pt x="17296" y="50181"/>
                  <a:pt x="15818" y="55938"/>
                </a:cubicBezTo>
                <a:lnTo>
                  <a:pt x="2369" y="54104"/>
                </a:lnTo>
                <a:cubicBezTo>
                  <a:pt x="3592" y="48329"/>
                  <a:pt x="5604" y="43666"/>
                  <a:pt x="8406" y="40115"/>
                </a:cubicBezTo>
                <a:cubicBezTo>
                  <a:pt x="11208" y="36563"/>
                  <a:pt x="15258" y="33829"/>
                  <a:pt x="20556" y="31914"/>
                </a:cubicBezTo>
                <a:cubicBezTo>
                  <a:pt x="25855" y="29997"/>
                  <a:pt x="31994" y="29039"/>
                  <a:pt x="38973" y="29039"/>
                </a:cubicBezTo>
                <a:cubicBezTo>
                  <a:pt x="45902" y="29039"/>
                  <a:pt x="51531" y="29854"/>
                  <a:pt x="55861" y="31484"/>
                </a:cubicBezTo>
                <a:cubicBezTo>
                  <a:pt x="60192" y="33114"/>
                  <a:pt x="63376" y="35165"/>
                  <a:pt x="65414" y="37636"/>
                </a:cubicBezTo>
                <a:cubicBezTo>
                  <a:pt x="67451" y="40107"/>
                  <a:pt x="68878" y="43227"/>
                  <a:pt x="69693" y="46997"/>
                </a:cubicBezTo>
                <a:cubicBezTo>
                  <a:pt x="70152" y="49340"/>
                  <a:pt x="70381" y="53569"/>
                  <a:pt x="70381" y="59682"/>
                </a:cubicBezTo>
                <a:lnTo>
                  <a:pt x="70381" y="78023"/>
                </a:lnTo>
                <a:cubicBezTo>
                  <a:pt x="70381" y="90810"/>
                  <a:pt x="70674" y="98897"/>
                  <a:pt x="71260" y="102285"/>
                </a:cubicBezTo>
                <a:cubicBezTo>
                  <a:pt x="71845" y="105673"/>
                  <a:pt x="73004" y="108921"/>
                  <a:pt x="74737" y="112028"/>
                </a:cubicBezTo>
                <a:lnTo>
                  <a:pt x="60370" y="112028"/>
                </a:lnTo>
                <a:cubicBezTo>
                  <a:pt x="58944" y="109172"/>
                  <a:pt x="58027" y="105832"/>
                  <a:pt x="57619" y="102008"/>
                </a:cubicBezTo>
                <a:moveTo>
                  <a:pt x="56473" y="71221"/>
                </a:moveTo>
                <a:cubicBezTo>
                  <a:pt x="51480" y="73277"/>
                  <a:pt x="43991" y="75023"/>
                  <a:pt x="34006" y="76461"/>
                </a:cubicBezTo>
                <a:cubicBezTo>
                  <a:pt x="28351" y="77279"/>
                  <a:pt x="24352" y="78200"/>
                  <a:pt x="22008" y="79224"/>
                </a:cubicBezTo>
                <a:cubicBezTo>
                  <a:pt x="19665" y="80246"/>
                  <a:pt x="17856" y="81742"/>
                  <a:pt x="16583" y="83713"/>
                </a:cubicBezTo>
                <a:cubicBezTo>
                  <a:pt x="15309" y="85683"/>
                  <a:pt x="14672" y="87869"/>
                  <a:pt x="14672" y="90273"/>
                </a:cubicBezTo>
                <a:cubicBezTo>
                  <a:pt x="14672" y="93956"/>
                  <a:pt x="16060" y="97025"/>
                  <a:pt x="18837" y="99482"/>
                </a:cubicBezTo>
                <a:cubicBezTo>
                  <a:pt x="21614" y="101937"/>
                  <a:pt x="25676" y="103164"/>
                  <a:pt x="31026" y="103164"/>
                </a:cubicBezTo>
                <a:cubicBezTo>
                  <a:pt x="36324" y="103164"/>
                  <a:pt x="41036" y="101999"/>
                  <a:pt x="45163" y="99670"/>
                </a:cubicBezTo>
                <a:cubicBezTo>
                  <a:pt x="49289" y="97341"/>
                  <a:pt x="52321" y="94155"/>
                  <a:pt x="54257" y="90111"/>
                </a:cubicBezTo>
                <a:cubicBezTo>
                  <a:pt x="55734" y="86987"/>
                  <a:pt x="56473" y="82380"/>
                  <a:pt x="56473" y="76289"/>
                </a:cubicBezTo>
                <a:lnTo>
                  <a:pt x="56473" y="71221"/>
                </a:lnTo>
                <a:close/>
                <a:moveTo>
                  <a:pt x="91372" y="112028"/>
                </a:moveTo>
                <a:lnTo>
                  <a:pt x="91372" y="0"/>
                </a:lnTo>
                <a:lnTo>
                  <a:pt x="105127" y="0"/>
                </a:lnTo>
                <a:lnTo>
                  <a:pt x="105127" y="112028"/>
                </a:lnTo>
                <a:lnTo>
                  <a:pt x="91372" y="112028"/>
                </a:lnTo>
                <a:close/>
                <a:moveTo>
                  <a:pt x="126116" y="112028"/>
                </a:moveTo>
                <a:lnTo>
                  <a:pt x="126116" y="0"/>
                </a:lnTo>
                <a:lnTo>
                  <a:pt x="139871" y="0"/>
                </a:lnTo>
                <a:lnTo>
                  <a:pt x="139871" y="112028"/>
                </a:lnTo>
                <a:lnTo>
                  <a:pt x="126116" y="112028"/>
                </a:lnTo>
                <a:close/>
                <a:moveTo>
                  <a:pt x="197414" y="112028"/>
                </a:moveTo>
                <a:lnTo>
                  <a:pt x="197414" y="100871"/>
                </a:lnTo>
                <a:lnTo>
                  <a:pt x="249072" y="41571"/>
                </a:lnTo>
                <a:cubicBezTo>
                  <a:pt x="243213" y="41877"/>
                  <a:pt x="238042" y="42030"/>
                  <a:pt x="233559" y="42030"/>
                </a:cubicBezTo>
                <a:lnTo>
                  <a:pt x="200470" y="42030"/>
                </a:lnTo>
                <a:lnTo>
                  <a:pt x="200470" y="30873"/>
                </a:lnTo>
                <a:lnTo>
                  <a:pt x="266801" y="30873"/>
                </a:lnTo>
                <a:lnTo>
                  <a:pt x="266801" y="39967"/>
                </a:lnTo>
                <a:lnTo>
                  <a:pt x="222861" y="91472"/>
                </a:lnTo>
                <a:lnTo>
                  <a:pt x="214378" y="100871"/>
                </a:lnTo>
                <a:cubicBezTo>
                  <a:pt x="220543" y="100413"/>
                  <a:pt x="226325" y="100184"/>
                  <a:pt x="231725" y="100184"/>
                </a:cubicBezTo>
                <a:lnTo>
                  <a:pt x="269246" y="100184"/>
                </a:lnTo>
                <a:lnTo>
                  <a:pt x="269246" y="112028"/>
                </a:lnTo>
                <a:lnTo>
                  <a:pt x="197414" y="112028"/>
                </a:lnTo>
                <a:close/>
                <a:moveTo>
                  <a:pt x="338482" y="85894"/>
                </a:moveTo>
                <a:lnTo>
                  <a:pt x="352695" y="87651"/>
                </a:lnTo>
                <a:cubicBezTo>
                  <a:pt x="350454" y="95955"/>
                  <a:pt x="346302" y="102400"/>
                  <a:pt x="340239" y="106985"/>
                </a:cubicBezTo>
                <a:cubicBezTo>
                  <a:pt x="334177" y="111570"/>
                  <a:pt x="326433" y="113863"/>
                  <a:pt x="317008" y="113863"/>
                </a:cubicBezTo>
                <a:cubicBezTo>
                  <a:pt x="305138" y="113863"/>
                  <a:pt x="295726" y="110207"/>
                  <a:pt x="288772" y="102897"/>
                </a:cubicBezTo>
                <a:cubicBezTo>
                  <a:pt x="281818" y="95586"/>
                  <a:pt x="278341" y="85333"/>
                  <a:pt x="278341" y="72138"/>
                </a:cubicBezTo>
                <a:cubicBezTo>
                  <a:pt x="278341" y="58485"/>
                  <a:pt x="281856" y="47888"/>
                  <a:pt x="288887" y="40349"/>
                </a:cubicBezTo>
                <a:cubicBezTo>
                  <a:pt x="295917" y="32809"/>
                  <a:pt x="305036" y="29039"/>
                  <a:pt x="316244" y="29039"/>
                </a:cubicBezTo>
                <a:cubicBezTo>
                  <a:pt x="327095" y="29039"/>
                  <a:pt x="335960" y="32727"/>
                  <a:pt x="342838" y="40103"/>
                </a:cubicBezTo>
                <a:cubicBezTo>
                  <a:pt x="349715" y="47477"/>
                  <a:pt x="353154" y="57852"/>
                  <a:pt x="353154" y="71229"/>
                </a:cubicBezTo>
                <a:cubicBezTo>
                  <a:pt x="353154" y="72042"/>
                  <a:pt x="353128" y="73262"/>
                  <a:pt x="353078" y="74889"/>
                </a:cubicBezTo>
                <a:lnTo>
                  <a:pt x="292555" y="74889"/>
                </a:lnTo>
                <a:cubicBezTo>
                  <a:pt x="293064" y="83779"/>
                  <a:pt x="295586" y="90587"/>
                  <a:pt x="300120" y="95312"/>
                </a:cubicBezTo>
                <a:cubicBezTo>
                  <a:pt x="304654" y="100037"/>
                  <a:pt x="310309" y="102400"/>
                  <a:pt x="317085" y="102400"/>
                </a:cubicBezTo>
                <a:cubicBezTo>
                  <a:pt x="322128" y="102400"/>
                  <a:pt x="326433" y="101088"/>
                  <a:pt x="329999" y="98464"/>
                </a:cubicBezTo>
                <a:cubicBezTo>
                  <a:pt x="333566" y="95839"/>
                  <a:pt x="336393" y="91649"/>
                  <a:pt x="338482" y="85894"/>
                </a:cubicBezTo>
                <a:moveTo>
                  <a:pt x="293319" y="63427"/>
                </a:moveTo>
                <a:lnTo>
                  <a:pt x="338635" y="63427"/>
                </a:lnTo>
                <a:cubicBezTo>
                  <a:pt x="338023" y="56712"/>
                  <a:pt x="336291" y="51675"/>
                  <a:pt x="333438" y="48318"/>
                </a:cubicBezTo>
                <a:cubicBezTo>
                  <a:pt x="329057" y="43107"/>
                  <a:pt x="323376" y="40501"/>
                  <a:pt x="316397" y="40501"/>
                </a:cubicBezTo>
                <a:cubicBezTo>
                  <a:pt x="310080" y="40501"/>
                  <a:pt x="304769" y="42581"/>
                  <a:pt x="300464" y="46741"/>
                </a:cubicBezTo>
                <a:cubicBezTo>
                  <a:pt x="296159" y="50900"/>
                  <a:pt x="293777" y="56462"/>
                  <a:pt x="293319" y="63427"/>
                </a:cubicBezTo>
                <a:close/>
                <a:moveTo>
                  <a:pt x="369790" y="112028"/>
                </a:moveTo>
                <a:lnTo>
                  <a:pt x="369790" y="30873"/>
                </a:lnTo>
                <a:lnTo>
                  <a:pt x="382169" y="30873"/>
                </a:lnTo>
                <a:lnTo>
                  <a:pt x="382169" y="43100"/>
                </a:lnTo>
                <a:cubicBezTo>
                  <a:pt x="385328" y="37375"/>
                  <a:pt x="388245" y="33600"/>
                  <a:pt x="390919" y="31775"/>
                </a:cubicBezTo>
                <a:cubicBezTo>
                  <a:pt x="393594" y="29951"/>
                  <a:pt x="396536" y="29039"/>
                  <a:pt x="399746" y="29039"/>
                </a:cubicBezTo>
                <a:cubicBezTo>
                  <a:pt x="404382" y="29039"/>
                  <a:pt x="409094" y="30510"/>
                  <a:pt x="413883" y="33452"/>
                </a:cubicBezTo>
                <a:lnTo>
                  <a:pt x="409145" y="46156"/>
                </a:lnTo>
                <a:cubicBezTo>
                  <a:pt x="405783" y="44169"/>
                  <a:pt x="402420" y="43176"/>
                  <a:pt x="399058" y="43176"/>
                </a:cubicBezTo>
                <a:cubicBezTo>
                  <a:pt x="396052" y="43176"/>
                  <a:pt x="393352" y="44082"/>
                  <a:pt x="390957" y="45894"/>
                </a:cubicBezTo>
                <a:cubicBezTo>
                  <a:pt x="388563" y="47704"/>
                  <a:pt x="386856" y="50215"/>
                  <a:pt x="385837" y="53428"/>
                </a:cubicBezTo>
                <a:cubicBezTo>
                  <a:pt x="384309" y="58323"/>
                  <a:pt x="383545" y="63678"/>
                  <a:pt x="383545" y="69492"/>
                </a:cubicBezTo>
                <a:lnTo>
                  <a:pt x="383545" y="112028"/>
                </a:lnTo>
                <a:lnTo>
                  <a:pt x="369790" y="112028"/>
                </a:lnTo>
                <a:close/>
                <a:moveTo>
                  <a:pt x="416938" y="71451"/>
                </a:moveTo>
                <a:cubicBezTo>
                  <a:pt x="416938" y="56422"/>
                  <a:pt x="421116" y="45290"/>
                  <a:pt x="429471" y="38056"/>
                </a:cubicBezTo>
                <a:cubicBezTo>
                  <a:pt x="436450" y="32045"/>
                  <a:pt x="444958" y="29039"/>
                  <a:pt x="454994" y="29039"/>
                </a:cubicBezTo>
                <a:cubicBezTo>
                  <a:pt x="466151" y="29039"/>
                  <a:pt x="475270" y="32694"/>
                  <a:pt x="482352" y="40005"/>
                </a:cubicBezTo>
                <a:cubicBezTo>
                  <a:pt x="489433" y="47315"/>
                  <a:pt x="492974" y="57415"/>
                  <a:pt x="492974" y="70304"/>
                </a:cubicBezTo>
                <a:cubicBezTo>
                  <a:pt x="492974" y="80748"/>
                  <a:pt x="491407" y="88963"/>
                  <a:pt x="488274" y="94949"/>
                </a:cubicBezTo>
                <a:cubicBezTo>
                  <a:pt x="485141" y="100935"/>
                  <a:pt x="480582" y="105584"/>
                  <a:pt x="474595" y="108895"/>
                </a:cubicBezTo>
                <a:cubicBezTo>
                  <a:pt x="468609" y="112207"/>
                  <a:pt x="462076" y="113863"/>
                  <a:pt x="454994" y="113863"/>
                </a:cubicBezTo>
                <a:cubicBezTo>
                  <a:pt x="443634" y="113863"/>
                  <a:pt x="434451" y="110220"/>
                  <a:pt x="427446" y="102935"/>
                </a:cubicBezTo>
                <a:cubicBezTo>
                  <a:pt x="420441" y="95650"/>
                  <a:pt x="416938" y="85155"/>
                  <a:pt x="416938" y="71451"/>
                </a:cubicBezTo>
                <a:moveTo>
                  <a:pt x="431076" y="71412"/>
                </a:moveTo>
                <a:cubicBezTo>
                  <a:pt x="431076" y="81767"/>
                  <a:pt x="433343" y="89520"/>
                  <a:pt x="437877" y="94672"/>
                </a:cubicBezTo>
                <a:cubicBezTo>
                  <a:pt x="442411" y="99824"/>
                  <a:pt x="448117" y="102400"/>
                  <a:pt x="454994" y="102400"/>
                </a:cubicBezTo>
                <a:cubicBezTo>
                  <a:pt x="461821" y="102400"/>
                  <a:pt x="467501" y="99811"/>
                  <a:pt x="472035" y="94634"/>
                </a:cubicBezTo>
                <a:cubicBezTo>
                  <a:pt x="476570" y="89457"/>
                  <a:pt x="478837" y="81564"/>
                  <a:pt x="478837" y="70956"/>
                </a:cubicBezTo>
                <a:cubicBezTo>
                  <a:pt x="478837" y="60957"/>
                  <a:pt x="476557" y="53381"/>
                  <a:pt x="471997" y="48229"/>
                </a:cubicBezTo>
                <a:cubicBezTo>
                  <a:pt x="467438" y="43077"/>
                  <a:pt x="461770" y="40501"/>
                  <a:pt x="454994" y="40501"/>
                </a:cubicBezTo>
                <a:cubicBezTo>
                  <a:pt x="448117" y="40501"/>
                  <a:pt x="442411" y="43065"/>
                  <a:pt x="437877" y="48191"/>
                </a:cubicBezTo>
                <a:cubicBezTo>
                  <a:pt x="433343" y="53317"/>
                  <a:pt x="431076" y="61058"/>
                  <a:pt x="431076" y="714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09DD2-C5A1-42D4-8C93-C69DB74E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5684375"/>
            <a:ext cx="1465443" cy="598413"/>
          </a:xfrm>
          <a:custGeom xmlns:a="http://schemas.openxmlformats.org/drawingml/2006/main">
            <a:pathLst>
              <a:path w="1465443" h="598413">
                <a:moveTo>
                  <a:pt x="89776" y="0"/>
                </a:moveTo>
                <a:lnTo>
                  <a:pt x="1375667" y="0"/>
                </a:lnTo>
                <a:cubicBezTo>
                  <a:pt x="1381561" y="0"/>
                  <a:pt x="1387400" y="575"/>
                  <a:pt x="1393181" y="1724"/>
                </a:cubicBezTo>
                <a:cubicBezTo>
                  <a:pt x="1398962" y="2875"/>
                  <a:pt x="1404576" y="4577"/>
                  <a:pt x="1410022" y="6833"/>
                </a:cubicBezTo>
                <a:cubicBezTo>
                  <a:pt x="1415468" y="9089"/>
                  <a:pt x="1420642" y="11854"/>
                  <a:pt x="1425543" y="15129"/>
                </a:cubicBezTo>
                <a:cubicBezTo>
                  <a:pt x="1430444" y="18404"/>
                  <a:pt x="1434980" y="22125"/>
                  <a:pt x="1439148" y="26294"/>
                </a:cubicBezTo>
                <a:cubicBezTo>
                  <a:pt x="1443316" y="30463"/>
                  <a:pt x="1447038" y="34997"/>
                  <a:pt x="1450313" y="39898"/>
                </a:cubicBezTo>
                <a:cubicBezTo>
                  <a:pt x="1453588" y="44800"/>
                  <a:pt x="1456353" y="49973"/>
                  <a:pt x="1458609" y="55419"/>
                </a:cubicBezTo>
                <a:cubicBezTo>
                  <a:pt x="1460864" y="60866"/>
                  <a:pt x="1462568" y="66480"/>
                  <a:pt x="1463718" y="72261"/>
                </a:cubicBezTo>
                <a:cubicBezTo>
                  <a:pt x="1464868" y="78043"/>
                  <a:pt x="1465443" y="83881"/>
                  <a:pt x="1465443" y="89776"/>
                </a:cubicBezTo>
                <a:lnTo>
                  <a:pt x="1465443" y="508637"/>
                </a:lnTo>
                <a:cubicBezTo>
                  <a:pt x="1465443" y="514531"/>
                  <a:pt x="1464868" y="520370"/>
                  <a:pt x="1463718" y="526151"/>
                </a:cubicBezTo>
                <a:cubicBezTo>
                  <a:pt x="1462568" y="531932"/>
                  <a:pt x="1460864" y="537546"/>
                  <a:pt x="1458609" y="542992"/>
                </a:cubicBezTo>
                <a:cubicBezTo>
                  <a:pt x="1456353" y="548438"/>
                  <a:pt x="1453588" y="553611"/>
                  <a:pt x="1450313" y="558513"/>
                </a:cubicBezTo>
                <a:cubicBezTo>
                  <a:pt x="1447038" y="563415"/>
                  <a:pt x="1443316" y="567949"/>
                  <a:pt x="1439148" y="572118"/>
                </a:cubicBezTo>
                <a:cubicBezTo>
                  <a:pt x="1434980" y="576285"/>
                  <a:pt x="1430444" y="580007"/>
                  <a:pt x="1425543" y="583282"/>
                </a:cubicBezTo>
                <a:cubicBezTo>
                  <a:pt x="1420642" y="586557"/>
                  <a:pt x="1415468" y="589323"/>
                  <a:pt x="1410022" y="591578"/>
                </a:cubicBezTo>
                <a:cubicBezTo>
                  <a:pt x="1404576" y="593834"/>
                  <a:pt x="1398962" y="595537"/>
                  <a:pt x="1393181" y="596687"/>
                </a:cubicBezTo>
                <a:cubicBezTo>
                  <a:pt x="1387400" y="597838"/>
                  <a:pt x="1381561" y="598413"/>
                  <a:pt x="1375667" y="598413"/>
                </a:cubicBezTo>
                <a:lnTo>
                  <a:pt x="89776" y="598413"/>
                </a:lnTo>
                <a:cubicBezTo>
                  <a:pt x="83881" y="598413"/>
                  <a:pt x="78043" y="597838"/>
                  <a:pt x="72261" y="596687"/>
                </a:cubicBezTo>
                <a:cubicBezTo>
                  <a:pt x="66480" y="595537"/>
                  <a:pt x="60866" y="593834"/>
                  <a:pt x="55419" y="591578"/>
                </a:cubicBezTo>
                <a:cubicBezTo>
                  <a:pt x="49973" y="589323"/>
                  <a:pt x="44800" y="586557"/>
                  <a:pt x="39899" y="583282"/>
                </a:cubicBezTo>
                <a:cubicBezTo>
                  <a:pt x="34997" y="580007"/>
                  <a:pt x="30463" y="576286"/>
                  <a:pt x="26294" y="572118"/>
                </a:cubicBezTo>
                <a:cubicBezTo>
                  <a:pt x="22126" y="567949"/>
                  <a:pt x="18405" y="563415"/>
                  <a:pt x="15130" y="558513"/>
                </a:cubicBezTo>
                <a:cubicBezTo>
                  <a:pt x="11854" y="553611"/>
                  <a:pt x="9089" y="548438"/>
                  <a:pt x="6834" y="542992"/>
                </a:cubicBezTo>
                <a:cubicBezTo>
                  <a:pt x="4577" y="537546"/>
                  <a:pt x="2875" y="531932"/>
                  <a:pt x="1725" y="526151"/>
                </a:cubicBezTo>
                <a:cubicBezTo>
                  <a:pt x="575" y="520370"/>
                  <a:pt x="0" y="514531"/>
                  <a:pt x="0" y="508637"/>
                </a:cubicBezTo>
                <a:lnTo>
                  <a:pt x="0" y="89776"/>
                </a:lnTo>
                <a:cubicBezTo>
                  <a:pt x="0" y="83881"/>
                  <a:pt x="575" y="78043"/>
                  <a:pt x="1725" y="72262"/>
                </a:cubicBezTo>
                <a:cubicBezTo>
                  <a:pt x="2875" y="66480"/>
                  <a:pt x="4577" y="60866"/>
                  <a:pt x="6834" y="55420"/>
                </a:cubicBezTo>
                <a:cubicBezTo>
                  <a:pt x="9089" y="49974"/>
                  <a:pt x="11855" y="44800"/>
                  <a:pt x="15130" y="39899"/>
                </a:cubicBezTo>
                <a:cubicBezTo>
                  <a:pt x="18405" y="34998"/>
                  <a:pt x="22127" y="30463"/>
                  <a:pt x="26295" y="26295"/>
                </a:cubicBezTo>
                <a:cubicBezTo>
                  <a:pt x="30463" y="22126"/>
                  <a:pt x="34998" y="18405"/>
                  <a:pt x="39899" y="15129"/>
                </a:cubicBezTo>
                <a:cubicBezTo>
                  <a:pt x="44800" y="11854"/>
                  <a:pt x="49974" y="9089"/>
                  <a:pt x="55420" y="6833"/>
                </a:cubicBezTo>
                <a:cubicBezTo>
                  <a:pt x="60866" y="4578"/>
                  <a:pt x="66480" y="2875"/>
                  <a:pt x="72261" y="1725"/>
                </a:cubicBezTo>
                <a:cubicBezTo>
                  <a:pt x="78043" y="575"/>
                  <a:pt x="83881" y="0"/>
                  <a:pt x="89776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CB8CC-155C-40B9-B26B-C636BB48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5684375"/>
            <a:ext cx="1465443" cy="598413"/>
          </a:xfrm>
          <a:custGeom xmlns:a="http://schemas.openxmlformats.org/drawingml/2006/main">
            <a:pathLst>
              <a:path w="1465443" h="598413" fill="none">
                <a:moveTo>
                  <a:pt x="89776" y="0"/>
                </a:moveTo>
                <a:lnTo>
                  <a:pt x="1375667" y="0"/>
                </a:lnTo>
                <a:cubicBezTo>
                  <a:pt x="1381561" y="0"/>
                  <a:pt x="1387400" y="575"/>
                  <a:pt x="1393181" y="1724"/>
                </a:cubicBezTo>
                <a:cubicBezTo>
                  <a:pt x="1398962" y="2875"/>
                  <a:pt x="1404576" y="4577"/>
                  <a:pt x="1410022" y="6833"/>
                </a:cubicBezTo>
                <a:cubicBezTo>
                  <a:pt x="1415468" y="9089"/>
                  <a:pt x="1420642" y="11854"/>
                  <a:pt x="1425543" y="15129"/>
                </a:cubicBezTo>
                <a:cubicBezTo>
                  <a:pt x="1430444" y="18404"/>
                  <a:pt x="1434980" y="22125"/>
                  <a:pt x="1439148" y="26294"/>
                </a:cubicBezTo>
                <a:cubicBezTo>
                  <a:pt x="1443316" y="30463"/>
                  <a:pt x="1447038" y="34997"/>
                  <a:pt x="1450313" y="39898"/>
                </a:cubicBezTo>
                <a:cubicBezTo>
                  <a:pt x="1453588" y="44800"/>
                  <a:pt x="1456353" y="49973"/>
                  <a:pt x="1458609" y="55419"/>
                </a:cubicBezTo>
                <a:cubicBezTo>
                  <a:pt x="1460864" y="60866"/>
                  <a:pt x="1462568" y="66480"/>
                  <a:pt x="1463718" y="72261"/>
                </a:cubicBezTo>
                <a:cubicBezTo>
                  <a:pt x="1464868" y="78043"/>
                  <a:pt x="1465443" y="83881"/>
                  <a:pt x="1465443" y="89776"/>
                </a:cubicBezTo>
                <a:lnTo>
                  <a:pt x="1465443" y="508637"/>
                </a:lnTo>
                <a:cubicBezTo>
                  <a:pt x="1465443" y="514531"/>
                  <a:pt x="1464868" y="520370"/>
                  <a:pt x="1463718" y="526151"/>
                </a:cubicBezTo>
                <a:cubicBezTo>
                  <a:pt x="1462568" y="531932"/>
                  <a:pt x="1460864" y="537546"/>
                  <a:pt x="1458609" y="542992"/>
                </a:cubicBezTo>
                <a:cubicBezTo>
                  <a:pt x="1456353" y="548438"/>
                  <a:pt x="1453588" y="553611"/>
                  <a:pt x="1450313" y="558513"/>
                </a:cubicBezTo>
                <a:cubicBezTo>
                  <a:pt x="1447038" y="563415"/>
                  <a:pt x="1443316" y="567949"/>
                  <a:pt x="1439148" y="572118"/>
                </a:cubicBezTo>
                <a:cubicBezTo>
                  <a:pt x="1434980" y="576285"/>
                  <a:pt x="1430444" y="580007"/>
                  <a:pt x="1425543" y="583282"/>
                </a:cubicBezTo>
                <a:cubicBezTo>
                  <a:pt x="1420642" y="586557"/>
                  <a:pt x="1415468" y="589323"/>
                  <a:pt x="1410022" y="591578"/>
                </a:cubicBezTo>
                <a:cubicBezTo>
                  <a:pt x="1404576" y="593834"/>
                  <a:pt x="1398962" y="595537"/>
                  <a:pt x="1393181" y="596687"/>
                </a:cubicBezTo>
                <a:cubicBezTo>
                  <a:pt x="1387400" y="597838"/>
                  <a:pt x="1381561" y="598413"/>
                  <a:pt x="1375667" y="598413"/>
                </a:cubicBezTo>
                <a:lnTo>
                  <a:pt x="89776" y="598413"/>
                </a:lnTo>
                <a:cubicBezTo>
                  <a:pt x="83881" y="598413"/>
                  <a:pt x="78043" y="597838"/>
                  <a:pt x="72261" y="596687"/>
                </a:cubicBezTo>
                <a:cubicBezTo>
                  <a:pt x="66480" y="595537"/>
                  <a:pt x="60866" y="593834"/>
                  <a:pt x="55419" y="591578"/>
                </a:cubicBezTo>
                <a:cubicBezTo>
                  <a:pt x="49973" y="589323"/>
                  <a:pt x="44800" y="586557"/>
                  <a:pt x="39899" y="583282"/>
                </a:cubicBezTo>
                <a:cubicBezTo>
                  <a:pt x="34997" y="580007"/>
                  <a:pt x="30463" y="576286"/>
                  <a:pt x="26294" y="572118"/>
                </a:cubicBezTo>
                <a:cubicBezTo>
                  <a:pt x="22126" y="567949"/>
                  <a:pt x="18405" y="563415"/>
                  <a:pt x="15130" y="558513"/>
                </a:cubicBezTo>
                <a:cubicBezTo>
                  <a:pt x="11854" y="553611"/>
                  <a:pt x="9089" y="548438"/>
                  <a:pt x="6834" y="542992"/>
                </a:cubicBezTo>
                <a:cubicBezTo>
                  <a:pt x="4577" y="537546"/>
                  <a:pt x="2875" y="531932"/>
                  <a:pt x="1725" y="526151"/>
                </a:cubicBezTo>
                <a:cubicBezTo>
                  <a:pt x="575" y="520370"/>
                  <a:pt x="0" y="514531"/>
                  <a:pt x="0" y="508637"/>
                </a:cubicBezTo>
                <a:lnTo>
                  <a:pt x="0" y="89776"/>
                </a:lnTo>
                <a:cubicBezTo>
                  <a:pt x="0" y="83881"/>
                  <a:pt x="575" y="78043"/>
                  <a:pt x="1725" y="72262"/>
                </a:cubicBezTo>
                <a:cubicBezTo>
                  <a:pt x="2875" y="66480"/>
                  <a:pt x="4577" y="60866"/>
                  <a:pt x="6834" y="55420"/>
                </a:cubicBezTo>
                <a:cubicBezTo>
                  <a:pt x="9089" y="49974"/>
                  <a:pt x="11855" y="44800"/>
                  <a:pt x="15130" y="39899"/>
                </a:cubicBezTo>
                <a:cubicBezTo>
                  <a:pt x="18405" y="34998"/>
                  <a:pt x="22127" y="30463"/>
                  <a:pt x="26295" y="26295"/>
                </a:cubicBezTo>
                <a:cubicBezTo>
                  <a:pt x="30463" y="22126"/>
                  <a:pt x="34998" y="18405"/>
                  <a:pt x="39899" y="15129"/>
                </a:cubicBezTo>
                <a:cubicBezTo>
                  <a:pt x="44800" y="11854"/>
                  <a:pt x="49974" y="9089"/>
                  <a:pt x="55420" y="6833"/>
                </a:cubicBezTo>
                <a:cubicBezTo>
                  <a:pt x="60866" y="4578"/>
                  <a:pt x="66480" y="2875"/>
                  <a:pt x="72261" y="1725"/>
                </a:cubicBezTo>
                <a:cubicBezTo>
                  <a:pt x="78043" y="575"/>
                  <a:pt x="83881" y="0"/>
                  <a:pt x="89776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85" name="Text reserved">
            <a:extLst xmlns:a="http://schemas.openxmlformats.org/drawingml/2006/main">
              <a:ext uri="{FF2B5EF4-FFF2-40B4-BE49-F238E27FC236}">
                <a16:creationId xmlns:a16="http://schemas.microsoft.com/office/drawing/2014/main" id="{C75A02FC-6327-4935-8D3F-3D88AAA8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2191" y="5915233"/>
            <a:ext cx="587349" cy="113863"/>
          </a:xfrm>
          <a:custGeom xmlns:a="http://schemas.openxmlformats.org/drawingml/2006/main">
            <a:pathLst>
              <a:path w="587349" h="113863">
                <a:moveTo>
                  <a:pt x="0" y="112028"/>
                </a:moveTo>
                <a:lnTo>
                  <a:pt x="0" y="30873"/>
                </a:lnTo>
                <a:lnTo>
                  <a:pt x="12380" y="30873"/>
                </a:lnTo>
                <a:lnTo>
                  <a:pt x="12380" y="43100"/>
                </a:lnTo>
                <a:cubicBezTo>
                  <a:pt x="15538" y="37375"/>
                  <a:pt x="18455" y="33600"/>
                  <a:pt x="21130" y="31775"/>
                </a:cubicBezTo>
                <a:cubicBezTo>
                  <a:pt x="23804" y="29951"/>
                  <a:pt x="26746" y="29039"/>
                  <a:pt x="29956" y="29039"/>
                </a:cubicBezTo>
                <a:cubicBezTo>
                  <a:pt x="34592" y="29039"/>
                  <a:pt x="39304" y="30510"/>
                  <a:pt x="44093" y="33452"/>
                </a:cubicBezTo>
                <a:lnTo>
                  <a:pt x="39355" y="46156"/>
                </a:lnTo>
                <a:cubicBezTo>
                  <a:pt x="35993" y="44169"/>
                  <a:pt x="32630" y="43176"/>
                  <a:pt x="29268" y="43176"/>
                </a:cubicBezTo>
                <a:cubicBezTo>
                  <a:pt x="26262" y="43176"/>
                  <a:pt x="23562" y="44082"/>
                  <a:pt x="21168" y="45894"/>
                </a:cubicBezTo>
                <a:cubicBezTo>
                  <a:pt x="18773" y="47704"/>
                  <a:pt x="17067" y="50215"/>
                  <a:pt x="16048" y="53428"/>
                </a:cubicBezTo>
                <a:cubicBezTo>
                  <a:pt x="14519" y="58323"/>
                  <a:pt x="13755" y="63678"/>
                  <a:pt x="13755" y="69492"/>
                </a:cubicBezTo>
                <a:lnTo>
                  <a:pt x="13755" y="112028"/>
                </a:lnTo>
                <a:lnTo>
                  <a:pt x="0" y="112028"/>
                </a:lnTo>
                <a:close/>
                <a:moveTo>
                  <a:pt x="107824" y="85894"/>
                </a:moveTo>
                <a:lnTo>
                  <a:pt x="122038" y="87651"/>
                </a:lnTo>
                <a:cubicBezTo>
                  <a:pt x="119796" y="95955"/>
                  <a:pt x="115644" y="102400"/>
                  <a:pt x="109582" y="106985"/>
                </a:cubicBezTo>
                <a:cubicBezTo>
                  <a:pt x="103519" y="111570"/>
                  <a:pt x="95776" y="113863"/>
                  <a:pt x="86351" y="113863"/>
                </a:cubicBezTo>
                <a:cubicBezTo>
                  <a:pt x="74481" y="113863"/>
                  <a:pt x="65068" y="110207"/>
                  <a:pt x="58114" y="102897"/>
                </a:cubicBezTo>
                <a:cubicBezTo>
                  <a:pt x="51160" y="95586"/>
                  <a:pt x="47683" y="85333"/>
                  <a:pt x="47683" y="72138"/>
                </a:cubicBezTo>
                <a:cubicBezTo>
                  <a:pt x="47683" y="58485"/>
                  <a:pt x="51199" y="47888"/>
                  <a:pt x="58229" y="40349"/>
                </a:cubicBezTo>
                <a:cubicBezTo>
                  <a:pt x="65260" y="32809"/>
                  <a:pt x="74379" y="29039"/>
                  <a:pt x="85587" y="29039"/>
                </a:cubicBezTo>
                <a:cubicBezTo>
                  <a:pt x="96438" y="29039"/>
                  <a:pt x="105302" y="32727"/>
                  <a:pt x="112180" y="40103"/>
                </a:cubicBezTo>
                <a:cubicBezTo>
                  <a:pt x="119058" y="47477"/>
                  <a:pt x="122496" y="57852"/>
                  <a:pt x="122496" y="71229"/>
                </a:cubicBezTo>
                <a:cubicBezTo>
                  <a:pt x="122496" y="72042"/>
                  <a:pt x="122471" y="73262"/>
                  <a:pt x="122420" y="74889"/>
                </a:cubicBezTo>
                <a:lnTo>
                  <a:pt x="61897" y="74889"/>
                </a:lnTo>
                <a:cubicBezTo>
                  <a:pt x="62407" y="83779"/>
                  <a:pt x="64928" y="90587"/>
                  <a:pt x="69462" y="95312"/>
                </a:cubicBezTo>
                <a:cubicBezTo>
                  <a:pt x="73997" y="100037"/>
                  <a:pt x="79652" y="102400"/>
                  <a:pt x="86427" y="102400"/>
                </a:cubicBezTo>
                <a:cubicBezTo>
                  <a:pt x="91471" y="102400"/>
                  <a:pt x="95776" y="101088"/>
                  <a:pt x="99342" y="98464"/>
                </a:cubicBezTo>
                <a:cubicBezTo>
                  <a:pt x="102908" y="95839"/>
                  <a:pt x="105735" y="91649"/>
                  <a:pt x="107824" y="85894"/>
                </a:cubicBezTo>
                <a:moveTo>
                  <a:pt x="62661" y="63427"/>
                </a:moveTo>
                <a:lnTo>
                  <a:pt x="107977" y="63427"/>
                </a:lnTo>
                <a:cubicBezTo>
                  <a:pt x="107366" y="56712"/>
                  <a:pt x="105634" y="51675"/>
                  <a:pt x="102781" y="48318"/>
                </a:cubicBezTo>
                <a:cubicBezTo>
                  <a:pt x="98399" y="43107"/>
                  <a:pt x="92719" y="40501"/>
                  <a:pt x="85739" y="40501"/>
                </a:cubicBezTo>
                <a:cubicBezTo>
                  <a:pt x="79422" y="40501"/>
                  <a:pt x="74111" y="42581"/>
                  <a:pt x="69806" y="46741"/>
                </a:cubicBezTo>
                <a:cubicBezTo>
                  <a:pt x="65502" y="50900"/>
                  <a:pt x="63120" y="56462"/>
                  <a:pt x="62661" y="63427"/>
                </a:cubicBezTo>
                <a:close/>
                <a:moveTo>
                  <a:pt x="133783" y="87728"/>
                </a:moveTo>
                <a:lnTo>
                  <a:pt x="147385" y="85588"/>
                </a:lnTo>
                <a:cubicBezTo>
                  <a:pt x="148149" y="91015"/>
                  <a:pt x="150276" y="95174"/>
                  <a:pt x="153766" y="98066"/>
                </a:cubicBezTo>
                <a:cubicBezTo>
                  <a:pt x="157256" y="100955"/>
                  <a:pt x="162134" y="102400"/>
                  <a:pt x="168400" y="102400"/>
                </a:cubicBezTo>
                <a:cubicBezTo>
                  <a:pt x="174717" y="102400"/>
                  <a:pt x="179404" y="101124"/>
                  <a:pt x="182461" y="98572"/>
                </a:cubicBezTo>
                <a:cubicBezTo>
                  <a:pt x="185517" y="96018"/>
                  <a:pt x="187046" y="93024"/>
                  <a:pt x="187046" y="89588"/>
                </a:cubicBezTo>
                <a:cubicBezTo>
                  <a:pt x="187046" y="86504"/>
                  <a:pt x="185696" y="84078"/>
                  <a:pt x="182996" y="82309"/>
                </a:cubicBezTo>
                <a:cubicBezTo>
                  <a:pt x="181111" y="81096"/>
                  <a:pt x="176424" y="79554"/>
                  <a:pt x="168935" y="77683"/>
                </a:cubicBezTo>
                <a:cubicBezTo>
                  <a:pt x="158848" y="75135"/>
                  <a:pt x="151855" y="72930"/>
                  <a:pt x="147958" y="71069"/>
                </a:cubicBezTo>
                <a:cubicBezTo>
                  <a:pt x="144061" y="69207"/>
                  <a:pt x="141106" y="66632"/>
                  <a:pt x="139094" y="63343"/>
                </a:cubicBezTo>
                <a:cubicBezTo>
                  <a:pt x="137081" y="60054"/>
                  <a:pt x="136075" y="56421"/>
                  <a:pt x="136075" y="52444"/>
                </a:cubicBezTo>
                <a:cubicBezTo>
                  <a:pt x="136075" y="48824"/>
                  <a:pt x="136903" y="45471"/>
                  <a:pt x="138559" y="42386"/>
                </a:cubicBezTo>
                <a:cubicBezTo>
                  <a:pt x="140214" y="39300"/>
                  <a:pt x="142469" y="36738"/>
                  <a:pt x="145322" y="34698"/>
                </a:cubicBezTo>
                <a:cubicBezTo>
                  <a:pt x="147461" y="33118"/>
                  <a:pt x="150378" y="31779"/>
                  <a:pt x="154072" y="30684"/>
                </a:cubicBezTo>
                <a:cubicBezTo>
                  <a:pt x="157765" y="29587"/>
                  <a:pt x="161726" y="29039"/>
                  <a:pt x="165955" y="29039"/>
                </a:cubicBezTo>
                <a:cubicBezTo>
                  <a:pt x="172323" y="29039"/>
                  <a:pt x="177914" y="29962"/>
                  <a:pt x="182728" y="31809"/>
                </a:cubicBezTo>
                <a:cubicBezTo>
                  <a:pt x="187543" y="33654"/>
                  <a:pt x="191096" y="36154"/>
                  <a:pt x="193389" y="39310"/>
                </a:cubicBezTo>
                <a:cubicBezTo>
                  <a:pt x="195681" y="42464"/>
                  <a:pt x="197260" y="46682"/>
                  <a:pt x="198126" y="51964"/>
                </a:cubicBezTo>
                <a:lnTo>
                  <a:pt x="184677" y="53798"/>
                </a:lnTo>
                <a:cubicBezTo>
                  <a:pt x="184066" y="49621"/>
                  <a:pt x="182295" y="46360"/>
                  <a:pt x="179366" y="44017"/>
                </a:cubicBezTo>
                <a:cubicBezTo>
                  <a:pt x="176436" y="41673"/>
                  <a:pt x="172297" y="40501"/>
                  <a:pt x="166948" y="40501"/>
                </a:cubicBezTo>
                <a:cubicBezTo>
                  <a:pt x="160631" y="40501"/>
                  <a:pt x="156122" y="41541"/>
                  <a:pt x="153422" y="43620"/>
                </a:cubicBezTo>
                <a:cubicBezTo>
                  <a:pt x="150722" y="45698"/>
                  <a:pt x="149372" y="48131"/>
                  <a:pt x="149372" y="50921"/>
                </a:cubicBezTo>
                <a:cubicBezTo>
                  <a:pt x="149372" y="52694"/>
                  <a:pt x="149932" y="54291"/>
                  <a:pt x="151053" y="55711"/>
                </a:cubicBezTo>
                <a:cubicBezTo>
                  <a:pt x="152174" y="57180"/>
                  <a:pt x="153931" y="58397"/>
                  <a:pt x="156326" y="59360"/>
                </a:cubicBezTo>
                <a:cubicBezTo>
                  <a:pt x="157701" y="59868"/>
                  <a:pt x="161752" y="61034"/>
                  <a:pt x="168476" y="62858"/>
                </a:cubicBezTo>
                <a:cubicBezTo>
                  <a:pt x="178207" y="65455"/>
                  <a:pt x="184995" y="67580"/>
                  <a:pt x="188842" y="69235"/>
                </a:cubicBezTo>
                <a:cubicBezTo>
                  <a:pt x="192688" y="70889"/>
                  <a:pt x="195707" y="73294"/>
                  <a:pt x="197897" y="76451"/>
                </a:cubicBezTo>
                <a:cubicBezTo>
                  <a:pt x="200088" y="79607"/>
                  <a:pt x="201183" y="83525"/>
                  <a:pt x="201183" y="88208"/>
                </a:cubicBezTo>
                <a:cubicBezTo>
                  <a:pt x="201183" y="92790"/>
                  <a:pt x="199846" y="97104"/>
                  <a:pt x="197171" y="101151"/>
                </a:cubicBezTo>
                <a:cubicBezTo>
                  <a:pt x="194497" y="105196"/>
                  <a:pt x="190637" y="108326"/>
                  <a:pt x="185594" y="110541"/>
                </a:cubicBezTo>
                <a:cubicBezTo>
                  <a:pt x="180550" y="112755"/>
                  <a:pt x="174844" y="113863"/>
                  <a:pt x="168476" y="113863"/>
                </a:cubicBezTo>
                <a:cubicBezTo>
                  <a:pt x="157931" y="113863"/>
                  <a:pt x="149894" y="111666"/>
                  <a:pt x="144366" y="107271"/>
                </a:cubicBezTo>
                <a:cubicBezTo>
                  <a:pt x="138839" y="102877"/>
                  <a:pt x="135311" y="96363"/>
                  <a:pt x="133783" y="87728"/>
                </a:cubicBezTo>
                <a:close/>
                <a:moveTo>
                  <a:pt x="273092" y="85894"/>
                </a:moveTo>
                <a:lnTo>
                  <a:pt x="287306" y="87651"/>
                </a:lnTo>
                <a:cubicBezTo>
                  <a:pt x="285064" y="95955"/>
                  <a:pt x="280912" y="102400"/>
                  <a:pt x="274850" y="106985"/>
                </a:cubicBezTo>
                <a:cubicBezTo>
                  <a:pt x="268787" y="111570"/>
                  <a:pt x="261043" y="113863"/>
                  <a:pt x="251619" y="113863"/>
                </a:cubicBezTo>
                <a:cubicBezTo>
                  <a:pt x="239748" y="113863"/>
                  <a:pt x="230336" y="110207"/>
                  <a:pt x="223382" y="102897"/>
                </a:cubicBezTo>
                <a:cubicBezTo>
                  <a:pt x="216428" y="95586"/>
                  <a:pt x="212951" y="85333"/>
                  <a:pt x="212951" y="72138"/>
                </a:cubicBezTo>
                <a:cubicBezTo>
                  <a:pt x="212951" y="58485"/>
                  <a:pt x="216466" y="47888"/>
                  <a:pt x="223497" y="40349"/>
                </a:cubicBezTo>
                <a:cubicBezTo>
                  <a:pt x="230527" y="32809"/>
                  <a:pt x="239647" y="29039"/>
                  <a:pt x="250854" y="29039"/>
                </a:cubicBezTo>
                <a:cubicBezTo>
                  <a:pt x="261706" y="29039"/>
                  <a:pt x="270570" y="32727"/>
                  <a:pt x="277448" y="40103"/>
                </a:cubicBezTo>
                <a:cubicBezTo>
                  <a:pt x="284325" y="47477"/>
                  <a:pt x="287764" y="57852"/>
                  <a:pt x="287764" y="71229"/>
                </a:cubicBezTo>
                <a:cubicBezTo>
                  <a:pt x="287764" y="72042"/>
                  <a:pt x="287739" y="73262"/>
                  <a:pt x="287688" y="74889"/>
                </a:cubicBezTo>
                <a:lnTo>
                  <a:pt x="227165" y="74889"/>
                </a:lnTo>
                <a:cubicBezTo>
                  <a:pt x="227674" y="83779"/>
                  <a:pt x="230196" y="90587"/>
                  <a:pt x="234730" y="95312"/>
                </a:cubicBezTo>
                <a:cubicBezTo>
                  <a:pt x="239264" y="100037"/>
                  <a:pt x="244919" y="102400"/>
                  <a:pt x="251695" y="102400"/>
                </a:cubicBezTo>
                <a:cubicBezTo>
                  <a:pt x="256739" y="102400"/>
                  <a:pt x="261043" y="101088"/>
                  <a:pt x="264610" y="98464"/>
                </a:cubicBezTo>
                <a:cubicBezTo>
                  <a:pt x="268176" y="95839"/>
                  <a:pt x="271003" y="91649"/>
                  <a:pt x="273092" y="85894"/>
                </a:cubicBezTo>
                <a:moveTo>
                  <a:pt x="227929" y="63427"/>
                </a:moveTo>
                <a:lnTo>
                  <a:pt x="273245" y="63427"/>
                </a:lnTo>
                <a:cubicBezTo>
                  <a:pt x="272634" y="56712"/>
                  <a:pt x="270901" y="51675"/>
                  <a:pt x="268048" y="48318"/>
                </a:cubicBezTo>
                <a:cubicBezTo>
                  <a:pt x="263667" y="43107"/>
                  <a:pt x="257987" y="40501"/>
                  <a:pt x="251007" y="40501"/>
                </a:cubicBezTo>
                <a:cubicBezTo>
                  <a:pt x="244690" y="40501"/>
                  <a:pt x="239379" y="42581"/>
                  <a:pt x="235074" y="46741"/>
                </a:cubicBezTo>
                <a:cubicBezTo>
                  <a:pt x="230769" y="50900"/>
                  <a:pt x="228388" y="56462"/>
                  <a:pt x="227929" y="63427"/>
                </a:cubicBezTo>
                <a:close/>
                <a:moveTo>
                  <a:pt x="304399" y="112028"/>
                </a:moveTo>
                <a:lnTo>
                  <a:pt x="304399" y="30873"/>
                </a:lnTo>
                <a:lnTo>
                  <a:pt x="316779" y="30873"/>
                </a:lnTo>
                <a:lnTo>
                  <a:pt x="316779" y="43100"/>
                </a:lnTo>
                <a:cubicBezTo>
                  <a:pt x="319938" y="37375"/>
                  <a:pt x="322854" y="33600"/>
                  <a:pt x="325529" y="31775"/>
                </a:cubicBezTo>
                <a:cubicBezTo>
                  <a:pt x="328204" y="29951"/>
                  <a:pt x="331146" y="29039"/>
                  <a:pt x="334355" y="29039"/>
                </a:cubicBezTo>
                <a:cubicBezTo>
                  <a:pt x="338991" y="29039"/>
                  <a:pt x="343704" y="30510"/>
                  <a:pt x="348493" y="33452"/>
                </a:cubicBezTo>
                <a:lnTo>
                  <a:pt x="343755" y="46156"/>
                </a:lnTo>
                <a:cubicBezTo>
                  <a:pt x="340392" y="44169"/>
                  <a:pt x="337030" y="43176"/>
                  <a:pt x="333667" y="43176"/>
                </a:cubicBezTo>
                <a:cubicBezTo>
                  <a:pt x="330662" y="43176"/>
                  <a:pt x="327962" y="44082"/>
                  <a:pt x="325567" y="45894"/>
                </a:cubicBezTo>
                <a:cubicBezTo>
                  <a:pt x="323173" y="47704"/>
                  <a:pt x="321466" y="50215"/>
                  <a:pt x="320447" y="53428"/>
                </a:cubicBezTo>
                <a:cubicBezTo>
                  <a:pt x="318919" y="58323"/>
                  <a:pt x="318155" y="63678"/>
                  <a:pt x="318155" y="69492"/>
                </a:cubicBezTo>
                <a:lnTo>
                  <a:pt x="318155" y="112028"/>
                </a:lnTo>
                <a:lnTo>
                  <a:pt x="304399" y="112028"/>
                </a:lnTo>
                <a:close/>
                <a:moveTo>
                  <a:pt x="379211" y="112028"/>
                </a:moveTo>
                <a:lnTo>
                  <a:pt x="348338" y="30873"/>
                </a:lnTo>
                <a:lnTo>
                  <a:pt x="362858" y="30873"/>
                </a:lnTo>
                <a:lnTo>
                  <a:pt x="380281" y="79475"/>
                </a:lnTo>
                <a:cubicBezTo>
                  <a:pt x="382166" y="84722"/>
                  <a:pt x="383898" y="90173"/>
                  <a:pt x="385477" y="95828"/>
                </a:cubicBezTo>
                <a:cubicBezTo>
                  <a:pt x="386700" y="91549"/>
                  <a:pt x="388407" y="86403"/>
                  <a:pt x="390597" y="80392"/>
                </a:cubicBezTo>
                <a:lnTo>
                  <a:pt x="408632" y="30873"/>
                </a:lnTo>
                <a:lnTo>
                  <a:pt x="422769" y="30873"/>
                </a:lnTo>
                <a:lnTo>
                  <a:pt x="392049" y="112028"/>
                </a:lnTo>
                <a:lnTo>
                  <a:pt x="379211" y="112028"/>
                </a:lnTo>
                <a:close/>
                <a:moveTo>
                  <a:pt x="490475" y="85894"/>
                </a:moveTo>
                <a:lnTo>
                  <a:pt x="504689" y="87651"/>
                </a:lnTo>
                <a:cubicBezTo>
                  <a:pt x="502448" y="95955"/>
                  <a:pt x="498296" y="102400"/>
                  <a:pt x="492233" y="106985"/>
                </a:cubicBezTo>
                <a:cubicBezTo>
                  <a:pt x="486171" y="111570"/>
                  <a:pt x="478427" y="113863"/>
                  <a:pt x="469002" y="113863"/>
                </a:cubicBezTo>
                <a:cubicBezTo>
                  <a:pt x="457132" y="113863"/>
                  <a:pt x="447720" y="110207"/>
                  <a:pt x="440766" y="102897"/>
                </a:cubicBezTo>
                <a:cubicBezTo>
                  <a:pt x="433812" y="95586"/>
                  <a:pt x="430335" y="85333"/>
                  <a:pt x="430335" y="72138"/>
                </a:cubicBezTo>
                <a:cubicBezTo>
                  <a:pt x="430335" y="58485"/>
                  <a:pt x="433850" y="47888"/>
                  <a:pt x="440880" y="40349"/>
                </a:cubicBezTo>
                <a:cubicBezTo>
                  <a:pt x="447911" y="32809"/>
                  <a:pt x="457030" y="29039"/>
                  <a:pt x="468238" y="29039"/>
                </a:cubicBezTo>
                <a:cubicBezTo>
                  <a:pt x="479089" y="29039"/>
                  <a:pt x="487954" y="32727"/>
                  <a:pt x="494831" y="40103"/>
                </a:cubicBezTo>
                <a:cubicBezTo>
                  <a:pt x="501709" y="47477"/>
                  <a:pt x="505148" y="57852"/>
                  <a:pt x="505148" y="71229"/>
                </a:cubicBezTo>
                <a:cubicBezTo>
                  <a:pt x="505148" y="72042"/>
                  <a:pt x="505122" y="73262"/>
                  <a:pt x="505071" y="74889"/>
                </a:cubicBezTo>
                <a:lnTo>
                  <a:pt x="444548" y="74889"/>
                </a:lnTo>
                <a:cubicBezTo>
                  <a:pt x="445058" y="83779"/>
                  <a:pt x="447580" y="90587"/>
                  <a:pt x="452114" y="95312"/>
                </a:cubicBezTo>
                <a:cubicBezTo>
                  <a:pt x="456648" y="100037"/>
                  <a:pt x="462303" y="102400"/>
                  <a:pt x="469078" y="102400"/>
                </a:cubicBezTo>
                <a:cubicBezTo>
                  <a:pt x="474122" y="102400"/>
                  <a:pt x="478427" y="101088"/>
                  <a:pt x="481993" y="98464"/>
                </a:cubicBezTo>
                <a:cubicBezTo>
                  <a:pt x="485559" y="95839"/>
                  <a:pt x="488387" y="91649"/>
                  <a:pt x="490475" y="85894"/>
                </a:cubicBezTo>
                <a:moveTo>
                  <a:pt x="445313" y="63427"/>
                </a:moveTo>
                <a:lnTo>
                  <a:pt x="490628" y="63427"/>
                </a:lnTo>
                <a:cubicBezTo>
                  <a:pt x="490017" y="56712"/>
                  <a:pt x="488285" y="51675"/>
                  <a:pt x="485432" y="48318"/>
                </a:cubicBezTo>
                <a:cubicBezTo>
                  <a:pt x="481051" y="43107"/>
                  <a:pt x="475370" y="40501"/>
                  <a:pt x="468391" y="40501"/>
                </a:cubicBezTo>
                <a:cubicBezTo>
                  <a:pt x="462074" y="40501"/>
                  <a:pt x="456762" y="42581"/>
                  <a:pt x="452458" y="46741"/>
                </a:cubicBezTo>
                <a:cubicBezTo>
                  <a:pt x="448153" y="50900"/>
                  <a:pt x="445771" y="56462"/>
                  <a:pt x="445313" y="63427"/>
                </a:cubicBezTo>
                <a:close/>
                <a:moveTo>
                  <a:pt x="574588" y="112028"/>
                </a:moveTo>
                <a:lnTo>
                  <a:pt x="574588" y="101789"/>
                </a:lnTo>
                <a:cubicBezTo>
                  <a:pt x="569442" y="109838"/>
                  <a:pt x="561877" y="113863"/>
                  <a:pt x="551892" y="113863"/>
                </a:cubicBezTo>
                <a:cubicBezTo>
                  <a:pt x="545422" y="113863"/>
                  <a:pt x="539474" y="112079"/>
                  <a:pt x="534048" y="108513"/>
                </a:cubicBezTo>
                <a:cubicBezTo>
                  <a:pt x="528622" y="104947"/>
                  <a:pt x="524419" y="99967"/>
                  <a:pt x="521439" y="93574"/>
                </a:cubicBezTo>
                <a:cubicBezTo>
                  <a:pt x="518459" y="87180"/>
                  <a:pt x="516969" y="79831"/>
                  <a:pt x="516969" y="71527"/>
                </a:cubicBezTo>
                <a:cubicBezTo>
                  <a:pt x="516969" y="63427"/>
                  <a:pt x="518319" y="56078"/>
                  <a:pt x="521019" y="49481"/>
                </a:cubicBezTo>
                <a:cubicBezTo>
                  <a:pt x="523719" y="42883"/>
                  <a:pt x="527769" y="37827"/>
                  <a:pt x="533169" y="34312"/>
                </a:cubicBezTo>
                <a:cubicBezTo>
                  <a:pt x="538569" y="30796"/>
                  <a:pt x="544606" y="29039"/>
                  <a:pt x="551280" y="29039"/>
                </a:cubicBezTo>
                <a:cubicBezTo>
                  <a:pt x="556171" y="29039"/>
                  <a:pt x="560527" y="30070"/>
                  <a:pt x="564348" y="32134"/>
                </a:cubicBezTo>
                <a:cubicBezTo>
                  <a:pt x="568169" y="34197"/>
                  <a:pt x="571276" y="36884"/>
                  <a:pt x="573671" y="40196"/>
                </a:cubicBezTo>
                <a:lnTo>
                  <a:pt x="573671" y="0"/>
                </a:lnTo>
                <a:lnTo>
                  <a:pt x="587349" y="0"/>
                </a:lnTo>
                <a:lnTo>
                  <a:pt x="587349" y="112028"/>
                </a:lnTo>
                <a:lnTo>
                  <a:pt x="574588" y="112028"/>
                </a:lnTo>
                <a:moveTo>
                  <a:pt x="531106" y="71489"/>
                </a:moveTo>
                <a:cubicBezTo>
                  <a:pt x="531106" y="81843"/>
                  <a:pt x="533297" y="89584"/>
                  <a:pt x="537678" y="94710"/>
                </a:cubicBezTo>
                <a:cubicBezTo>
                  <a:pt x="542059" y="99837"/>
                  <a:pt x="547230" y="102400"/>
                  <a:pt x="553191" y="102400"/>
                </a:cubicBezTo>
                <a:cubicBezTo>
                  <a:pt x="559202" y="102400"/>
                  <a:pt x="564309" y="99951"/>
                  <a:pt x="568512" y="95054"/>
                </a:cubicBezTo>
                <a:cubicBezTo>
                  <a:pt x="572715" y="90155"/>
                  <a:pt x="574817" y="82681"/>
                  <a:pt x="574817" y="72630"/>
                </a:cubicBezTo>
                <a:cubicBezTo>
                  <a:pt x="574817" y="61566"/>
                  <a:pt x="572677" y="53445"/>
                  <a:pt x="568398" y="48267"/>
                </a:cubicBezTo>
                <a:cubicBezTo>
                  <a:pt x="564118" y="43090"/>
                  <a:pt x="558846" y="40501"/>
                  <a:pt x="552579" y="40501"/>
                </a:cubicBezTo>
                <a:cubicBezTo>
                  <a:pt x="546466" y="40501"/>
                  <a:pt x="541359" y="42989"/>
                  <a:pt x="537258" y="47964"/>
                </a:cubicBezTo>
                <a:cubicBezTo>
                  <a:pt x="533156" y="52938"/>
                  <a:pt x="531106" y="60779"/>
                  <a:pt x="531106" y="7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9EF80-6528-4F92-A1CC-6B135CEA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624" y="6395281"/>
            <a:ext cx="1707312" cy="1211338"/>
          </a:xfrm>
          <a:custGeom xmlns:a="http://schemas.openxmlformats.org/drawingml/2006/main">
            <a:pathLst>
              <a:path w="1707312" h="1211338" fill="none">
                <a:moveTo>
                  <a:pt x="0" y="43157"/>
                </a:moveTo>
                <a:cubicBezTo>
                  <a:pt x="189702" y="0"/>
                  <a:pt x="379403" y="0"/>
                  <a:pt x="569104" y="43157"/>
                </a:cubicBezTo>
                <a:cubicBezTo>
                  <a:pt x="758805" y="86219"/>
                  <a:pt x="948507" y="86219"/>
                  <a:pt x="1138208" y="43157"/>
                </a:cubicBezTo>
                <a:cubicBezTo>
                  <a:pt x="1327909" y="0"/>
                  <a:pt x="1517612" y="0"/>
                  <a:pt x="1707312" y="43157"/>
                </a:cubicBezTo>
                <a:lnTo>
                  <a:pt x="1707312" y="1168276"/>
                </a:lnTo>
                <a:cubicBezTo>
                  <a:pt x="1517612" y="1125119"/>
                  <a:pt x="1327909" y="1125119"/>
                  <a:pt x="1138208" y="1168276"/>
                </a:cubicBezTo>
                <a:cubicBezTo>
                  <a:pt x="948507" y="1211338"/>
                  <a:pt x="758805" y="1211338"/>
                  <a:pt x="569104" y="1168276"/>
                </a:cubicBezTo>
                <a:cubicBezTo>
                  <a:pt x="379403" y="1125119"/>
                  <a:pt x="189702" y="1125119"/>
                  <a:pt x="0" y="1168276"/>
                </a:cubicBezTo>
                <a:lnTo>
                  <a:pt x="0" y="431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7E863-3CE0-4100-8139-EDBAD764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6522239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1"/>
                  <a:pt x="1457567" y="248059"/>
                  <a:pt x="1453858" y="251767"/>
                </a:cubicBezTo>
                <a:cubicBezTo>
                  <a:pt x="1450150" y="255476"/>
                  <a:pt x="1445872" y="258333"/>
                  <a:pt x="1441026" y="260341"/>
                </a:cubicBezTo>
                <a:cubicBezTo>
                  <a:pt x="1436181" y="262348"/>
                  <a:pt x="1431135" y="263352"/>
                  <a:pt x="1425891" y="263353"/>
                </a:cubicBezTo>
                <a:lnTo>
                  <a:pt x="39553" y="263353"/>
                </a:lnTo>
                <a:cubicBezTo>
                  <a:pt x="34308" y="263352"/>
                  <a:pt x="29262" y="262348"/>
                  <a:pt x="24416" y="260341"/>
                </a:cubicBezTo>
                <a:cubicBezTo>
                  <a:pt x="19571" y="258333"/>
                  <a:pt x="15294" y="255476"/>
                  <a:pt x="11584" y="251767"/>
                </a:cubicBezTo>
                <a:cubicBezTo>
                  <a:pt x="7875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4E77D-8A34-4747-BD1A-7122B424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6522239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4"/>
                  <a:pt x="1441026" y="3011"/>
                </a:cubicBezTo>
                <a:cubicBezTo>
                  <a:pt x="1445872" y="5018"/>
                  <a:pt x="1450150" y="7876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0"/>
                  <a:pt x="1462432" y="238936"/>
                </a:cubicBezTo>
                <a:cubicBezTo>
                  <a:pt x="1460424" y="243781"/>
                  <a:pt x="1457567" y="248059"/>
                  <a:pt x="1453858" y="251767"/>
                </a:cubicBezTo>
                <a:cubicBezTo>
                  <a:pt x="1450150" y="255476"/>
                  <a:pt x="1445872" y="258333"/>
                  <a:pt x="1441026" y="260341"/>
                </a:cubicBezTo>
                <a:cubicBezTo>
                  <a:pt x="1436181" y="262348"/>
                  <a:pt x="1431135" y="263352"/>
                  <a:pt x="1425891" y="263353"/>
                </a:cubicBezTo>
                <a:lnTo>
                  <a:pt x="39553" y="263353"/>
                </a:lnTo>
                <a:cubicBezTo>
                  <a:pt x="34308" y="263352"/>
                  <a:pt x="29262" y="262348"/>
                  <a:pt x="24416" y="260341"/>
                </a:cubicBezTo>
                <a:cubicBezTo>
                  <a:pt x="19571" y="258333"/>
                  <a:pt x="15294" y="255476"/>
                  <a:pt x="11584" y="251767"/>
                </a:cubicBezTo>
                <a:cubicBezTo>
                  <a:pt x="7875" y="248059"/>
                  <a:pt x="5018" y="243781"/>
                  <a:pt x="3011" y="238936"/>
                </a:cubicBezTo>
                <a:cubicBezTo>
                  <a:pt x="1003" y="234090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5"/>
                </a:cubicBezTo>
                <a:cubicBezTo>
                  <a:pt x="15294" y="7876"/>
                  <a:pt x="19571" y="5018"/>
                  <a:pt x="24417" y="3011"/>
                </a:cubicBezTo>
                <a:cubicBezTo>
                  <a:pt x="29262" y="1004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89" name="Text heap↑">
            <a:extLst xmlns:a="http://schemas.openxmlformats.org/drawingml/2006/main">
              <a:ext uri="{FF2B5EF4-FFF2-40B4-BE49-F238E27FC236}">
                <a16:creationId xmlns:a16="http://schemas.microsoft.com/office/drawing/2014/main" id="{185253C7-4483-451A-B322-36AFF8E4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0619" y="6598157"/>
            <a:ext cx="447894" cy="144812"/>
          </a:xfrm>
          <a:custGeom xmlns:a="http://schemas.openxmlformats.org/drawingml/2006/main">
            <a:pathLst>
              <a:path w="447894" h="144812">
                <a:moveTo>
                  <a:pt x="0" y="112028"/>
                </a:moveTo>
                <a:lnTo>
                  <a:pt x="0" y="0"/>
                </a:lnTo>
                <a:lnTo>
                  <a:pt x="13755" y="0"/>
                </a:lnTo>
                <a:lnTo>
                  <a:pt x="13755" y="40196"/>
                </a:lnTo>
                <a:cubicBezTo>
                  <a:pt x="20174" y="32758"/>
                  <a:pt x="28275" y="29039"/>
                  <a:pt x="38056" y="29039"/>
                </a:cubicBezTo>
                <a:cubicBezTo>
                  <a:pt x="44068" y="29039"/>
                  <a:pt x="49289" y="30223"/>
                  <a:pt x="53722" y="32592"/>
                </a:cubicBezTo>
                <a:cubicBezTo>
                  <a:pt x="58154" y="34961"/>
                  <a:pt x="61325" y="38234"/>
                  <a:pt x="63236" y="42412"/>
                </a:cubicBezTo>
                <a:cubicBezTo>
                  <a:pt x="65146" y="46589"/>
                  <a:pt x="66101" y="52652"/>
                  <a:pt x="66101" y="60599"/>
                </a:cubicBezTo>
                <a:lnTo>
                  <a:pt x="66101" y="112028"/>
                </a:lnTo>
                <a:lnTo>
                  <a:pt x="52346" y="112028"/>
                </a:lnTo>
                <a:lnTo>
                  <a:pt x="52346" y="60599"/>
                </a:lnTo>
                <a:cubicBezTo>
                  <a:pt x="52346" y="53722"/>
                  <a:pt x="50856" y="48716"/>
                  <a:pt x="47876" y="45583"/>
                </a:cubicBezTo>
                <a:cubicBezTo>
                  <a:pt x="44895" y="42450"/>
                  <a:pt x="40680" y="40884"/>
                  <a:pt x="35229" y="40884"/>
                </a:cubicBezTo>
                <a:cubicBezTo>
                  <a:pt x="31153" y="40884"/>
                  <a:pt x="27319" y="41941"/>
                  <a:pt x="23728" y="44055"/>
                </a:cubicBezTo>
                <a:cubicBezTo>
                  <a:pt x="20136" y="46169"/>
                  <a:pt x="17576" y="49035"/>
                  <a:pt x="16048" y="52652"/>
                </a:cubicBezTo>
                <a:cubicBezTo>
                  <a:pt x="14519" y="56269"/>
                  <a:pt x="13755" y="61262"/>
                  <a:pt x="13755" y="67630"/>
                </a:cubicBezTo>
                <a:lnTo>
                  <a:pt x="13755" y="112028"/>
                </a:lnTo>
                <a:lnTo>
                  <a:pt x="0" y="112028"/>
                </a:lnTo>
                <a:close/>
                <a:moveTo>
                  <a:pt x="142572" y="85894"/>
                </a:moveTo>
                <a:lnTo>
                  <a:pt x="156786" y="87651"/>
                </a:lnTo>
                <a:cubicBezTo>
                  <a:pt x="154544" y="95955"/>
                  <a:pt x="150392" y="102400"/>
                  <a:pt x="144330" y="106985"/>
                </a:cubicBezTo>
                <a:cubicBezTo>
                  <a:pt x="138267" y="111570"/>
                  <a:pt x="130524" y="113863"/>
                  <a:pt x="121099" y="113863"/>
                </a:cubicBezTo>
                <a:cubicBezTo>
                  <a:pt x="109229" y="113863"/>
                  <a:pt x="99817" y="110207"/>
                  <a:pt x="92863" y="102897"/>
                </a:cubicBezTo>
                <a:cubicBezTo>
                  <a:pt x="85909" y="95586"/>
                  <a:pt x="82432" y="85333"/>
                  <a:pt x="82432" y="72138"/>
                </a:cubicBezTo>
                <a:cubicBezTo>
                  <a:pt x="82432" y="58485"/>
                  <a:pt x="85947" y="47888"/>
                  <a:pt x="92977" y="40349"/>
                </a:cubicBezTo>
                <a:cubicBezTo>
                  <a:pt x="100008" y="32809"/>
                  <a:pt x="109127" y="29039"/>
                  <a:pt x="120335" y="29039"/>
                </a:cubicBezTo>
                <a:cubicBezTo>
                  <a:pt x="131186" y="29039"/>
                  <a:pt x="140051" y="32727"/>
                  <a:pt x="146928" y="40103"/>
                </a:cubicBezTo>
                <a:cubicBezTo>
                  <a:pt x="153806" y="47477"/>
                  <a:pt x="157245" y="57852"/>
                  <a:pt x="157245" y="71229"/>
                </a:cubicBezTo>
                <a:cubicBezTo>
                  <a:pt x="157245" y="72042"/>
                  <a:pt x="157219" y="73262"/>
                  <a:pt x="157168" y="74889"/>
                </a:cubicBezTo>
                <a:lnTo>
                  <a:pt x="96645" y="74889"/>
                </a:lnTo>
                <a:cubicBezTo>
                  <a:pt x="97155" y="83779"/>
                  <a:pt x="99676" y="90587"/>
                  <a:pt x="104211" y="95312"/>
                </a:cubicBezTo>
                <a:cubicBezTo>
                  <a:pt x="108745" y="100037"/>
                  <a:pt x="114400" y="102400"/>
                  <a:pt x="121175" y="102400"/>
                </a:cubicBezTo>
                <a:cubicBezTo>
                  <a:pt x="126219" y="102400"/>
                  <a:pt x="130524" y="101088"/>
                  <a:pt x="134090" y="98464"/>
                </a:cubicBezTo>
                <a:cubicBezTo>
                  <a:pt x="137656" y="95839"/>
                  <a:pt x="140484" y="91649"/>
                  <a:pt x="142572" y="85894"/>
                </a:cubicBezTo>
                <a:moveTo>
                  <a:pt x="97409" y="63427"/>
                </a:moveTo>
                <a:lnTo>
                  <a:pt x="142725" y="63427"/>
                </a:lnTo>
                <a:cubicBezTo>
                  <a:pt x="142114" y="56712"/>
                  <a:pt x="140382" y="51675"/>
                  <a:pt x="137529" y="48318"/>
                </a:cubicBezTo>
                <a:cubicBezTo>
                  <a:pt x="133147" y="43107"/>
                  <a:pt x="127467" y="40501"/>
                  <a:pt x="120488" y="40501"/>
                </a:cubicBezTo>
                <a:cubicBezTo>
                  <a:pt x="114170" y="40501"/>
                  <a:pt x="108859" y="42581"/>
                  <a:pt x="104554" y="46741"/>
                </a:cubicBezTo>
                <a:cubicBezTo>
                  <a:pt x="100250" y="50900"/>
                  <a:pt x="97868" y="56462"/>
                  <a:pt x="97409" y="63427"/>
                </a:cubicBezTo>
                <a:close/>
                <a:moveTo>
                  <a:pt x="226991" y="102008"/>
                </a:moveTo>
                <a:cubicBezTo>
                  <a:pt x="221896" y="106342"/>
                  <a:pt x="216993" y="109401"/>
                  <a:pt x="212280" y="111186"/>
                </a:cubicBezTo>
                <a:cubicBezTo>
                  <a:pt x="207568" y="112970"/>
                  <a:pt x="202512" y="113863"/>
                  <a:pt x="197111" y="113863"/>
                </a:cubicBezTo>
                <a:cubicBezTo>
                  <a:pt x="188196" y="113863"/>
                  <a:pt x="181344" y="111683"/>
                  <a:pt x="176555" y="107324"/>
                </a:cubicBezTo>
                <a:cubicBezTo>
                  <a:pt x="171766" y="102965"/>
                  <a:pt x="169372" y="97395"/>
                  <a:pt x="169372" y="90615"/>
                </a:cubicBezTo>
                <a:cubicBezTo>
                  <a:pt x="169372" y="86639"/>
                  <a:pt x="170276" y="83008"/>
                  <a:pt x="172085" y="79720"/>
                </a:cubicBezTo>
                <a:cubicBezTo>
                  <a:pt x="173893" y="76431"/>
                  <a:pt x="176262" y="73793"/>
                  <a:pt x="179191" y="71804"/>
                </a:cubicBezTo>
                <a:cubicBezTo>
                  <a:pt x="182121" y="69816"/>
                  <a:pt x="185419" y="68312"/>
                  <a:pt x="189087" y="67293"/>
                </a:cubicBezTo>
                <a:cubicBezTo>
                  <a:pt x="191788" y="66578"/>
                  <a:pt x="195863" y="65890"/>
                  <a:pt x="201314" y="65227"/>
                </a:cubicBezTo>
                <a:cubicBezTo>
                  <a:pt x="212420" y="63912"/>
                  <a:pt x="220597" y="62344"/>
                  <a:pt x="225844" y="60523"/>
                </a:cubicBezTo>
                <a:cubicBezTo>
                  <a:pt x="225895" y="58646"/>
                  <a:pt x="225921" y="57453"/>
                  <a:pt x="225921" y="56946"/>
                </a:cubicBezTo>
                <a:cubicBezTo>
                  <a:pt x="225921" y="51362"/>
                  <a:pt x="224622" y="47429"/>
                  <a:pt x="222024" y="45146"/>
                </a:cubicBezTo>
                <a:cubicBezTo>
                  <a:pt x="218508" y="42050"/>
                  <a:pt x="213286" y="40501"/>
                  <a:pt x="206358" y="40501"/>
                </a:cubicBezTo>
                <a:cubicBezTo>
                  <a:pt x="199888" y="40501"/>
                  <a:pt x="195112" y="41635"/>
                  <a:pt x="192030" y="43902"/>
                </a:cubicBezTo>
                <a:cubicBezTo>
                  <a:pt x="188947" y="46169"/>
                  <a:pt x="186668" y="50181"/>
                  <a:pt x="185190" y="55938"/>
                </a:cubicBezTo>
                <a:lnTo>
                  <a:pt x="171741" y="54104"/>
                </a:lnTo>
                <a:cubicBezTo>
                  <a:pt x="172963" y="48329"/>
                  <a:pt x="174976" y="43666"/>
                  <a:pt x="177778" y="40115"/>
                </a:cubicBezTo>
                <a:cubicBezTo>
                  <a:pt x="180580" y="36563"/>
                  <a:pt x="184630" y="33829"/>
                  <a:pt x="189928" y="31914"/>
                </a:cubicBezTo>
                <a:cubicBezTo>
                  <a:pt x="195226" y="29997"/>
                  <a:pt x="201365" y="29039"/>
                  <a:pt x="208345" y="29039"/>
                </a:cubicBezTo>
                <a:cubicBezTo>
                  <a:pt x="215273" y="29039"/>
                  <a:pt x="220903" y="29854"/>
                  <a:pt x="225233" y="31484"/>
                </a:cubicBezTo>
                <a:cubicBezTo>
                  <a:pt x="229563" y="33114"/>
                  <a:pt x="232748" y="35165"/>
                  <a:pt x="234785" y="37636"/>
                </a:cubicBezTo>
                <a:cubicBezTo>
                  <a:pt x="236823" y="40107"/>
                  <a:pt x="238250" y="43227"/>
                  <a:pt x="239065" y="46997"/>
                </a:cubicBezTo>
                <a:cubicBezTo>
                  <a:pt x="239523" y="49340"/>
                  <a:pt x="239752" y="53569"/>
                  <a:pt x="239752" y="59682"/>
                </a:cubicBezTo>
                <a:lnTo>
                  <a:pt x="239752" y="78023"/>
                </a:lnTo>
                <a:cubicBezTo>
                  <a:pt x="239752" y="90810"/>
                  <a:pt x="240045" y="98897"/>
                  <a:pt x="240631" y="102285"/>
                </a:cubicBezTo>
                <a:cubicBezTo>
                  <a:pt x="241217" y="105673"/>
                  <a:pt x="242376" y="108921"/>
                  <a:pt x="244108" y="112028"/>
                </a:cubicBezTo>
                <a:lnTo>
                  <a:pt x="229742" y="112028"/>
                </a:lnTo>
                <a:cubicBezTo>
                  <a:pt x="228315" y="109172"/>
                  <a:pt x="227398" y="105832"/>
                  <a:pt x="226991" y="102008"/>
                </a:cubicBezTo>
                <a:moveTo>
                  <a:pt x="225844" y="71221"/>
                </a:moveTo>
                <a:cubicBezTo>
                  <a:pt x="220852" y="73277"/>
                  <a:pt x="213363" y="75023"/>
                  <a:pt x="203378" y="76461"/>
                </a:cubicBezTo>
                <a:cubicBezTo>
                  <a:pt x="197723" y="77279"/>
                  <a:pt x="193723" y="78200"/>
                  <a:pt x="191380" y="79224"/>
                </a:cubicBezTo>
                <a:cubicBezTo>
                  <a:pt x="189037" y="80246"/>
                  <a:pt x="187228" y="81742"/>
                  <a:pt x="185954" y="83713"/>
                </a:cubicBezTo>
                <a:cubicBezTo>
                  <a:pt x="184681" y="85683"/>
                  <a:pt x="184044" y="87869"/>
                  <a:pt x="184044" y="90273"/>
                </a:cubicBezTo>
                <a:cubicBezTo>
                  <a:pt x="184044" y="93956"/>
                  <a:pt x="185432" y="97025"/>
                  <a:pt x="188209" y="99482"/>
                </a:cubicBezTo>
                <a:cubicBezTo>
                  <a:pt x="190985" y="101937"/>
                  <a:pt x="195048" y="103164"/>
                  <a:pt x="200397" y="103164"/>
                </a:cubicBezTo>
                <a:cubicBezTo>
                  <a:pt x="205696" y="103164"/>
                  <a:pt x="210408" y="101999"/>
                  <a:pt x="214535" y="99670"/>
                </a:cubicBezTo>
                <a:cubicBezTo>
                  <a:pt x="218661" y="97341"/>
                  <a:pt x="221692" y="94155"/>
                  <a:pt x="223628" y="90111"/>
                </a:cubicBezTo>
                <a:cubicBezTo>
                  <a:pt x="225106" y="86987"/>
                  <a:pt x="225844" y="82380"/>
                  <a:pt x="225844" y="76289"/>
                </a:cubicBezTo>
                <a:lnTo>
                  <a:pt x="225844" y="71221"/>
                </a:lnTo>
                <a:close/>
                <a:moveTo>
                  <a:pt x="261049" y="143207"/>
                </a:moveTo>
                <a:lnTo>
                  <a:pt x="261049" y="30873"/>
                </a:lnTo>
                <a:lnTo>
                  <a:pt x="273582" y="30873"/>
                </a:lnTo>
                <a:lnTo>
                  <a:pt x="273582" y="41342"/>
                </a:lnTo>
                <a:cubicBezTo>
                  <a:pt x="276537" y="37241"/>
                  <a:pt x="279874" y="34165"/>
                  <a:pt x="283593" y="32115"/>
                </a:cubicBezTo>
                <a:cubicBezTo>
                  <a:pt x="287312" y="30064"/>
                  <a:pt x="291820" y="29039"/>
                  <a:pt x="297119" y="29039"/>
                </a:cubicBezTo>
                <a:cubicBezTo>
                  <a:pt x="304047" y="29039"/>
                  <a:pt x="310161" y="30822"/>
                  <a:pt x="315459" y="34388"/>
                </a:cubicBezTo>
                <a:cubicBezTo>
                  <a:pt x="320757" y="37954"/>
                  <a:pt x="324756" y="42985"/>
                  <a:pt x="327457" y="49481"/>
                </a:cubicBezTo>
                <a:cubicBezTo>
                  <a:pt x="330157" y="55976"/>
                  <a:pt x="331507" y="63096"/>
                  <a:pt x="331507" y="70839"/>
                </a:cubicBezTo>
                <a:cubicBezTo>
                  <a:pt x="331507" y="79143"/>
                  <a:pt x="330017" y="86620"/>
                  <a:pt x="327036" y="93268"/>
                </a:cubicBezTo>
                <a:cubicBezTo>
                  <a:pt x="324056" y="99916"/>
                  <a:pt x="319726" y="105011"/>
                  <a:pt x="314045" y="108551"/>
                </a:cubicBezTo>
                <a:cubicBezTo>
                  <a:pt x="308365" y="112092"/>
                  <a:pt x="302392" y="113863"/>
                  <a:pt x="296125" y="113863"/>
                </a:cubicBezTo>
                <a:cubicBezTo>
                  <a:pt x="291540" y="113863"/>
                  <a:pt x="287426" y="112882"/>
                  <a:pt x="283784" y="110920"/>
                </a:cubicBezTo>
                <a:cubicBezTo>
                  <a:pt x="280141" y="108957"/>
                  <a:pt x="277148" y="106479"/>
                  <a:pt x="274805" y="103484"/>
                </a:cubicBezTo>
                <a:lnTo>
                  <a:pt x="274805" y="143207"/>
                </a:lnTo>
                <a:lnTo>
                  <a:pt x="261049" y="143207"/>
                </a:lnTo>
                <a:moveTo>
                  <a:pt x="273506" y="71795"/>
                </a:moveTo>
                <a:cubicBezTo>
                  <a:pt x="273506" y="82226"/>
                  <a:pt x="275620" y="89934"/>
                  <a:pt x="279848" y="94920"/>
                </a:cubicBezTo>
                <a:cubicBezTo>
                  <a:pt x="284077" y="99907"/>
                  <a:pt x="289197" y="102400"/>
                  <a:pt x="295208" y="102400"/>
                </a:cubicBezTo>
                <a:cubicBezTo>
                  <a:pt x="301322" y="102400"/>
                  <a:pt x="306556" y="99818"/>
                  <a:pt x="310912" y="94653"/>
                </a:cubicBezTo>
                <a:cubicBezTo>
                  <a:pt x="315268" y="89488"/>
                  <a:pt x="317446" y="81487"/>
                  <a:pt x="317446" y="70648"/>
                </a:cubicBezTo>
                <a:cubicBezTo>
                  <a:pt x="317446" y="60319"/>
                  <a:pt x="315319" y="52585"/>
                  <a:pt x="311065" y="47446"/>
                </a:cubicBezTo>
                <a:cubicBezTo>
                  <a:pt x="306811" y="42307"/>
                  <a:pt x="301729" y="39737"/>
                  <a:pt x="295820" y="39737"/>
                </a:cubicBezTo>
                <a:cubicBezTo>
                  <a:pt x="289961" y="39737"/>
                  <a:pt x="284777" y="42472"/>
                  <a:pt x="280269" y="47943"/>
                </a:cubicBezTo>
                <a:cubicBezTo>
                  <a:pt x="275760" y="53413"/>
                  <a:pt x="273506" y="61363"/>
                  <a:pt x="273506" y="71795"/>
                </a:cubicBezTo>
                <a:close/>
                <a:moveTo>
                  <a:pt x="392949" y="41266"/>
                </a:moveTo>
                <a:cubicBezTo>
                  <a:pt x="400336" y="34490"/>
                  <a:pt x="405953" y="28631"/>
                  <a:pt x="409799" y="23690"/>
                </a:cubicBezTo>
                <a:cubicBezTo>
                  <a:pt x="413646" y="18748"/>
                  <a:pt x="416511" y="14086"/>
                  <a:pt x="418396" y="9705"/>
                </a:cubicBezTo>
                <a:lnTo>
                  <a:pt x="421912" y="9705"/>
                </a:lnTo>
                <a:cubicBezTo>
                  <a:pt x="424306" y="14749"/>
                  <a:pt x="427401" y="19639"/>
                  <a:pt x="431196" y="24377"/>
                </a:cubicBezTo>
                <a:cubicBezTo>
                  <a:pt x="434992" y="29115"/>
                  <a:pt x="440558" y="34770"/>
                  <a:pt x="447894" y="41342"/>
                </a:cubicBezTo>
                <a:lnTo>
                  <a:pt x="447894" y="47226"/>
                </a:lnTo>
                <a:cubicBezTo>
                  <a:pt x="437654" y="42437"/>
                  <a:pt x="429783" y="37419"/>
                  <a:pt x="424281" y="32172"/>
                </a:cubicBezTo>
                <a:lnTo>
                  <a:pt x="424281" y="144812"/>
                </a:lnTo>
                <a:lnTo>
                  <a:pt x="416562" y="144812"/>
                </a:lnTo>
                <a:lnTo>
                  <a:pt x="416562" y="32172"/>
                </a:lnTo>
                <a:cubicBezTo>
                  <a:pt x="411672" y="36044"/>
                  <a:pt x="408016" y="38744"/>
                  <a:pt x="405596" y="40272"/>
                </a:cubicBezTo>
                <a:cubicBezTo>
                  <a:pt x="403177" y="41801"/>
                  <a:pt x="398961" y="44068"/>
                  <a:pt x="392949" y="47073"/>
                </a:cubicBezTo>
                <a:lnTo>
                  <a:pt x="392949" y="412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E98802-1051-4D25-9ADF-CB4271E7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939" y="7000998"/>
            <a:ext cx="862620" cy="10"/>
          </a:xfrm>
          <a:custGeom xmlns:a="http://schemas.openxmlformats.org/drawingml/2006/main">
            <a:pathLst>
              <a:path w="862620" h="1" fill="none">
                <a:moveTo>
                  <a:pt x="86262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765FDA-73A6-462B-AA23-82BA751B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244" y="6951201"/>
            <a:ext cx="99593" cy="99593"/>
          </a:xfrm>
          <a:custGeom xmlns:a="http://schemas.openxmlformats.org/drawingml/2006/main">
            <a:pathLst>
              <a:path w="99593" h="99593">
                <a:moveTo>
                  <a:pt x="0" y="49797"/>
                </a:moveTo>
                <a:lnTo>
                  <a:pt x="99593" y="0"/>
                </a:lnTo>
                <a:lnTo>
                  <a:pt x="74695" y="49797"/>
                </a:lnTo>
                <a:lnTo>
                  <a:pt x="99593" y="99593"/>
                </a:lnTo>
                <a:lnTo>
                  <a:pt x="0" y="49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E1603-43BF-4B22-992B-7F030C97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244" y="6951201"/>
            <a:ext cx="99593" cy="99593"/>
          </a:xfrm>
          <a:custGeom xmlns:a="http://schemas.openxmlformats.org/drawingml/2006/main">
            <a:pathLst>
              <a:path w="99593" h="99593" fill="none">
                <a:moveTo>
                  <a:pt x="0" y="49797"/>
                </a:moveTo>
                <a:lnTo>
                  <a:pt x="99593" y="0"/>
                </a:lnTo>
                <a:lnTo>
                  <a:pt x="74695" y="49797"/>
                </a:lnTo>
                <a:lnTo>
                  <a:pt x="99593" y="99593"/>
                </a:lnTo>
                <a:lnTo>
                  <a:pt x="0" y="49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0C96CC-53C1-4986-95E4-98B6AAA1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6869250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7"/>
                  <a:pt x="1450150" y="7875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1"/>
                  <a:pt x="1462432" y="238935"/>
                </a:cubicBezTo>
                <a:cubicBezTo>
                  <a:pt x="1460424" y="243781"/>
                  <a:pt x="1457567" y="248058"/>
                  <a:pt x="1453858" y="251767"/>
                </a:cubicBezTo>
                <a:cubicBezTo>
                  <a:pt x="1450150" y="255476"/>
                  <a:pt x="1445872" y="258333"/>
                  <a:pt x="1441026" y="260341"/>
                </a:cubicBezTo>
                <a:cubicBezTo>
                  <a:pt x="1436181" y="262347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7"/>
                  <a:pt x="24416" y="260341"/>
                </a:cubicBezTo>
                <a:cubicBezTo>
                  <a:pt x="19571" y="258333"/>
                  <a:pt x="15294" y="255476"/>
                  <a:pt x="11584" y="251767"/>
                </a:cubicBezTo>
                <a:cubicBezTo>
                  <a:pt x="7875" y="248058"/>
                  <a:pt x="5018" y="243781"/>
                  <a:pt x="3011" y="238935"/>
                </a:cubicBezTo>
                <a:cubicBezTo>
                  <a:pt x="1003" y="234091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5"/>
                  <a:pt x="19571" y="5017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A097B-F19C-47A7-B1D4-C8203854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6869250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7"/>
                  <a:pt x="1450150" y="7875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1"/>
                  <a:pt x="1462432" y="238935"/>
                </a:cubicBezTo>
                <a:cubicBezTo>
                  <a:pt x="1460424" y="243781"/>
                  <a:pt x="1457567" y="248058"/>
                  <a:pt x="1453858" y="251767"/>
                </a:cubicBezTo>
                <a:cubicBezTo>
                  <a:pt x="1450150" y="255476"/>
                  <a:pt x="1445872" y="258333"/>
                  <a:pt x="1441026" y="260341"/>
                </a:cubicBezTo>
                <a:cubicBezTo>
                  <a:pt x="1436181" y="262347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7"/>
                  <a:pt x="24416" y="260341"/>
                </a:cubicBezTo>
                <a:cubicBezTo>
                  <a:pt x="19571" y="258333"/>
                  <a:pt x="15294" y="255476"/>
                  <a:pt x="11584" y="251767"/>
                </a:cubicBezTo>
                <a:cubicBezTo>
                  <a:pt x="7875" y="248058"/>
                  <a:pt x="5018" y="243781"/>
                  <a:pt x="3011" y="238935"/>
                </a:cubicBezTo>
                <a:cubicBezTo>
                  <a:pt x="1003" y="234091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5"/>
                  <a:pt x="19571" y="5017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95" name="Text /dev/nvidiactl">
            <a:extLst xmlns:a="http://schemas.openxmlformats.org/drawingml/2006/main">
              <a:ext uri="{FF2B5EF4-FFF2-40B4-BE49-F238E27FC236}">
                <a16:creationId xmlns:a16="http://schemas.microsoft.com/office/drawing/2014/main" id="{485C9B25-BDC0-4E42-AE60-FC881698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887" y="6937786"/>
            <a:ext cx="893615" cy="115697"/>
          </a:xfrm>
          <a:custGeom xmlns:a="http://schemas.openxmlformats.org/drawingml/2006/main">
            <a:pathLst>
              <a:path w="893615" h="115697">
                <a:moveTo>
                  <a:pt x="0" y="115697"/>
                </a:moveTo>
                <a:lnTo>
                  <a:pt x="32478" y="0"/>
                </a:lnTo>
                <a:lnTo>
                  <a:pt x="43482" y="0"/>
                </a:lnTo>
                <a:lnTo>
                  <a:pt x="11081" y="115697"/>
                </a:lnTo>
                <a:lnTo>
                  <a:pt x="0" y="115697"/>
                </a:lnTo>
                <a:close/>
                <a:moveTo>
                  <a:pt x="106477" y="113863"/>
                </a:moveTo>
                <a:lnTo>
                  <a:pt x="106477" y="103623"/>
                </a:lnTo>
                <a:cubicBezTo>
                  <a:pt x="101331" y="111672"/>
                  <a:pt x="93766" y="115697"/>
                  <a:pt x="83780" y="115697"/>
                </a:cubicBezTo>
                <a:cubicBezTo>
                  <a:pt x="77310" y="115697"/>
                  <a:pt x="71363" y="113913"/>
                  <a:pt x="65937" y="110347"/>
                </a:cubicBezTo>
                <a:cubicBezTo>
                  <a:pt x="60511" y="106781"/>
                  <a:pt x="56308" y="101801"/>
                  <a:pt x="53328" y="95408"/>
                </a:cubicBezTo>
                <a:cubicBezTo>
                  <a:pt x="50348" y="89014"/>
                  <a:pt x="48858" y="81665"/>
                  <a:pt x="48858" y="73361"/>
                </a:cubicBezTo>
                <a:cubicBezTo>
                  <a:pt x="48858" y="65261"/>
                  <a:pt x="50208" y="57912"/>
                  <a:pt x="52908" y="51315"/>
                </a:cubicBezTo>
                <a:cubicBezTo>
                  <a:pt x="55608" y="44717"/>
                  <a:pt x="59658" y="39661"/>
                  <a:pt x="65058" y="36146"/>
                </a:cubicBezTo>
                <a:cubicBezTo>
                  <a:pt x="70458" y="32630"/>
                  <a:pt x="76495" y="30873"/>
                  <a:pt x="83169" y="30873"/>
                </a:cubicBezTo>
                <a:cubicBezTo>
                  <a:pt x="88060" y="30873"/>
                  <a:pt x="92416" y="31904"/>
                  <a:pt x="96237" y="33968"/>
                </a:cubicBezTo>
                <a:cubicBezTo>
                  <a:pt x="100057" y="36031"/>
                  <a:pt x="103165" y="38718"/>
                  <a:pt x="105560" y="42030"/>
                </a:cubicBezTo>
                <a:lnTo>
                  <a:pt x="105560" y="1834"/>
                </a:lnTo>
                <a:lnTo>
                  <a:pt x="119238" y="1834"/>
                </a:lnTo>
                <a:lnTo>
                  <a:pt x="119238" y="113863"/>
                </a:lnTo>
                <a:lnTo>
                  <a:pt x="106477" y="113863"/>
                </a:lnTo>
                <a:moveTo>
                  <a:pt x="62995" y="73323"/>
                </a:moveTo>
                <a:cubicBezTo>
                  <a:pt x="62995" y="83677"/>
                  <a:pt x="65185" y="91418"/>
                  <a:pt x="69567" y="96544"/>
                </a:cubicBezTo>
                <a:cubicBezTo>
                  <a:pt x="73948" y="101671"/>
                  <a:pt x="79119" y="104234"/>
                  <a:pt x="85080" y="104234"/>
                </a:cubicBezTo>
                <a:cubicBezTo>
                  <a:pt x="91091" y="104234"/>
                  <a:pt x="96198" y="101785"/>
                  <a:pt x="100401" y="96888"/>
                </a:cubicBezTo>
                <a:cubicBezTo>
                  <a:pt x="104604" y="91990"/>
                  <a:pt x="106706" y="84515"/>
                  <a:pt x="106706" y="74464"/>
                </a:cubicBezTo>
                <a:cubicBezTo>
                  <a:pt x="106706" y="63400"/>
                  <a:pt x="104566" y="55279"/>
                  <a:pt x="100287" y="50101"/>
                </a:cubicBezTo>
                <a:cubicBezTo>
                  <a:pt x="96007" y="44924"/>
                  <a:pt x="90734" y="42335"/>
                  <a:pt x="84468" y="42335"/>
                </a:cubicBezTo>
                <a:cubicBezTo>
                  <a:pt x="78355" y="42335"/>
                  <a:pt x="73248" y="44823"/>
                  <a:pt x="69146" y="49798"/>
                </a:cubicBezTo>
                <a:cubicBezTo>
                  <a:pt x="65045" y="54772"/>
                  <a:pt x="62995" y="62613"/>
                  <a:pt x="62995" y="73323"/>
                </a:cubicBezTo>
                <a:close/>
                <a:moveTo>
                  <a:pt x="196396" y="87728"/>
                </a:moveTo>
                <a:lnTo>
                  <a:pt x="210610" y="89485"/>
                </a:lnTo>
                <a:cubicBezTo>
                  <a:pt x="208368" y="97789"/>
                  <a:pt x="204216" y="104234"/>
                  <a:pt x="198153" y="108819"/>
                </a:cubicBezTo>
                <a:cubicBezTo>
                  <a:pt x="192091" y="113404"/>
                  <a:pt x="184347" y="115697"/>
                  <a:pt x="174922" y="115697"/>
                </a:cubicBezTo>
                <a:cubicBezTo>
                  <a:pt x="163052" y="115697"/>
                  <a:pt x="153640" y="112041"/>
                  <a:pt x="146686" y="104731"/>
                </a:cubicBezTo>
                <a:cubicBezTo>
                  <a:pt x="139732" y="97420"/>
                  <a:pt x="136255" y="87167"/>
                  <a:pt x="136255" y="73972"/>
                </a:cubicBezTo>
                <a:cubicBezTo>
                  <a:pt x="136255" y="60319"/>
                  <a:pt x="139770" y="49723"/>
                  <a:pt x="146801" y="42183"/>
                </a:cubicBezTo>
                <a:cubicBezTo>
                  <a:pt x="153831" y="34643"/>
                  <a:pt x="162950" y="30873"/>
                  <a:pt x="174158" y="30873"/>
                </a:cubicBezTo>
                <a:cubicBezTo>
                  <a:pt x="185010" y="30873"/>
                  <a:pt x="193874" y="34561"/>
                  <a:pt x="200752" y="41937"/>
                </a:cubicBezTo>
                <a:cubicBezTo>
                  <a:pt x="207629" y="49311"/>
                  <a:pt x="211068" y="59686"/>
                  <a:pt x="211068" y="73063"/>
                </a:cubicBezTo>
                <a:cubicBezTo>
                  <a:pt x="211068" y="73876"/>
                  <a:pt x="211043" y="75096"/>
                  <a:pt x="210992" y="76723"/>
                </a:cubicBezTo>
                <a:lnTo>
                  <a:pt x="150469" y="76723"/>
                </a:lnTo>
                <a:cubicBezTo>
                  <a:pt x="150978" y="85613"/>
                  <a:pt x="153500" y="92421"/>
                  <a:pt x="158034" y="97146"/>
                </a:cubicBezTo>
                <a:cubicBezTo>
                  <a:pt x="162568" y="101871"/>
                  <a:pt x="168223" y="104234"/>
                  <a:pt x="174999" y="104234"/>
                </a:cubicBezTo>
                <a:cubicBezTo>
                  <a:pt x="180042" y="104234"/>
                  <a:pt x="184347" y="102922"/>
                  <a:pt x="187914" y="100298"/>
                </a:cubicBezTo>
                <a:cubicBezTo>
                  <a:pt x="191480" y="97673"/>
                  <a:pt x="194307" y="93483"/>
                  <a:pt x="196396" y="87728"/>
                </a:cubicBezTo>
                <a:moveTo>
                  <a:pt x="151233" y="65261"/>
                </a:moveTo>
                <a:lnTo>
                  <a:pt x="196549" y="65261"/>
                </a:lnTo>
                <a:cubicBezTo>
                  <a:pt x="195937" y="58546"/>
                  <a:pt x="194205" y="53509"/>
                  <a:pt x="191352" y="50152"/>
                </a:cubicBezTo>
                <a:cubicBezTo>
                  <a:pt x="186971" y="44941"/>
                  <a:pt x="181291" y="42335"/>
                  <a:pt x="174311" y="42335"/>
                </a:cubicBezTo>
                <a:cubicBezTo>
                  <a:pt x="167994" y="42335"/>
                  <a:pt x="162683" y="44415"/>
                  <a:pt x="158378" y="48575"/>
                </a:cubicBezTo>
                <a:cubicBezTo>
                  <a:pt x="154073" y="52734"/>
                  <a:pt x="151691" y="58296"/>
                  <a:pt x="151233" y="65261"/>
                </a:cubicBezTo>
                <a:close/>
                <a:moveTo>
                  <a:pt x="250400" y="113863"/>
                </a:moveTo>
                <a:lnTo>
                  <a:pt x="219527" y="32707"/>
                </a:lnTo>
                <a:lnTo>
                  <a:pt x="234047" y="32707"/>
                </a:lnTo>
                <a:lnTo>
                  <a:pt x="251470" y="81309"/>
                </a:lnTo>
                <a:cubicBezTo>
                  <a:pt x="253355" y="86556"/>
                  <a:pt x="255087" y="92007"/>
                  <a:pt x="256666" y="97662"/>
                </a:cubicBezTo>
                <a:cubicBezTo>
                  <a:pt x="257889" y="93383"/>
                  <a:pt x="259596" y="88237"/>
                  <a:pt x="261786" y="82226"/>
                </a:cubicBezTo>
                <a:lnTo>
                  <a:pt x="279821" y="32707"/>
                </a:lnTo>
                <a:lnTo>
                  <a:pt x="293958" y="32707"/>
                </a:lnTo>
                <a:lnTo>
                  <a:pt x="263238" y="113863"/>
                </a:lnTo>
                <a:lnTo>
                  <a:pt x="250400" y="113863"/>
                </a:lnTo>
                <a:close/>
                <a:moveTo>
                  <a:pt x="295792" y="115697"/>
                </a:moveTo>
                <a:lnTo>
                  <a:pt x="328270" y="0"/>
                </a:lnTo>
                <a:lnTo>
                  <a:pt x="339274" y="0"/>
                </a:lnTo>
                <a:lnTo>
                  <a:pt x="306873" y="115697"/>
                </a:lnTo>
                <a:lnTo>
                  <a:pt x="295792" y="115697"/>
                </a:lnTo>
                <a:close/>
                <a:moveTo>
                  <a:pt x="349617" y="113863"/>
                </a:moveTo>
                <a:lnTo>
                  <a:pt x="349617" y="32707"/>
                </a:lnTo>
                <a:lnTo>
                  <a:pt x="361996" y="32707"/>
                </a:lnTo>
                <a:lnTo>
                  <a:pt x="361996" y="44169"/>
                </a:lnTo>
                <a:cubicBezTo>
                  <a:pt x="367957" y="35305"/>
                  <a:pt x="376567" y="30873"/>
                  <a:pt x="387826" y="30873"/>
                </a:cubicBezTo>
                <a:cubicBezTo>
                  <a:pt x="392716" y="30873"/>
                  <a:pt x="397212" y="31752"/>
                  <a:pt x="401313" y="33509"/>
                </a:cubicBezTo>
                <a:cubicBezTo>
                  <a:pt x="405415" y="35267"/>
                  <a:pt x="408484" y="37572"/>
                  <a:pt x="410522" y="40425"/>
                </a:cubicBezTo>
                <a:cubicBezTo>
                  <a:pt x="412560" y="43278"/>
                  <a:pt x="413986" y="46666"/>
                  <a:pt x="414801" y="50589"/>
                </a:cubicBezTo>
                <a:cubicBezTo>
                  <a:pt x="415311" y="53136"/>
                  <a:pt x="415565" y="57594"/>
                  <a:pt x="415565" y="63962"/>
                </a:cubicBezTo>
                <a:lnTo>
                  <a:pt x="415565" y="113863"/>
                </a:lnTo>
                <a:lnTo>
                  <a:pt x="401810" y="113863"/>
                </a:lnTo>
                <a:lnTo>
                  <a:pt x="401810" y="64444"/>
                </a:lnTo>
                <a:cubicBezTo>
                  <a:pt x="401810" y="58834"/>
                  <a:pt x="401275" y="54639"/>
                  <a:pt x="400205" y="51859"/>
                </a:cubicBezTo>
                <a:cubicBezTo>
                  <a:pt x="399136" y="49079"/>
                  <a:pt x="397238" y="46861"/>
                  <a:pt x="394512" y="45204"/>
                </a:cubicBezTo>
                <a:cubicBezTo>
                  <a:pt x="391787" y="43546"/>
                  <a:pt x="388590" y="42718"/>
                  <a:pt x="384922" y="42718"/>
                </a:cubicBezTo>
                <a:cubicBezTo>
                  <a:pt x="379063" y="42718"/>
                  <a:pt x="374007" y="44579"/>
                  <a:pt x="369753" y="48303"/>
                </a:cubicBezTo>
                <a:cubicBezTo>
                  <a:pt x="365499" y="52025"/>
                  <a:pt x="363372" y="59088"/>
                  <a:pt x="363372" y="69492"/>
                </a:cubicBezTo>
                <a:lnTo>
                  <a:pt x="363372" y="113863"/>
                </a:lnTo>
                <a:lnTo>
                  <a:pt x="349617" y="113863"/>
                </a:lnTo>
                <a:close/>
                <a:moveTo>
                  <a:pt x="459176" y="113863"/>
                </a:moveTo>
                <a:lnTo>
                  <a:pt x="428304" y="32707"/>
                </a:lnTo>
                <a:lnTo>
                  <a:pt x="442823" y="32707"/>
                </a:lnTo>
                <a:lnTo>
                  <a:pt x="460246" y="81309"/>
                </a:lnTo>
                <a:cubicBezTo>
                  <a:pt x="462131" y="86556"/>
                  <a:pt x="463863" y="92007"/>
                  <a:pt x="465443" y="97662"/>
                </a:cubicBezTo>
                <a:cubicBezTo>
                  <a:pt x="466665" y="93383"/>
                  <a:pt x="468372" y="88237"/>
                  <a:pt x="470563" y="82226"/>
                </a:cubicBezTo>
                <a:lnTo>
                  <a:pt x="488597" y="32707"/>
                </a:lnTo>
                <a:lnTo>
                  <a:pt x="502735" y="32707"/>
                </a:lnTo>
                <a:lnTo>
                  <a:pt x="472015" y="113863"/>
                </a:lnTo>
                <a:lnTo>
                  <a:pt x="459176" y="113863"/>
                </a:lnTo>
                <a:close/>
                <a:moveTo>
                  <a:pt x="514961" y="17729"/>
                </a:moveTo>
                <a:lnTo>
                  <a:pt x="514961" y="1834"/>
                </a:lnTo>
                <a:lnTo>
                  <a:pt x="528717" y="1834"/>
                </a:lnTo>
                <a:lnTo>
                  <a:pt x="528717" y="17729"/>
                </a:lnTo>
                <a:lnTo>
                  <a:pt x="514961" y="17729"/>
                </a:lnTo>
                <a:moveTo>
                  <a:pt x="514961" y="113863"/>
                </a:moveTo>
                <a:lnTo>
                  <a:pt x="514961" y="32707"/>
                </a:lnTo>
                <a:lnTo>
                  <a:pt x="528717" y="32707"/>
                </a:lnTo>
                <a:lnTo>
                  <a:pt x="528717" y="113863"/>
                </a:lnTo>
                <a:lnTo>
                  <a:pt x="514961" y="113863"/>
                </a:lnTo>
                <a:close/>
                <a:moveTo>
                  <a:pt x="602280" y="113863"/>
                </a:moveTo>
                <a:lnTo>
                  <a:pt x="602280" y="103623"/>
                </a:lnTo>
                <a:cubicBezTo>
                  <a:pt x="597135" y="111672"/>
                  <a:pt x="589569" y="115697"/>
                  <a:pt x="579584" y="115697"/>
                </a:cubicBezTo>
                <a:cubicBezTo>
                  <a:pt x="573114" y="115697"/>
                  <a:pt x="567166" y="113913"/>
                  <a:pt x="561741" y="110347"/>
                </a:cubicBezTo>
                <a:cubicBezTo>
                  <a:pt x="556315" y="106781"/>
                  <a:pt x="552112" y="101801"/>
                  <a:pt x="549132" y="95408"/>
                </a:cubicBezTo>
                <a:cubicBezTo>
                  <a:pt x="546151" y="89014"/>
                  <a:pt x="544661" y="81665"/>
                  <a:pt x="544661" y="73361"/>
                </a:cubicBezTo>
                <a:cubicBezTo>
                  <a:pt x="544661" y="65261"/>
                  <a:pt x="546011" y="57912"/>
                  <a:pt x="548711" y="51315"/>
                </a:cubicBezTo>
                <a:cubicBezTo>
                  <a:pt x="551411" y="44717"/>
                  <a:pt x="555462" y="39661"/>
                  <a:pt x="560862" y="36146"/>
                </a:cubicBezTo>
                <a:cubicBezTo>
                  <a:pt x="566262" y="32630"/>
                  <a:pt x="572299" y="30873"/>
                  <a:pt x="578973" y="30873"/>
                </a:cubicBezTo>
                <a:cubicBezTo>
                  <a:pt x="583864" y="30873"/>
                  <a:pt x="588219" y="31904"/>
                  <a:pt x="592040" y="33968"/>
                </a:cubicBezTo>
                <a:cubicBezTo>
                  <a:pt x="595861" y="36031"/>
                  <a:pt x="598969" y="38718"/>
                  <a:pt x="601363" y="42030"/>
                </a:cubicBezTo>
                <a:lnTo>
                  <a:pt x="601363" y="1834"/>
                </a:lnTo>
                <a:lnTo>
                  <a:pt x="615042" y="1834"/>
                </a:lnTo>
                <a:lnTo>
                  <a:pt x="615042" y="113863"/>
                </a:lnTo>
                <a:lnTo>
                  <a:pt x="602280" y="113863"/>
                </a:lnTo>
                <a:moveTo>
                  <a:pt x="558799" y="73323"/>
                </a:moveTo>
                <a:cubicBezTo>
                  <a:pt x="558799" y="83677"/>
                  <a:pt x="560989" y="91418"/>
                  <a:pt x="565370" y="96544"/>
                </a:cubicBezTo>
                <a:cubicBezTo>
                  <a:pt x="569752" y="101671"/>
                  <a:pt x="574923" y="104234"/>
                  <a:pt x="580883" y="104234"/>
                </a:cubicBezTo>
                <a:cubicBezTo>
                  <a:pt x="586895" y="104234"/>
                  <a:pt x="592002" y="101785"/>
                  <a:pt x="596205" y="96888"/>
                </a:cubicBezTo>
                <a:cubicBezTo>
                  <a:pt x="600408" y="91990"/>
                  <a:pt x="602509" y="84515"/>
                  <a:pt x="602509" y="74464"/>
                </a:cubicBezTo>
                <a:cubicBezTo>
                  <a:pt x="602509" y="63400"/>
                  <a:pt x="600370" y="55279"/>
                  <a:pt x="596090" y="50101"/>
                </a:cubicBezTo>
                <a:cubicBezTo>
                  <a:pt x="591811" y="44924"/>
                  <a:pt x="586538" y="42335"/>
                  <a:pt x="580272" y="42335"/>
                </a:cubicBezTo>
                <a:cubicBezTo>
                  <a:pt x="574158" y="42335"/>
                  <a:pt x="569051" y="44823"/>
                  <a:pt x="564950" y="49798"/>
                </a:cubicBezTo>
                <a:cubicBezTo>
                  <a:pt x="560849" y="54772"/>
                  <a:pt x="558799" y="62613"/>
                  <a:pt x="558799" y="73323"/>
                </a:cubicBezTo>
                <a:close/>
                <a:moveTo>
                  <a:pt x="636721" y="17729"/>
                </a:moveTo>
                <a:lnTo>
                  <a:pt x="636721" y="1834"/>
                </a:lnTo>
                <a:lnTo>
                  <a:pt x="650477" y="1834"/>
                </a:lnTo>
                <a:lnTo>
                  <a:pt x="650477" y="17729"/>
                </a:lnTo>
                <a:lnTo>
                  <a:pt x="636721" y="17729"/>
                </a:lnTo>
                <a:moveTo>
                  <a:pt x="636721" y="113863"/>
                </a:moveTo>
                <a:lnTo>
                  <a:pt x="636721" y="32707"/>
                </a:lnTo>
                <a:lnTo>
                  <a:pt x="650477" y="32707"/>
                </a:lnTo>
                <a:lnTo>
                  <a:pt x="650477" y="113863"/>
                </a:lnTo>
                <a:lnTo>
                  <a:pt x="636721" y="113863"/>
                </a:lnTo>
                <a:close/>
                <a:moveTo>
                  <a:pt x="724347" y="103842"/>
                </a:moveTo>
                <a:cubicBezTo>
                  <a:pt x="719252" y="108176"/>
                  <a:pt x="714349" y="111235"/>
                  <a:pt x="709636" y="113020"/>
                </a:cubicBezTo>
                <a:cubicBezTo>
                  <a:pt x="704924" y="114804"/>
                  <a:pt x="699867" y="115697"/>
                  <a:pt x="694467" y="115697"/>
                </a:cubicBezTo>
                <a:cubicBezTo>
                  <a:pt x="685552" y="115697"/>
                  <a:pt x="678700" y="113517"/>
                  <a:pt x="673911" y="109158"/>
                </a:cubicBezTo>
                <a:cubicBezTo>
                  <a:pt x="669122" y="104799"/>
                  <a:pt x="666728" y="99229"/>
                  <a:pt x="666728" y="92449"/>
                </a:cubicBezTo>
                <a:cubicBezTo>
                  <a:pt x="666728" y="88474"/>
                  <a:pt x="667632" y="84842"/>
                  <a:pt x="669440" y="81555"/>
                </a:cubicBezTo>
                <a:cubicBezTo>
                  <a:pt x="671249" y="78265"/>
                  <a:pt x="673618" y="75627"/>
                  <a:pt x="676547" y="73638"/>
                </a:cubicBezTo>
                <a:cubicBezTo>
                  <a:pt x="679477" y="71650"/>
                  <a:pt x="682775" y="70146"/>
                  <a:pt x="686443" y="69127"/>
                </a:cubicBezTo>
                <a:cubicBezTo>
                  <a:pt x="689143" y="68412"/>
                  <a:pt x="693219" y="67724"/>
                  <a:pt x="698670" y="67061"/>
                </a:cubicBezTo>
                <a:cubicBezTo>
                  <a:pt x="709776" y="65746"/>
                  <a:pt x="717953" y="64178"/>
                  <a:pt x="723200" y="62357"/>
                </a:cubicBezTo>
                <a:cubicBezTo>
                  <a:pt x="723251" y="60480"/>
                  <a:pt x="723277" y="59287"/>
                  <a:pt x="723277" y="58780"/>
                </a:cubicBezTo>
                <a:cubicBezTo>
                  <a:pt x="723277" y="53196"/>
                  <a:pt x="721978" y="49263"/>
                  <a:pt x="719379" y="46980"/>
                </a:cubicBezTo>
                <a:cubicBezTo>
                  <a:pt x="715864" y="43884"/>
                  <a:pt x="710642" y="42335"/>
                  <a:pt x="703714" y="42335"/>
                </a:cubicBezTo>
                <a:cubicBezTo>
                  <a:pt x="697244" y="42335"/>
                  <a:pt x="692468" y="43469"/>
                  <a:pt x="689385" y="45736"/>
                </a:cubicBezTo>
                <a:cubicBezTo>
                  <a:pt x="686303" y="48003"/>
                  <a:pt x="684023" y="52015"/>
                  <a:pt x="682546" y="57772"/>
                </a:cubicBezTo>
                <a:lnTo>
                  <a:pt x="669096" y="55938"/>
                </a:lnTo>
                <a:cubicBezTo>
                  <a:pt x="670319" y="50164"/>
                  <a:pt x="672332" y="45500"/>
                  <a:pt x="675133" y="41949"/>
                </a:cubicBezTo>
                <a:cubicBezTo>
                  <a:pt x="677935" y="38397"/>
                  <a:pt x="681986" y="35663"/>
                  <a:pt x="687284" y="33748"/>
                </a:cubicBezTo>
                <a:cubicBezTo>
                  <a:pt x="692582" y="31831"/>
                  <a:pt x="698721" y="30873"/>
                  <a:pt x="705701" y="30873"/>
                </a:cubicBezTo>
                <a:cubicBezTo>
                  <a:pt x="712629" y="30873"/>
                  <a:pt x="718259" y="31688"/>
                  <a:pt x="722589" y="33318"/>
                </a:cubicBezTo>
                <a:cubicBezTo>
                  <a:pt x="726919" y="34948"/>
                  <a:pt x="730103" y="36999"/>
                  <a:pt x="732141" y="39470"/>
                </a:cubicBezTo>
                <a:cubicBezTo>
                  <a:pt x="734179" y="41941"/>
                  <a:pt x="735605" y="45061"/>
                  <a:pt x="736421" y="48831"/>
                </a:cubicBezTo>
                <a:cubicBezTo>
                  <a:pt x="736879" y="51174"/>
                  <a:pt x="737108" y="55403"/>
                  <a:pt x="737108" y="61516"/>
                </a:cubicBezTo>
                <a:lnTo>
                  <a:pt x="737108" y="79857"/>
                </a:lnTo>
                <a:cubicBezTo>
                  <a:pt x="737108" y="92644"/>
                  <a:pt x="737401" y="100731"/>
                  <a:pt x="737987" y="104119"/>
                </a:cubicBezTo>
                <a:cubicBezTo>
                  <a:pt x="738573" y="107507"/>
                  <a:pt x="739732" y="110755"/>
                  <a:pt x="741464" y="113863"/>
                </a:cubicBezTo>
                <a:lnTo>
                  <a:pt x="727098" y="113863"/>
                </a:lnTo>
                <a:cubicBezTo>
                  <a:pt x="725671" y="111006"/>
                  <a:pt x="724754" y="107666"/>
                  <a:pt x="724347" y="103842"/>
                </a:cubicBezTo>
                <a:moveTo>
                  <a:pt x="723200" y="73055"/>
                </a:moveTo>
                <a:cubicBezTo>
                  <a:pt x="718208" y="75111"/>
                  <a:pt x="710719" y="76857"/>
                  <a:pt x="700733" y="78295"/>
                </a:cubicBezTo>
                <a:cubicBezTo>
                  <a:pt x="695079" y="79113"/>
                  <a:pt x="691079" y="80034"/>
                  <a:pt x="688736" y="81058"/>
                </a:cubicBezTo>
                <a:cubicBezTo>
                  <a:pt x="686392" y="82080"/>
                  <a:pt x="684584" y="83576"/>
                  <a:pt x="683310" y="85547"/>
                </a:cubicBezTo>
                <a:cubicBezTo>
                  <a:pt x="682037" y="87517"/>
                  <a:pt x="681400" y="89703"/>
                  <a:pt x="681400" y="92107"/>
                </a:cubicBezTo>
                <a:cubicBezTo>
                  <a:pt x="681400" y="95790"/>
                  <a:pt x="682788" y="98859"/>
                  <a:pt x="685565" y="101316"/>
                </a:cubicBezTo>
                <a:cubicBezTo>
                  <a:pt x="688341" y="103771"/>
                  <a:pt x="692404" y="104998"/>
                  <a:pt x="697753" y="104998"/>
                </a:cubicBezTo>
                <a:cubicBezTo>
                  <a:pt x="703051" y="104998"/>
                  <a:pt x="707764" y="103833"/>
                  <a:pt x="711890" y="101504"/>
                </a:cubicBezTo>
                <a:cubicBezTo>
                  <a:pt x="716017" y="99175"/>
                  <a:pt x="719048" y="95989"/>
                  <a:pt x="720984" y="91945"/>
                </a:cubicBezTo>
                <a:cubicBezTo>
                  <a:pt x="722462" y="88821"/>
                  <a:pt x="723200" y="84214"/>
                  <a:pt x="723200" y="78123"/>
                </a:cubicBezTo>
                <a:lnTo>
                  <a:pt x="723200" y="73055"/>
                </a:lnTo>
                <a:close/>
                <a:moveTo>
                  <a:pt x="811363" y="84060"/>
                </a:moveTo>
                <a:lnTo>
                  <a:pt x="824889" y="85817"/>
                </a:lnTo>
                <a:cubicBezTo>
                  <a:pt x="823411" y="95164"/>
                  <a:pt x="819629" y="102481"/>
                  <a:pt x="813541" y="107768"/>
                </a:cubicBezTo>
                <a:cubicBezTo>
                  <a:pt x="807453" y="113054"/>
                  <a:pt x="799977" y="115697"/>
                  <a:pt x="791112" y="115697"/>
                </a:cubicBezTo>
                <a:cubicBezTo>
                  <a:pt x="780006" y="115697"/>
                  <a:pt x="771078" y="112067"/>
                  <a:pt x="764328" y="104807"/>
                </a:cubicBezTo>
                <a:cubicBezTo>
                  <a:pt x="757577" y="97547"/>
                  <a:pt x="754202" y="87142"/>
                  <a:pt x="754202" y="73590"/>
                </a:cubicBezTo>
                <a:cubicBezTo>
                  <a:pt x="754202" y="64828"/>
                  <a:pt x="755654" y="57161"/>
                  <a:pt x="758558" y="50589"/>
                </a:cubicBezTo>
                <a:cubicBezTo>
                  <a:pt x="761462" y="44017"/>
                  <a:pt x="765882" y="39088"/>
                  <a:pt x="771817" y="35802"/>
                </a:cubicBezTo>
                <a:cubicBezTo>
                  <a:pt x="777752" y="32516"/>
                  <a:pt x="784209" y="30873"/>
                  <a:pt x="791189" y="30873"/>
                </a:cubicBezTo>
                <a:cubicBezTo>
                  <a:pt x="800002" y="30873"/>
                  <a:pt x="807211" y="33109"/>
                  <a:pt x="812815" y="37581"/>
                </a:cubicBezTo>
                <a:cubicBezTo>
                  <a:pt x="818419" y="42051"/>
                  <a:pt x="822010" y="48400"/>
                  <a:pt x="823590" y="56626"/>
                </a:cubicBezTo>
                <a:lnTo>
                  <a:pt x="810217" y="58689"/>
                </a:lnTo>
                <a:cubicBezTo>
                  <a:pt x="808943" y="53263"/>
                  <a:pt x="806689" y="49181"/>
                  <a:pt x="803454" y="46443"/>
                </a:cubicBezTo>
                <a:cubicBezTo>
                  <a:pt x="800219" y="43705"/>
                  <a:pt x="796309" y="42335"/>
                  <a:pt x="791723" y="42335"/>
                </a:cubicBezTo>
                <a:cubicBezTo>
                  <a:pt x="784795" y="42335"/>
                  <a:pt x="779165" y="44807"/>
                  <a:pt x="774835" y="49750"/>
                </a:cubicBezTo>
                <a:cubicBezTo>
                  <a:pt x="770505" y="54692"/>
                  <a:pt x="768340" y="62511"/>
                  <a:pt x="768340" y="73208"/>
                </a:cubicBezTo>
                <a:cubicBezTo>
                  <a:pt x="768340" y="84058"/>
                  <a:pt x="770428" y="91942"/>
                  <a:pt x="774606" y="96860"/>
                </a:cubicBezTo>
                <a:cubicBezTo>
                  <a:pt x="778783" y="101776"/>
                  <a:pt x="784235" y="104234"/>
                  <a:pt x="790959" y="104234"/>
                </a:cubicBezTo>
                <a:cubicBezTo>
                  <a:pt x="796360" y="104234"/>
                  <a:pt x="800868" y="102585"/>
                  <a:pt x="804485" y="99286"/>
                </a:cubicBezTo>
                <a:cubicBezTo>
                  <a:pt x="808102" y="95987"/>
                  <a:pt x="810395" y="90912"/>
                  <a:pt x="811363" y="84060"/>
                </a:cubicBezTo>
                <a:close/>
                <a:moveTo>
                  <a:pt x="866690" y="101712"/>
                </a:moveTo>
                <a:lnTo>
                  <a:pt x="868677" y="113863"/>
                </a:lnTo>
                <a:cubicBezTo>
                  <a:pt x="864805" y="114576"/>
                  <a:pt x="861341" y="114932"/>
                  <a:pt x="858284" y="114932"/>
                </a:cubicBezTo>
                <a:cubicBezTo>
                  <a:pt x="853292" y="114932"/>
                  <a:pt x="849420" y="114143"/>
                  <a:pt x="846669" y="112563"/>
                </a:cubicBezTo>
                <a:cubicBezTo>
                  <a:pt x="843918" y="110984"/>
                  <a:pt x="841982" y="108908"/>
                  <a:pt x="840861" y="106335"/>
                </a:cubicBezTo>
                <a:cubicBezTo>
                  <a:pt x="839740" y="103763"/>
                  <a:pt x="839180" y="98350"/>
                  <a:pt x="839180" y="90097"/>
                </a:cubicBezTo>
                <a:lnTo>
                  <a:pt x="839180" y="43405"/>
                </a:lnTo>
                <a:lnTo>
                  <a:pt x="829093" y="43405"/>
                </a:lnTo>
                <a:lnTo>
                  <a:pt x="829093" y="32707"/>
                </a:lnTo>
                <a:lnTo>
                  <a:pt x="839180" y="32707"/>
                </a:lnTo>
                <a:lnTo>
                  <a:pt x="839180" y="12554"/>
                </a:lnTo>
                <a:lnTo>
                  <a:pt x="852859" y="4279"/>
                </a:lnTo>
                <a:lnTo>
                  <a:pt x="852859" y="32707"/>
                </a:lnTo>
                <a:lnTo>
                  <a:pt x="866690" y="32707"/>
                </a:lnTo>
                <a:lnTo>
                  <a:pt x="866690" y="43405"/>
                </a:lnTo>
                <a:lnTo>
                  <a:pt x="852859" y="43405"/>
                </a:lnTo>
                <a:lnTo>
                  <a:pt x="852859" y="90861"/>
                </a:lnTo>
                <a:cubicBezTo>
                  <a:pt x="852859" y="94784"/>
                  <a:pt x="853101" y="97305"/>
                  <a:pt x="853585" y="98426"/>
                </a:cubicBezTo>
                <a:cubicBezTo>
                  <a:pt x="854068" y="99547"/>
                  <a:pt x="854858" y="100438"/>
                  <a:pt x="855953" y="101101"/>
                </a:cubicBezTo>
                <a:cubicBezTo>
                  <a:pt x="857049" y="101763"/>
                  <a:pt x="858615" y="102094"/>
                  <a:pt x="860653" y="102094"/>
                </a:cubicBezTo>
                <a:cubicBezTo>
                  <a:pt x="862182" y="102094"/>
                  <a:pt x="864194" y="101967"/>
                  <a:pt x="866690" y="101712"/>
                </a:cubicBezTo>
                <a:close/>
                <a:moveTo>
                  <a:pt x="879860" y="113863"/>
                </a:moveTo>
                <a:lnTo>
                  <a:pt x="879860" y="1834"/>
                </a:lnTo>
                <a:lnTo>
                  <a:pt x="893615" y="1834"/>
                </a:lnTo>
                <a:lnTo>
                  <a:pt x="893615" y="113863"/>
                </a:lnTo>
                <a:lnTo>
                  <a:pt x="879860" y="113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06D8F5-E459-4DE2-A3B4-31153F43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931" y="6395281"/>
            <a:ext cx="1707312" cy="1211338"/>
          </a:xfrm>
          <a:custGeom xmlns:a="http://schemas.openxmlformats.org/drawingml/2006/main">
            <a:pathLst>
              <a:path w="1707312" h="1211338" fill="none">
                <a:moveTo>
                  <a:pt x="0" y="43157"/>
                </a:moveTo>
                <a:cubicBezTo>
                  <a:pt x="189702" y="0"/>
                  <a:pt x="379403" y="0"/>
                  <a:pt x="569104" y="43157"/>
                </a:cubicBezTo>
                <a:cubicBezTo>
                  <a:pt x="758806" y="86219"/>
                  <a:pt x="948507" y="86219"/>
                  <a:pt x="1138208" y="43157"/>
                </a:cubicBezTo>
                <a:cubicBezTo>
                  <a:pt x="1327910" y="0"/>
                  <a:pt x="1517611" y="0"/>
                  <a:pt x="1707312" y="43157"/>
                </a:cubicBezTo>
                <a:lnTo>
                  <a:pt x="1707312" y="1168276"/>
                </a:lnTo>
                <a:cubicBezTo>
                  <a:pt x="1517611" y="1125119"/>
                  <a:pt x="1327910" y="1125119"/>
                  <a:pt x="1138208" y="1168276"/>
                </a:cubicBezTo>
                <a:cubicBezTo>
                  <a:pt x="948507" y="1211338"/>
                  <a:pt x="758806" y="1211338"/>
                  <a:pt x="569104" y="1168276"/>
                </a:cubicBezTo>
                <a:cubicBezTo>
                  <a:pt x="379403" y="1125119"/>
                  <a:pt x="189702" y="1125119"/>
                  <a:pt x="0" y="1168276"/>
                </a:cubicBezTo>
                <a:lnTo>
                  <a:pt x="0" y="431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B1A5B-BC0A-4284-90F5-C5BFD1E1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6869250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7"/>
                  <a:pt x="1450150" y="7875"/>
                  <a:pt x="1453859" y="11584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1"/>
                  <a:pt x="1462432" y="238935"/>
                </a:cubicBezTo>
                <a:cubicBezTo>
                  <a:pt x="1460425" y="243781"/>
                  <a:pt x="1457567" y="248058"/>
                  <a:pt x="1453859" y="251767"/>
                </a:cubicBezTo>
                <a:cubicBezTo>
                  <a:pt x="1450150" y="255476"/>
                  <a:pt x="1445872" y="258333"/>
                  <a:pt x="1441026" y="260341"/>
                </a:cubicBezTo>
                <a:cubicBezTo>
                  <a:pt x="1436181" y="262347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7"/>
                  <a:pt x="24416" y="260341"/>
                </a:cubicBezTo>
                <a:cubicBezTo>
                  <a:pt x="19570" y="258333"/>
                  <a:pt x="15294" y="255476"/>
                  <a:pt x="11585" y="251767"/>
                </a:cubicBezTo>
                <a:cubicBezTo>
                  <a:pt x="7876" y="248058"/>
                  <a:pt x="5018" y="243781"/>
                  <a:pt x="3011" y="238935"/>
                </a:cubicBezTo>
                <a:cubicBezTo>
                  <a:pt x="1003" y="234091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4"/>
                </a:cubicBezTo>
                <a:cubicBezTo>
                  <a:pt x="15294" y="7875"/>
                  <a:pt x="19571" y="5017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45578-0613-429B-A744-846E3E3B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6869250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7"/>
                  <a:pt x="1450150" y="7875"/>
                  <a:pt x="1453859" y="11584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3"/>
                </a:cubicBezTo>
                <a:lnTo>
                  <a:pt x="1465443" y="223800"/>
                </a:lnTo>
                <a:cubicBezTo>
                  <a:pt x="1465443" y="229045"/>
                  <a:pt x="1464439" y="234091"/>
                  <a:pt x="1462432" y="238935"/>
                </a:cubicBezTo>
                <a:cubicBezTo>
                  <a:pt x="1460425" y="243781"/>
                  <a:pt x="1457567" y="248058"/>
                  <a:pt x="1453859" y="251767"/>
                </a:cubicBezTo>
                <a:cubicBezTo>
                  <a:pt x="1450150" y="255476"/>
                  <a:pt x="1445872" y="258333"/>
                  <a:pt x="1441026" y="260341"/>
                </a:cubicBezTo>
                <a:cubicBezTo>
                  <a:pt x="1436181" y="262347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7"/>
                  <a:pt x="24416" y="260341"/>
                </a:cubicBezTo>
                <a:cubicBezTo>
                  <a:pt x="19570" y="258333"/>
                  <a:pt x="15294" y="255476"/>
                  <a:pt x="11585" y="251767"/>
                </a:cubicBezTo>
                <a:cubicBezTo>
                  <a:pt x="7876" y="248058"/>
                  <a:pt x="5018" y="243781"/>
                  <a:pt x="3011" y="238935"/>
                </a:cubicBezTo>
                <a:cubicBezTo>
                  <a:pt x="1003" y="234091"/>
                  <a:pt x="0" y="229045"/>
                  <a:pt x="0" y="223800"/>
                </a:cubicBezTo>
                <a:lnTo>
                  <a:pt x="0" y="39553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4"/>
                </a:cubicBezTo>
                <a:cubicBezTo>
                  <a:pt x="15294" y="7875"/>
                  <a:pt x="19571" y="5017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99" name="Text /dev/nvidiactl">
            <a:extLst xmlns:a="http://schemas.openxmlformats.org/drawingml/2006/main">
              <a:ext uri="{FF2B5EF4-FFF2-40B4-BE49-F238E27FC236}">
                <a16:creationId xmlns:a16="http://schemas.microsoft.com/office/drawing/2014/main" id="{8EF96DF9-D0FB-4C61-BD19-BFB31DA5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4194" y="6937786"/>
            <a:ext cx="893614" cy="115697"/>
          </a:xfrm>
          <a:custGeom xmlns:a="http://schemas.openxmlformats.org/drawingml/2006/main">
            <a:pathLst>
              <a:path w="893614" h="115697">
                <a:moveTo>
                  <a:pt x="0" y="115697"/>
                </a:moveTo>
                <a:lnTo>
                  <a:pt x="32478" y="0"/>
                </a:lnTo>
                <a:lnTo>
                  <a:pt x="43482" y="0"/>
                </a:lnTo>
                <a:lnTo>
                  <a:pt x="11081" y="115697"/>
                </a:lnTo>
                <a:lnTo>
                  <a:pt x="0" y="115697"/>
                </a:lnTo>
                <a:close/>
                <a:moveTo>
                  <a:pt x="106477" y="113863"/>
                </a:moveTo>
                <a:lnTo>
                  <a:pt x="106477" y="103623"/>
                </a:lnTo>
                <a:cubicBezTo>
                  <a:pt x="101331" y="111672"/>
                  <a:pt x="93766" y="115697"/>
                  <a:pt x="83780" y="115697"/>
                </a:cubicBezTo>
                <a:cubicBezTo>
                  <a:pt x="77310" y="115697"/>
                  <a:pt x="71363" y="113913"/>
                  <a:pt x="65937" y="110347"/>
                </a:cubicBezTo>
                <a:cubicBezTo>
                  <a:pt x="60511" y="106781"/>
                  <a:pt x="56308" y="101801"/>
                  <a:pt x="53328" y="95408"/>
                </a:cubicBezTo>
                <a:cubicBezTo>
                  <a:pt x="50348" y="89014"/>
                  <a:pt x="48858" y="81665"/>
                  <a:pt x="48858" y="73361"/>
                </a:cubicBezTo>
                <a:cubicBezTo>
                  <a:pt x="48858" y="65261"/>
                  <a:pt x="50208" y="57912"/>
                  <a:pt x="52908" y="51315"/>
                </a:cubicBezTo>
                <a:cubicBezTo>
                  <a:pt x="55608" y="44717"/>
                  <a:pt x="59658" y="39661"/>
                  <a:pt x="65058" y="36146"/>
                </a:cubicBezTo>
                <a:cubicBezTo>
                  <a:pt x="70458" y="32630"/>
                  <a:pt x="76495" y="30873"/>
                  <a:pt x="83169" y="30873"/>
                </a:cubicBezTo>
                <a:cubicBezTo>
                  <a:pt x="88060" y="30873"/>
                  <a:pt x="92416" y="31904"/>
                  <a:pt x="96237" y="33968"/>
                </a:cubicBezTo>
                <a:cubicBezTo>
                  <a:pt x="100057" y="36031"/>
                  <a:pt x="103165" y="38718"/>
                  <a:pt x="105560" y="42030"/>
                </a:cubicBezTo>
                <a:lnTo>
                  <a:pt x="105560" y="1834"/>
                </a:lnTo>
                <a:lnTo>
                  <a:pt x="119238" y="1834"/>
                </a:lnTo>
                <a:lnTo>
                  <a:pt x="119238" y="113863"/>
                </a:lnTo>
                <a:lnTo>
                  <a:pt x="106477" y="113863"/>
                </a:lnTo>
                <a:moveTo>
                  <a:pt x="62995" y="73323"/>
                </a:moveTo>
                <a:cubicBezTo>
                  <a:pt x="62995" y="83677"/>
                  <a:pt x="65185" y="91418"/>
                  <a:pt x="69567" y="96544"/>
                </a:cubicBezTo>
                <a:cubicBezTo>
                  <a:pt x="73948" y="101671"/>
                  <a:pt x="79119" y="104234"/>
                  <a:pt x="85080" y="104234"/>
                </a:cubicBezTo>
                <a:cubicBezTo>
                  <a:pt x="91091" y="104234"/>
                  <a:pt x="96198" y="101785"/>
                  <a:pt x="100401" y="96888"/>
                </a:cubicBezTo>
                <a:cubicBezTo>
                  <a:pt x="104604" y="91990"/>
                  <a:pt x="106706" y="84515"/>
                  <a:pt x="106706" y="74464"/>
                </a:cubicBezTo>
                <a:cubicBezTo>
                  <a:pt x="106706" y="63400"/>
                  <a:pt x="104566" y="55279"/>
                  <a:pt x="100287" y="50101"/>
                </a:cubicBezTo>
                <a:cubicBezTo>
                  <a:pt x="96007" y="44924"/>
                  <a:pt x="90734" y="42335"/>
                  <a:pt x="84468" y="42335"/>
                </a:cubicBezTo>
                <a:cubicBezTo>
                  <a:pt x="78355" y="42335"/>
                  <a:pt x="73248" y="44823"/>
                  <a:pt x="69146" y="49798"/>
                </a:cubicBezTo>
                <a:cubicBezTo>
                  <a:pt x="65045" y="54772"/>
                  <a:pt x="62995" y="62613"/>
                  <a:pt x="62995" y="73323"/>
                </a:cubicBezTo>
                <a:close/>
                <a:moveTo>
                  <a:pt x="196396" y="87728"/>
                </a:moveTo>
                <a:lnTo>
                  <a:pt x="210610" y="89485"/>
                </a:lnTo>
                <a:cubicBezTo>
                  <a:pt x="208369" y="97789"/>
                  <a:pt x="204217" y="104234"/>
                  <a:pt x="198154" y="108819"/>
                </a:cubicBezTo>
                <a:cubicBezTo>
                  <a:pt x="192092" y="113404"/>
                  <a:pt x="184348" y="115697"/>
                  <a:pt x="174923" y="115697"/>
                </a:cubicBezTo>
                <a:cubicBezTo>
                  <a:pt x="163053" y="115697"/>
                  <a:pt x="153641" y="112041"/>
                  <a:pt x="146687" y="104731"/>
                </a:cubicBezTo>
                <a:cubicBezTo>
                  <a:pt x="139733" y="97420"/>
                  <a:pt x="136256" y="87167"/>
                  <a:pt x="136256" y="73972"/>
                </a:cubicBezTo>
                <a:cubicBezTo>
                  <a:pt x="136256" y="60319"/>
                  <a:pt x="139771" y="49723"/>
                  <a:pt x="146801" y="42183"/>
                </a:cubicBezTo>
                <a:cubicBezTo>
                  <a:pt x="153832" y="34643"/>
                  <a:pt x="162951" y="30873"/>
                  <a:pt x="174159" y="30873"/>
                </a:cubicBezTo>
                <a:cubicBezTo>
                  <a:pt x="185010" y="30873"/>
                  <a:pt x="193875" y="34561"/>
                  <a:pt x="200752" y="41937"/>
                </a:cubicBezTo>
                <a:cubicBezTo>
                  <a:pt x="207630" y="49311"/>
                  <a:pt x="211069" y="59686"/>
                  <a:pt x="211069" y="73063"/>
                </a:cubicBezTo>
                <a:cubicBezTo>
                  <a:pt x="211069" y="73876"/>
                  <a:pt x="211043" y="75096"/>
                  <a:pt x="210992" y="76723"/>
                </a:cubicBezTo>
                <a:lnTo>
                  <a:pt x="150469" y="76723"/>
                </a:lnTo>
                <a:cubicBezTo>
                  <a:pt x="150979" y="85613"/>
                  <a:pt x="153501" y="92421"/>
                  <a:pt x="158035" y="97146"/>
                </a:cubicBezTo>
                <a:cubicBezTo>
                  <a:pt x="162569" y="101871"/>
                  <a:pt x="168224" y="104234"/>
                  <a:pt x="174999" y="104234"/>
                </a:cubicBezTo>
                <a:cubicBezTo>
                  <a:pt x="180043" y="104234"/>
                  <a:pt x="184348" y="102922"/>
                  <a:pt x="187914" y="100298"/>
                </a:cubicBezTo>
                <a:cubicBezTo>
                  <a:pt x="191480" y="97673"/>
                  <a:pt x="194308" y="93483"/>
                  <a:pt x="196396" y="87728"/>
                </a:cubicBezTo>
                <a:moveTo>
                  <a:pt x="151234" y="65261"/>
                </a:moveTo>
                <a:lnTo>
                  <a:pt x="196549" y="65261"/>
                </a:lnTo>
                <a:cubicBezTo>
                  <a:pt x="195938" y="58546"/>
                  <a:pt x="194206" y="53509"/>
                  <a:pt x="191353" y="50152"/>
                </a:cubicBezTo>
                <a:cubicBezTo>
                  <a:pt x="186972" y="44941"/>
                  <a:pt x="181291" y="42335"/>
                  <a:pt x="174312" y="42335"/>
                </a:cubicBezTo>
                <a:cubicBezTo>
                  <a:pt x="167995" y="42335"/>
                  <a:pt x="162683" y="44415"/>
                  <a:pt x="158379" y="48575"/>
                </a:cubicBezTo>
                <a:cubicBezTo>
                  <a:pt x="154074" y="52734"/>
                  <a:pt x="151692" y="58296"/>
                  <a:pt x="151234" y="65261"/>
                </a:cubicBezTo>
                <a:close/>
                <a:moveTo>
                  <a:pt x="250400" y="113863"/>
                </a:moveTo>
                <a:lnTo>
                  <a:pt x="219527" y="32707"/>
                </a:lnTo>
                <a:lnTo>
                  <a:pt x="234047" y="32707"/>
                </a:lnTo>
                <a:lnTo>
                  <a:pt x="251470" y="81309"/>
                </a:lnTo>
                <a:cubicBezTo>
                  <a:pt x="253355" y="86556"/>
                  <a:pt x="255087" y="92007"/>
                  <a:pt x="256666" y="97662"/>
                </a:cubicBezTo>
                <a:cubicBezTo>
                  <a:pt x="257889" y="93383"/>
                  <a:pt x="259596" y="88237"/>
                  <a:pt x="261786" y="82226"/>
                </a:cubicBezTo>
                <a:lnTo>
                  <a:pt x="279821" y="32707"/>
                </a:lnTo>
                <a:lnTo>
                  <a:pt x="293958" y="32707"/>
                </a:lnTo>
                <a:lnTo>
                  <a:pt x="263238" y="113863"/>
                </a:lnTo>
                <a:lnTo>
                  <a:pt x="250400" y="113863"/>
                </a:lnTo>
                <a:close/>
                <a:moveTo>
                  <a:pt x="295792" y="115697"/>
                </a:moveTo>
                <a:lnTo>
                  <a:pt x="328270" y="0"/>
                </a:lnTo>
                <a:lnTo>
                  <a:pt x="339274" y="0"/>
                </a:lnTo>
                <a:lnTo>
                  <a:pt x="306873" y="115697"/>
                </a:lnTo>
                <a:lnTo>
                  <a:pt x="295792" y="115697"/>
                </a:lnTo>
                <a:close/>
                <a:moveTo>
                  <a:pt x="349617" y="113863"/>
                </a:moveTo>
                <a:lnTo>
                  <a:pt x="349617" y="32707"/>
                </a:lnTo>
                <a:lnTo>
                  <a:pt x="361996" y="32707"/>
                </a:lnTo>
                <a:lnTo>
                  <a:pt x="361996" y="44169"/>
                </a:lnTo>
                <a:cubicBezTo>
                  <a:pt x="367957" y="35305"/>
                  <a:pt x="376567" y="30873"/>
                  <a:pt x="387826" y="30873"/>
                </a:cubicBezTo>
                <a:cubicBezTo>
                  <a:pt x="392716" y="30873"/>
                  <a:pt x="397212" y="31752"/>
                  <a:pt x="401313" y="33509"/>
                </a:cubicBezTo>
                <a:cubicBezTo>
                  <a:pt x="405415" y="35267"/>
                  <a:pt x="408484" y="37572"/>
                  <a:pt x="410522" y="40425"/>
                </a:cubicBezTo>
                <a:cubicBezTo>
                  <a:pt x="412560" y="43278"/>
                  <a:pt x="413986" y="46666"/>
                  <a:pt x="414801" y="50589"/>
                </a:cubicBezTo>
                <a:cubicBezTo>
                  <a:pt x="415311" y="53136"/>
                  <a:pt x="415565" y="57594"/>
                  <a:pt x="415565" y="63962"/>
                </a:cubicBezTo>
                <a:lnTo>
                  <a:pt x="415565" y="113863"/>
                </a:lnTo>
                <a:lnTo>
                  <a:pt x="401810" y="113863"/>
                </a:lnTo>
                <a:lnTo>
                  <a:pt x="401810" y="64444"/>
                </a:lnTo>
                <a:cubicBezTo>
                  <a:pt x="401810" y="58834"/>
                  <a:pt x="401275" y="54639"/>
                  <a:pt x="400205" y="51859"/>
                </a:cubicBezTo>
                <a:cubicBezTo>
                  <a:pt x="399136" y="49079"/>
                  <a:pt x="397238" y="46861"/>
                  <a:pt x="394512" y="45204"/>
                </a:cubicBezTo>
                <a:cubicBezTo>
                  <a:pt x="391787" y="43546"/>
                  <a:pt x="388590" y="42718"/>
                  <a:pt x="384922" y="42718"/>
                </a:cubicBezTo>
                <a:cubicBezTo>
                  <a:pt x="379063" y="42718"/>
                  <a:pt x="374007" y="44579"/>
                  <a:pt x="369753" y="48303"/>
                </a:cubicBezTo>
                <a:cubicBezTo>
                  <a:pt x="365499" y="52025"/>
                  <a:pt x="363372" y="59088"/>
                  <a:pt x="363372" y="69492"/>
                </a:cubicBezTo>
                <a:lnTo>
                  <a:pt x="363372" y="113863"/>
                </a:lnTo>
                <a:lnTo>
                  <a:pt x="349617" y="113863"/>
                </a:lnTo>
                <a:close/>
                <a:moveTo>
                  <a:pt x="459176" y="113863"/>
                </a:moveTo>
                <a:lnTo>
                  <a:pt x="428303" y="32707"/>
                </a:lnTo>
                <a:lnTo>
                  <a:pt x="442823" y="32707"/>
                </a:lnTo>
                <a:lnTo>
                  <a:pt x="460246" y="81309"/>
                </a:lnTo>
                <a:cubicBezTo>
                  <a:pt x="462131" y="86556"/>
                  <a:pt x="463863" y="92007"/>
                  <a:pt x="465442" y="97662"/>
                </a:cubicBezTo>
                <a:cubicBezTo>
                  <a:pt x="466665" y="93383"/>
                  <a:pt x="468372" y="88237"/>
                  <a:pt x="470562" y="82226"/>
                </a:cubicBezTo>
                <a:lnTo>
                  <a:pt x="488597" y="32707"/>
                </a:lnTo>
                <a:lnTo>
                  <a:pt x="502734" y="32707"/>
                </a:lnTo>
                <a:lnTo>
                  <a:pt x="472014" y="113863"/>
                </a:lnTo>
                <a:lnTo>
                  <a:pt x="459176" y="113863"/>
                </a:lnTo>
                <a:close/>
                <a:moveTo>
                  <a:pt x="514961" y="17729"/>
                </a:moveTo>
                <a:lnTo>
                  <a:pt x="514961" y="1834"/>
                </a:lnTo>
                <a:lnTo>
                  <a:pt x="528717" y="1834"/>
                </a:lnTo>
                <a:lnTo>
                  <a:pt x="528717" y="17729"/>
                </a:lnTo>
                <a:lnTo>
                  <a:pt x="514961" y="17729"/>
                </a:lnTo>
                <a:moveTo>
                  <a:pt x="514961" y="113863"/>
                </a:moveTo>
                <a:lnTo>
                  <a:pt x="514961" y="32707"/>
                </a:lnTo>
                <a:lnTo>
                  <a:pt x="528717" y="32707"/>
                </a:lnTo>
                <a:lnTo>
                  <a:pt x="528717" y="113863"/>
                </a:lnTo>
                <a:lnTo>
                  <a:pt x="514961" y="113863"/>
                </a:lnTo>
                <a:close/>
                <a:moveTo>
                  <a:pt x="602280" y="113863"/>
                </a:moveTo>
                <a:lnTo>
                  <a:pt x="602280" y="103623"/>
                </a:lnTo>
                <a:cubicBezTo>
                  <a:pt x="597134" y="111672"/>
                  <a:pt x="589569" y="115697"/>
                  <a:pt x="579584" y="115697"/>
                </a:cubicBezTo>
                <a:cubicBezTo>
                  <a:pt x="573114" y="115697"/>
                  <a:pt x="567166" y="113913"/>
                  <a:pt x="561740" y="110347"/>
                </a:cubicBezTo>
                <a:cubicBezTo>
                  <a:pt x="556315" y="106781"/>
                  <a:pt x="552112" y="101801"/>
                  <a:pt x="549131" y="95408"/>
                </a:cubicBezTo>
                <a:cubicBezTo>
                  <a:pt x="546151" y="89014"/>
                  <a:pt x="544661" y="81665"/>
                  <a:pt x="544661" y="73361"/>
                </a:cubicBezTo>
                <a:cubicBezTo>
                  <a:pt x="544661" y="65261"/>
                  <a:pt x="546011" y="57912"/>
                  <a:pt x="548711" y="51315"/>
                </a:cubicBezTo>
                <a:cubicBezTo>
                  <a:pt x="551411" y="44717"/>
                  <a:pt x="555461" y="39661"/>
                  <a:pt x="560862" y="36146"/>
                </a:cubicBezTo>
                <a:cubicBezTo>
                  <a:pt x="566262" y="32630"/>
                  <a:pt x="572299" y="30873"/>
                  <a:pt x="578973" y="30873"/>
                </a:cubicBezTo>
                <a:cubicBezTo>
                  <a:pt x="583863" y="30873"/>
                  <a:pt x="588219" y="31904"/>
                  <a:pt x="592040" y="33968"/>
                </a:cubicBezTo>
                <a:cubicBezTo>
                  <a:pt x="595861" y="36031"/>
                  <a:pt x="598969" y="38718"/>
                  <a:pt x="601363" y="42030"/>
                </a:cubicBezTo>
                <a:lnTo>
                  <a:pt x="601363" y="1834"/>
                </a:lnTo>
                <a:lnTo>
                  <a:pt x="615042" y="1834"/>
                </a:lnTo>
                <a:lnTo>
                  <a:pt x="615042" y="113863"/>
                </a:lnTo>
                <a:lnTo>
                  <a:pt x="602280" y="113863"/>
                </a:lnTo>
                <a:moveTo>
                  <a:pt x="558798" y="73323"/>
                </a:moveTo>
                <a:cubicBezTo>
                  <a:pt x="558798" y="83677"/>
                  <a:pt x="560989" y="91418"/>
                  <a:pt x="565370" y="96544"/>
                </a:cubicBezTo>
                <a:cubicBezTo>
                  <a:pt x="569751" y="101671"/>
                  <a:pt x="574922" y="104234"/>
                  <a:pt x="580883" y="104234"/>
                </a:cubicBezTo>
                <a:cubicBezTo>
                  <a:pt x="586895" y="104234"/>
                  <a:pt x="592002" y="101785"/>
                  <a:pt x="596205" y="96888"/>
                </a:cubicBezTo>
                <a:cubicBezTo>
                  <a:pt x="600408" y="91990"/>
                  <a:pt x="602509" y="84515"/>
                  <a:pt x="602509" y="74464"/>
                </a:cubicBezTo>
                <a:cubicBezTo>
                  <a:pt x="602509" y="63400"/>
                  <a:pt x="600370" y="55279"/>
                  <a:pt x="596090" y="50101"/>
                </a:cubicBezTo>
                <a:cubicBezTo>
                  <a:pt x="591811" y="44924"/>
                  <a:pt x="586538" y="42335"/>
                  <a:pt x="580272" y="42335"/>
                </a:cubicBezTo>
                <a:cubicBezTo>
                  <a:pt x="574158" y="42335"/>
                  <a:pt x="569051" y="44823"/>
                  <a:pt x="564950" y="49798"/>
                </a:cubicBezTo>
                <a:cubicBezTo>
                  <a:pt x="560849" y="54772"/>
                  <a:pt x="558798" y="62613"/>
                  <a:pt x="558798" y="73323"/>
                </a:cubicBezTo>
                <a:close/>
                <a:moveTo>
                  <a:pt x="636721" y="17729"/>
                </a:moveTo>
                <a:lnTo>
                  <a:pt x="636721" y="1834"/>
                </a:lnTo>
                <a:lnTo>
                  <a:pt x="650476" y="1834"/>
                </a:lnTo>
                <a:lnTo>
                  <a:pt x="650476" y="17729"/>
                </a:lnTo>
                <a:lnTo>
                  <a:pt x="636721" y="17729"/>
                </a:lnTo>
                <a:moveTo>
                  <a:pt x="636721" y="113863"/>
                </a:moveTo>
                <a:lnTo>
                  <a:pt x="636721" y="32707"/>
                </a:lnTo>
                <a:lnTo>
                  <a:pt x="650476" y="32707"/>
                </a:lnTo>
                <a:lnTo>
                  <a:pt x="650476" y="113863"/>
                </a:lnTo>
                <a:lnTo>
                  <a:pt x="636721" y="113863"/>
                </a:lnTo>
                <a:close/>
                <a:moveTo>
                  <a:pt x="724346" y="103842"/>
                </a:moveTo>
                <a:cubicBezTo>
                  <a:pt x="719251" y="108176"/>
                  <a:pt x="714348" y="111235"/>
                  <a:pt x="709635" y="113020"/>
                </a:cubicBezTo>
                <a:cubicBezTo>
                  <a:pt x="704923" y="114804"/>
                  <a:pt x="699867" y="115697"/>
                  <a:pt x="694466" y="115697"/>
                </a:cubicBezTo>
                <a:cubicBezTo>
                  <a:pt x="685551" y="115697"/>
                  <a:pt x="678699" y="113517"/>
                  <a:pt x="673910" y="109158"/>
                </a:cubicBezTo>
                <a:cubicBezTo>
                  <a:pt x="669121" y="104799"/>
                  <a:pt x="666727" y="99229"/>
                  <a:pt x="666727" y="92449"/>
                </a:cubicBezTo>
                <a:cubicBezTo>
                  <a:pt x="666727" y="88474"/>
                  <a:pt x="667631" y="84842"/>
                  <a:pt x="669439" y="81555"/>
                </a:cubicBezTo>
                <a:cubicBezTo>
                  <a:pt x="671248" y="78265"/>
                  <a:pt x="673617" y="75627"/>
                  <a:pt x="676546" y="73638"/>
                </a:cubicBezTo>
                <a:cubicBezTo>
                  <a:pt x="679476" y="71650"/>
                  <a:pt x="682774" y="70146"/>
                  <a:pt x="686442" y="69127"/>
                </a:cubicBezTo>
                <a:cubicBezTo>
                  <a:pt x="689143" y="68412"/>
                  <a:pt x="693218" y="67724"/>
                  <a:pt x="698669" y="67061"/>
                </a:cubicBezTo>
                <a:cubicBezTo>
                  <a:pt x="709775" y="65746"/>
                  <a:pt x="717952" y="64178"/>
                  <a:pt x="723199" y="62357"/>
                </a:cubicBezTo>
                <a:cubicBezTo>
                  <a:pt x="723250" y="60480"/>
                  <a:pt x="723276" y="59287"/>
                  <a:pt x="723276" y="58780"/>
                </a:cubicBezTo>
                <a:cubicBezTo>
                  <a:pt x="723276" y="53196"/>
                  <a:pt x="721977" y="49263"/>
                  <a:pt x="719379" y="46980"/>
                </a:cubicBezTo>
                <a:cubicBezTo>
                  <a:pt x="715863" y="43884"/>
                  <a:pt x="710641" y="42335"/>
                  <a:pt x="703713" y="42335"/>
                </a:cubicBezTo>
                <a:cubicBezTo>
                  <a:pt x="697243" y="42335"/>
                  <a:pt x="692467" y="43469"/>
                  <a:pt x="689385" y="45736"/>
                </a:cubicBezTo>
                <a:cubicBezTo>
                  <a:pt x="686302" y="48003"/>
                  <a:pt x="684023" y="52015"/>
                  <a:pt x="682545" y="57772"/>
                </a:cubicBezTo>
                <a:lnTo>
                  <a:pt x="669096" y="55938"/>
                </a:lnTo>
                <a:cubicBezTo>
                  <a:pt x="670318" y="50164"/>
                  <a:pt x="672331" y="45500"/>
                  <a:pt x="675133" y="41949"/>
                </a:cubicBezTo>
                <a:cubicBezTo>
                  <a:pt x="677935" y="38397"/>
                  <a:pt x="681985" y="35663"/>
                  <a:pt x="687283" y="33748"/>
                </a:cubicBezTo>
                <a:cubicBezTo>
                  <a:pt x="692581" y="31831"/>
                  <a:pt x="698720" y="30873"/>
                  <a:pt x="705700" y="30873"/>
                </a:cubicBezTo>
                <a:cubicBezTo>
                  <a:pt x="712628" y="30873"/>
                  <a:pt x="718258" y="31688"/>
                  <a:pt x="722588" y="33318"/>
                </a:cubicBezTo>
                <a:cubicBezTo>
                  <a:pt x="726918" y="34948"/>
                  <a:pt x="730102" y="36999"/>
                  <a:pt x="732140" y="39470"/>
                </a:cubicBezTo>
                <a:cubicBezTo>
                  <a:pt x="734178" y="41941"/>
                  <a:pt x="735605" y="45061"/>
                  <a:pt x="736420" y="48831"/>
                </a:cubicBezTo>
                <a:cubicBezTo>
                  <a:pt x="736878" y="51174"/>
                  <a:pt x="737107" y="55403"/>
                  <a:pt x="737107" y="61516"/>
                </a:cubicBezTo>
                <a:lnTo>
                  <a:pt x="737107" y="79857"/>
                </a:lnTo>
                <a:cubicBezTo>
                  <a:pt x="737107" y="92644"/>
                  <a:pt x="737400" y="100731"/>
                  <a:pt x="737986" y="104119"/>
                </a:cubicBezTo>
                <a:cubicBezTo>
                  <a:pt x="738572" y="107507"/>
                  <a:pt x="739731" y="110755"/>
                  <a:pt x="741463" y="113863"/>
                </a:cubicBezTo>
                <a:lnTo>
                  <a:pt x="727097" y="113863"/>
                </a:lnTo>
                <a:cubicBezTo>
                  <a:pt x="725670" y="111006"/>
                  <a:pt x="724753" y="107666"/>
                  <a:pt x="724346" y="103842"/>
                </a:cubicBezTo>
                <a:moveTo>
                  <a:pt x="723199" y="73055"/>
                </a:moveTo>
                <a:cubicBezTo>
                  <a:pt x="718207" y="75111"/>
                  <a:pt x="710718" y="76857"/>
                  <a:pt x="700733" y="78295"/>
                </a:cubicBezTo>
                <a:cubicBezTo>
                  <a:pt x="695078" y="79113"/>
                  <a:pt x="691078" y="80034"/>
                  <a:pt x="688735" y="81058"/>
                </a:cubicBezTo>
                <a:cubicBezTo>
                  <a:pt x="686392" y="82080"/>
                  <a:pt x="684583" y="83576"/>
                  <a:pt x="683309" y="85547"/>
                </a:cubicBezTo>
                <a:cubicBezTo>
                  <a:pt x="682036" y="87517"/>
                  <a:pt x="681399" y="89703"/>
                  <a:pt x="681399" y="92107"/>
                </a:cubicBezTo>
                <a:cubicBezTo>
                  <a:pt x="681399" y="95790"/>
                  <a:pt x="682787" y="98859"/>
                  <a:pt x="685564" y="101316"/>
                </a:cubicBezTo>
                <a:cubicBezTo>
                  <a:pt x="688340" y="103771"/>
                  <a:pt x="692403" y="104998"/>
                  <a:pt x="697752" y="104998"/>
                </a:cubicBezTo>
                <a:cubicBezTo>
                  <a:pt x="703051" y="104998"/>
                  <a:pt x="707763" y="103833"/>
                  <a:pt x="711890" y="101504"/>
                </a:cubicBezTo>
                <a:cubicBezTo>
                  <a:pt x="716016" y="99175"/>
                  <a:pt x="719047" y="95989"/>
                  <a:pt x="720983" y="91945"/>
                </a:cubicBezTo>
                <a:cubicBezTo>
                  <a:pt x="722461" y="88821"/>
                  <a:pt x="723199" y="84214"/>
                  <a:pt x="723199" y="78123"/>
                </a:cubicBezTo>
                <a:lnTo>
                  <a:pt x="723199" y="73055"/>
                </a:lnTo>
                <a:close/>
                <a:moveTo>
                  <a:pt x="811361" y="84060"/>
                </a:moveTo>
                <a:lnTo>
                  <a:pt x="824887" y="85817"/>
                </a:lnTo>
                <a:cubicBezTo>
                  <a:pt x="823410" y="95164"/>
                  <a:pt x="819627" y="102481"/>
                  <a:pt x="813539" y="107768"/>
                </a:cubicBezTo>
                <a:cubicBezTo>
                  <a:pt x="807451" y="113054"/>
                  <a:pt x="799975" y="115697"/>
                  <a:pt x="791110" y="115697"/>
                </a:cubicBezTo>
                <a:cubicBezTo>
                  <a:pt x="780004" y="115697"/>
                  <a:pt x="771076" y="112067"/>
                  <a:pt x="764326" y="104807"/>
                </a:cubicBezTo>
                <a:cubicBezTo>
                  <a:pt x="757576" y="97547"/>
                  <a:pt x="754201" y="87142"/>
                  <a:pt x="754201" y="73590"/>
                </a:cubicBezTo>
                <a:cubicBezTo>
                  <a:pt x="754201" y="64828"/>
                  <a:pt x="755653" y="57161"/>
                  <a:pt x="758556" y="50589"/>
                </a:cubicBezTo>
                <a:cubicBezTo>
                  <a:pt x="761460" y="44017"/>
                  <a:pt x="765880" y="39088"/>
                  <a:pt x="771815" y="35802"/>
                </a:cubicBezTo>
                <a:cubicBezTo>
                  <a:pt x="777750" y="32516"/>
                  <a:pt x="784207" y="30873"/>
                  <a:pt x="791187" y="30873"/>
                </a:cubicBezTo>
                <a:cubicBezTo>
                  <a:pt x="800000" y="30873"/>
                  <a:pt x="807209" y="33109"/>
                  <a:pt x="812813" y="37581"/>
                </a:cubicBezTo>
                <a:cubicBezTo>
                  <a:pt x="818417" y="42051"/>
                  <a:pt x="822009" y="48400"/>
                  <a:pt x="823588" y="56626"/>
                </a:cubicBezTo>
                <a:lnTo>
                  <a:pt x="810215" y="58689"/>
                </a:lnTo>
                <a:cubicBezTo>
                  <a:pt x="808941" y="53263"/>
                  <a:pt x="806687" y="49181"/>
                  <a:pt x="803452" y="46443"/>
                </a:cubicBezTo>
                <a:cubicBezTo>
                  <a:pt x="800217" y="43705"/>
                  <a:pt x="796307" y="42335"/>
                  <a:pt x="791722" y="42335"/>
                </a:cubicBezTo>
                <a:cubicBezTo>
                  <a:pt x="784793" y="42335"/>
                  <a:pt x="779164" y="44807"/>
                  <a:pt x="774833" y="49750"/>
                </a:cubicBezTo>
                <a:cubicBezTo>
                  <a:pt x="770503" y="54692"/>
                  <a:pt x="768338" y="62511"/>
                  <a:pt x="768338" y="73208"/>
                </a:cubicBezTo>
                <a:cubicBezTo>
                  <a:pt x="768338" y="84058"/>
                  <a:pt x="770427" y="91942"/>
                  <a:pt x="774604" y="96860"/>
                </a:cubicBezTo>
                <a:cubicBezTo>
                  <a:pt x="778782" y="101776"/>
                  <a:pt x="784233" y="104234"/>
                  <a:pt x="790958" y="104234"/>
                </a:cubicBezTo>
                <a:cubicBezTo>
                  <a:pt x="796358" y="104234"/>
                  <a:pt x="800866" y="102585"/>
                  <a:pt x="804484" y="99286"/>
                </a:cubicBezTo>
                <a:cubicBezTo>
                  <a:pt x="808101" y="95987"/>
                  <a:pt x="810393" y="90912"/>
                  <a:pt x="811361" y="84060"/>
                </a:cubicBezTo>
                <a:close/>
                <a:moveTo>
                  <a:pt x="866688" y="101712"/>
                </a:moveTo>
                <a:lnTo>
                  <a:pt x="868675" y="113863"/>
                </a:lnTo>
                <a:cubicBezTo>
                  <a:pt x="864803" y="114576"/>
                  <a:pt x="861339" y="114932"/>
                  <a:pt x="858282" y="114932"/>
                </a:cubicBezTo>
                <a:cubicBezTo>
                  <a:pt x="853289" y="114932"/>
                  <a:pt x="849417" y="114143"/>
                  <a:pt x="846666" y="112563"/>
                </a:cubicBezTo>
                <a:cubicBezTo>
                  <a:pt x="843915" y="110984"/>
                  <a:pt x="841979" y="108908"/>
                  <a:pt x="840859" y="106335"/>
                </a:cubicBezTo>
                <a:cubicBezTo>
                  <a:pt x="839738" y="103763"/>
                  <a:pt x="839177" y="98350"/>
                  <a:pt x="839177" y="90097"/>
                </a:cubicBezTo>
                <a:lnTo>
                  <a:pt x="839177" y="43405"/>
                </a:lnTo>
                <a:lnTo>
                  <a:pt x="829090" y="43405"/>
                </a:lnTo>
                <a:lnTo>
                  <a:pt x="829090" y="32707"/>
                </a:lnTo>
                <a:lnTo>
                  <a:pt x="839177" y="32707"/>
                </a:lnTo>
                <a:lnTo>
                  <a:pt x="839177" y="12554"/>
                </a:lnTo>
                <a:lnTo>
                  <a:pt x="852856" y="4279"/>
                </a:lnTo>
                <a:lnTo>
                  <a:pt x="852856" y="32707"/>
                </a:lnTo>
                <a:lnTo>
                  <a:pt x="866688" y="32707"/>
                </a:lnTo>
                <a:lnTo>
                  <a:pt x="866688" y="43405"/>
                </a:lnTo>
                <a:lnTo>
                  <a:pt x="852856" y="43405"/>
                </a:lnTo>
                <a:lnTo>
                  <a:pt x="852856" y="90861"/>
                </a:lnTo>
                <a:cubicBezTo>
                  <a:pt x="852856" y="94784"/>
                  <a:pt x="853098" y="97305"/>
                  <a:pt x="853582" y="98426"/>
                </a:cubicBezTo>
                <a:cubicBezTo>
                  <a:pt x="854066" y="99547"/>
                  <a:pt x="854856" y="100438"/>
                  <a:pt x="855951" y="101101"/>
                </a:cubicBezTo>
                <a:cubicBezTo>
                  <a:pt x="857046" y="101763"/>
                  <a:pt x="858613" y="102094"/>
                  <a:pt x="860651" y="102094"/>
                </a:cubicBezTo>
                <a:cubicBezTo>
                  <a:pt x="862179" y="102094"/>
                  <a:pt x="864192" y="101967"/>
                  <a:pt x="866688" y="101712"/>
                </a:cubicBezTo>
                <a:close/>
                <a:moveTo>
                  <a:pt x="879858" y="113863"/>
                </a:moveTo>
                <a:lnTo>
                  <a:pt x="879858" y="1834"/>
                </a:lnTo>
                <a:lnTo>
                  <a:pt x="893614" y="1834"/>
                </a:lnTo>
                <a:lnTo>
                  <a:pt x="893614" y="113863"/>
                </a:lnTo>
                <a:lnTo>
                  <a:pt x="879858" y="1138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63978-47D4-493A-8DC0-69F5D5B2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309" y="7372054"/>
            <a:ext cx="862620" cy="10"/>
          </a:xfrm>
          <a:custGeom xmlns:a="http://schemas.openxmlformats.org/drawingml/2006/main">
            <a:pathLst>
              <a:path w="862620" h="1" fill="none">
                <a:moveTo>
                  <a:pt x="0" y="0"/>
                </a:moveTo>
                <a:lnTo>
                  <a:pt x="8626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07FCF-023F-40E6-B618-D07E1E1F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030" y="7322257"/>
            <a:ext cx="99593" cy="99593"/>
          </a:xfrm>
          <a:custGeom xmlns:a="http://schemas.openxmlformats.org/drawingml/2006/main">
            <a:pathLst>
              <a:path w="99593" h="99593">
                <a:moveTo>
                  <a:pt x="99593" y="49797"/>
                </a:moveTo>
                <a:lnTo>
                  <a:pt x="0" y="99593"/>
                </a:lnTo>
                <a:lnTo>
                  <a:pt x="24898" y="49797"/>
                </a:lnTo>
                <a:lnTo>
                  <a:pt x="0" y="0"/>
                </a:lnTo>
                <a:lnTo>
                  <a:pt x="99593" y="497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E01DA9-A550-4991-8015-8FA23851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030" y="7322257"/>
            <a:ext cx="99593" cy="99593"/>
          </a:xfrm>
          <a:custGeom xmlns:a="http://schemas.openxmlformats.org/drawingml/2006/main">
            <a:pathLst>
              <a:path w="99593" h="99593" fill="none">
                <a:moveTo>
                  <a:pt x="99593" y="49797"/>
                </a:moveTo>
                <a:lnTo>
                  <a:pt x="0" y="99593"/>
                </a:lnTo>
                <a:lnTo>
                  <a:pt x="24898" y="49797"/>
                </a:lnTo>
                <a:lnTo>
                  <a:pt x="0" y="0"/>
                </a:lnTo>
                <a:lnTo>
                  <a:pt x="99593" y="497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7DC36B-4C2F-4A67-890F-4EE67137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7240306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6"/>
                  <a:pt x="1453859" y="11584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4"/>
                </a:cubicBezTo>
                <a:lnTo>
                  <a:pt x="1465443" y="223800"/>
                </a:lnTo>
                <a:cubicBezTo>
                  <a:pt x="1465443" y="229046"/>
                  <a:pt x="1464439" y="234091"/>
                  <a:pt x="1462432" y="238936"/>
                </a:cubicBezTo>
                <a:cubicBezTo>
                  <a:pt x="1460425" y="243781"/>
                  <a:pt x="1457567" y="248060"/>
                  <a:pt x="1453859" y="251769"/>
                </a:cubicBezTo>
                <a:cubicBezTo>
                  <a:pt x="1450150" y="255477"/>
                  <a:pt x="1445872" y="258334"/>
                  <a:pt x="1441026" y="260341"/>
                </a:cubicBezTo>
                <a:cubicBezTo>
                  <a:pt x="1436181" y="262348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8"/>
                  <a:pt x="24416" y="260341"/>
                </a:cubicBezTo>
                <a:cubicBezTo>
                  <a:pt x="19570" y="258334"/>
                  <a:pt x="15294" y="255477"/>
                  <a:pt x="11585" y="251769"/>
                </a:cubicBezTo>
                <a:cubicBezTo>
                  <a:pt x="7876" y="248060"/>
                  <a:pt x="5018" y="243781"/>
                  <a:pt x="3011" y="238936"/>
                </a:cubicBezTo>
                <a:cubicBezTo>
                  <a:pt x="1003" y="234091"/>
                  <a:pt x="0" y="229046"/>
                  <a:pt x="0" y="223800"/>
                </a:cubicBezTo>
                <a:lnTo>
                  <a:pt x="0" y="39554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4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E2C305-3027-4D0D-9E3E-AB3CAAF1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66" y="7240306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6"/>
                  <a:pt x="1453859" y="11584"/>
                </a:cubicBezTo>
                <a:cubicBezTo>
                  <a:pt x="1457567" y="15293"/>
                  <a:pt x="1460425" y="19570"/>
                  <a:pt x="1462432" y="24416"/>
                </a:cubicBezTo>
                <a:cubicBezTo>
                  <a:pt x="1464439" y="29262"/>
                  <a:pt x="1465443" y="34307"/>
                  <a:pt x="1465443" y="39554"/>
                </a:cubicBezTo>
                <a:lnTo>
                  <a:pt x="1465443" y="223800"/>
                </a:lnTo>
                <a:cubicBezTo>
                  <a:pt x="1465443" y="229046"/>
                  <a:pt x="1464439" y="234091"/>
                  <a:pt x="1462432" y="238936"/>
                </a:cubicBezTo>
                <a:cubicBezTo>
                  <a:pt x="1460425" y="243781"/>
                  <a:pt x="1457567" y="248060"/>
                  <a:pt x="1453859" y="251769"/>
                </a:cubicBezTo>
                <a:cubicBezTo>
                  <a:pt x="1450150" y="255477"/>
                  <a:pt x="1445872" y="258334"/>
                  <a:pt x="1441026" y="260341"/>
                </a:cubicBezTo>
                <a:cubicBezTo>
                  <a:pt x="1436181" y="262348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8"/>
                  <a:pt x="24416" y="260341"/>
                </a:cubicBezTo>
                <a:cubicBezTo>
                  <a:pt x="19570" y="258334"/>
                  <a:pt x="15294" y="255477"/>
                  <a:pt x="11585" y="251769"/>
                </a:cubicBezTo>
                <a:cubicBezTo>
                  <a:pt x="7876" y="248060"/>
                  <a:pt x="5018" y="243781"/>
                  <a:pt x="3011" y="238936"/>
                </a:cubicBezTo>
                <a:cubicBezTo>
                  <a:pt x="1003" y="234091"/>
                  <a:pt x="0" y="229046"/>
                  <a:pt x="0" y="223800"/>
                </a:cubicBezTo>
                <a:lnTo>
                  <a:pt x="0" y="39554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6" y="15293"/>
                  <a:pt x="11585" y="11584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05" name="Text /dev/nvidia0">
            <a:extLst xmlns:a="http://schemas.openxmlformats.org/drawingml/2006/main">
              <a:ext uri="{FF2B5EF4-FFF2-40B4-BE49-F238E27FC236}">
                <a16:creationId xmlns:a16="http://schemas.microsoft.com/office/drawing/2014/main" id="{A24A61AD-AECB-43D4-A10A-C6CCD46A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874" y="7307704"/>
            <a:ext cx="827639" cy="115697"/>
          </a:xfrm>
          <a:custGeom xmlns:a="http://schemas.openxmlformats.org/drawingml/2006/main">
            <a:pathLst>
              <a:path w="827639" h="115697">
                <a:moveTo>
                  <a:pt x="0" y="115697"/>
                </a:moveTo>
                <a:lnTo>
                  <a:pt x="32478" y="0"/>
                </a:lnTo>
                <a:lnTo>
                  <a:pt x="43482" y="0"/>
                </a:lnTo>
                <a:lnTo>
                  <a:pt x="11081" y="115697"/>
                </a:lnTo>
                <a:lnTo>
                  <a:pt x="0" y="115697"/>
                </a:lnTo>
                <a:close/>
                <a:moveTo>
                  <a:pt x="106477" y="113863"/>
                </a:moveTo>
                <a:lnTo>
                  <a:pt x="106477" y="103623"/>
                </a:lnTo>
                <a:cubicBezTo>
                  <a:pt x="101331" y="111672"/>
                  <a:pt x="93766" y="115697"/>
                  <a:pt x="83780" y="115697"/>
                </a:cubicBezTo>
                <a:cubicBezTo>
                  <a:pt x="77310" y="115697"/>
                  <a:pt x="71363" y="113913"/>
                  <a:pt x="65937" y="110347"/>
                </a:cubicBezTo>
                <a:cubicBezTo>
                  <a:pt x="60511" y="106781"/>
                  <a:pt x="56308" y="101801"/>
                  <a:pt x="53328" y="95408"/>
                </a:cubicBezTo>
                <a:cubicBezTo>
                  <a:pt x="50348" y="89014"/>
                  <a:pt x="48858" y="81665"/>
                  <a:pt x="48858" y="73361"/>
                </a:cubicBezTo>
                <a:cubicBezTo>
                  <a:pt x="48858" y="65261"/>
                  <a:pt x="50208" y="57912"/>
                  <a:pt x="52908" y="51315"/>
                </a:cubicBezTo>
                <a:cubicBezTo>
                  <a:pt x="55608" y="44717"/>
                  <a:pt x="59658" y="39661"/>
                  <a:pt x="65058" y="36146"/>
                </a:cubicBezTo>
                <a:cubicBezTo>
                  <a:pt x="70458" y="32630"/>
                  <a:pt x="76495" y="30873"/>
                  <a:pt x="83169" y="30873"/>
                </a:cubicBezTo>
                <a:cubicBezTo>
                  <a:pt x="88060" y="30873"/>
                  <a:pt x="92416" y="31904"/>
                  <a:pt x="96237" y="33968"/>
                </a:cubicBezTo>
                <a:cubicBezTo>
                  <a:pt x="100057" y="36031"/>
                  <a:pt x="103165" y="38718"/>
                  <a:pt x="105560" y="42030"/>
                </a:cubicBezTo>
                <a:lnTo>
                  <a:pt x="105560" y="1834"/>
                </a:lnTo>
                <a:lnTo>
                  <a:pt x="119238" y="1834"/>
                </a:lnTo>
                <a:lnTo>
                  <a:pt x="119238" y="113863"/>
                </a:lnTo>
                <a:lnTo>
                  <a:pt x="106477" y="113863"/>
                </a:lnTo>
                <a:moveTo>
                  <a:pt x="62995" y="73323"/>
                </a:moveTo>
                <a:cubicBezTo>
                  <a:pt x="62995" y="83677"/>
                  <a:pt x="65185" y="91418"/>
                  <a:pt x="69567" y="96544"/>
                </a:cubicBezTo>
                <a:cubicBezTo>
                  <a:pt x="73948" y="101671"/>
                  <a:pt x="79119" y="104234"/>
                  <a:pt x="85080" y="104234"/>
                </a:cubicBezTo>
                <a:cubicBezTo>
                  <a:pt x="91091" y="104234"/>
                  <a:pt x="96198" y="101785"/>
                  <a:pt x="100401" y="96888"/>
                </a:cubicBezTo>
                <a:cubicBezTo>
                  <a:pt x="104604" y="91990"/>
                  <a:pt x="106706" y="84515"/>
                  <a:pt x="106706" y="74464"/>
                </a:cubicBezTo>
                <a:cubicBezTo>
                  <a:pt x="106706" y="63400"/>
                  <a:pt x="104566" y="55279"/>
                  <a:pt x="100287" y="50101"/>
                </a:cubicBezTo>
                <a:cubicBezTo>
                  <a:pt x="96007" y="44924"/>
                  <a:pt x="90734" y="42335"/>
                  <a:pt x="84468" y="42335"/>
                </a:cubicBezTo>
                <a:cubicBezTo>
                  <a:pt x="78355" y="42335"/>
                  <a:pt x="73248" y="44823"/>
                  <a:pt x="69146" y="49798"/>
                </a:cubicBezTo>
                <a:cubicBezTo>
                  <a:pt x="65045" y="54772"/>
                  <a:pt x="62995" y="62613"/>
                  <a:pt x="62995" y="73323"/>
                </a:cubicBezTo>
                <a:close/>
                <a:moveTo>
                  <a:pt x="196396" y="87728"/>
                </a:moveTo>
                <a:lnTo>
                  <a:pt x="210610" y="89485"/>
                </a:lnTo>
                <a:cubicBezTo>
                  <a:pt x="208369" y="97789"/>
                  <a:pt x="204217" y="104234"/>
                  <a:pt x="198154" y="108819"/>
                </a:cubicBezTo>
                <a:cubicBezTo>
                  <a:pt x="192092" y="113404"/>
                  <a:pt x="184348" y="115697"/>
                  <a:pt x="174923" y="115697"/>
                </a:cubicBezTo>
                <a:cubicBezTo>
                  <a:pt x="163053" y="115697"/>
                  <a:pt x="153641" y="112041"/>
                  <a:pt x="146687" y="104731"/>
                </a:cubicBezTo>
                <a:cubicBezTo>
                  <a:pt x="139733" y="97420"/>
                  <a:pt x="136256" y="87167"/>
                  <a:pt x="136256" y="73972"/>
                </a:cubicBezTo>
                <a:cubicBezTo>
                  <a:pt x="136256" y="60319"/>
                  <a:pt x="139771" y="49723"/>
                  <a:pt x="146801" y="42183"/>
                </a:cubicBezTo>
                <a:cubicBezTo>
                  <a:pt x="153832" y="34643"/>
                  <a:pt x="162951" y="30873"/>
                  <a:pt x="174159" y="30873"/>
                </a:cubicBezTo>
                <a:cubicBezTo>
                  <a:pt x="185010" y="30873"/>
                  <a:pt x="193875" y="34561"/>
                  <a:pt x="200752" y="41937"/>
                </a:cubicBezTo>
                <a:cubicBezTo>
                  <a:pt x="207630" y="49311"/>
                  <a:pt x="211069" y="59686"/>
                  <a:pt x="211069" y="73063"/>
                </a:cubicBezTo>
                <a:cubicBezTo>
                  <a:pt x="211069" y="73876"/>
                  <a:pt x="211043" y="75096"/>
                  <a:pt x="210992" y="76723"/>
                </a:cubicBezTo>
                <a:lnTo>
                  <a:pt x="150469" y="76723"/>
                </a:lnTo>
                <a:cubicBezTo>
                  <a:pt x="150979" y="85613"/>
                  <a:pt x="153501" y="92421"/>
                  <a:pt x="158035" y="97146"/>
                </a:cubicBezTo>
                <a:cubicBezTo>
                  <a:pt x="162569" y="101871"/>
                  <a:pt x="168224" y="104234"/>
                  <a:pt x="174999" y="104234"/>
                </a:cubicBezTo>
                <a:cubicBezTo>
                  <a:pt x="180043" y="104234"/>
                  <a:pt x="184348" y="102922"/>
                  <a:pt x="187914" y="100298"/>
                </a:cubicBezTo>
                <a:cubicBezTo>
                  <a:pt x="191480" y="97673"/>
                  <a:pt x="194308" y="93483"/>
                  <a:pt x="196396" y="87728"/>
                </a:cubicBezTo>
                <a:moveTo>
                  <a:pt x="151234" y="65261"/>
                </a:moveTo>
                <a:lnTo>
                  <a:pt x="196549" y="65261"/>
                </a:lnTo>
                <a:cubicBezTo>
                  <a:pt x="195938" y="58546"/>
                  <a:pt x="194206" y="53509"/>
                  <a:pt x="191353" y="50152"/>
                </a:cubicBezTo>
                <a:cubicBezTo>
                  <a:pt x="186972" y="44941"/>
                  <a:pt x="181291" y="42335"/>
                  <a:pt x="174312" y="42335"/>
                </a:cubicBezTo>
                <a:cubicBezTo>
                  <a:pt x="167995" y="42335"/>
                  <a:pt x="162683" y="44415"/>
                  <a:pt x="158379" y="48575"/>
                </a:cubicBezTo>
                <a:cubicBezTo>
                  <a:pt x="154074" y="52734"/>
                  <a:pt x="151692" y="58296"/>
                  <a:pt x="151234" y="65261"/>
                </a:cubicBezTo>
                <a:close/>
                <a:moveTo>
                  <a:pt x="250400" y="113863"/>
                </a:moveTo>
                <a:lnTo>
                  <a:pt x="219527" y="32707"/>
                </a:lnTo>
                <a:lnTo>
                  <a:pt x="234047" y="32707"/>
                </a:lnTo>
                <a:lnTo>
                  <a:pt x="251470" y="81309"/>
                </a:lnTo>
                <a:cubicBezTo>
                  <a:pt x="253355" y="86556"/>
                  <a:pt x="255087" y="92007"/>
                  <a:pt x="256666" y="97662"/>
                </a:cubicBezTo>
                <a:cubicBezTo>
                  <a:pt x="257889" y="93383"/>
                  <a:pt x="259596" y="88237"/>
                  <a:pt x="261786" y="82226"/>
                </a:cubicBezTo>
                <a:lnTo>
                  <a:pt x="279821" y="32707"/>
                </a:lnTo>
                <a:lnTo>
                  <a:pt x="293958" y="32707"/>
                </a:lnTo>
                <a:lnTo>
                  <a:pt x="263238" y="113863"/>
                </a:lnTo>
                <a:lnTo>
                  <a:pt x="250400" y="113863"/>
                </a:lnTo>
                <a:close/>
                <a:moveTo>
                  <a:pt x="295792" y="115697"/>
                </a:moveTo>
                <a:lnTo>
                  <a:pt x="328270" y="0"/>
                </a:lnTo>
                <a:lnTo>
                  <a:pt x="339274" y="0"/>
                </a:lnTo>
                <a:lnTo>
                  <a:pt x="306873" y="115697"/>
                </a:lnTo>
                <a:lnTo>
                  <a:pt x="295792" y="115697"/>
                </a:lnTo>
                <a:close/>
                <a:moveTo>
                  <a:pt x="349617" y="113863"/>
                </a:moveTo>
                <a:lnTo>
                  <a:pt x="349617" y="32707"/>
                </a:lnTo>
                <a:lnTo>
                  <a:pt x="361997" y="32707"/>
                </a:lnTo>
                <a:lnTo>
                  <a:pt x="361997" y="44169"/>
                </a:lnTo>
                <a:cubicBezTo>
                  <a:pt x="367957" y="35305"/>
                  <a:pt x="376567" y="30873"/>
                  <a:pt x="387826" y="30873"/>
                </a:cubicBezTo>
                <a:cubicBezTo>
                  <a:pt x="392717" y="30873"/>
                  <a:pt x="397213" y="31752"/>
                  <a:pt x="401314" y="33509"/>
                </a:cubicBezTo>
                <a:cubicBezTo>
                  <a:pt x="405415" y="35267"/>
                  <a:pt x="408484" y="37572"/>
                  <a:pt x="410522" y="40425"/>
                </a:cubicBezTo>
                <a:cubicBezTo>
                  <a:pt x="412560" y="43278"/>
                  <a:pt x="413986" y="46666"/>
                  <a:pt x="414801" y="50589"/>
                </a:cubicBezTo>
                <a:cubicBezTo>
                  <a:pt x="415311" y="53136"/>
                  <a:pt x="415566" y="57594"/>
                  <a:pt x="415566" y="63962"/>
                </a:cubicBezTo>
                <a:lnTo>
                  <a:pt x="415566" y="113863"/>
                </a:lnTo>
                <a:lnTo>
                  <a:pt x="401810" y="113863"/>
                </a:lnTo>
                <a:lnTo>
                  <a:pt x="401810" y="64444"/>
                </a:lnTo>
                <a:cubicBezTo>
                  <a:pt x="401810" y="58834"/>
                  <a:pt x="401276" y="54639"/>
                  <a:pt x="400206" y="51859"/>
                </a:cubicBezTo>
                <a:cubicBezTo>
                  <a:pt x="399136" y="49079"/>
                  <a:pt x="397238" y="46861"/>
                  <a:pt x="394513" y="45204"/>
                </a:cubicBezTo>
                <a:cubicBezTo>
                  <a:pt x="391787" y="43546"/>
                  <a:pt x="388590" y="42718"/>
                  <a:pt x="384922" y="42718"/>
                </a:cubicBezTo>
                <a:cubicBezTo>
                  <a:pt x="379063" y="42718"/>
                  <a:pt x="374007" y="44579"/>
                  <a:pt x="369753" y="48303"/>
                </a:cubicBezTo>
                <a:cubicBezTo>
                  <a:pt x="365499" y="52025"/>
                  <a:pt x="363372" y="59088"/>
                  <a:pt x="363372" y="69492"/>
                </a:cubicBezTo>
                <a:lnTo>
                  <a:pt x="363372" y="113863"/>
                </a:lnTo>
                <a:lnTo>
                  <a:pt x="349617" y="113863"/>
                </a:lnTo>
                <a:close/>
                <a:moveTo>
                  <a:pt x="459176" y="113863"/>
                </a:moveTo>
                <a:lnTo>
                  <a:pt x="428303" y="32707"/>
                </a:lnTo>
                <a:lnTo>
                  <a:pt x="442823" y="32707"/>
                </a:lnTo>
                <a:lnTo>
                  <a:pt x="460246" y="81309"/>
                </a:lnTo>
                <a:cubicBezTo>
                  <a:pt x="462131" y="86556"/>
                  <a:pt x="463863" y="92007"/>
                  <a:pt x="465442" y="97662"/>
                </a:cubicBezTo>
                <a:cubicBezTo>
                  <a:pt x="466665" y="93383"/>
                  <a:pt x="468372" y="88237"/>
                  <a:pt x="470562" y="82226"/>
                </a:cubicBezTo>
                <a:lnTo>
                  <a:pt x="488597" y="32707"/>
                </a:lnTo>
                <a:lnTo>
                  <a:pt x="502734" y="32707"/>
                </a:lnTo>
                <a:lnTo>
                  <a:pt x="472014" y="113863"/>
                </a:lnTo>
                <a:lnTo>
                  <a:pt x="459176" y="113863"/>
                </a:lnTo>
                <a:close/>
                <a:moveTo>
                  <a:pt x="514961" y="17729"/>
                </a:moveTo>
                <a:lnTo>
                  <a:pt x="514961" y="1834"/>
                </a:lnTo>
                <a:lnTo>
                  <a:pt x="528716" y="1834"/>
                </a:lnTo>
                <a:lnTo>
                  <a:pt x="528716" y="17729"/>
                </a:lnTo>
                <a:lnTo>
                  <a:pt x="514961" y="17729"/>
                </a:lnTo>
                <a:moveTo>
                  <a:pt x="514961" y="113863"/>
                </a:moveTo>
                <a:lnTo>
                  <a:pt x="514961" y="32707"/>
                </a:lnTo>
                <a:lnTo>
                  <a:pt x="528716" y="32707"/>
                </a:lnTo>
                <a:lnTo>
                  <a:pt x="528716" y="113863"/>
                </a:lnTo>
                <a:lnTo>
                  <a:pt x="514961" y="113863"/>
                </a:lnTo>
                <a:close/>
                <a:moveTo>
                  <a:pt x="602280" y="113863"/>
                </a:moveTo>
                <a:lnTo>
                  <a:pt x="602280" y="103623"/>
                </a:lnTo>
                <a:cubicBezTo>
                  <a:pt x="597134" y="111672"/>
                  <a:pt x="589569" y="115697"/>
                  <a:pt x="579584" y="115697"/>
                </a:cubicBezTo>
                <a:cubicBezTo>
                  <a:pt x="573114" y="115697"/>
                  <a:pt x="567166" y="113913"/>
                  <a:pt x="561740" y="110347"/>
                </a:cubicBezTo>
                <a:cubicBezTo>
                  <a:pt x="556315" y="106781"/>
                  <a:pt x="552112" y="101801"/>
                  <a:pt x="549131" y="95408"/>
                </a:cubicBezTo>
                <a:cubicBezTo>
                  <a:pt x="546151" y="89014"/>
                  <a:pt x="544661" y="81665"/>
                  <a:pt x="544661" y="73361"/>
                </a:cubicBezTo>
                <a:cubicBezTo>
                  <a:pt x="544661" y="65261"/>
                  <a:pt x="546011" y="57912"/>
                  <a:pt x="548711" y="51315"/>
                </a:cubicBezTo>
                <a:cubicBezTo>
                  <a:pt x="551411" y="44717"/>
                  <a:pt x="555461" y="39661"/>
                  <a:pt x="560862" y="36146"/>
                </a:cubicBezTo>
                <a:cubicBezTo>
                  <a:pt x="566262" y="32630"/>
                  <a:pt x="572299" y="30873"/>
                  <a:pt x="578973" y="30873"/>
                </a:cubicBezTo>
                <a:cubicBezTo>
                  <a:pt x="583863" y="30873"/>
                  <a:pt x="588219" y="31904"/>
                  <a:pt x="592040" y="33968"/>
                </a:cubicBezTo>
                <a:cubicBezTo>
                  <a:pt x="595861" y="36031"/>
                  <a:pt x="598969" y="38718"/>
                  <a:pt x="601363" y="42030"/>
                </a:cubicBezTo>
                <a:lnTo>
                  <a:pt x="601363" y="1834"/>
                </a:lnTo>
                <a:lnTo>
                  <a:pt x="615042" y="1834"/>
                </a:lnTo>
                <a:lnTo>
                  <a:pt x="615042" y="113863"/>
                </a:lnTo>
                <a:lnTo>
                  <a:pt x="602280" y="113863"/>
                </a:lnTo>
                <a:moveTo>
                  <a:pt x="558798" y="73323"/>
                </a:moveTo>
                <a:cubicBezTo>
                  <a:pt x="558798" y="83677"/>
                  <a:pt x="560989" y="91418"/>
                  <a:pt x="565370" y="96544"/>
                </a:cubicBezTo>
                <a:cubicBezTo>
                  <a:pt x="569751" y="101671"/>
                  <a:pt x="574922" y="104234"/>
                  <a:pt x="580883" y="104234"/>
                </a:cubicBezTo>
                <a:cubicBezTo>
                  <a:pt x="586895" y="104234"/>
                  <a:pt x="592002" y="101785"/>
                  <a:pt x="596205" y="96888"/>
                </a:cubicBezTo>
                <a:cubicBezTo>
                  <a:pt x="600408" y="91990"/>
                  <a:pt x="602509" y="84515"/>
                  <a:pt x="602509" y="74464"/>
                </a:cubicBezTo>
                <a:cubicBezTo>
                  <a:pt x="602509" y="63400"/>
                  <a:pt x="600370" y="55279"/>
                  <a:pt x="596090" y="50101"/>
                </a:cubicBezTo>
                <a:cubicBezTo>
                  <a:pt x="591811" y="44924"/>
                  <a:pt x="586538" y="42335"/>
                  <a:pt x="580272" y="42335"/>
                </a:cubicBezTo>
                <a:cubicBezTo>
                  <a:pt x="574158" y="42335"/>
                  <a:pt x="569051" y="44823"/>
                  <a:pt x="564950" y="49798"/>
                </a:cubicBezTo>
                <a:cubicBezTo>
                  <a:pt x="560849" y="54772"/>
                  <a:pt x="558798" y="62613"/>
                  <a:pt x="558798" y="73323"/>
                </a:cubicBezTo>
                <a:close/>
                <a:moveTo>
                  <a:pt x="636721" y="17729"/>
                </a:moveTo>
                <a:lnTo>
                  <a:pt x="636721" y="1834"/>
                </a:lnTo>
                <a:lnTo>
                  <a:pt x="650476" y="1834"/>
                </a:lnTo>
                <a:lnTo>
                  <a:pt x="650476" y="17729"/>
                </a:lnTo>
                <a:lnTo>
                  <a:pt x="636721" y="17729"/>
                </a:lnTo>
                <a:moveTo>
                  <a:pt x="636721" y="113863"/>
                </a:moveTo>
                <a:lnTo>
                  <a:pt x="636721" y="32707"/>
                </a:lnTo>
                <a:lnTo>
                  <a:pt x="650476" y="32707"/>
                </a:lnTo>
                <a:lnTo>
                  <a:pt x="650476" y="113863"/>
                </a:lnTo>
                <a:lnTo>
                  <a:pt x="636721" y="113863"/>
                </a:lnTo>
                <a:close/>
                <a:moveTo>
                  <a:pt x="724345" y="103842"/>
                </a:moveTo>
                <a:cubicBezTo>
                  <a:pt x="719251" y="108176"/>
                  <a:pt x="714347" y="111235"/>
                  <a:pt x="709635" y="113020"/>
                </a:cubicBezTo>
                <a:cubicBezTo>
                  <a:pt x="704923" y="114804"/>
                  <a:pt x="699866" y="115697"/>
                  <a:pt x="694466" y="115697"/>
                </a:cubicBezTo>
                <a:cubicBezTo>
                  <a:pt x="685551" y="115697"/>
                  <a:pt x="678699" y="113517"/>
                  <a:pt x="673910" y="109158"/>
                </a:cubicBezTo>
                <a:cubicBezTo>
                  <a:pt x="669121" y="104799"/>
                  <a:pt x="666726" y="99229"/>
                  <a:pt x="666726" y="92449"/>
                </a:cubicBezTo>
                <a:cubicBezTo>
                  <a:pt x="666726" y="88474"/>
                  <a:pt x="667631" y="84842"/>
                  <a:pt x="669439" y="81555"/>
                </a:cubicBezTo>
                <a:cubicBezTo>
                  <a:pt x="671248" y="78265"/>
                  <a:pt x="673617" y="75627"/>
                  <a:pt x="676546" y="73638"/>
                </a:cubicBezTo>
                <a:cubicBezTo>
                  <a:pt x="679475" y="71650"/>
                  <a:pt x="682774" y="70146"/>
                  <a:pt x="686442" y="69127"/>
                </a:cubicBezTo>
                <a:cubicBezTo>
                  <a:pt x="689142" y="68412"/>
                  <a:pt x="693218" y="67724"/>
                  <a:pt x="698669" y="67061"/>
                </a:cubicBezTo>
                <a:cubicBezTo>
                  <a:pt x="709775" y="65746"/>
                  <a:pt x="717952" y="64178"/>
                  <a:pt x="723199" y="62357"/>
                </a:cubicBezTo>
                <a:cubicBezTo>
                  <a:pt x="723250" y="60480"/>
                  <a:pt x="723276" y="59287"/>
                  <a:pt x="723276" y="58780"/>
                </a:cubicBezTo>
                <a:cubicBezTo>
                  <a:pt x="723276" y="53196"/>
                  <a:pt x="721976" y="49263"/>
                  <a:pt x="719378" y="46980"/>
                </a:cubicBezTo>
                <a:cubicBezTo>
                  <a:pt x="715863" y="43884"/>
                  <a:pt x="710641" y="42335"/>
                  <a:pt x="703713" y="42335"/>
                </a:cubicBezTo>
                <a:cubicBezTo>
                  <a:pt x="697243" y="42335"/>
                  <a:pt x="692466" y="43469"/>
                  <a:pt x="689384" y="45736"/>
                </a:cubicBezTo>
                <a:cubicBezTo>
                  <a:pt x="686302" y="48003"/>
                  <a:pt x="684022" y="52015"/>
                  <a:pt x="682545" y="57772"/>
                </a:cubicBezTo>
                <a:lnTo>
                  <a:pt x="669095" y="55938"/>
                </a:lnTo>
                <a:cubicBezTo>
                  <a:pt x="670318" y="50164"/>
                  <a:pt x="672330" y="45500"/>
                  <a:pt x="675132" y="41949"/>
                </a:cubicBezTo>
                <a:cubicBezTo>
                  <a:pt x="677934" y="38397"/>
                  <a:pt x="681984" y="35663"/>
                  <a:pt x="687283" y="33748"/>
                </a:cubicBezTo>
                <a:cubicBezTo>
                  <a:pt x="692581" y="31831"/>
                  <a:pt x="698720" y="30873"/>
                  <a:pt x="705699" y="30873"/>
                </a:cubicBezTo>
                <a:cubicBezTo>
                  <a:pt x="712628" y="30873"/>
                  <a:pt x="718257" y="31688"/>
                  <a:pt x="722588" y="33318"/>
                </a:cubicBezTo>
                <a:cubicBezTo>
                  <a:pt x="726918" y="34948"/>
                  <a:pt x="730102" y="36999"/>
                  <a:pt x="732140" y="39470"/>
                </a:cubicBezTo>
                <a:cubicBezTo>
                  <a:pt x="734178" y="41941"/>
                  <a:pt x="735604" y="45061"/>
                  <a:pt x="736419" y="48831"/>
                </a:cubicBezTo>
                <a:cubicBezTo>
                  <a:pt x="736878" y="51174"/>
                  <a:pt x="737107" y="55403"/>
                  <a:pt x="737107" y="61516"/>
                </a:cubicBezTo>
                <a:lnTo>
                  <a:pt x="737107" y="79857"/>
                </a:lnTo>
                <a:cubicBezTo>
                  <a:pt x="737107" y="92644"/>
                  <a:pt x="737400" y="100731"/>
                  <a:pt x="737986" y="104119"/>
                </a:cubicBezTo>
                <a:cubicBezTo>
                  <a:pt x="738572" y="107507"/>
                  <a:pt x="739731" y="110755"/>
                  <a:pt x="741463" y="113863"/>
                </a:cubicBezTo>
                <a:lnTo>
                  <a:pt x="727096" y="113863"/>
                </a:lnTo>
                <a:cubicBezTo>
                  <a:pt x="725670" y="111006"/>
                  <a:pt x="724753" y="107666"/>
                  <a:pt x="724345" y="103842"/>
                </a:cubicBezTo>
                <a:moveTo>
                  <a:pt x="723199" y="73055"/>
                </a:moveTo>
                <a:cubicBezTo>
                  <a:pt x="718207" y="75111"/>
                  <a:pt x="710718" y="76857"/>
                  <a:pt x="700732" y="78295"/>
                </a:cubicBezTo>
                <a:cubicBezTo>
                  <a:pt x="695077" y="79113"/>
                  <a:pt x="691078" y="80034"/>
                  <a:pt x="688735" y="81058"/>
                </a:cubicBezTo>
                <a:cubicBezTo>
                  <a:pt x="686391" y="82080"/>
                  <a:pt x="684583" y="83576"/>
                  <a:pt x="683309" y="85547"/>
                </a:cubicBezTo>
                <a:cubicBezTo>
                  <a:pt x="682035" y="87517"/>
                  <a:pt x="681399" y="89703"/>
                  <a:pt x="681399" y="92107"/>
                </a:cubicBezTo>
                <a:cubicBezTo>
                  <a:pt x="681399" y="95790"/>
                  <a:pt x="682787" y="98859"/>
                  <a:pt x="685563" y="101316"/>
                </a:cubicBezTo>
                <a:cubicBezTo>
                  <a:pt x="688340" y="103771"/>
                  <a:pt x="692403" y="104998"/>
                  <a:pt x="697752" y="104998"/>
                </a:cubicBezTo>
                <a:cubicBezTo>
                  <a:pt x="703050" y="104998"/>
                  <a:pt x="707763" y="103833"/>
                  <a:pt x="711889" y="101504"/>
                </a:cubicBezTo>
                <a:cubicBezTo>
                  <a:pt x="716016" y="99175"/>
                  <a:pt x="719047" y="95989"/>
                  <a:pt x="720983" y="91945"/>
                </a:cubicBezTo>
                <a:cubicBezTo>
                  <a:pt x="722460" y="88821"/>
                  <a:pt x="723199" y="84214"/>
                  <a:pt x="723199" y="78123"/>
                </a:cubicBezTo>
                <a:lnTo>
                  <a:pt x="723199" y="73055"/>
                </a:lnTo>
                <a:close/>
                <a:moveTo>
                  <a:pt x="754583" y="58574"/>
                </a:moveTo>
                <a:cubicBezTo>
                  <a:pt x="754583" y="45338"/>
                  <a:pt x="755946" y="34685"/>
                  <a:pt x="758672" y="26615"/>
                </a:cubicBezTo>
                <a:cubicBezTo>
                  <a:pt x="761397" y="18545"/>
                  <a:pt x="765447" y="12321"/>
                  <a:pt x="770822" y="7943"/>
                </a:cubicBezTo>
                <a:cubicBezTo>
                  <a:pt x="776197" y="3565"/>
                  <a:pt x="782960" y="1376"/>
                  <a:pt x="791111" y="1376"/>
                </a:cubicBezTo>
                <a:cubicBezTo>
                  <a:pt x="797122" y="1376"/>
                  <a:pt x="802395" y="2585"/>
                  <a:pt x="806929" y="5003"/>
                </a:cubicBezTo>
                <a:cubicBezTo>
                  <a:pt x="811464" y="7421"/>
                  <a:pt x="815208" y="10909"/>
                  <a:pt x="818163" y="15465"/>
                </a:cubicBezTo>
                <a:cubicBezTo>
                  <a:pt x="821118" y="20021"/>
                  <a:pt x="823436" y="25571"/>
                  <a:pt x="825117" y="32115"/>
                </a:cubicBezTo>
                <a:cubicBezTo>
                  <a:pt x="826798" y="38656"/>
                  <a:pt x="827639" y="47476"/>
                  <a:pt x="827639" y="58574"/>
                </a:cubicBezTo>
                <a:cubicBezTo>
                  <a:pt x="827639" y="71709"/>
                  <a:pt x="826289" y="82311"/>
                  <a:pt x="823589" y="90381"/>
                </a:cubicBezTo>
                <a:cubicBezTo>
                  <a:pt x="820888" y="98451"/>
                  <a:pt x="816851" y="104688"/>
                  <a:pt x="811476" y="109091"/>
                </a:cubicBezTo>
                <a:cubicBezTo>
                  <a:pt x="806102" y="113495"/>
                  <a:pt x="799313" y="115697"/>
                  <a:pt x="791111" y="115697"/>
                </a:cubicBezTo>
                <a:cubicBezTo>
                  <a:pt x="780311" y="115697"/>
                  <a:pt x="771828" y="111827"/>
                  <a:pt x="765664" y="104088"/>
                </a:cubicBezTo>
                <a:cubicBezTo>
                  <a:pt x="758277" y="94772"/>
                  <a:pt x="754583" y="79600"/>
                  <a:pt x="754583" y="58574"/>
                </a:cubicBezTo>
                <a:moveTo>
                  <a:pt x="768721" y="58536"/>
                </a:moveTo>
                <a:cubicBezTo>
                  <a:pt x="768721" y="76865"/>
                  <a:pt x="770873" y="89064"/>
                  <a:pt x="775178" y="95133"/>
                </a:cubicBezTo>
                <a:cubicBezTo>
                  <a:pt x="779483" y="101200"/>
                  <a:pt x="784794" y="104234"/>
                  <a:pt x="791111" y="104234"/>
                </a:cubicBezTo>
                <a:cubicBezTo>
                  <a:pt x="797428" y="104234"/>
                  <a:pt x="802739" y="101188"/>
                  <a:pt x="807044" y="95095"/>
                </a:cubicBezTo>
                <a:cubicBezTo>
                  <a:pt x="811349" y="89002"/>
                  <a:pt x="813501" y="76816"/>
                  <a:pt x="813501" y="58536"/>
                </a:cubicBezTo>
                <a:cubicBezTo>
                  <a:pt x="813501" y="40156"/>
                  <a:pt x="811349" y="27945"/>
                  <a:pt x="807044" y="21903"/>
                </a:cubicBezTo>
                <a:cubicBezTo>
                  <a:pt x="802739" y="15860"/>
                  <a:pt x="797377" y="12838"/>
                  <a:pt x="790958" y="12838"/>
                </a:cubicBezTo>
                <a:cubicBezTo>
                  <a:pt x="784641" y="12838"/>
                  <a:pt x="779597" y="15504"/>
                  <a:pt x="775827" y="20836"/>
                </a:cubicBezTo>
                <a:cubicBezTo>
                  <a:pt x="771089" y="27640"/>
                  <a:pt x="768721" y="40207"/>
                  <a:pt x="768721" y="585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E7937D-9BAA-4DF3-BA3A-C765AF9E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7240306"/>
            <a:ext cx="1465443" cy="263353"/>
          </a:xfrm>
          <a:custGeom xmlns:a="http://schemas.openxmlformats.org/drawingml/2006/main">
            <a:pathLst>
              <a:path w="1465443" h="263353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6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4"/>
                </a:cubicBezTo>
                <a:lnTo>
                  <a:pt x="1465443" y="223800"/>
                </a:lnTo>
                <a:cubicBezTo>
                  <a:pt x="1465443" y="229046"/>
                  <a:pt x="1464439" y="234091"/>
                  <a:pt x="1462432" y="238936"/>
                </a:cubicBezTo>
                <a:cubicBezTo>
                  <a:pt x="1460424" y="243781"/>
                  <a:pt x="1457567" y="248060"/>
                  <a:pt x="1453858" y="251769"/>
                </a:cubicBezTo>
                <a:cubicBezTo>
                  <a:pt x="1450150" y="255477"/>
                  <a:pt x="1445872" y="258334"/>
                  <a:pt x="1441026" y="260341"/>
                </a:cubicBezTo>
                <a:cubicBezTo>
                  <a:pt x="1436181" y="262348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8"/>
                  <a:pt x="24416" y="260341"/>
                </a:cubicBezTo>
                <a:cubicBezTo>
                  <a:pt x="19571" y="258334"/>
                  <a:pt x="15294" y="255477"/>
                  <a:pt x="11584" y="251769"/>
                </a:cubicBezTo>
                <a:cubicBezTo>
                  <a:pt x="7875" y="248060"/>
                  <a:pt x="5018" y="243781"/>
                  <a:pt x="3011" y="238936"/>
                </a:cubicBezTo>
                <a:cubicBezTo>
                  <a:pt x="1003" y="234091"/>
                  <a:pt x="0" y="229046"/>
                  <a:pt x="0" y="223800"/>
                </a:cubicBezTo>
                <a:lnTo>
                  <a:pt x="0" y="39554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274B9-C5A4-460B-B9FE-BF860C2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558" y="7240306"/>
            <a:ext cx="1465443" cy="263353"/>
          </a:xfrm>
          <a:custGeom xmlns:a="http://schemas.openxmlformats.org/drawingml/2006/main">
            <a:pathLst>
              <a:path w="1465443" h="263353" fill="none">
                <a:moveTo>
                  <a:pt x="39553" y="0"/>
                </a:moveTo>
                <a:lnTo>
                  <a:pt x="1425891" y="0"/>
                </a:lnTo>
                <a:cubicBezTo>
                  <a:pt x="1431135" y="0"/>
                  <a:pt x="1436181" y="1003"/>
                  <a:pt x="1441026" y="3010"/>
                </a:cubicBezTo>
                <a:cubicBezTo>
                  <a:pt x="1445872" y="5018"/>
                  <a:pt x="1450150" y="7876"/>
                  <a:pt x="1453858" y="11584"/>
                </a:cubicBezTo>
                <a:cubicBezTo>
                  <a:pt x="1457567" y="15293"/>
                  <a:pt x="1460424" y="19570"/>
                  <a:pt x="1462432" y="24416"/>
                </a:cubicBezTo>
                <a:cubicBezTo>
                  <a:pt x="1464439" y="29262"/>
                  <a:pt x="1465443" y="34307"/>
                  <a:pt x="1465443" y="39554"/>
                </a:cubicBezTo>
                <a:lnTo>
                  <a:pt x="1465443" y="223800"/>
                </a:lnTo>
                <a:cubicBezTo>
                  <a:pt x="1465443" y="229046"/>
                  <a:pt x="1464439" y="234091"/>
                  <a:pt x="1462432" y="238936"/>
                </a:cubicBezTo>
                <a:cubicBezTo>
                  <a:pt x="1460424" y="243781"/>
                  <a:pt x="1457567" y="248060"/>
                  <a:pt x="1453858" y="251769"/>
                </a:cubicBezTo>
                <a:cubicBezTo>
                  <a:pt x="1450150" y="255477"/>
                  <a:pt x="1445872" y="258334"/>
                  <a:pt x="1441026" y="260341"/>
                </a:cubicBezTo>
                <a:cubicBezTo>
                  <a:pt x="1436181" y="262348"/>
                  <a:pt x="1431135" y="263353"/>
                  <a:pt x="1425891" y="263353"/>
                </a:cubicBezTo>
                <a:lnTo>
                  <a:pt x="39553" y="263353"/>
                </a:lnTo>
                <a:cubicBezTo>
                  <a:pt x="34308" y="263353"/>
                  <a:pt x="29262" y="262348"/>
                  <a:pt x="24416" y="260341"/>
                </a:cubicBezTo>
                <a:cubicBezTo>
                  <a:pt x="19571" y="258334"/>
                  <a:pt x="15294" y="255477"/>
                  <a:pt x="11584" y="251769"/>
                </a:cubicBezTo>
                <a:cubicBezTo>
                  <a:pt x="7875" y="248060"/>
                  <a:pt x="5018" y="243781"/>
                  <a:pt x="3011" y="238936"/>
                </a:cubicBezTo>
                <a:cubicBezTo>
                  <a:pt x="1003" y="234091"/>
                  <a:pt x="0" y="229046"/>
                  <a:pt x="0" y="223800"/>
                </a:cubicBezTo>
                <a:lnTo>
                  <a:pt x="0" y="39554"/>
                </a:lnTo>
                <a:cubicBezTo>
                  <a:pt x="0" y="34307"/>
                  <a:pt x="1003" y="29262"/>
                  <a:pt x="3011" y="24416"/>
                </a:cubicBezTo>
                <a:cubicBezTo>
                  <a:pt x="5018" y="19570"/>
                  <a:pt x="7875" y="15293"/>
                  <a:pt x="11584" y="11584"/>
                </a:cubicBezTo>
                <a:cubicBezTo>
                  <a:pt x="15294" y="7876"/>
                  <a:pt x="19571" y="5018"/>
                  <a:pt x="24417" y="3010"/>
                </a:cubicBezTo>
                <a:cubicBezTo>
                  <a:pt x="29262" y="1003"/>
                  <a:pt x="34308" y="0"/>
                  <a:pt x="39553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08" name="Text /dev/nvidia0">
            <a:extLst xmlns:a="http://schemas.openxmlformats.org/drawingml/2006/main">
              <a:ext uri="{FF2B5EF4-FFF2-40B4-BE49-F238E27FC236}">
                <a16:creationId xmlns:a16="http://schemas.microsoft.com/office/drawing/2014/main" id="{E9C73941-3BA9-4243-AF3E-0538E533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567" y="7307704"/>
            <a:ext cx="827640" cy="115697"/>
          </a:xfrm>
          <a:custGeom xmlns:a="http://schemas.openxmlformats.org/drawingml/2006/main">
            <a:pathLst>
              <a:path w="827640" h="115697">
                <a:moveTo>
                  <a:pt x="0" y="115697"/>
                </a:moveTo>
                <a:lnTo>
                  <a:pt x="32478" y="0"/>
                </a:lnTo>
                <a:lnTo>
                  <a:pt x="43482" y="0"/>
                </a:lnTo>
                <a:lnTo>
                  <a:pt x="11081" y="115697"/>
                </a:lnTo>
                <a:lnTo>
                  <a:pt x="0" y="115697"/>
                </a:lnTo>
                <a:close/>
                <a:moveTo>
                  <a:pt x="106477" y="113863"/>
                </a:moveTo>
                <a:lnTo>
                  <a:pt x="106477" y="103623"/>
                </a:lnTo>
                <a:cubicBezTo>
                  <a:pt x="101331" y="111672"/>
                  <a:pt x="93766" y="115697"/>
                  <a:pt x="83780" y="115697"/>
                </a:cubicBezTo>
                <a:cubicBezTo>
                  <a:pt x="77310" y="115697"/>
                  <a:pt x="71363" y="113913"/>
                  <a:pt x="65937" y="110347"/>
                </a:cubicBezTo>
                <a:cubicBezTo>
                  <a:pt x="60511" y="106781"/>
                  <a:pt x="56308" y="101801"/>
                  <a:pt x="53328" y="95408"/>
                </a:cubicBezTo>
                <a:cubicBezTo>
                  <a:pt x="50348" y="89014"/>
                  <a:pt x="48858" y="81665"/>
                  <a:pt x="48858" y="73361"/>
                </a:cubicBezTo>
                <a:cubicBezTo>
                  <a:pt x="48858" y="65261"/>
                  <a:pt x="50208" y="57912"/>
                  <a:pt x="52908" y="51315"/>
                </a:cubicBezTo>
                <a:cubicBezTo>
                  <a:pt x="55608" y="44717"/>
                  <a:pt x="59658" y="39661"/>
                  <a:pt x="65058" y="36146"/>
                </a:cubicBezTo>
                <a:cubicBezTo>
                  <a:pt x="70458" y="32630"/>
                  <a:pt x="76495" y="30873"/>
                  <a:pt x="83169" y="30873"/>
                </a:cubicBezTo>
                <a:cubicBezTo>
                  <a:pt x="88060" y="30873"/>
                  <a:pt x="92416" y="31904"/>
                  <a:pt x="96237" y="33968"/>
                </a:cubicBezTo>
                <a:cubicBezTo>
                  <a:pt x="100057" y="36031"/>
                  <a:pt x="103165" y="38718"/>
                  <a:pt x="105560" y="42030"/>
                </a:cubicBezTo>
                <a:lnTo>
                  <a:pt x="105560" y="1834"/>
                </a:lnTo>
                <a:lnTo>
                  <a:pt x="119238" y="1834"/>
                </a:lnTo>
                <a:lnTo>
                  <a:pt x="119238" y="113863"/>
                </a:lnTo>
                <a:lnTo>
                  <a:pt x="106477" y="113863"/>
                </a:lnTo>
                <a:moveTo>
                  <a:pt x="62995" y="73323"/>
                </a:moveTo>
                <a:cubicBezTo>
                  <a:pt x="62995" y="83677"/>
                  <a:pt x="65185" y="91418"/>
                  <a:pt x="69567" y="96544"/>
                </a:cubicBezTo>
                <a:cubicBezTo>
                  <a:pt x="73948" y="101671"/>
                  <a:pt x="79119" y="104234"/>
                  <a:pt x="85080" y="104234"/>
                </a:cubicBezTo>
                <a:cubicBezTo>
                  <a:pt x="91091" y="104234"/>
                  <a:pt x="96198" y="101785"/>
                  <a:pt x="100401" y="96888"/>
                </a:cubicBezTo>
                <a:cubicBezTo>
                  <a:pt x="104604" y="91990"/>
                  <a:pt x="106706" y="84515"/>
                  <a:pt x="106706" y="74464"/>
                </a:cubicBezTo>
                <a:cubicBezTo>
                  <a:pt x="106706" y="63400"/>
                  <a:pt x="104566" y="55279"/>
                  <a:pt x="100287" y="50101"/>
                </a:cubicBezTo>
                <a:cubicBezTo>
                  <a:pt x="96007" y="44924"/>
                  <a:pt x="90734" y="42335"/>
                  <a:pt x="84468" y="42335"/>
                </a:cubicBezTo>
                <a:cubicBezTo>
                  <a:pt x="78355" y="42335"/>
                  <a:pt x="73248" y="44823"/>
                  <a:pt x="69146" y="49798"/>
                </a:cubicBezTo>
                <a:cubicBezTo>
                  <a:pt x="65045" y="54772"/>
                  <a:pt x="62995" y="62613"/>
                  <a:pt x="62995" y="73323"/>
                </a:cubicBezTo>
                <a:close/>
                <a:moveTo>
                  <a:pt x="196396" y="87728"/>
                </a:moveTo>
                <a:lnTo>
                  <a:pt x="210610" y="89485"/>
                </a:lnTo>
                <a:cubicBezTo>
                  <a:pt x="208369" y="97789"/>
                  <a:pt x="204217" y="104234"/>
                  <a:pt x="198154" y="108819"/>
                </a:cubicBezTo>
                <a:cubicBezTo>
                  <a:pt x="192092" y="113404"/>
                  <a:pt x="184348" y="115697"/>
                  <a:pt x="174923" y="115697"/>
                </a:cubicBezTo>
                <a:cubicBezTo>
                  <a:pt x="163053" y="115697"/>
                  <a:pt x="153641" y="112041"/>
                  <a:pt x="146687" y="104731"/>
                </a:cubicBezTo>
                <a:cubicBezTo>
                  <a:pt x="139733" y="97420"/>
                  <a:pt x="136256" y="87167"/>
                  <a:pt x="136256" y="73972"/>
                </a:cubicBezTo>
                <a:cubicBezTo>
                  <a:pt x="136256" y="60319"/>
                  <a:pt x="139771" y="49723"/>
                  <a:pt x="146801" y="42183"/>
                </a:cubicBezTo>
                <a:cubicBezTo>
                  <a:pt x="153832" y="34643"/>
                  <a:pt x="162951" y="30873"/>
                  <a:pt x="174159" y="30873"/>
                </a:cubicBezTo>
                <a:cubicBezTo>
                  <a:pt x="185010" y="30873"/>
                  <a:pt x="193875" y="34561"/>
                  <a:pt x="200752" y="41937"/>
                </a:cubicBezTo>
                <a:cubicBezTo>
                  <a:pt x="207630" y="49311"/>
                  <a:pt x="211069" y="59686"/>
                  <a:pt x="211069" y="73063"/>
                </a:cubicBezTo>
                <a:cubicBezTo>
                  <a:pt x="211069" y="73876"/>
                  <a:pt x="211043" y="75096"/>
                  <a:pt x="210992" y="76723"/>
                </a:cubicBezTo>
                <a:lnTo>
                  <a:pt x="150469" y="76723"/>
                </a:lnTo>
                <a:cubicBezTo>
                  <a:pt x="150979" y="85613"/>
                  <a:pt x="153501" y="92421"/>
                  <a:pt x="158035" y="97146"/>
                </a:cubicBezTo>
                <a:cubicBezTo>
                  <a:pt x="162569" y="101871"/>
                  <a:pt x="168224" y="104234"/>
                  <a:pt x="174999" y="104234"/>
                </a:cubicBezTo>
                <a:cubicBezTo>
                  <a:pt x="180043" y="104234"/>
                  <a:pt x="184348" y="102922"/>
                  <a:pt x="187914" y="100298"/>
                </a:cubicBezTo>
                <a:cubicBezTo>
                  <a:pt x="191480" y="97673"/>
                  <a:pt x="194308" y="93483"/>
                  <a:pt x="196396" y="87728"/>
                </a:cubicBezTo>
                <a:moveTo>
                  <a:pt x="151234" y="65261"/>
                </a:moveTo>
                <a:lnTo>
                  <a:pt x="196549" y="65261"/>
                </a:lnTo>
                <a:cubicBezTo>
                  <a:pt x="195938" y="58546"/>
                  <a:pt x="194206" y="53509"/>
                  <a:pt x="191353" y="50152"/>
                </a:cubicBezTo>
                <a:cubicBezTo>
                  <a:pt x="186972" y="44941"/>
                  <a:pt x="181291" y="42335"/>
                  <a:pt x="174312" y="42335"/>
                </a:cubicBezTo>
                <a:cubicBezTo>
                  <a:pt x="167995" y="42335"/>
                  <a:pt x="162683" y="44415"/>
                  <a:pt x="158379" y="48575"/>
                </a:cubicBezTo>
                <a:cubicBezTo>
                  <a:pt x="154074" y="52734"/>
                  <a:pt x="151692" y="58296"/>
                  <a:pt x="151234" y="65261"/>
                </a:cubicBezTo>
                <a:close/>
                <a:moveTo>
                  <a:pt x="250400" y="113863"/>
                </a:moveTo>
                <a:lnTo>
                  <a:pt x="219527" y="32707"/>
                </a:lnTo>
                <a:lnTo>
                  <a:pt x="234047" y="32707"/>
                </a:lnTo>
                <a:lnTo>
                  <a:pt x="251470" y="81309"/>
                </a:lnTo>
                <a:cubicBezTo>
                  <a:pt x="253355" y="86556"/>
                  <a:pt x="255087" y="92007"/>
                  <a:pt x="256666" y="97662"/>
                </a:cubicBezTo>
                <a:cubicBezTo>
                  <a:pt x="257889" y="93383"/>
                  <a:pt x="259596" y="88237"/>
                  <a:pt x="261786" y="82226"/>
                </a:cubicBezTo>
                <a:lnTo>
                  <a:pt x="279821" y="32707"/>
                </a:lnTo>
                <a:lnTo>
                  <a:pt x="293958" y="32707"/>
                </a:lnTo>
                <a:lnTo>
                  <a:pt x="263238" y="113863"/>
                </a:lnTo>
                <a:lnTo>
                  <a:pt x="250400" y="113863"/>
                </a:lnTo>
                <a:close/>
                <a:moveTo>
                  <a:pt x="295792" y="115697"/>
                </a:moveTo>
                <a:lnTo>
                  <a:pt x="328269" y="0"/>
                </a:lnTo>
                <a:lnTo>
                  <a:pt x="339274" y="0"/>
                </a:lnTo>
                <a:lnTo>
                  <a:pt x="306872" y="115697"/>
                </a:lnTo>
                <a:lnTo>
                  <a:pt x="295792" y="115697"/>
                </a:lnTo>
                <a:close/>
                <a:moveTo>
                  <a:pt x="349616" y="113863"/>
                </a:moveTo>
                <a:lnTo>
                  <a:pt x="349616" y="32707"/>
                </a:lnTo>
                <a:lnTo>
                  <a:pt x="361996" y="32707"/>
                </a:lnTo>
                <a:lnTo>
                  <a:pt x="361996" y="44169"/>
                </a:lnTo>
                <a:cubicBezTo>
                  <a:pt x="367957" y="35305"/>
                  <a:pt x="376566" y="30873"/>
                  <a:pt x="387825" y="30873"/>
                </a:cubicBezTo>
                <a:cubicBezTo>
                  <a:pt x="392716" y="30873"/>
                  <a:pt x="397212" y="31752"/>
                  <a:pt x="401313" y="33509"/>
                </a:cubicBezTo>
                <a:cubicBezTo>
                  <a:pt x="405414" y="35267"/>
                  <a:pt x="408483" y="37572"/>
                  <a:pt x="410521" y="40425"/>
                </a:cubicBezTo>
                <a:cubicBezTo>
                  <a:pt x="412559" y="43278"/>
                  <a:pt x="413985" y="46666"/>
                  <a:pt x="414801" y="50589"/>
                </a:cubicBezTo>
                <a:cubicBezTo>
                  <a:pt x="415310" y="53136"/>
                  <a:pt x="415565" y="57594"/>
                  <a:pt x="415565" y="63962"/>
                </a:cubicBezTo>
                <a:lnTo>
                  <a:pt x="415565" y="113863"/>
                </a:lnTo>
                <a:lnTo>
                  <a:pt x="401810" y="113863"/>
                </a:lnTo>
                <a:lnTo>
                  <a:pt x="401810" y="64444"/>
                </a:lnTo>
                <a:cubicBezTo>
                  <a:pt x="401810" y="58834"/>
                  <a:pt x="401275" y="54639"/>
                  <a:pt x="400205" y="51859"/>
                </a:cubicBezTo>
                <a:cubicBezTo>
                  <a:pt x="399135" y="49079"/>
                  <a:pt x="397237" y="46861"/>
                  <a:pt x="394512" y="45204"/>
                </a:cubicBezTo>
                <a:cubicBezTo>
                  <a:pt x="391786" y="43546"/>
                  <a:pt x="388589" y="42718"/>
                  <a:pt x="384921" y="42718"/>
                </a:cubicBezTo>
                <a:cubicBezTo>
                  <a:pt x="379063" y="42718"/>
                  <a:pt x="374006" y="44579"/>
                  <a:pt x="369752" y="48303"/>
                </a:cubicBezTo>
                <a:cubicBezTo>
                  <a:pt x="365498" y="52025"/>
                  <a:pt x="363371" y="59088"/>
                  <a:pt x="363371" y="69492"/>
                </a:cubicBezTo>
                <a:lnTo>
                  <a:pt x="363371" y="113863"/>
                </a:lnTo>
                <a:lnTo>
                  <a:pt x="349616" y="113863"/>
                </a:lnTo>
                <a:close/>
                <a:moveTo>
                  <a:pt x="459176" y="113863"/>
                </a:moveTo>
                <a:lnTo>
                  <a:pt x="428303" y="32707"/>
                </a:lnTo>
                <a:lnTo>
                  <a:pt x="442822" y="32707"/>
                </a:lnTo>
                <a:lnTo>
                  <a:pt x="460246" y="81309"/>
                </a:lnTo>
                <a:cubicBezTo>
                  <a:pt x="462131" y="86556"/>
                  <a:pt x="463863" y="92007"/>
                  <a:pt x="465442" y="97662"/>
                </a:cubicBezTo>
                <a:cubicBezTo>
                  <a:pt x="466665" y="93383"/>
                  <a:pt x="468371" y="88237"/>
                  <a:pt x="470562" y="82226"/>
                </a:cubicBezTo>
                <a:lnTo>
                  <a:pt x="488597" y="32707"/>
                </a:lnTo>
                <a:lnTo>
                  <a:pt x="502734" y="32707"/>
                </a:lnTo>
                <a:lnTo>
                  <a:pt x="472014" y="113863"/>
                </a:lnTo>
                <a:lnTo>
                  <a:pt x="459176" y="113863"/>
                </a:lnTo>
                <a:close/>
                <a:moveTo>
                  <a:pt x="514962" y="17729"/>
                </a:moveTo>
                <a:lnTo>
                  <a:pt x="514962" y="1834"/>
                </a:lnTo>
                <a:lnTo>
                  <a:pt x="528717" y="1834"/>
                </a:lnTo>
                <a:lnTo>
                  <a:pt x="528717" y="17729"/>
                </a:lnTo>
                <a:lnTo>
                  <a:pt x="514962" y="17729"/>
                </a:lnTo>
                <a:moveTo>
                  <a:pt x="514962" y="113863"/>
                </a:moveTo>
                <a:lnTo>
                  <a:pt x="514962" y="32707"/>
                </a:lnTo>
                <a:lnTo>
                  <a:pt x="528717" y="32707"/>
                </a:lnTo>
                <a:lnTo>
                  <a:pt x="528717" y="113863"/>
                </a:lnTo>
                <a:lnTo>
                  <a:pt x="514962" y="113863"/>
                </a:lnTo>
                <a:close/>
                <a:moveTo>
                  <a:pt x="602281" y="113863"/>
                </a:moveTo>
                <a:lnTo>
                  <a:pt x="602281" y="103623"/>
                </a:lnTo>
                <a:cubicBezTo>
                  <a:pt x="597135" y="111672"/>
                  <a:pt x="589570" y="115697"/>
                  <a:pt x="579585" y="115697"/>
                </a:cubicBezTo>
                <a:cubicBezTo>
                  <a:pt x="573115" y="115697"/>
                  <a:pt x="567167" y="113913"/>
                  <a:pt x="561741" y="110347"/>
                </a:cubicBezTo>
                <a:cubicBezTo>
                  <a:pt x="556316" y="106781"/>
                  <a:pt x="552113" y="101801"/>
                  <a:pt x="549132" y="95408"/>
                </a:cubicBezTo>
                <a:cubicBezTo>
                  <a:pt x="546152" y="89014"/>
                  <a:pt x="544662" y="81665"/>
                  <a:pt x="544662" y="73361"/>
                </a:cubicBezTo>
                <a:cubicBezTo>
                  <a:pt x="544662" y="65261"/>
                  <a:pt x="546012" y="57912"/>
                  <a:pt x="548712" y="51315"/>
                </a:cubicBezTo>
                <a:cubicBezTo>
                  <a:pt x="551412" y="44717"/>
                  <a:pt x="555462" y="39661"/>
                  <a:pt x="560862" y="36146"/>
                </a:cubicBezTo>
                <a:cubicBezTo>
                  <a:pt x="566263" y="32630"/>
                  <a:pt x="572300" y="30873"/>
                  <a:pt x="578973" y="30873"/>
                </a:cubicBezTo>
                <a:cubicBezTo>
                  <a:pt x="583864" y="30873"/>
                  <a:pt x="588220" y="31904"/>
                  <a:pt x="592041" y="33968"/>
                </a:cubicBezTo>
                <a:cubicBezTo>
                  <a:pt x="595862" y="36031"/>
                  <a:pt x="598969" y="38718"/>
                  <a:pt x="601364" y="42030"/>
                </a:cubicBezTo>
                <a:lnTo>
                  <a:pt x="601364" y="1834"/>
                </a:lnTo>
                <a:lnTo>
                  <a:pt x="615043" y="1834"/>
                </a:lnTo>
                <a:lnTo>
                  <a:pt x="615043" y="113863"/>
                </a:lnTo>
                <a:lnTo>
                  <a:pt x="602281" y="113863"/>
                </a:lnTo>
                <a:moveTo>
                  <a:pt x="558799" y="73323"/>
                </a:moveTo>
                <a:cubicBezTo>
                  <a:pt x="558799" y="83677"/>
                  <a:pt x="560990" y="91418"/>
                  <a:pt x="565371" y="96544"/>
                </a:cubicBezTo>
                <a:cubicBezTo>
                  <a:pt x="569752" y="101671"/>
                  <a:pt x="574923" y="104234"/>
                  <a:pt x="580884" y="104234"/>
                </a:cubicBezTo>
                <a:cubicBezTo>
                  <a:pt x="586895" y="104234"/>
                  <a:pt x="592003" y="101785"/>
                  <a:pt x="596206" y="96888"/>
                </a:cubicBezTo>
                <a:cubicBezTo>
                  <a:pt x="600409" y="91990"/>
                  <a:pt x="602510" y="84515"/>
                  <a:pt x="602510" y="74464"/>
                </a:cubicBezTo>
                <a:cubicBezTo>
                  <a:pt x="602510" y="63400"/>
                  <a:pt x="600370" y="55279"/>
                  <a:pt x="596091" y="50101"/>
                </a:cubicBezTo>
                <a:cubicBezTo>
                  <a:pt x="591812" y="44924"/>
                  <a:pt x="586539" y="42335"/>
                  <a:pt x="580272" y="42335"/>
                </a:cubicBezTo>
                <a:cubicBezTo>
                  <a:pt x="574159" y="42335"/>
                  <a:pt x="569052" y="44823"/>
                  <a:pt x="564951" y="49798"/>
                </a:cubicBezTo>
                <a:cubicBezTo>
                  <a:pt x="560850" y="54772"/>
                  <a:pt x="558799" y="62613"/>
                  <a:pt x="558799" y="73323"/>
                </a:cubicBezTo>
                <a:close/>
                <a:moveTo>
                  <a:pt x="636722" y="17729"/>
                </a:moveTo>
                <a:lnTo>
                  <a:pt x="636722" y="1834"/>
                </a:lnTo>
                <a:lnTo>
                  <a:pt x="650477" y="1834"/>
                </a:lnTo>
                <a:lnTo>
                  <a:pt x="650477" y="17729"/>
                </a:lnTo>
                <a:lnTo>
                  <a:pt x="636722" y="17729"/>
                </a:lnTo>
                <a:moveTo>
                  <a:pt x="636722" y="113863"/>
                </a:moveTo>
                <a:lnTo>
                  <a:pt x="636722" y="32707"/>
                </a:lnTo>
                <a:lnTo>
                  <a:pt x="650477" y="32707"/>
                </a:lnTo>
                <a:lnTo>
                  <a:pt x="650477" y="113863"/>
                </a:lnTo>
                <a:lnTo>
                  <a:pt x="636722" y="113863"/>
                </a:lnTo>
                <a:close/>
                <a:moveTo>
                  <a:pt x="724347" y="103842"/>
                </a:moveTo>
                <a:cubicBezTo>
                  <a:pt x="719252" y="108176"/>
                  <a:pt x="714349" y="111235"/>
                  <a:pt x="709636" y="113020"/>
                </a:cubicBezTo>
                <a:cubicBezTo>
                  <a:pt x="704924" y="114804"/>
                  <a:pt x="699868" y="115697"/>
                  <a:pt x="694467" y="115697"/>
                </a:cubicBezTo>
                <a:cubicBezTo>
                  <a:pt x="685552" y="115697"/>
                  <a:pt x="678700" y="113517"/>
                  <a:pt x="673911" y="109158"/>
                </a:cubicBezTo>
                <a:cubicBezTo>
                  <a:pt x="669122" y="104799"/>
                  <a:pt x="666728" y="99229"/>
                  <a:pt x="666728" y="92449"/>
                </a:cubicBezTo>
                <a:cubicBezTo>
                  <a:pt x="666728" y="88474"/>
                  <a:pt x="667632" y="84842"/>
                  <a:pt x="669441" y="81555"/>
                </a:cubicBezTo>
                <a:cubicBezTo>
                  <a:pt x="671249" y="78265"/>
                  <a:pt x="673618" y="75627"/>
                  <a:pt x="676548" y="73638"/>
                </a:cubicBezTo>
                <a:cubicBezTo>
                  <a:pt x="679477" y="71650"/>
                  <a:pt x="682776" y="70146"/>
                  <a:pt x="686444" y="69127"/>
                </a:cubicBezTo>
                <a:cubicBezTo>
                  <a:pt x="689144" y="68412"/>
                  <a:pt x="693219" y="67724"/>
                  <a:pt x="698670" y="67061"/>
                </a:cubicBezTo>
                <a:cubicBezTo>
                  <a:pt x="709777" y="65746"/>
                  <a:pt x="717953" y="64178"/>
                  <a:pt x="723201" y="62357"/>
                </a:cubicBezTo>
                <a:cubicBezTo>
                  <a:pt x="723252" y="60480"/>
                  <a:pt x="723277" y="59287"/>
                  <a:pt x="723277" y="58780"/>
                </a:cubicBezTo>
                <a:cubicBezTo>
                  <a:pt x="723277" y="53196"/>
                  <a:pt x="721978" y="49263"/>
                  <a:pt x="719380" y="46980"/>
                </a:cubicBezTo>
                <a:cubicBezTo>
                  <a:pt x="715864" y="43884"/>
                  <a:pt x="710643" y="42335"/>
                  <a:pt x="703714" y="42335"/>
                </a:cubicBezTo>
                <a:cubicBezTo>
                  <a:pt x="697244" y="42335"/>
                  <a:pt x="692468" y="43469"/>
                  <a:pt x="689386" y="45736"/>
                </a:cubicBezTo>
                <a:cubicBezTo>
                  <a:pt x="686304" y="48003"/>
                  <a:pt x="684024" y="52015"/>
                  <a:pt x="682546" y="57772"/>
                </a:cubicBezTo>
                <a:lnTo>
                  <a:pt x="669097" y="55938"/>
                </a:lnTo>
                <a:cubicBezTo>
                  <a:pt x="670319" y="50164"/>
                  <a:pt x="672332" y="45500"/>
                  <a:pt x="675134" y="41949"/>
                </a:cubicBezTo>
                <a:cubicBezTo>
                  <a:pt x="677936" y="38397"/>
                  <a:pt x="681986" y="35663"/>
                  <a:pt x="687284" y="33748"/>
                </a:cubicBezTo>
                <a:cubicBezTo>
                  <a:pt x="692583" y="31831"/>
                  <a:pt x="698721" y="30873"/>
                  <a:pt x="705701" y="30873"/>
                </a:cubicBezTo>
                <a:cubicBezTo>
                  <a:pt x="712629" y="30873"/>
                  <a:pt x="718259" y="31688"/>
                  <a:pt x="722589" y="33318"/>
                </a:cubicBezTo>
                <a:cubicBezTo>
                  <a:pt x="726920" y="34948"/>
                  <a:pt x="730104" y="36999"/>
                  <a:pt x="732141" y="39470"/>
                </a:cubicBezTo>
                <a:cubicBezTo>
                  <a:pt x="734179" y="41941"/>
                  <a:pt x="735606" y="45061"/>
                  <a:pt x="736421" y="48831"/>
                </a:cubicBezTo>
                <a:cubicBezTo>
                  <a:pt x="736879" y="51174"/>
                  <a:pt x="737109" y="55403"/>
                  <a:pt x="737109" y="61516"/>
                </a:cubicBezTo>
                <a:lnTo>
                  <a:pt x="737109" y="79857"/>
                </a:lnTo>
                <a:cubicBezTo>
                  <a:pt x="737109" y="92644"/>
                  <a:pt x="737402" y="100731"/>
                  <a:pt x="737987" y="104119"/>
                </a:cubicBezTo>
                <a:cubicBezTo>
                  <a:pt x="738573" y="107507"/>
                  <a:pt x="739732" y="110755"/>
                  <a:pt x="741464" y="113863"/>
                </a:cubicBezTo>
                <a:lnTo>
                  <a:pt x="727098" y="113863"/>
                </a:lnTo>
                <a:cubicBezTo>
                  <a:pt x="725671" y="111006"/>
                  <a:pt x="724754" y="107666"/>
                  <a:pt x="724347" y="103842"/>
                </a:cubicBezTo>
                <a:moveTo>
                  <a:pt x="723201" y="73055"/>
                </a:moveTo>
                <a:cubicBezTo>
                  <a:pt x="718208" y="75111"/>
                  <a:pt x="710719" y="76857"/>
                  <a:pt x="700734" y="78295"/>
                </a:cubicBezTo>
                <a:cubicBezTo>
                  <a:pt x="695079" y="79113"/>
                  <a:pt x="691080" y="80034"/>
                  <a:pt x="688736" y="81058"/>
                </a:cubicBezTo>
                <a:cubicBezTo>
                  <a:pt x="686393" y="82080"/>
                  <a:pt x="684584" y="83576"/>
                  <a:pt x="683310" y="85547"/>
                </a:cubicBezTo>
                <a:cubicBezTo>
                  <a:pt x="682037" y="87517"/>
                  <a:pt x="681400" y="89703"/>
                  <a:pt x="681400" y="92107"/>
                </a:cubicBezTo>
                <a:cubicBezTo>
                  <a:pt x="681400" y="95790"/>
                  <a:pt x="682788" y="98859"/>
                  <a:pt x="685565" y="101316"/>
                </a:cubicBezTo>
                <a:cubicBezTo>
                  <a:pt x="688341" y="103771"/>
                  <a:pt x="692404" y="104998"/>
                  <a:pt x="697753" y="104998"/>
                </a:cubicBezTo>
                <a:cubicBezTo>
                  <a:pt x="703052" y="104998"/>
                  <a:pt x="707764" y="103833"/>
                  <a:pt x="711891" y="101504"/>
                </a:cubicBezTo>
                <a:cubicBezTo>
                  <a:pt x="716017" y="99175"/>
                  <a:pt x="719049" y="95989"/>
                  <a:pt x="720984" y="91945"/>
                </a:cubicBezTo>
                <a:cubicBezTo>
                  <a:pt x="722462" y="88821"/>
                  <a:pt x="723201" y="84214"/>
                  <a:pt x="723201" y="78123"/>
                </a:cubicBezTo>
                <a:lnTo>
                  <a:pt x="723201" y="73055"/>
                </a:lnTo>
                <a:close/>
                <a:moveTo>
                  <a:pt x="754585" y="58574"/>
                </a:moveTo>
                <a:cubicBezTo>
                  <a:pt x="754585" y="45338"/>
                  <a:pt x="755948" y="34685"/>
                  <a:pt x="758673" y="26615"/>
                </a:cubicBezTo>
                <a:cubicBezTo>
                  <a:pt x="761399" y="18545"/>
                  <a:pt x="765449" y="12321"/>
                  <a:pt x="770824" y="7943"/>
                </a:cubicBezTo>
                <a:cubicBezTo>
                  <a:pt x="776199" y="3565"/>
                  <a:pt x="782961" y="1376"/>
                  <a:pt x="791113" y="1376"/>
                </a:cubicBezTo>
                <a:cubicBezTo>
                  <a:pt x="797124" y="1376"/>
                  <a:pt x="802397" y="2585"/>
                  <a:pt x="806931" y="5003"/>
                </a:cubicBezTo>
                <a:cubicBezTo>
                  <a:pt x="811465" y="7421"/>
                  <a:pt x="815210" y="10909"/>
                  <a:pt x="818165" y="15465"/>
                </a:cubicBezTo>
                <a:cubicBezTo>
                  <a:pt x="821119" y="20021"/>
                  <a:pt x="823437" y="25571"/>
                  <a:pt x="825119" y="32115"/>
                </a:cubicBezTo>
                <a:cubicBezTo>
                  <a:pt x="826800" y="38656"/>
                  <a:pt x="827640" y="47476"/>
                  <a:pt x="827640" y="58574"/>
                </a:cubicBezTo>
                <a:cubicBezTo>
                  <a:pt x="827640" y="71709"/>
                  <a:pt x="826290" y="82311"/>
                  <a:pt x="823590" y="90381"/>
                </a:cubicBezTo>
                <a:cubicBezTo>
                  <a:pt x="820890" y="98451"/>
                  <a:pt x="816853" y="104688"/>
                  <a:pt x="811478" y="109091"/>
                </a:cubicBezTo>
                <a:cubicBezTo>
                  <a:pt x="806103" y="113495"/>
                  <a:pt x="799315" y="115697"/>
                  <a:pt x="791113" y="115697"/>
                </a:cubicBezTo>
                <a:cubicBezTo>
                  <a:pt x="780312" y="115697"/>
                  <a:pt x="771830" y="111827"/>
                  <a:pt x="765666" y="104088"/>
                </a:cubicBezTo>
                <a:cubicBezTo>
                  <a:pt x="758279" y="94772"/>
                  <a:pt x="754585" y="79600"/>
                  <a:pt x="754585" y="58574"/>
                </a:cubicBezTo>
                <a:moveTo>
                  <a:pt x="768722" y="58536"/>
                </a:moveTo>
                <a:cubicBezTo>
                  <a:pt x="768722" y="76865"/>
                  <a:pt x="770875" y="89064"/>
                  <a:pt x="775180" y="95133"/>
                </a:cubicBezTo>
                <a:cubicBezTo>
                  <a:pt x="779484" y="101200"/>
                  <a:pt x="784796" y="104234"/>
                  <a:pt x="791113" y="104234"/>
                </a:cubicBezTo>
                <a:cubicBezTo>
                  <a:pt x="797430" y="104234"/>
                  <a:pt x="802741" y="101188"/>
                  <a:pt x="807046" y="95095"/>
                </a:cubicBezTo>
                <a:cubicBezTo>
                  <a:pt x="811351" y="89002"/>
                  <a:pt x="813503" y="76816"/>
                  <a:pt x="813503" y="58536"/>
                </a:cubicBezTo>
                <a:cubicBezTo>
                  <a:pt x="813503" y="40156"/>
                  <a:pt x="811351" y="27945"/>
                  <a:pt x="807046" y="21903"/>
                </a:cubicBezTo>
                <a:cubicBezTo>
                  <a:pt x="802741" y="15860"/>
                  <a:pt x="797379" y="12838"/>
                  <a:pt x="790960" y="12838"/>
                </a:cubicBezTo>
                <a:cubicBezTo>
                  <a:pt x="784643" y="12838"/>
                  <a:pt x="779599" y="15504"/>
                  <a:pt x="775829" y="20836"/>
                </a:cubicBezTo>
                <a:cubicBezTo>
                  <a:pt x="771091" y="27640"/>
                  <a:pt x="768722" y="40207"/>
                  <a:pt x="768722" y="585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...">
            <a:extLst xmlns:a="http://schemas.openxmlformats.org/drawingml/2006/main">
              <a:ext uri="{FF2B5EF4-FFF2-40B4-BE49-F238E27FC236}">
                <a16:creationId xmlns:a16="http://schemas.microsoft.com/office/drawing/2014/main" id="{1EBB8A6B-4182-4FC3-A36F-A733B70A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463" y="6688636"/>
            <a:ext cx="108490" cy="21550"/>
          </a:xfrm>
          <a:custGeom xmlns:a="http://schemas.openxmlformats.org/drawingml/2006/main">
            <a:pathLst>
              <a:path w="108490" h="21550">
                <a:moveTo>
                  <a:pt x="0" y="21550"/>
                </a:moveTo>
                <a:lnTo>
                  <a:pt x="0" y="0"/>
                </a:lnTo>
                <a:lnTo>
                  <a:pt x="21473" y="0"/>
                </a:lnTo>
                <a:lnTo>
                  <a:pt x="21473" y="21550"/>
                </a:lnTo>
                <a:lnTo>
                  <a:pt x="0" y="21550"/>
                </a:lnTo>
                <a:close/>
                <a:moveTo>
                  <a:pt x="43508" y="21550"/>
                </a:moveTo>
                <a:lnTo>
                  <a:pt x="43508" y="0"/>
                </a:lnTo>
                <a:lnTo>
                  <a:pt x="64982" y="0"/>
                </a:lnTo>
                <a:lnTo>
                  <a:pt x="64982" y="21550"/>
                </a:lnTo>
                <a:lnTo>
                  <a:pt x="43508" y="21550"/>
                </a:lnTo>
                <a:close/>
                <a:moveTo>
                  <a:pt x="87017" y="21550"/>
                </a:moveTo>
                <a:lnTo>
                  <a:pt x="87017" y="0"/>
                </a:lnTo>
                <a:lnTo>
                  <a:pt x="108490" y="0"/>
                </a:lnTo>
                <a:lnTo>
                  <a:pt x="108490" y="21550"/>
                </a:lnTo>
                <a:lnTo>
                  <a:pt x="87017" y="21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...">
            <a:extLst xmlns:a="http://schemas.openxmlformats.org/drawingml/2006/main">
              <a:ext uri="{FF2B5EF4-FFF2-40B4-BE49-F238E27FC236}">
                <a16:creationId xmlns:a16="http://schemas.microsoft.com/office/drawing/2014/main" id="{059F0B11-62B5-4664-A19F-00402B3F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156" y="5180510"/>
            <a:ext cx="108489" cy="21550"/>
          </a:xfrm>
          <a:custGeom xmlns:a="http://schemas.openxmlformats.org/drawingml/2006/main">
            <a:pathLst>
              <a:path w="108489" h="21550">
                <a:moveTo>
                  <a:pt x="0" y="21550"/>
                </a:moveTo>
                <a:lnTo>
                  <a:pt x="0" y="0"/>
                </a:lnTo>
                <a:lnTo>
                  <a:pt x="21473" y="0"/>
                </a:lnTo>
                <a:lnTo>
                  <a:pt x="21473" y="21550"/>
                </a:lnTo>
                <a:lnTo>
                  <a:pt x="0" y="21550"/>
                </a:lnTo>
                <a:close/>
                <a:moveTo>
                  <a:pt x="43508" y="21550"/>
                </a:moveTo>
                <a:lnTo>
                  <a:pt x="43508" y="0"/>
                </a:lnTo>
                <a:lnTo>
                  <a:pt x="64981" y="0"/>
                </a:lnTo>
                <a:lnTo>
                  <a:pt x="64981" y="21550"/>
                </a:lnTo>
                <a:lnTo>
                  <a:pt x="43508" y="21550"/>
                </a:lnTo>
                <a:close/>
                <a:moveTo>
                  <a:pt x="87015" y="21550"/>
                </a:moveTo>
                <a:lnTo>
                  <a:pt x="87015" y="0"/>
                </a:lnTo>
                <a:lnTo>
                  <a:pt x="108489" y="0"/>
                </a:lnTo>
                <a:lnTo>
                  <a:pt x="108489" y="21550"/>
                </a:lnTo>
                <a:lnTo>
                  <a:pt x="87015" y="215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0x200000000">
            <a:extLst xmlns:a="http://schemas.openxmlformats.org/drawingml/2006/main">
              <a:ext uri="{FF2B5EF4-FFF2-40B4-BE49-F238E27FC236}">
                <a16:creationId xmlns:a16="http://schemas.microsoft.com/office/drawing/2014/main" id="{9CDB6164-2A71-47F2-8E30-52495132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26" y="7485952"/>
            <a:ext cx="848515" cy="93369"/>
          </a:xfrm>
          <a:custGeom xmlns:a="http://schemas.openxmlformats.org/drawingml/2006/main">
            <a:pathLst>
              <a:path w="848515" h="93369">
                <a:moveTo>
                  <a:pt x="65997" y="46719"/>
                </a:moveTo>
                <a:cubicBezTo>
                  <a:pt x="65997" y="53672"/>
                  <a:pt x="65302" y="60010"/>
                  <a:pt x="63913" y="65735"/>
                </a:cubicBezTo>
                <a:cubicBezTo>
                  <a:pt x="62524" y="71457"/>
                  <a:pt x="60416" y="76370"/>
                  <a:pt x="57591" y="80473"/>
                </a:cubicBezTo>
                <a:cubicBezTo>
                  <a:pt x="54766" y="84575"/>
                  <a:pt x="51258" y="87749"/>
                  <a:pt x="47066" y="89997"/>
                </a:cubicBezTo>
                <a:cubicBezTo>
                  <a:pt x="42875" y="92245"/>
                  <a:pt x="37954" y="93369"/>
                  <a:pt x="32304" y="93369"/>
                </a:cubicBezTo>
                <a:cubicBezTo>
                  <a:pt x="27441" y="93369"/>
                  <a:pt x="23018" y="92453"/>
                  <a:pt x="19035" y="90622"/>
                </a:cubicBezTo>
                <a:cubicBezTo>
                  <a:pt x="15052" y="88792"/>
                  <a:pt x="11648" y="85976"/>
                  <a:pt x="8823" y="82175"/>
                </a:cubicBezTo>
                <a:cubicBezTo>
                  <a:pt x="5998" y="78375"/>
                  <a:pt x="3821" y="73531"/>
                  <a:pt x="2293" y="67645"/>
                </a:cubicBezTo>
                <a:cubicBezTo>
                  <a:pt x="764" y="61759"/>
                  <a:pt x="0" y="54783"/>
                  <a:pt x="0" y="46719"/>
                </a:cubicBezTo>
                <a:cubicBezTo>
                  <a:pt x="0" y="39766"/>
                  <a:pt x="706" y="33417"/>
                  <a:pt x="2119" y="27671"/>
                </a:cubicBezTo>
                <a:cubicBezTo>
                  <a:pt x="3531" y="21924"/>
                  <a:pt x="5639" y="16999"/>
                  <a:pt x="8441" y="12898"/>
                </a:cubicBezTo>
                <a:cubicBezTo>
                  <a:pt x="11243" y="8795"/>
                  <a:pt x="14751" y="5619"/>
                  <a:pt x="18966" y="3372"/>
                </a:cubicBezTo>
                <a:cubicBezTo>
                  <a:pt x="23180" y="1124"/>
                  <a:pt x="28089" y="0"/>
                  <a:pt x="33693" y="0"/>
                </a:cubicBezTo>
                <a:cubicBezTo>
                  <a:pt x="38556" y="0"/>
                  <a:pt x="42979" y="915"/>
                  <a:pt x="46962" y="2746"/>
                </a:cubicBezTo>
                <a:cubicBezTo>
                  <a:pt x="50945" y="4577"/>
                  <a:pt x="54349" y="7404"/>
                  <a:pt x="57174" y="11228"/>
                </a:cubicBezTo>
                <a:cubicBezTo>
                  <a:pt x="60000" y="15052"/>
                  <a:pt x="62176" y="19907"/>
                  <a:pt x="63705" y="25793"/>
                </a:cubicBezTo>
                <a:cubicBezTo>
                  <a:pt x="65233" y="31679"/>
                  <a:pt x="65997" y="38655"/>
                  <a:pt x="65997" y="46719"/>
                </a:cubicBezTo>
                <a:moveTo>
                  <a:pt x="53770" y="47134"/>
                </a:moveTo>
                <a:cubicBezTo>
                  <a:pt x="53770" y="45565"/>
                  <a:pt x="53712" y="44008"/>
                  <a:pt x="53597" y="42464"/>
                </a:cubicBezTo>
                <a:cubicBezTo>
                  <a:pt x="53481" y="40918"/>
                  <a:pt x="53354" y="39407"/>
                  <a:pt x="53215" y="37931"/>
                </a:cubicBezTo>
                <a:lnTo>
                  <a:pt x="14797" y="66414"/>
                </a:lnTo>
                <a:cubicBezTo>
                  <a:pt x="15492" y="68832"/>
                  <a:pt x="16372" y="71065"/>
                  <a:pt x="17437" y="73111"/>
                </a:cubicBezTo>
                <a:cubicBezTo>
                  <a:pt x="18502" y="75158"/>
                  <a:pt x="19788" y="76914"/>
                  <a:pt x="21293" y="78378"/>
                </a:cubicBezTo>
                <a:cubicBezTo>
                  <a:pt x="22798" y="79843"/>
                  <a:pt x="24512" y="80983"/>
                  <a:pt x="26434" y="81797"/>
                </a:cubicBezTo>
                <a:cubicBezTo>
                  <a:pt x="28356" y="82611"/>
                  <a:pt x="30544" y="83018"/>
                  <a:pt x="32999" y="83018"/>
                </a:cubicBezTo>
                <a:cubicBezTo>
                  <a:pt x="36148" y="83018"/>
                  <a:pt x="39008" y="82253"/>
                  <a:pt x="41578" y="80723"/>
                </a:cubicBezTo>
                <a:cubicBezTo>
                  <a:pt x="44149" y="79193"/>
                  <a:pt x="46337" y="76921"/>
                  <a:pt x="48143" y="73908"/>
                </a:cubicBezTo>
                <a:cubicBezTo>
                  <a:pt x="49949" y="70895"/>
                  <a:pt x="51339" y="67151"/>
                  <a:pt x="52311" y="62678"/>
                </a:cubicBezTo>
                <a:cubicBezTo>
                  <a:pt x="53284" y="58203"/>
                  <a:pt x="53770" y="53021"/>
                  <a:pt x="53770" y="47134"/>
                </a:cubicBezTo>
                <a:moveTo>
                  <a:pt x="12227" y="46302"/>
                </a:moveTo>
                <a:cubicBezTo>
                  <a:pt x="12227" y="47732"/>
                  <a:pt x="12238" y="49162"/>
                  <a:pt x="12262" y="50592"/>
                </a:cubicBezTo>
                <a:cubicBezTo>
                  <a:pt x="12285" y="52022"/>
                  <a:pt x="12366" y="53406"/>
                  <a:pt x="12505" y="54743"/>
                </a:cubicBezTo>
                <a:lnTo>
                  <a:pt x="50922" y="26399"/>
                </a:lnTo>
                <a:cubicBezTo>
                  <a:pt x="50227" y="24027"/>
                  <a:pt x="49347" y="21864"/>
                  <a:pt x="48282" y="19910"/>
                </a:cubicBezTo>
                <a:cubicBezTo>
                  <a:pt x="47217" y="17956"/>
                  <a:pt x="45943" y="16270"/>
                  <a:pt x="44461" y="14852"/>
                </a:cubicBezTo>
                <a:cubicBezTo>
                  <a:pt x="42979" y="13433"/>
                  <a:pt x="41289" y="12329"/>
                  <a:pt x="39390" y="11539"/>
                </a:cubicBezTo>
                <a:cubicBezTo>
                  <a:pt x="37491" y="10747"/>
                  <a:pt x="35361" y="10351"/>
                  <a:pt x="32999" y="10351"/>
                </a:cubicBezTo>
                <a:cubicBezTo>
                  <a:pt x="29849" y="10351"/>
                  <a:pt x="26989" y="11116"/>
                  <a:pt x="24419" y="12646"/>
                </a:cubicBezTo>
                <a:cubicBezTo>
                  <a:pt x="21849" y="14176"/>
                  <a:pt x="19660" y="16459"/>
                  <a:pt x="17854" y="19495"/>
                </a:cubicBezTo>
                <a:cubicBezTo>
                  <a:pt x="16048" y="22532"/>
                  <a:pt x="14658" y="26287"/>
                  <a:pt x="13686" y="30760"/>
                </a:cubicBezTo>
                <a:cubicBezTo>
                  <a:pt x="12713" y="35234"/>
                  <a:pt x="12227" y="40415"/>
                  <a:pt x="12227" y="46302"/>
                </a:cubicBezTo>
                <a:close/>
                <a:moveTo>
                  <a:pt x="146125" y="92118"/>
                </a:moveTo>
                <a:lnTo>
                  <a:pt x="130077" y="92118"/>
                </a:lnTo>
                <a:lnTo>
                  <a:pt x="111250" y="65511"/>
                </a:lnTo>
                <a:lnTo>
                  <a:pt x="92632" y="92118"/>
                </a:lnTo>
                <a:lnTo>
                  <a:pt x="77001" y="92118"/>
                </a:lnTo>
                <a:lnTo>
                  <a:pt x="104025" y="57105"/>
                </a:lnTo>
                <a:lnTo>
                  <a:pt x="78252" y="22370"/>
                </a:lnTo>
                <a:lnTo>
                  <a:pt x="93744" y="22370"/>
                </a:lnTo>
                <a:lnTo>
                  <a:pt x="112084" y="49185"/>
                </a:lnTo>
                <a:lnTo>
                  <a:pt x="130077" y="22370"/>
                </a:lnTo>
                <a:lnTo>
                  <a:pt x="145013" y="22370"/>
                </a:lnTo>
                <a:lnTo>
                  <a:pt x="118823" y="57383"/>
                </a:lnTo>
                <a:lnTo>
                  <a:pt x="146125" y="92118"/>
                </a:lnTo>
                <a:close/>
                <a:moveTo>
                  <a:pt x="220417" y="92118"/>
                </a:moveTo>
                <a:lnTo>
                  <a:pt x="160602" y="92118"/>
                </a:lnTo>
                <a:lnTo>
                  <a:pt x="160602" y="81281"/>
                </a:lnTo>
                <a:lnTo>
                  <a:pt x="184083" y="57915"/>
                </a:lnTo>
                <a:cubicBezTo>
                  <a:pt x="187927" y="54113"/>
                  <a:pt x="191054" y="50821"/>
                  <a:pt x="193462" y="48041"/>
                </a:cubicBezTo>
                <a:cubicBezTo>
                  <a:pt x="195870" y="45259"/>
                  <a:pt x="197746" y="42722"/>
                  <a:pt x="199089" y="40428"/>
                </a:cubicBezTo>
                <a:cubicBezTo>
                  <a:pt x="200432" y="38132"/>
                  <a:pt x="201335" y="35965"/>
                  <a:pt x="201798" y="33926"/>
                </a:cubicBezTo>
                <a:cubicBezTo>
                  <a:pt x="202262" y="31886"/>
                  <a:pt x="202493" y="29685"/>
                  <a:pt x="202493" y="27322"/>
                </a:cubicBezTo>
                <a:cubicBezTo>
                  <a:pt x="202493" y="25096"/>
                  <a:pt x="202192" y="22975"/>
                  <a:pt x="201590" y="20958"/>
                </a:cubicBezTo>
                <a:cubicBezTo>
                  <a:pt x="200988" y="18941"/>
                  <a:pt x="200062" y="17167"/>
                  <a:pt x="198811" y="15637"/>
                </a:cubicBezTo>
                <a:cubicBezTo>
                  <a:pt x="197561" y="14106"/>
                  <a:pt x="195940" y="12901"/>
                  <a:pt x="193948" y="12021"/>
                </a:cubicBezTo>
                <a:cubicBezTo>
                  <a:pt x="191957" y="11139"/>
                  <a:pt x="189572" y="10698"/>
                  <a:pt x="186793" y="10698"/>
                </a:cubicBezTo>
                <a:cubicBezTo>
                  <a:pt x="182949" y="10698"/>
                  <a:pt x="179452" y="11562"/>
                  <a:pt x="176303" y="13288"/>
                </a:cubicBezTo>
                <a:cubicBezTo>
                  <a:pt x="173153" y="15015"/>
                  <a:pt x="170259" y="17255"/>
                  <a:pt x="167619" y="20008"/>
                </a:cubicBezTo>
                <a:lnTo>
                  <a:pt x="160950" y="11990"/>
                </a:lnTo>
                <a:cubicBezTo>
                  <a:pt x="164377" y="8365"/>
                  <a:pt x="168325" y="5460"/>
                  <a:pt x="172794" y="3276"/>
                </a:cubicBezTo>
                <a:cubicBezTo>
                  <a:pt x="177264" y="1092"/>
                  <a:pt x="182462" y="0"/>
                  <a:pt x="188391" y="0"/>
                </a:cubicBezTo>
                <a:cubicBezTo>
                  <a:pt x="192420" y="0"/>
                  <a:pt x="196090" y="603"/>
                  <a:pt x="199402" y="1808"/>
                </a:cubicBezTo>
                <a:cubicBezTo>
                  <a:pt x="202713" y="3013"/>
                  <a:pt x="205573" y="4751"/>
                  <a:pt x="207981" y="7023"/>
                </a:cubicBezTo>
                <a:cubicBezTo>
                  <a:pt x="210390" y="9294"/>
                  <a:pt x="212254" y="12075"/>
                  <a:pt x="213574" y="15366"/>
                </a:cubicBezTo>
                <a:cubicBezTo>
                  <a:pt x="214894" y="18657"/>
                  <a:pt x="215554" y="22366"/>
                  <a:pt x="215554" y="26492"/>
                </a:cubicBezTo>
                <a:cubicBezTo>
                  <a:pt x="215554" y="29969"/>
                  <a:pt x="215090" y="33190"/>
                  <a:pt x="214164" y="36157"/>
                </a:cubicBezTo>
                <a:cubicBezTo>
                  <a:pt x="213238" y="39123"/>
                  <a:pt x="211837" y="42078"/>
                  <a:pt x="209961" y="45021"/>
                </a:cubicBezTo>
                <a:cubicBezTo>
                  <a:pt x="208085" y="47965"/>
                  <a:pt x="205723" y="51013"/>
                  <a:pt x="202875" y="54165"/>
                </a:cubicBezTo>
                <a:cubicBezTo>
                  <a:pt x="200027" y="57316"/>
                  <a:pt x="196658" y="60770"/>
                  <a:pt x="192767" y="64525"/>
                </a:cubicBezTo>
                <a:lnTo>
                  <a:pt x="176303" y="80586"/>
                </a:lnTo>
                <a:lnTo>
                  <a:pt x="220417" y="80586"/>
                </a:lnTo>
                <a:lnTo>
                  <a:pt x="220417" y="92118"/>
                </a:lnTo>
                <a:close/>
                <a:moveTo>
                  <a:pt x="300753" y="46719"/>
                </a:moveTo>
                <a:cubicBezTo>
                  <a:pt x="300753" y="53672"/>
                  <a:pt x="300058" y="60010"/>
                  <a:pt x="298668" y="65735"/>
                </a:cubicBezTo>
                <a:cubicBezTo>
                  <a:pt x="297279" y="71457"/>
                  <a:pt x="295172" y="76370"/>
                  <a:pt x="292347" y="80473"/>
                </a:cubicBezTo>
                <a:cubicBezTo>
                  <a:pt x="289521" y="84575"/>
                  <a:pt x="286013" y="87749"/>
                  <a:pt x="281822" y="89997"/>
                </a:cubicBezTo>
                <a:cubicBezTo>
                  <a:pt x="277630" y="92245"/>
                  <a:pt x="272709" y="93369"/>
                  <a:pt x="267059" y="93369"/>
                </a:cubicBezTo>
                <a:cubicBezTo>
                  <a:pt x="262196" y="93369"/>
                  <a:pt x="257773" y="92453"/>
                  <a:pt x="253790" y="90622"/>
                </a:cubicBezTo>
                <a:cubicBezTo>
                  <a:pt x="249807" y="88792"/>
                  <a:pt x="246403" y="85976"/>
                  <a:pt x="243578" y="82175"/>
                </a:cubicBezTo>
                <a:cubicBezTo>
                  <a:pt x="240753" y="78375"/>
                  <a:pt x="238576" y="73531"/>
                  <a:pt x="237048" y="67645"/>
                </a:cubicBezTo>
                <a:cubicBezTo>
                  <a:pt x="235519" y="61759"/>
                  <a:pt x="234755" y="54783"/>
                  <a:pt x="234755" y="46719"/>
                </a:cubicBezTo>
                <a:cubicBezTo>
                  <a:pt x="234755" y="39766"/>
                  <a:pt x="235462" y="33417"/>
                  <a:pt x="236874" y="27671"/>
                </a:cubicBezTo>
                <a:cubicBezTo>
                  <a:pt x="238287" y="21924"/>
                  <a:pt x="240394" y="16999"/>
                  <a:pt x="243196" y="12898"/>
                </a:cubicBezTo>
                <a:cubicBezTo>
                  <a:pt x="245998" y="8795"/>
                  <a:pt x="249506" y="5619"/>
                  <a:pt x="253721" y="3372"/>
                </a:cubicBezTo>
                <a:cubicBezTo>
                  <a:pt x="257935" y="1124"/>
                  <a:pt x="262845" y="0"/>
                  <a:pt x="268449" y="0"/>
                </a:cubicBezTo>
                <a:cubicBezTo>
                  <a:pt x="273312" y="0"/>
                  <a:pt x="277735" y="915"/>
                  <a:pt x="281718" y="2746"/>
                </a:cubicBezTo>
                <a:cubicBezTo>
                  <a:pt x="285701" y="4577"/>
                  <a:pt x="289105" y="7404"/>
                  <a:pt x="291930" y="11228"/>
                </a:cubicBezTo>
                <a:cubicBezTo>
                  <a:pt x="294755" y="15052"/>
                  <a:pt x="296932" y="19907"/>
                  <a:pt x="298460" y="25793"/>
                </a:cubicBezTo>
                <a:cubicBezTo>
                  <a:pt x="299988" y="31679"/>
                  <a:pt x="300753" y="38655"/>
                  <a:pt x="300753" y="46719"/>
                </a:cubicBezTo>
                <a:moveTo>
                  <a:pt x="288526" y="47134"/>
                </a:moveTo>
                <a:cubicBezTo>
                  <a:pt x="288526" y="45565"/>
                  <a:pt x="288468" y="44008"/>
                  <a:pt x="288352" y="42464"/>
                </a:cubicBezTo>
                <a:cubicBezTo>
                  <a:pt x="288236" y="40918"/>
                  <a:pt x="288109" y="39407"/>
                  <a:pt x="287970" y="37931"/>
                </a:cubicBezTo>
                <a:lnTo>
                  <a:pt x="249553" y="66414"/>
                </a:lnTo>
                <a:cubicBezTo>
                  <a:pt x="250247" y="68832"/>
                  <a:pt x="251127" y="71065"/>
                  <a:pt x="252192" y="73111"/>
                </a:cubicBezTo>
                <a:cubicBezTo>
                  <a:pt x="253258" y="75158"/>
                  <a:pt x="254543" y="76914"/>
                  <a:pt x="256048" y="78378"/>
                </a:cubicBezTo>
                <a:cubicBezTo>
                  <a:pt x="257553" y="79843"/>
                  <a:pt x="259267" y="80983"/>
                  <a:pt x="261189" y="81797"/>
                </a:cubicBezTo>
                <a:cubicBezTo>
                  <a:pt x="263111" y="82611"/>
                  <a:pt x="265299" y="83018"/>
                  <a:pt x="267754" y="83018"/>
                </a:cubicBezTo>
                <a:cubicBezTo>
                  <a:pt x="270903" y="83018"/>
                  <a:pt x="273763" y="82253"/>
                  <a:pt x="276334" y="80723"/>
                </a:cubicBezTo>
                <a:cubicBezTo>
                  <a:pt x="278904" y="79193"/>
                  <a:pt x="281092" y="76921"/>
                  <a:pt x="282899" y="73908"/>
                </a:cubicBezTo>
                <a:cubicBezTo>
                  <a:pt x="284705" y="70895"/>
                  <a:pt x="286094" y="67151"/>
                  <a:pt x="287067" y="62678"/>
                </a:cubicBezTo>
                <a:cubicBezTo>
                  <a:pt x="288039" y="58203"/>
                  <a:pt x="288526" y="53021"/>
                  <a:pt x="288526" y="47134"/>
                </a:cubicBezTo>
                <a:moveTo>
                  <a:pt x="246982" y="46302"/>
                </a:moveTo>
                <a:cubicBezTo>
                  <a:pt x="246982" y="47732"/>
                  <a:pt x="246994" y="49162"/>
                  <a:pt x="247017" y="50592"/>
                </a:cubicBezTo>
                <a:cubicBezTo>
                  <a:pt x="247040" y="52022"/>
                  <a:pt x="247121" y="53406"/>
                  <a:pt x="247260" y="54743"/>
                </a:cubicBezTo>
                <a:lnTo>
                  <a:pt x="285677" y="26399"/>
                </a:lnTo>
                <a:cubicBezTo>
                  <a:pt x="284983" y="24027"/>
                  <a:pt x="284103" y="21864"/>
                  <a:pt x="283037" y="19910"/>
                </a:cubicBezTo>
                <a:cubicBezTo>
                  <a:pt x="281972" y="17956"/>
                  <a:pt x="280699" y="16270"/>
                  <a:pt x="279217" y="14852"/>
                </a:cubicBezTo>
                <a:cubicBezTo>
                  <a:pt x="277735" y="13433"/>
                  <a:pt x="276044" y="12329"/>
                  <a:pt x="274145" y="11539"/>
                </a:cubicBezTo>
                <a:cubicBezTo>
                  <a:pt x="272246" y="10747"/>
                  <a:pt x="270116" y="10351"/>
                  <a:pt x="267754" y="10351"/>
                </a:cubicBezTo>
                <a:cubicBezTo>
                  <a:pt x="264605" y="10351"/>
                  <a:pt x="261745" y="11116"/>
                  <a:pt x="259174" y="12646"/>
                </a:cubicBezTo>
                <a:cubicBezTo>
                  <a:pt x="256604" y="14176"/>
                  <a:pt x="254416" y="16459"/>
                  <a:pt x="252609" y="19495"/>
                </a:cubicBezTo>
                <a:cubicBezTo>
                  <a:pt x="250803" y="22532"/>
                  <a:pt x="249414" y="26287"/>
                  <a:pt x="248441" y="30760"/>
                </a:cubicBezTo>
                <a:cubicBezTo>
                  <a:pt x="247468" y="35234"/>
                  <a:pt x="246982" y="40415"/>
                  <a:pt x="246982" y="46302"/>
                </a:cubicBezTo>
                <a:close/>
                <a:moveTo>
                  <a:pt x="379004" y="46719"/>
                </a:moveTo>
                <a:cubicBezTo>
                  <a:pt x="379004" y="53672"/>
                  <a:pt x="378310" y="60010"/>
                  <a:pt x="376920" y="65735"/>
                </a:cubicBezTo>
                <a:cubicBezTo>
                  <a:pt x="375531" y="71457"/>
                  <a:pt x="373423" y="76370"/>
                  <a:pt x="370598" y="80473"/>
                </a:cubicBezTo>
                <a:cubicBezTo>
                  <a:pt x="367773" y="84575"/>
                  <a:pt x="364265" y="87749"/>
                  <a:pt x="360074" y="89997"/>
                </a:cubicBezTo>
                <a:cubicBezTo>
                  <a:pt x="355882" y="92245"/>
                  <a:pt x="350961" y="93369"/>
                  <a:pt x="345311" y="93369"/>
                </a:cubicBezTo>
                <a:cubicBezTo>
                  <a:pt x="340448" y="93369"/>
                  <a:pt x="336025" y="92453"/>
                  <a:pt x="332042" y="90622"/>
                </a:cubicBezTo>
                <a:cubicBezTo>
                  <a:pt x="328059" y="88792"/>
                  <a:pt x="324655" y="85976"/>
                  <a:pt x="321830" y="82175"/>
                </a:cubicBezTo>
                <a:cubicBezTo>
                  <a:pt x="319005" y="78375"/>
                  <a:pt x="316828" y="73531"/>
                  <a:pt x="315300" y="67645"/>
                </a:cubicBezTo>
                <a:cubicBezTo>
                  <a:pt x="313771" y="61759"/>
                  <a:pt x="313007" y="54783"/>
                  <a:pt x="313007" y="46719"/>
                </a:cubicBezTo>
                <a:cubicBezTo>
                  <a:pt x="313007" y="39766"/>
                  <a:pt x="313713" y="33417"/>
                  <a:pt x="315126" y="27671"/>
                </a:cubicBezTo>
                <a:cubicBezTo>
                  <a:pt x="316539" y="21924"/>
                  <a:pt x="318646" y="16999"/>
                  <a:pt x="321448" y="12898"/>
                </a:cubicBezTo>
                <a:cubicBezTo>
                  <a:pt x="324250" y="8795"/>
                  <a:pt x="327758" y="5619"/>
                  <a:pt x="331973" y="3372"/>
                </a:cubicBezTo>
                <a:cubicBezTo>
                  <a:pt x="336187" y="1124"/>
                  <a:pt x="341096" y="0"/>
                  <a:pt x="346700" y="0"/>
                </a:cubicBezTo>
                <a:cubicBezTo>
                  <a:pt x="351563" y="0"/>
                  <a:pt x="355986" y="915"/>
                  <a:pt x="359969" y="2746"/>
                </a:cubicBezTo>
                <a:cubicBezTo>
                  <a:pt x="363952" y="4577"/>
                  <a:pt x="367356" y="7404"/>
                  <a:pt x="370182" y="11228"/>
                </a:cubicBezTo>
                <a:cubicBezTo>
                  <a:pt x="373007" y="15052"/>
                  <a:pt x="375183" y="19907"/>
                  <a:pt x="376712" y="25793"/>
                </a:cubicBezTo>
                <a:cubicBezTo>
                  <a:pt x="378240" y="31679"/>
                  <a:pt x="379004" y="38655"/>
                  <a:pt x="379004" y="46719"/>
                </a:cubicBezTo>
                <a:moveTo>
                  <a:pt x="366777" y="47134"/>
                </a:moveTo>
                <a:cubicBezTo>
                  <a:pt x="366777" y="45565"/>
                  <a:pt x="366720" y="44008"/>
                  <a:pt x="366604" y="42464"/>
                </a:cubicBezTo>
                <a:cubicBezTo>
                  <a:pt x="366488" y="40918"/>
                  <a:pt x="366361" y="39407"/>
                  <a:pt x="366222" y="37931"/>
                </a:cubicBezTo>
                <a:lnTo>
                  <a:pt x="327804" y="66414"/>
                </a:lnTo>
                <a:cubicBezTo>
                  <a:pt x="328499" y="68832"/>
                  <a:pt x="329379" y="71065"/>
                  <a:pt x="330444" y="73111"/>
                </a:cubicBezTo>
                <a:cubicBezTo>
                  <a:pt x="331509" y="75158"/>
                  <a:pt x="332795" y="76914"/>
                  <a:pt x="334300" y="78378"/>
                </a:cubicBezTo>
                <a:cubicBezTo>
                  <a:pt x="335805" y="79843"/>
                  <a:pt x="337519" y="80983"/>
                  <a:pt x="339441" y="81797"/>
                </a:cubicBezTo>
                <a:cubicBezTo>
                  <a:pt x="341363" y="82611"/>
                  <a:pt x="343551" y="83018"/>
                  <a:pt x="346006" y="83018"/>
                </a:cubicBezTo>
                <a:cubicBezTo>
                  <a:pt x="349155" y="83018"/>
                  <a:pt x="352015" y="82253"/>
                  <a:pt x="354585" y="80723"/>
                </a:cubicBezTo>
                <a:cubicBezTo>
                  <a:pt x="357156" y="79193"/>
                  <a:pt x="359344" y="76921"/>
                  <a:pt x="361150" y="73908"/>
                </a:cubicBezTo>
                <a:cubicBezTo>
                  <a:pt x="362957" y="70895"/>
                  <a:pt x="364346" y="67151"/>
                  <a:pt x="365319" y="62678"/>
                </a:cubicBezTo>
                <a:cubicBezTo>
                  <a:pt x="366291" y="58203"/>
                  <a:pt x="366777" y="53021"/>
                  <a:pt x="366777" y="47134"/>
                </a:cubicBezTo>
                <a:moveTo>
                  <a:pt x="325234" y="46302"/>
                </a:moveTo>
                <a:cubicBezTo>
                  <a:pt x="325234" y="47732"/>
                  <a:pt x="325246" y="49162"/>
                  <a:pt x="325269" y="50592"/>
                </a:cubicBezTo>
                <a:cubicBezTo>
                  <a:pt x="325292" y="52022"/>
                  <a:pt x="325373" y="53406"/>
                  <a:pt x="325512" y="54743"/>
                </a:cubicBezTo>
                <a:lnTo>
                  <a:pt x="363929" y="26399"/>
                </a:lnTo>
                <a:cubicBezTo>
                  <a:pt x="363234" y="24027"/>
                  <a:pt x="362354" y="21864"/>
                  <a:pt x="361289" y="19910"/>
                </a:cubicBezTo>
                <a:cubicBezTo>
                  <a:pt x="360224" y="17956"/>
                  <a:pt x="358950" y="16270"/>
                  <a:pt x="357468" y="14852"/>
                </a:cubicBezTo>
                <a:cubicBezTo>
                  <a:pt x="355986" y="13433"/>
                  <a:pt x="354296" y="12329"/>
                  <a:pt x="352397" y="11539"/>
                </a:cubicBezTo>
                <a:cubicBezTo>
                  <a:pt x="350498" y="10747"/>
                  <a:pt x="348368" y="10351"/>
                  <a:pt x="346006" y="10351"/>
                </a:cubicBezTo>
                <a:cubicBezTo>
                  <a:pt x="342856" y="10351"/>
                  <a:pt x="339996" y="11116"/>
                  <a:pt x="337426" y="12646"/>
                </a:cubicBezTo>
                <a:cubicBezTo>
                  <a:pt x="334856" y="14176"/>
                  <a:pt x="332667" y="16459"/>
                  <a:pt x="330861" y="19495"/>
                </a:cubicBezTo>
                <a:cubicBezTo>
                  <a:pt x="329055" y="22532"/>
                  <a:pt x="327665" y="26287"/>
                  <a:pt x="326693" y="30760"/>
                </a:cubicBezTo>
                <a:cubicBezTo>
                  <a:pt x="325720" y="35234"/>
                  <a:pt x="325234" y="40415"/>
                  <a:pt x="325234" y="46302"/>
                </a:cubicBezTo>
                <a:close/>
                <a:moveTo>
                  <a:pt x="457256" y="46719"/>
                </a:moveTo>
                <a:cubicBezTo>
                  <a:pt x="457256" y="53672"/>
                  <a:pt x="456562" y="60010"/>
                  <a:pt x="455172" y="65735"/>
                </a:cubicBezTo>
                <a:cubicBezTo>
                  <a:pt x="453783" y="71457"/>
                  <a:pt x="451676" y="76370"/>
                  <a:pt x="448850" y="80473"/>
                </a:cubicBezTo>
                <a:cubicBezTo>
                  <a:pt x="446025" y="84575"/>
                  <a:pt x="442517" y="87749"/>
                  <a:pt x="438326" y="89997"/>
                </a:cubicBezTo>
                <a:cubicBezTo>
                  <a:pt x="434134" y="92245"/>
                  <a:pt x="429213" y="93369"/>
                  <a:pt x="423563" y="93369"/>
                </a:cubicBezTo>
                <a:cubicBezTo>
                  <a:pt x="418700" y="93369"/>
                  <a:pt x="414277" y="92453"/>
                  <a:pt x="410294" y="90622"/>
                </a:cubicBezTo>
                <a:cubicBezTo>
                  <a:pt x="406311" y="88792"/>
                  <a:pt x="402907" y="85976"/>
                  <a:pt x="400082" y="82175"/>
                </a:cubicBezTo>
                <a:cubicBezTo>
                  <a:pt x="397257" y="78375"/>
                  <a:pt x="395080" y="73531"/>
                  <a:pt x="393552" y="67645"/>
                </a:cubicBezTo>
                <a:cubicBezTo>
                  <a:pt x="392023" y="61759"/>
                  <a:pt x="391259" y="54783"/>
                  <a:pt x="391259" y="46719"/>
                </a:cubicBezTo>
                <a:cubicBezTo>
                  <a:pt x="391259" y="39766"/>
                  <a:pt x="391965" y="33417"/>
                  <a:pt x="393378" y="27671"/>
                </a:cubicBezTo>
                <a:cubicBezTo>
                  <a:pt x="394791" y="21924"/>
                  <a:pt x="396898" y="16999"/>
                  <a:pt x="399700" y="12898"/>
                </a:cubicBezTo>
                <a:cubicBezTo>
                  <a:pt x="402502" y="8795"/>
                  <a:pt x="406010" y="5619"/>
                  <a:pt x="410225" y="3372"/>
                </a:cubicBezTo>
                <a:cubicBezTo>
                  <a:pt x="414439" y="1124"/>
                  <a:pt x="419349" y="0"/>
                  <a:pt x="424952" y="0"/>
                </a:cubicBezTo>
                <a:cubicBezTo>
                  <a:pt x="429815" y="0"/>
                  <a:pt x="434238" y="915"/>
                  <a:pt x="438221" y="2746"/>
                </a:cubicBezTo>
                <a:cubicBezTo>
                  <a:pt x="442204" y="4577"/>
                  <a:pt x="445608" y="7404"/>
                  <a:pt x="448434" y="11228"/>
                </a:cubicBezTo>
                <a:cubicBezTo>
                  <a:pt x="451259" y="15052"/>
                  <a:pt x="453435" y="19907"/>
                  <a:pt x="454964" y="25793"/>
                </a:cubicBezTo>
                <a:cubicBezTo>
                  <a:pt x="456492" y="31679"/>
                  <a:pt x="457256" y="38655"/>
                  <a:pt x="457256" y="46719"/>
                </a:cubicBezTo>
                <a:moveTo>
                  <a:pt x="445030" y="47134"/>
                </a:moveTo>
                <a:cubicBezTo>
                  <a:pt x="445030" y="45565"/>
                  <a:pt x="444972" y="44008"/>
                  <a:pt x="444856" y="42464"/>
                </a:cubicBezTo>
                <a:cubicBezTo>
                  <a:pt x="444740" y="40918"/>
                  <a:pt x="444613" y="39407"/>
                  <a:pt x="444474" y="37931"/>
                </a:cubicBezTo>
                <a:lnTo>
                  <a:pt x="406056" y="66414"/>
                </a:lnTo>
                <a:cubicBezTo>
                  <a:pt x="406751" y="68832"/>
                  <a:pt x="407631" y="71065"/>
                  <a:pt x="408696" y="73111"/>
                </a:cubicBezTo>
                <a:cubicBezTo>
                  <a:pt x="409762" y="75158"/>
                  <a:pt x="411047" y="76914"/>
                  <a:pt x="412552" y="78378"/>
                </a:cubicBezTo>
                <a:cubicBezTo>
                  <a:pt x="414057" y="79843"/>
                  <a:pt x="415771" y="80983"/>
                  <a:pt x="417693" y="81797"/>
                </a:cubicBezTo>
                <a:cubicBezTo>
                  <a:pt x="419615" y="82611"/>
                  <a:pt x="421803" y="83018"/>
                  <a:pt x="424258" y="83018"/>
                </a:cubicBezTo>
                <a:cubicBezTo>
                  <a:pt x="427407" y="83018"/>
                  <a:pt x="430267" y="82253"/>
                  <a:pt x="432837" y="80723"/>
                </a:cubicBezTo>
                <a:cubicBezTo>
                  <a:pt x="435408" y="79193"/>
                  <a:pt x="437596" y="76921"/>
                  <a:pt x="439402" y="73908"/>
                </a:cubicBezTo>
                <a:cubicBezTo>
                  <a:pt x="441209" y="70895"/>
                  <a:pt x="442598" y="67151"/>
                  <a:pt x="443571" y="62678"/>
                </a:cubicBezTo>
                <a:cubicBezTo>
                  <a:pt x="444543" y="58203"/>
                  <a:pt x="445030" y="53021"/>
                  <a:pt x="445030" y="47134"/>
                </a:cubicBezTo>
                <a:moveTo>
                  <a:pt x="403486" y="46302"/>
                </a:moveTo>
                <a:cubicBezTo>
                  <a:pt x="403486" y="47732"/>
                  <a:pt x="403498" y="49162"/>
                  <a:pt x="403521" y="50592"/>
                </a:cubicBezTo>
                <a:cubicBezTo>
                  <a:pt x="403544" y="52022"/>
                  <a:pt x="403625" y="53406"/>
                  <a:pt x="403764" y="54743"/>
                </a:cubicBezTo>
                <a:lnTo>
                  <a:pt x="442181" y="26399"/>
                </a:lnTo>
                <a:cubicBezTo>
                  <a:pt x="441487" y="24027"/>
                  <a:pt x="440607" y="21864"/>
                  <a:pt x="439541" y="19910"/>
                </a:cubicBezTo>
                <a:cubicBezTo>
                  <a:pt x="438476" y="17956"/>
                  <a:pt x="437202" y="16270"/>
                  <a:pt x="435720" y="14852"/>
                </a:cubicBezTo>
                <a:cubicBezTo>
                  <a:pt x="434238" y="13433"/>
                  <a:pt x="432548" y="12329"/>
                  <a:pt x="430649" y="11539"/>
                </a:cubicBezTo>
                <a:cubicBezTo>
                  <a:pt x="428750" y="10747"/>
                  <a:pt x="426620" y="10351"/>
                  <a:pt x="424258" y="10351"/>
                </a:cubicBezTo>
                <a:cubicBezTo>
                  <a:pt x="421108" y="10351"/>
                  <a:pt x="418249" y="11116"/>
                  <a:pt x="415678" y="12646"/>
                </a:cubicBezTo>
                <a:cubicBezTo>
                  <a:pt x="413108" y="14176"/>
                  <a:pt x="410919" y="16459"/>
                  <a:pt x="409113" y="19495"/>
                </a:cubicBezTo>
                <a:cubicBezTo>
                  <a:pt x="407307" y="22532"/>
                  <a:pt x="405918" y="26287"/>
                  <a:pt x="404945" y="30760"/>
                </a:cubicBezTo>
                <a:cubicBezTo>
                  <a:pt x="403972" y="35234"/>
                  <a:pt x="403486" y="40415"/>
                  <a:pt x="403486" y="46302"/>
                </a:cubicBezTo>
                <a:close/>
                <a:moveTo>
                  <a:pt x="535508" y="46719"/>
                </a:moveTo>
                <a:cubicBezTo>
                  <a:pt x="535508" y="53672"/>
                  <a:pt x="534813" y="60010"/>
                  <a:pt x="533424" y="65735"/>
                </a:cubicBezTo>
                <a:cubicBezTo>
                  <a:pt x="532034" y="71457"/>
                  <a:pt x="529927" y="76370"/>
                  <a:pt x="527102" y="80473"/>
                </a:cubicBezTo>
                <a:cubicBezTo>
                  <a:pt x="524277" y="84575"/>
                  <a:pt x="520769" y="87749"/>
                  <a:pt x="516577" y="89997"/>
                </a:cubicBezTo>
                <a:cubicBezTo>
                  <a:pt x="512386" y="92245"/>
                  <a:pt x="507465" y="93369"/>
                  <a:pt x="501815" y="93369"/>
                </a:cubicBezTo>
                <a:cubicBezTo>
                  <a:pt x="496952" y="93369"/>
                  <a:pt x="492529" y="92453"/>
                  <a:pt x="488546" y="90622"/>
                </a:cubicBezTo>
                <a:cubicBezTo>
                  <a:pt x="484563" y="88792"/>
                  <a:pt x="481159" y="85976"/>
                  <a:pt x="478334" y="82175"/>
                </a:cubicBezTo>
                <a:cubicBezTo>
                  <a:pt x="475508" y="78375"/>
                  <a:pt x="473332" y="73531"/>
                  <a:pt x="471803" y="67645"/>
                </a:cubicBezTo>
                <a:cubicBezTo>
                  <a:pt x="470275" y="61759"/>
                  <a:pt x="469511" y="54783"/>
                  <a:pt x="469511" y="46719"/>
                </a:cubicBezTo>
                <a:cubicBezTo>
                  <a:pt x="469511" y="39766"/>
                  <a:pt x="470217" y="33417"/>
                  <a:pt x="471630" y="27671"/>
                </a:cubicBezTo>
                <a:cubicBezTo>
                  <a:pt x="473042" y="21924"/>
                  <a:pt x="475150" y="16999"/>
                  <a:pt x="477952" y="12898"/>
                </a:cubicBezTo>
                <a:cubicBezTo>
                  <a:pt x="480754" y="8795"/>
                  <a:pt x="484262" y="5619"/>
                  <a:pt x="488476" y="3372"/>
                </a:cubicBezTo>
                <a:cubicBezTo>
                  <a:pt x="492691" y="1124"/>
                  <a:pt x="497600" y="0"/>
                  <a:pt x="503204" y="0"/>
                </a:cubicBezTo>
                <a:cubicBezTo>
                  <a:pt x="508067" y="0"/>
                  <a:pt x="512490" y="915"/>
                  <a:pt x="516473" y="2746"/>
                </a:cubicBezTo>
                <a:cubicBezTo>
                  <a:pt x="520456" y="4577"/>
                  <a:pt x="523860" y="7404"/>
                  <a:pt x="526685" y="11228"/>
                </a:cubicBezTo>
                <a:cubicBezTo>
                  <a:pt x="529510" y="15052"/>
                  <a:pt x="531687" y="19907"/>
                  <a:pt x="533215" y="25793"/>
                </a:cubicBezTo>
                <a:cubicBezTo>
                  <a:pt x="534744" y="31679"/>
                  <a:pt x="535508" y="38655"/>
                  <a:pt x="535508" y="46719"/>
                </a:cubicBezTo>
                <a:moveTo>
                  <a:pt x="523281" y="47134"/>
                </a:moveTo>
                <a:cubicBezTo>
                  <a:pt x="523281" y="45565"/>
                  <a:pt x="523223" y="44008"/>
                  <a:pt x="523107" y="42464"/>
                </a:cubicBezTo>
                <a:cubicBezTo>
                  <a:pt x="522992" y="40918"/>
                  <a:pt x="522864" y="39407"/>
                  <a:pt x="522725" y="37931"/>
                </a:cubicBezTo>
                <a:lnTo>
                  <a:pt x="484308" y="66414"/>
                </a:lnTo>
                <a:cubicBezTo>
                  <a:pt x="485003" y="68832"/>
                  <a:pt x="485883" y="71065"/>
                  <a:pt x="486948" y="73111"/>
                </a:cubicBezTo>
                <a:cubicBezTo>
                  <a:pt x="488013" y="75158"/>
                  <a:pt x="489298" y="76914"/>
                  <a:pt x="490804" y="78378"/>
                </a:cubicBezTo>
                <a:cubicBezTo>
                  <a:pt x="492309" y="79843"/>
                  <a:pt x="494022" y="80983"/>
                  <a:pt x="495944" y="81797"/>
                </a:cubicBezTo>
                <a:cubicBezTo>
                  <a:pt x="497866" y="82611"/>
                  <a:pt x="500055" y="83018"/>
                  <a:pt x="502509" y="83018"/>
                </a:cubicBezTo>
                <a:cubicBezTo>
                  <a:pt x="505659" y="83018"/>
                  <a:pt x="508519" y="82253"/>
                  <a:pt x="511089" y="80723"/>
                </a:cubicBezTo>
                <a:cubicBezTo>
                  <a:pt x="513659" y="79193"/>
                  <a:pt x="515848" y="76921"/>
                  <a:pt x="517654" y="73908"/>
                </a:cubicBezTo>
                <a:cubicBezTo>
                  <a:pt x="519460" y="70895"/>
                  <a:pt x="520850" y="67151"/>
                  <a:pt x="521822" y="62678"/>
                </a:cubicBezTo>
                <a:cubicBezTo>
                  <a:pt x="522795" y="58203"/>
                  <a:pt x="523281" y="53021"/>
                  <a:pt x="523281" y="47134"/>
                </a:cubicBezTo>
                <a:moveTo>
                  <a:pt x="481738" y="46302"/>
                </a:moveTo>
                <a:cubicBezTo>
                  <a:pt x="481738" y="47732"/>
                  <a:pt x="481749" y="49162"/>
                  <a:pt x="481772" y="50592"/>
                </a:cubicBezTo>
                <a:cubicBezTo>
                  <a:pt x="481796" y="52022"/>
                  <a:pt x="481877" y="53406"/>
                  <a:pt x="482016" y="54743"/>
                </a:cubicBezTo>
                <a:lnTo>
                  <a:pt x="520433" y="26399"/>
                </a:lnTo>
                <a:cubicBezTo>
                  <a:pt x="519738" y="24027"/>
                  <a:pt x="518858" y="21864"/>
                  <a:pt x="517793" y="19910"/>
                </a:cubicBezTo>
                <a:cubicBezTo>
                  <a:pt x="516728" y="17956"/>
                  <a:pt x="515454" y="16270"/>
                  <a:pt x="513972" y="14852"/>
                </a:cubicBezTo>
                <a:cubicBezTo>
                  <a:pt x="512490" y="13433"/>
                  <a:pt x="510800" y="12329"/>
                  <a:pt x="508901" y="11539"/>
                </a:cubicBezTo>
                <a:cubicBezTo>
                  <a:pt x="507002" y="10747"/>
                  <a:pt x="504871" y="10351"/>
                  <a:pt x="502509" y="10351"/>
                </a:cubicBezTo>
                <a:cubicBezTo>
                  <a:pt x="499360" y="10351"/>
                  <a:pt x="496500" y="11116"/>
                  <a:pt x="493930" y="12646"/>
                </a:cubicBezTo>
                <a:cubicBezTo>
                  <a:pt x="491359" y="14176"/>
                  <a:pt x="489171" y="16459"/>
                  <a:pt x="487365" y="19495"/>
                </a:cubicBezTo>
                <a:cubicBezTo>
                  <a:pt x="485559" y="22532"/>
                  <a:pt x="484169" y="26287"/>
                  <a:pt x="483197" y="30760"/>
                </a:cubicBezTo>
                <a:cubicBezTo>
                  <a:pt x="482224" y="35234"/>
                  <a:pt x="481738" y="40415"/>
                  <a:pt x="481738" y="46302"/>
                </a:cubicBezTo>
                <a:close/>
                <a:moveTo>
                  <a:pt x="613760" y="46719"/>
                </a:moveTo>
                <a:cubicBezTo>
                  <a:pt x="613760" y="53672"/>
                  <a:pt x="613065" y="60010"/>
                  <a:pt x="611676" y="65735"/>
                </a:cubicBezTo>
                <a:cubicBezTo>
                  <a:pt x="610287" y="71457"/>
                  <a:pt x="608179" y="76370"/>
                  <a:pt x="605354" y="80473"/>
                </a:cubicBezTo>
                <a:cubicBezTo>
                  <a:pt x="602529" y="84575"/>
                  <a:pt x="599021" y="87749"/>
                  <a:pt x="594829" y="89997"/>
                </a:cubicBezTo>
                <a:cubicBezTo>
                  <a:pt x="590638" y="92245"/>
                  <a:pt x="585717" y="93369"/>
                  <a:pt x="580067" y="93369"/>
                </a:cubicBezTo>
                <a:cubicBezTo>
                  <a:pt x="575204" y="93369"/>
                  <a:pt x="570781" y="92453"/>
                  <a:pt x="566798" y="90622"/>
                </a:cubicBezTo>
                <a:cubicBezTo>
                  <a:pt x="562815" y="88792"/>
                  <a:pt x="559411" y="85976"/>
                  <a:pt x="556586" y="82175"/>
                </a:cubicBezTo>
                <a:cubicBezTo>
                  <a:pt x="553761" y="78375"/>
                  <a:pt x="551584" y="73531"/>
                  <a:pt x="550055" y="67645"/>
                </a:cubicBezTo>
                <a:cubicBezTo>
                  <a:pt x="548527" y="61759"/>
                  <a:pt x="547763" y="54783"/>
                  <a:pt x="547763" y="46719"/>
                </a:cubicBezTo>
                <a:cubicBezTo>
                  <a:pt x="547763" y="39766"/>
                  <a:pt x="548469" y="33417"/>
                  <a:pt x="549882" y="27671"/>
                </a:cubicBezTo>
                <a:cubicBezTo>
                  <a:pt x="551294" y="21924"/>
                  <a:pt x="553402" y="16999"/>
                  <a:pt x="556204" y="12898"/>
                </a:cubicBezTo>
                <a:cubicBezTo>
                  <a:pt x="559006" y="8795"/>
                  <a:pt x="562514" y="5619"/>
                  <a:pt x="566728" y="3372"/>
                </a:cubicBezTo>
                <a:cubicBezTo>
                  <a:pt x="570943" y="1124"/>
                  <a:pt x="575852" y="0"/>
                  <a:pt x="581456" y="0"/>
                </a:cubicBezTo>
                <a:cubicBezTo>
                  <a:pt x="586319" y="0"/>
                  <a:pt x="590742" y="915"/>
                  <a:pt x="594725" y="2746"/>
                </a:cubicBezTo>
                <a:cubicBezTo>
                  <a:pt x="598708" y="4577"/>
                  <a:pt x="602112" y="7404"/>
                  <a:pt x="604937" y="11228"/>
                </a:cubicBezTo>
                <a:cubicBezTo>
                  <a:pt x="607762" y="15052"/>
                  <a:pt x="609939" y="19907"/>
                  <a:pt x="611468" y="25793"/>
                </a:cubicBezTo>
                <a:cubicBezTo>
                  <a:pt x="612996" y="31679"/>
                  <a:pt x="613760" y="38655"/>
                  <a:pt x="613760" y="46719"/>
                </a:cubicBezTo>
                <a:moveTo>
                  <a:pt x="601533" y="47134"/>
                </a:moveTo>
                <a:cubicBezTo>
                  <a:pt x="601533" y="45565"/>
                  <a:pt x="601475" y="44008"/>
                  <a:pt x="601360" y="42464"/>
                </a:cubicBezTo>
                <a:cubicBezTo>
                  <a:pt x="601244" y="40918"/>
                  <a:pt x="601116" y="39407"/>
                  <a:pt x="600977" y="37931"/>
                </a:cubicBezTo>
                <a:lnTo>
                  <a:pt x="562560" y="66414"/>
                </a:lnTo>
                <a:cubicBezTo>
                  <a:pt x="563255" y="68832"/>
                  <a:pt x="564135" y="71065"/>
                  <a:pt x="565200" y="73111"/>
                </a:cubicBezTo>
                <a:cubicBezTo>
                  <a:pt x="566265" y="75158"/>
                  <a:pt x="567550" y="76914"/>
                  <a:pt x="569056" y="78378"/>
                </a:cubicBezTo>
                <a:cubicBezTo>
                  <a:pt x="570561" y="79843"/>
                  <a:pt x="572274" y="80983"/>
                  <a:pt x="574197" y="81797"/>
                </a:cubicBezTo>
                <a:cubicBezTo>
                  <a:pt x="576119" y="82611"/>
                  <a:pt x="578307" y="83018"/>
                  <a:pt x="580761" y="83018"/>
                </a:cubicBezTo>
                <a:cubicBezTo>
                  <a:pt x="583911" y="83018"/>
                  <a:pt x="586771" y="82253"/>
                  <a:pt x="589341" y="80723"/>
                </a:cubicBezTo>
                <a:cubicBezTo>
                  <a:pt x="591912" y="79193"/>
                  <a:pt x="594100" y="76921"/>
                  <a:pt x="595906" y="73908"/>
                </a:cubicBezTo>
                <a:cubicBezTo>
                  <a:pt x="597712" y="70895"/>
                  <a:pt x="599102" y="67151"/>
                  <a:pt x="600074" y="62678"/>
                </a:cubicBezTo>
                <a:cubicBezTo>
                  <a:pt x="601047" y="58203"/>
                  <a:pt x="601533" y="53021"/>
                  <a:pt x="601533" y="47134"/>
                </a:cubicBezTo>
                <a:moveTo>
                  <a:pt x="559990" y="46302"/>
                </a:moveTo>
                <a:cubicBezTo>
                  <a:pt x="559990" y="47732"/>
                  <a:pt x="560001" y="49162"/>
                  <a:pt x="560024" y="50592"/>
                </a:cubicBezTo>
                <a:cubicBezTo>
                  <a:pt x="560048" y="52022"/>
                  <a:pt x="560129" y="53406"/>
                  <a:pt x="560268" y="54743"/>
                </a:cubicBezTo>
                <a:lnTo>
                  <a:pt x="598685" y="26399"/>
                </a:lnTo>
                <a:cubicBezTo>
                  <a:pt x="597990" y="24027"/>
                  <a:pt x="597110" y="21864"/>
                  <a:pt x="596045" y="19910"/>
                </a:cubicBezTo>
                <a:cubicBezTo>
                  <a:pt x="594980" y="17956"/>
                  <a:pt x="593706" y="16270"/>
                  <a:pt x="592224" y="14852"/>
                </a:cubicBezTo>
                <a:cubicBezTo>
                  <a:pt x="590742" y="13433"/>
                  <a:pt x="589052" y="12329"/>
                  <a:pt x="587153" y="11539"/>
                </a:cubicBezTo>
                <a:cubicBezTo>
                  <a:pt x="585254" y="10747"/>
                  <a:pt x="583123" y="10351"/>
                  <a:pt x="580761" y="10351"/>
                </a:cubicBezTo>
                <a:cubicBezTo>
                  <a:pt x="577612" y="10351"/>
                  <a:pt x="574752" y="11116"/>
                  <a:pt x="572182" y="12646"/>
                </a:cubicBezTo>
                <a:cubicBezTo>
                  <a:pt x="569611" y="14176"/>
                  <a:pt x="567423" y="16459"/>
                  <a:pt x="565617" y="19495"/>
                </a:cubicBezTo>
                <a:cubicBezTo>
                  <a:pt x="563811" y="22532"/>
                  <a:pt x="562421" y="26287"/>
                  <a:pt x="561449" y="30760"/>
                </a:cubicBezTo>
                <a:cubicBezTo>
                  <a:pt x="560476" y="35234"/>
                  <a:pt x="559990" y="40415"/>
                  <a:pt x="559990" y="46302"/>
                </a:cubicBezTo>
                <a:close/>
                <a:moveTo>
                  <a:pt x="692012" y="46719"/>
                </a:moveTo>
                <a:cubicBezTo>
                  <a:pt x="692012" y="53672"/>
                  <a:pt x="691317" y="60010"/>
                  <a:pt x="689928" y="65735"/>
                </a:cubicBezTo>
                <a:cubicBezTo>
                  <a:pt x="688538" y="71457"/>
                  <a:pt x="686431" y="76370"/>
                  <a:pt x="683606" y="80473"/>
                </a:cubicBezTo>
                <a:cubicBezTo>
                  <a:pt x="680781" y="84575"/>
                  <a:pt x="677272" y="87749"/>
                  <a:pt x="673081" y="89997"/>
                </a:cubicBezTo>
                <a:cubicBezTo>
                  <a:pt x="668890" y="92245"/>
                  <a:pt x="663969" y="93369"/>
                  <a:pt x="658318" y="93369"/>
                </a:cubicBezTo>
                <a:cubicBezTo>
                  <a:pt x="653455" y="93369"/>
                  <a:pt x="649032" y="92453"/>
                  <a:pt x="645049" y="90622"/>
                </a:cubicBezTo>
                <a:cubicBezTo>
                  <a:pt x="641066" y="88792"/>
                  <a:pt x="637662" y="85976"/>
                  <a:pt x="634837" y="82175"/>
                </a:cubicBezTo>
                <a:cubicBezTo>
                  <a:pt x="632012" y="78375"/>
                  <a:pt x="629835" y="73531"/>
                  <a:pt x="628307" y="67645"/>
                </a:cubicBezTo>
                <a:cubicBezTo>
                  <a:pt x="626779" y="61759"/>
                  <a:pt x="626014" y="54783"/>
                  <a:pt x="626014" y="46719"/>
                </a:cubicBezTo>
                <a:cubicBezTo>
                  <a:pt x="626014" y="39766"/>
                  <a:pt x="626721" y="33417"/>
                  <a:pt x="628133" y="27671"/>
                </a:cubicBezTo>
                <a:cubicBezTo>
                  <a:pt x="629546" y="21924"/>
                  <a:pt x="631653" y="16999"/>
                  <a:pt x="634455" y="12898"/>
                </a:cubicBezTo>
                <a:cubicBezTo>
                  <a:pt x="637257" y="8795"/>
                  <a:pt x="640765" y="5619"/>
                  <a:pt x="644980" y="3372"/>
                </a:cubicBezTo>
                <a:cubicBezTo>
                  <a:pt x="649195" y="1124"/>
                  <a:pt x="654104" y="0"/>
                  <a:pt x="659708" y="0"/>
                </a:cubicBezTo>
                <a:cubicBezTo>
                  <a:pt x="664571" y="0"/>
                  <a:pt x="668994" y="915"/>
                  <a:pt x="672977" y="2746"/>
                </a:cubicBezTo>
                <a:cubicBezTo>
                  <a:pt x="676960" y="4577"/>
                  <a:pt x="680364" y="7404"/>
                  <a:pt x="683189" y="11228"/>
                </a:cubicBezTo>
                <a:cubicBezTo>
                  <a:pt x="686014" y="15052"/>
                  <a:pt x="688191" y="19907"/>
                  <a:pt x="689719" y="25793"/>
                </a:cubicBezTo>
                <a:cubicBezTo>
                  <a:pt x="691248" y="31679"/>
                  <a:pt x="692012" y="38655"/>
                  <a:pt x="692012" y="46719"/>
                </a:cubicBezTo>
                <a:moveTo>
                  <a:pt x="679785" y="47134"/>
                </a:moveTo>
                <a:cubicBezTo>
                  <a:pt x="679785" y="45565"/>
                  <a:pt x="679727" y="44008"/>
                  <a:pt x="679611" y="42464"/>
                </a:cubicBezTo>
                <a:cubicBezTo>
                  <a:pt x="679495" y="40918"/>
                  <a:pt x="679368" y="39407"/>
                  <a:pt x="679229" y="37931"/>
                </a:cubicBezTo>
                <a:lnTo>
                  <a:pt x="640812" y="66414"/>
                </a:lnTo>
                <a:cubicBezTo>
                  <a:pt x="641506" y="68832"/>
                  <a:pt x="642386" y="71065"/>
                  <a:pt x="643452" y="73111"/>
                </a:cubicBezTo>
                <a:cubicBezTo>
                  <a:pt x="644517" y="75158"/>
                  <a:pt x="645802" y="76914"/>
                  <a:pt x="647307" y="78378"/>
                </a:cubicBezTo>
                <a:cubicBezTo>
                  <a:pt x="648812" y="79843"/>
                  <a:pt x="650526" y="80983"/>
                  <a:pt x="652448" y="81797"/>
                </a:cubicBezTo>
                <a:cubicBezTo>
                  <a:pt x="654370" y="82611"/>
                  <a:pt x="656558" y="83018"/>
                  <a:pt x="659013" y="83018"/>
                </a:cubicBezTo>
                <a:cubicBezTo>
                  <a:pt x="662162" y="83018"/>
                  <a:pt x="665022" y="82253"/>
                  <a:pt x="667593" y="80723"/>
                </a:cubicBezTo>
                <a:cubicBezTo>
                  <a:pt x="670163" y="79193"/>
                  <a:pt x="672351" y="76921"/>
                  <a:pt x="674158" y="73908"/>
                </a:cubicBezTo>
                <a:cubicBezTo>
                  <a:pt x="675964" y="70895"/>
                  <a:pt x="677353" y="67151"/>
                  <a:pt x="678326" y="62678"/>
                </a:cubicBezTo>
                <a:cubicBezTo>
                  <a:pt x="679299" y="58203"/>
                  <a:pt x="679785" y="53021"/>
                  <a:pt x="679785" y="47134"/>
                </a:cubicBezTo>
                <a:moveTo>
                  <a:pt x="638241" y="46302"/>
                </a:moveTo>
                <a:cubicBezTo>
                  <a:pt x="638241" y="47732"/>
                  <a:pt x="638253" y="49162"/>
                  <a:pt x="638276" y="50592"/>
                </a:cubicBezTo>
                <a:cubicBezTo>
                  <a:pt x="638299" y="52022"/>
                  <a:pt x="638380" y="53406"/>
                  <a:pt x="638519" y="54743"/>
                </a:cubicBezTo>
                <a:lnTo>
                  <a:pt x="676937" y="26399"/>
                </a:lnTo>
                <a:cubicBezTo>
                  <a:pt x="676242" y="24027"/>
                  <a:pt x="675362" y="21864"/>
                  <a:pt x="674297" y="19910"/>
                </a:cubicBezTo>
                <a:cubicBezTo>
                  <a:pt x="673231" y="17956"/>
                  <a:pt x="671958" y="16270"/>
                  <a:pt x="670476" y="14852"/>
                </a:cubicBezTo>
                <a:cubicBezTo>
                  <a:pt x="668994" y="13433"/>
                  <a:pt x="667303" y="12329"/>
                  <a:pt x="665404" y="11539"/>
                </a:cubicBezTo>
                <a:cubicBezTo>
                  <a:pt x="663506" y="10747"/>
                  <a:pt x="661375" y="10351"/>
                  <a:pt x="659013" y="10351"/>
                </a:cubicBezTo>
                <a:cubicBezTo>
                  <a:pt x="655864" y="10351"/>
                  <a:pt x="653004" y="11116"/>
                  <a:pt x="650433" y="12646"/>
                </a:cubicBezTo>
                <a:cubicBezTo>
                  <a:pt x="647863" y="14176"/>
                  <a:pt x="645675" y="16459"/>
                  <a:pt x="643868" y="19495"/>
                </a:cubicBezTo>
                <a:cubicBezTo>
                  <a:pt x="642062" y="22532"/>
                  <a:pt x="640673" y="26287"/>
                  <a:pt x="639700" y="30760"/>
                </a:cubicBezTo>
                <a:cubicBezTo>
                  <a:pt x="638728" y="35234"/>
                  <a:pt x="638241" y="40415"/>
                  <a:pt x="638241" y="46302"/>
                </a:cubicBezTo>
                <a:close/>
                <a:moveTo>
                  <a:pt x="770264" y="46719"/>
                </a:moveTo>
                <a:cubicBezTo>
                  <a:pt x="770264" y="53672"/>
                  <a:pt x="769569" y="60010"/>
                  <a:pt x="768180" y="65735"/>
                </a:cubicBezTo>
                <a:cubicBezTo>
                  <a:pt x="766790" y="71457"/>
                  <a:pt x="764683" y="76370"/>
                  <a:pt x="761858" y="80473"/>
                </a:cubicBezTo>
                <a:cubicBezTo>
                  <a:pt x="759033" y="84575"/>
                  <a:pt x="755524" y="87749"/>
                  <a:pt x="751333" y="89997"/>
                </a:cubicBezTo>
                <a:cubicBezTo>
                  <a:pt x="747142" y="92245"/>
                  <a:pt x="742221" y="93369"/>
                  <a:pt x="736570" y="93369"/>
                </a:cubicBezTo>
                <a:cubicBezTo>
                  <a:pt x="731708" y="93369"/>
                  <a:pt x="727285" y="92453"/>
                  <a:pt x="723302" y="90622"/>
                </a:cubicBezTo>
                <a:cubicBezTo>
                  <a:pt x="719319" y="88792"/>
                  <a:pt x="715914" y="85976"/>
                  <a:pt x="713089" y="82175"/>
                </a:cubicBezTo>
                <a:cubicBezTo>
                  <a:pt x="710264" y="78375"/>
                  <a:pt x="708087" y="73531"/>
                  <a:pt x="706559" y="67645"/>
                </a:cubicBezTo>
                <a:cubicBezTo>
                  <a:pt x="705031" y="61759"/>
                  <a:pt x="704267" y="54783"/>
                  <a:pt x="704267" y="46719"/>
                </a:cubicBezTo>
                <a:cubicBezTo>
                  <a:pt x="704267" y="39766"/>
                  <a:pt x="704973" y="33417"/>
                  <a:pt x="706385" y="27671"/>
                </a:cubicBezTo>
                <a:cubicBezTo>
                  <a:pt x="707798" y="21924"/>
                  <a:pt x="709905" y="16999"/>
                  <a:pt x="712707" y="12898"/>
                </a:cubicBezTo>
                <a:cubicBezTo>
                  <a:pt x="715509" y="8795"/>
                  <a:pt x="719018" y="5619"/>
                  <a:pt x="723232" y="3372"/>
                </a:cubicBezTo>
                <a:cubicBezTo>
                  <a:pt x="727447" y="1124"/>
                  <a:pt x="732356" y="0"/>
                  <a:pt x="737960" y="0"/>
                </a:cubicBezTo>
                <a:cubicBezTo>
                  <a:pt x="742823" y="0"/>
                  <a:pt x="747246" y="915"/>
                  <a:pt x="751229" y="2746"/>
                </a:cubicBezTo>
                <a:cubicBezTo>
                  <a:pt x="755212" y="4577"/>
                  <a:pt x="758616" y="7404"/>
                  <a:pt x="761441" y="11228"/>
                </a:cubicBezTo>
                <a:cubicBezTo>
                  <a:pt x="764266" y="15052"/>
                  <a:pt x="766443" y="19907"/>
                  <a:pt x="767971" y="25793"/>
                </a:cubicBezTo>
                <a:cubicBezTo>
                  <a:pt x="769500" y="31679"/>
                  <a:pt x="770264" y="38655"/>
                  <a:pt x="770264" y="46719"/>
                </a:cubicBezTo>
                <a:moveTo>
                  <a:pt x="758037" y="47134"/>
                </a:moveTo>
                <a:cubicBezTo>
                  <a:pt x="758037" y="45565"/>
                  <a:pt x="757979" y="44008"/>
                  <a:pt x="757863" y="42464"/>
                </a:cubicBezTo>
                <a:cubicBezTo>
                  <a:pt x="757747" y="40918"/>
                  <a:pt x="757620" y="39407"/>
                  <a:pt x="757481" y="37931"/>
                </a:cubicBezTo>
                <a:lnTo>
                  <a:pt x="719064" y="66414"/>
                </a:lnTo>
                <a:cubicBezTo>
                  <a:pt x="719759" y="68832"/>
                  <a:pt x="720638" y="71065"/>
                  <a:pt x="721704" y="73111"/>
                </a:cubicBezTo>
                <a:cubicBezTo>
                  <a:pt x="722769" y="75158"/>
                  <a:pt x="724054" y="76914"/>
                  <a:pt x="725559" y="78378"/>
                </a:cubicBezTo>
                <a:cubicBezTo>
                  <a:pt x="727065" y="79843"/>
                  <a:pt x="728778" y="80983"/>
                  <a:pt x="730700" y="81797"/>
                </a:cubicBezTo>
                <a:cubicBezTo>
                  <a:pt x="732622" y="82611"/>
                  <a:pt x="734811" y="83018"/>
                  <a:pt x="737265" y="83018"/>
                </a:cubicBezTo>
                <a:cubicBezTo>
                  <a:pt x="740414" y="83018"/>
                  <a:pt x="743274" y="82253"/>
                  <a:pt x="745845" y="80723"/>
                </a:cubicBezTo>
                <a:cubicBezTo>
                  <a:pt x="748415" y="79193"/>
                  <a:pt x="750604" y="76921"/>
                  <a:pt x="752410" y="73908"/>
                </a:cubicBezTo>
                <a:cubicBezTo>
                  <a:pt x="754216" y="70895"/>
                  <a:pt x="755605" y="67151"/>
                  <a:pt x="756578" y="62678"/>
                </a:cubicBezTo>
                <a:cubicBezTo>
                  <a:pt x="757551" y="58203"/>
                  <a:pt x="758037" y="53021"/>
                  <a:pt x="758037" y="47134"/>
                </a:cubicBezTo>
                <a:moveTo>
                  <a:pt x="716493" y="46302"/>
                </a:moveTo>
                <a:cubicBezTo>
                  <a:pt x="716493" y="47732"/>
                  <a:pt x="716505" y="49162"/>
                  <a:pt x="716528" y="50592"/>
                </a:cubicBezTo>
                <a:cubicBezTo>
                  <a:pt x="716551" y="52022"/>
                  <a:pt x="716632" y="53406"/>
                  <a:pt x="716771" y="54743"/>
                </a:cubicBezTo>
                <a:lnTo>
                  <a:pt x="755189" y="26399"/>
                </a:lnTo>
                <a:cubicBezTo>
                  <a:pt x="754494" y="24027"/>
                  <a:pt x="753614" y="21864"/>
                  <a:pt x="752549" y="19910"/>
                </a:cubicBezTo>
                <a:cubicBezTo>
                  <a:pt x="751484" y="17956"/>
                  <a:pt x="750210" y="16270"/>
                  <a:pt x="748728" y="14852"/>
                </a:cubicBezTo>
                <a:cubicBezTo>
                  <a:pt x="747246" y="13433"/>
                  <a:pt x="745555" y="12329"/>
                  <a:pt x="743656" y="11539"/>
                </a:cubicBezTo>
                <a:cubicBezTo>
                  <a:pt x="741758" y="10747"/>
                  <a:pt x="739627" y="10351"/>
                  <a:pt x="737265" y="10351"/>
                </a:cubicBezTo>
                <a:cubicBezTo>
                  <a:pt x="734116" y="10351"/>
                  <a:pt x="731256" y="11116"/>
                  <a:pt x="728686" y="12646"/>
                </a:cubicBezTo>
                <a:cubicBezTo>
                  <a:pt x="726115" y="14176"/>
                  <a:pt x="723927" y="16459"/>
                  <a:pt x="722121" y="19495"/>
                </a:cubicBezTo>
                <a:cubicBezTo>
                  <a:pt x="720314" y="22532"/>
                  <a:pt x="718925" y="26287"/>
                  <a:pt x="717952" y="30760"/>
                </a:cubicBezTo>
                <a:cubicBezTo>
                  <a:pt x="716980" y="35234"/>
                  <a:pt x="716493" y="40415"/>
                  <a:pt x="716493" y="46302"/>
                </a:cubicBezTo>
                <a:close/>
                <a:moveTo>
                  <a:pt x="848515" y="46719"/>
                </a:moveTo>
                <a:cubicBezTo>
                  <a:pt x="848515" y="53672"/>
                  <a:pt x="847821" y="60010"/>
                  <a:pt x="846431" y="65735"/>
                </a:cubicBezTo>
                <a:cubicBezTo>
                  <a:pt x="845042" y="71457"/>
                  <a:pt x="842934" y="76370"/>
                  <a:pt x="840109" y="80473"/>
                </a:cubicBezTo>
                <a:cubicBezTo>
                  <a:pt x="837284" y="84575"/>
                  <a:pt x="833776" y="87749"/>
                  <a:pt x="829585" y="89997"/>
                </a:cubicBezTo>
                <a:cubicBezTo>
                  <a:pt x="825393" y="92245"/>
                  <a:pt x="820472" y="93369"/>
                  <a:pt x="814822" y="93369"/>
                </a:cubicBezTo>
                <a:cubicBezTo>
                  <a:pt x="809959" y="93369"/>
                  <a:pt x="805536" y="92453"/>
                  <a:pt x="801553" y="90622"/>
                </a:cubicBezTo>
                <a:cubicBezTo>
                  <a:pt x="797570" y="88792"/>
                  <a:pt x="794166" y="85976"/>
                  <a:pt x="791341" y="82175"/>
                </a:cubicBezTo>
                <a:cubicBezTo>
                  <a:pt x="788516" y="78375"/>
                  <a:pt x="786339" y="73531"/>
                  <a:pt x="784811" y="67645"/>
                </a:cubicBezTo>
                <a:cubicBezTo>
                  <a:pt x="783282" y="61759"/>
                  <a:pt x="782518" y="54783"/>
                  <a:pt x="782518" y="46719"/>
                </a:cubicBezTo>
                <a:cubicBezTo>
                  <a:pt x="782518" y="39766"/>
                  <a:pt x="783224" y="33417"/>
                  <a:pt x="784637" y="27671"/>
                </a:cubicBezTo>
                <a:cubicBezTo>
                  <a:pt x="786050" y="21924"/>
                  <a:pt x="788157" y="16999"/>
                  <a:pt x="790959" y="12898"/>
                </a:cubicBezTo>
                <a:cubicBezTo>
                  <a:pt x="793761" y="8795"/>
                  <a:pt x="797269" y="5619"/>
                  <a:pt x="801484" y="3372"/>
                </a:cubicBezTo>
                <a:cubicBezTo>
                  <a:pt x="805698" y="1124"/>
                  <a:pt x="810607" y="0"/>
                  <a:pt x="816211" y="0"/>
                </a:cubicBezTo>
                <a:cubicBezTo>
                  <a:pt x="821074" y="0"/>
                  <a:pt x="825497" y="915"/>
                  <a:pt x="829480" y="2746"/>
                </a:cubicBezTo>
                <a:cubicBezTo>
                  <a:pt x="833463" y="4577"/>
                  <a:pt x="836867" y="7404"/>
                  <a:pt x="839692" y="11228"/>
                </a:cubicBezTo>
                <a:cubicBezTo>
                  <a:pt x="842518" y="15052"/>
                  <a:pt x="844694" y="19907"/>
                  <a:pt x="846223" y="25793"/>
                </a:cubicBezTo>
                <a:cubicBezTo>
                  <a:pt x="847751" y="31679"/>
                  <a:pt x="848515" y="38655"/>
                  <a:pt x="848515" y="46719"/>
                </a:cubicBezTo>
                <a:moveTo>
                  <a:pt x="836288" y="47134"/>
                </a:moveTo>
                <a:cubicBezTo>
                  <a:pt x="836288" y="45565"/>
                  <a:pt x="836231" y="44008"/>
                  <a:pt x="836115" y="42464"/>
                </a:cubicBezTo>
                <a:cubicBezTo>
                  <a:pt x="835999" y="40918"/>
                  <a:pt x="835872" y="39407"/>
                  <a:pt x="835733" y="37931"/>
                </a:cubicBezTo>
                <a:lnTo>
                  <a:pt x="797315" y="66414"/>
                </a:lnTo>
                <a:cubicBezTo>
                  <a:pt x="798010" y="68832"/>
                  <a:pt x="798890" y="71065"/>
                  <a:pt x="799955" y="73111"/>
                </a:cubicBezTo>
                <a:cubicBezTo>
                  <a:pt x="801020" y="75158"/>
                  <a:pt x="802306" y="76914"/>
                  <a:pt x="803811" y="78378"/>
                </a:cubicBezTo>
                <a:cubicBezTo>
                  <a:pt x="805316" y="79843"/>
                  <a:pt x="807030" y="80983"/>
                  <a:pt x="808952" y="81797"/>
                </a:cubicBezTo>
                <a:cubicBezTo>
                  <a:pt x="810874" y="82611"/>
                  <a:pt x="813062" y="83018"/>
                  <a:pt x="815517" y="83018"/>
                </a:cubicBezTo>
                <a:cubicBezTo>
                  <a:pt x="818666" y="83018"/>
                  <a:pt x="821526" y="82253"/>
                  <a:pt x="824096" y="80723"/>
                </a:cubicBezTo>
                <a:cubicBezTo>
                  <a:pt x="826667" y="79193"/>
                  <a:pt x="828855" y="76921"/>
                  <a:pt x="830661" y="73908"/>
                </a:cubicBezTo>
                <a:cubicBezTo>
                  <a:pt x="832468" y="70895"/>
                  <a:pt x="833857" y="67151"/>
                  <a:pt x="834830" y="62678"/>
                </a:cubicBezTo>
                <a:cubicBezTo>
                  <a:pt x="835802" y="58203"/>
                  <a:pt x="836288" y="53021"/>
                  <a:pt x="836288" y="47134"/>
                </a:cubicBezTo>
                <a:moveTo>
                  <a:pt x="794745" y="46302"/>
                </a:moveTo>
                <a:cubicBezTo>
                  <a:pt x="794745" y="47732"/>
                  <a:pt x="794757" y="49162"/>
                  <a:pt x="794780" y="50592"/>
                </a:cubicBezTo>
                <a:cubicBezTo>
                  <a:pt x="794803" y="52022"/>
                  <a:pt x="794884" y="53406"/>
                  <a:pt x="795023" y="54743"/>
                </a:cubicBezTo>
                <a:lnTo>
                  <a:pt x="833440" y="26399"/>
                </a:lnTo>
                <a:cubicBezTo>
                  <a:pt x="832745" y="24027"/>
                  <a:pt x="831865" y="21864"/>
                  <a:pt x="830800" y="19910"/>
                </a:cubicBezTo>
                <a:cubicBezTo>
                  <a:pt x="829735" y="17956"/>
                  <a:pt x="828461" y="16270"/>
                  <a:pt x="826979" y="14852"/>
                </a:cubicBezTo>
                <a:cubicBezTo>
                  <a:pt x="825497" y="13433"/>
                  <a:pt x="823807" y="12329"/>
                  <a:pt x="821908" y="11539"/>
                </a:cubicBezTo>
                <a:cubicBezTo>
                  <a:pt x="820009" y="10747"/>
                  <a:pt x="817879" y="10351"/>
                  <a:pt x="815517" y="10351"/>
                </a:cubicBezTo>
                <a:cubicBezTo>
                  <a:pt x="812367" y="10351"/>
                  <a:pt x="809507" y="11116"/>
                  <a:pt x="806937" y="12646"/>
                </a:cubicBezTo>
                <a:cubicBezTo>
                  <a:pt x="804367" y="14176"/>
                  <a:pt x="802178" y="16459"/>
                  <a:pt x="800372" y="19495"/>
                </a:cubicBezTo>
                <a:cubicBezTo>
                  <a:pt x="798566" y="22532"/>
                  <a:pt x="797176" y="26287"/>
                  <a:pt x="796204" y="30760"/>
                </a:cubicBezTo>
                <a:cubicBezTo>
                  <a:pt x="795231" y="35234"/>
                  <a:pt x="794745" y="40415"/>
                  <a:pt x="794745" y="463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0x10000000000">
            <a:extLst xmlns:a="http://schemas.openxmlformats.org/drawingml/2006/main">
              <a:ext uri="{FF2B5EF4-FFF2-40B4-BE49-F238E27FC236}">
                <a16:creationId xmlns:a16="http://schemas.microsoft.com/office/drawing/2014/main" id="{1C8A6A54-B77C-4404-8D4A-63BCD4D2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26" y="6319288"/>
            <a:ext cx="1005019" cy="93369"/>
          </a:xfrm>
          <a:custGeom xmlns:a="http://schemas.openxmlformats.org/drawingml/2006/main">
            <a:pathLst>
              <a:path w="1005019" h="93369">
                <a:moveTo>
                  <a:pt x="65997" y="46719"/>
                </a:moveTo>
                <a:cubicBezTo>
                  <a:pt x="65997" y="53672"/>
                  <a:pt x="65302" y="60010"/>
                  <a:pt x="63913" y="65735"/>
                </a:cubicBezTo>
                <a:cubicBezTo>
                  <a:pt x="62524" y="71457"/>
                  <a:pt x="60416" y="76370"/>
                  <a:pt x="57591" y="80473"/>
                </a:cubicBezTo>
                <a:cubicBezTo>
                  <a:pt x="54766" y="84575"/>
                  <a:pt x="51258" y="87749"/>
                  <a:pt x="47066" y="89997"/>
                </a:cubicBezTo>
                <a:cubicBezTo>
                  <a:pt x="42875" y="92245"/>
                  <a:pt x="37954" y="93369"/>
                  <a:pt x="32304" y="93369"/>
                </a:cubicBezTo>
                <a:cubicBezTo>
                  <a:pt x="27441" y="93369"/>
                  <a:pt x="23018" y="92453"/>
                  <a:pt x="19035" y="90622"/>
                </a:cubicBezTo>
                <a:cubicBezTo>
                  <a:pt x="15052" y="88792"/>
                  <a:pt x="11648" y="85976"/>
                  <a:pt x="8823" y="82175"/>
                </a:cubicBezTo>
                <a:cubicBezTo>
                  <a:pt x="5998" y="78375"/>
                  <a:pt x="3821" y="73531"/>
                  <a:pt x="2293" y="67645"/>
                </a:cubicBezTo>
                <a:cubicBezTo>
                  <a:pt x="764" y="61759"/>
                  <a:pt x="0" y="54783"/>
                  <a:pt x="0" y="46719"/>
                </a:cubicBezTo>
                <a:cubicBezTo>
                  <a:pt x="0" y="39766"/>
                  <a:pt x="706" y="33417"/>
                  <a:pt x="2119" y="27671"/>
                </a:cubicBezTo>
                <a:cubicBezTo>
                  <a:pt x="3531" y="21924"/>
                  <a:pt x="5639" y="16999"/>
                  <a:pt x="8441" y="12898"/>
                </a:cubicBezTo>
                <a:cubicBezTo>
                  <a:pt x="11243" y="8795"/>
                  <a:pt x="14751" y="5619"/>
                  <a:pt x="18966" y="3372"/>
                </a:cubicBezTo>
                <a:cubicBezTo>
                  <a:pt x="23180" y="1124"/>
                  <a:pt x="28089" y="0"/>
                  <a:pt x="33693" y="0"/>
                </a:cubicBezTo>
                <a:cubicBezTo>
                  <a:pt x="38556" y="0"/>
                  <a:pt x="42979" y="915"/>
                  <a:pt x="46962" y="2746"/>
                </a:cubicBezTo>
                <a:cubicBezTo>
                  <a:pt x="50945" y="4577"/>
                  <a:pt x="54349" y="7404"/>
                  <a:pt x="57174" y="11228"/>
                </a:cubicBezTo>
                <a:cubicBezTo>
                  <a:pt x="60000" y="15052"/>
                  <a:pt x="62176" y="19907"/>
                  <a:pt x="63705" y="25793"/>
                </a:cubicBezTo>
                <a:cubicBezTo>
                  <a:pt x="65233" y="31679"/>
                  <a:pt x="65997" y="38655"/>
                  <a:pt x="65997" y="46719"/>
                </a:cubicBezTo>
                <a:moveTo>
                  <a:pt x="53770" y="47134"/>
                </a:moveTo>
                <a:cubicBezTo>
                  <a:pt x="53770" y="45565"/>
                  <a:pt x="53712" y="44008"/>
                  <a:pt x="53597" y="42464"/>
                </a:cubicBezTo>
                <a:cubicBezTo>
                  <a:pt x="53481" y="40918"/>
                  <a:pt x="53354" y="39407"/>
                  <a:pt x="53215" y="37931"/>
                </a:cubicBezTo>
                <a:lnTo>
                  <a:pt x="14797" y="66414"/>
                </a:lnTo>
                <a:cubicBezTo>
                  <a:pt x="15492" y="68832"/>
                  <a:pt x="16372" y="71065"/>
                  <a:pt x="17437" y="73111"/>
                </a:cubicBezTo>
                <a:cubicBezTo>
                  <a:pt x="18502" y="75158"/>
                  <a:pt x="19788" y="76914"/>
                  <a:pt x="21293" y="78378"/>
                </a:cubicBezTo>
                <a:cubicBezTo>
                  <a:pt x="22798" y="79843"/>
                  <a:pt x="24512" y="80983"/>
                  <a:pt x="26434" y="81797"/>
                </a:cubicBezTo>
                <a:cubicBezTo>
                  <a:pt x="28356" y="82611"/>
                  <a:pt x="30544" y="83018"/>
                  <a:pt x="32999" y="83018"/>
                </a:cubicBezTo>
                <a:cubicBezTo>
                  <a:pt x="36148" y="83018"/>
                  <a:pt x="39008" y="82253"/>
                  <a:pt x="41578" y="80723"/>
                </a:cubicBezTo>
                <a:cubicBezTo>
                  <a:pt x="44149" y="79193"/>
                  <a:pt x="46337" y="76921"/>
                  <a:pt x="48143" y="73908"/>
                </a:cubicBezTo>
                <a:cubicBezTo>
                  <a:pt x="49949" y="70895"/>
                  <a:pt x="51339" y="67151"/>
                  <a:pt x="52311" y="62678"/>
                </a:cubicBezTo>
                <a:cubicBezTo>
                  <a:pt x="53284" y="58203"/>
                  <a:pt x="53770" y="53021"/>
                  <a:pt x="53770" y="47134"/>
                </a:cubicBezTo>
                <a:moveTo>
                  <a:pt x="12227" y="46302"/>
                </a:moveTo>
                <a:cubicBezTo>
                  <a:pt x="12227" y="47732"/>
                  <a:pt x="12238" y="49162"/>
                  <a:pt x="12262" y="50592"/>
                </a:cubicBezTo>
                <a:cubicBezTo>
                  <a:pt x="12285" y="52022"/>
                  <a:pt x="12366" y="53406"/>
                  <a:pt x="12505" y="54743"/>
                </a:cubicBezTo>
                <a:lnTo>
                  <a:pt x="50922" y="26399"/>
                </a:lnTo>
                <a:cubicBezTo>
                  <a:pt x="50227" y="24027"/>
                  <a:pt x="49347" y="21864"/>
                  <a:pt x="48282" y="19910"/>
                </a:cubicBezTo>
                <a:cubicBezTo>
                  <a:pt x="47217" y="17956"/>
                  <a:pt x="45943" y="16270"/>
                  <a:pt x="44461" y="14852"/>
                </a:cubicBezTo>
                <a:cubicBezTo>
                  <a:pt x="42979" y="13433"/>
                  <a:pt x="41289" y="12329"/>
                  <a:pt x="39390" y="11539"/>
                </a:cubicBezTo>
                <a:cubicBezTo>
                  <a:pt x="37491" y="10747"/>
                  <a:pt x="35361" y="10351"/>
                  <a:pt x="32999" y="10351"/>
                </a:cubicBezTo>
                <a:cubicBezTo>
                  <a:pt x="29849" y="10351"/>
                  <a:pt x="26989" y="11116"/>
                  <a:pt x="24419" y="12646"/>
                </a:cubicBezTo>
                <a:cubicBezTo>
                  <a:pt x="21849" y="14176"/>
                  <a:pt x="19660" y="16459"/>
                  <a:pt x="17854" y="19495"/>
                </a:cubicBezTo>
                <a:cubicBezTo>
                  <a:pt x="16048" y="22532"/>
                  <a:pt x="14658" y="26287"/>
                  <a:pt x="13686" y="30760"/>
                </a:cubicBezTo>
                <a:cubicBezTo>
                  <a:pt x="12713" y="35234"/>
                  <a:pt x="12227" y="40415"/>
                  <a:pt x="12227" y="46302"/>
                </a:cubicBezTo>
                <a:close/>
                <a:moveTo>
                  <a:pt x="146125" y="92118"/>
                </a:moveTo>
                <a:lnTo>
                  <a:pt x="130077" y="92118"/>
                </a:lnTo>
                <a:lnTo>
                  <a:pt x="111250" y="65511"/>
                </a:lnTo>
                <a:lnTo>
                  <a:pt x="92632" y="92118"/>
                </a:lnTo>
                <a:lnTo>
                  <a:pt x="77001" y="92118"/>
                </a:lnTo>
                <a:lnTo>
                  <a:pt x="104025" y="57105"/>
                </a:lnTo>
                <a:lnTo>
                  <a:pt x="78252" y="22370"/>
                </a:lnTo>
                <a:lnTo>
                  <a:pt x="93744" y="22370"/>
                </a:lnTo>
                <a:lnTo>
                  <a:pt x="112084" y="49185"/>
                </a:lnTo>
                <a:lnTo>
                  <a:pt x="130077" y="22370"/>
                </a:lnTo>
                <a:lnTo>
                  <a:pt x="145013" y="22370"/>
                </a:lnTo>
                <a:lnTo>
                  <a:pt x="118823" y="57383"/>
                </a:lnTo>
                <a:lnTo>
                  <a:pt x="146125" y="92118"/>
                </a:lnTo>
                <a:close/>
                <a:moveTo>
                  <a:pt x="219653" y="92118"/>
                </a:moveTo>
                <a:lnTo>
                  <a:pt x="162617" y="92118"/>
                </a:lnTo>
                <a:lnTo>
                  <a:pt x="162617" y="80864"/>
                </a:lnTo>
                <a:lnTo>
                  <a:pt x="185959" y="80864"/>
                </a:lnTo>
                <a:lnTo>
                  <a:pt x="185959" y="14519"/>
                </a:lnTo>
                <a:lnTo>
                  <a:pt x="164215" y="26399"/>
                </a:lnTo>
                <a:lnTo>
                  <a:pt x="159769" y="16117"/>
                </a:lnTo>
                <a:lnTo>
                  <a:pt x="188669" y="834"/>
                </a:lnTo>
                <a:lnTo>
                  <a:pt x="199367" y="834"/>
                </a:lnTo>
                <a:lnTo>
                  <a:pt x="199367" y="80864"/>
                </a:lnTo>
                <a:lnTo>
                  <a:pt x="219653" y="80864"/>
                </a:lnTo>
                <a:lnTo>
                  <a:pt x="219653" y="92118"/>
                </a:lnTo>
                <a:close/>
                <a:moveTo>
                  <a:pt x="300753" y="46719"/>
                </a:moveTo>
                <a:cubicBezTo>
                  <a:pt x="300753" y="53672"/>
                  <a:pt x="300058" y="60010"/>
                  <a:pt x="298669" y="65735"/>
                </a:cubicBezTo>
                <a:cubicBezTo>
                  <a:pt x="297279" y="71457"/>
                  <a:pt x="295172" y="76370"/>
                  <a:pt x="292347" y="80473"/>
                </a:cubicBezTo>
                <a:cubicBezTo>
                  <a:pt x="289522" y="84575"/>
                  <a:pt x="286013" y="87749"/>
                  <a:pt x="281822" y="89997"/>
                </a:cubicBezTo>
                <a:cubicBezTo>
                  <a:pt x="277631" y="92245"/>
                  <a:pt x="272710" y="93369"/>
                  <a:pt x="267059" y="93369"/>
                </a:cubicBezTo>
                <a:cubicBezTo>
                  <a:pt x="262196" y="93369"/>
                  <a:pt x="257773" y="92453"/>
                  <a:pt x="253790" y="90622"/>
                </a:cubicBezTo>
                <a:cubicBezTo>
                  <a:pt x="249808" y="88792"/>
                  <a:pt x="246403" y="85976"/>
                  <a:pt x="243578" y="82175"/>
                </a:cubicBezTo>
                <a:cubicBezTo>
                  <a:pt x="240753" y="78375"/>
                  <a:pt x="238576" y="73531"/>
                  <a:pt x="237048" y="67645"/>
                </a:cubicBezTo>
                <a:cubicBezTo>
                  <a:pt x="235520" y="61759"/>
                  <a:pt x="234756" y="54783"/>
                  <a:pt x="234756" y="46719"/>
                </a:cubicBezTo>
                <a:cubicBezTo>
                  <a:pt x="234756" y="39766"/>
                  <a:pt x="235462" y="33417"/>
                  <a:pt x="236874" y="27671"/>
                </a:cubicBezTo>
                <a:cubicBezTo>
                  <a:pt x="238287" y="21924"/>
                  <a:pt x="240394" y="16999"/>
                  <a:pt x="243196" y="12898"/>
                </a:cubicBezTo>
                <a:cubicBezTo>
                  <a:pt x="245998" y="8795"/>
                  <a:pt x="249506" y="5619"/>
                  <a:pt x="253721" y="3372"/>
                </a:cubicBezTo>
                <a:cubicBezTo>
                  <a:pt x="257936" y="1124"/>
                  <a:pt x="262845" y="0"/>
                  <a:pt x="268449" y="0"/>
                </a:cubicBezTo>
                <a:cubicBezTo>
                  <a:pt x="273312" y="0"/>
                  <a:pt x="277735" y="915"/>
                  <a:pt x="281718" y="2746"/>
                </a:cubicBezTo>
                <a:cubicBezTo>
                  <a:pt x="285701" y="4577"/>
                  <a:pt x="289105" y="7404"/>
                  <a:pt x="291930" y="11228"/>
                </a:cubicBezTo>
                <a:cubicBezTo>
                  <a:pt x="294755" y="15052"/>
                  <a:pt x="296932" y="19907"/>
                  <a:pt x="298460" y="25793"/>
                </a:cubicBezTo>
                <a:cubicBezTo>
                  <a:pt x="299989" y="31679"/>
                  <a:pt x="300753" y="38655"/>
                  <a:pt x="300753" y="46719"/>
                </a:cubicBezTo>
                <a:moveTo>
                  <a:pt x="288526" y="47134"/>
                </a:moveTo>
                <a:cubicBezTo>
                  <a:pt x="288526" y="45565"/>
                  <a:pt x="288468" y="44008"/>
                  <a:pt x="288352" y="42464"/>
                </a:cubicBezTo>
                <a:cubicBezTo>
                  <a:pt x="288236" y="40918"/>
                  <a:pt x="288109" y="39407"/>
                  <a:pt x="287970" y="37931"/>
                </a:cubicBezTo>
                <a:lnTo>
                  <a:pt x="249553" y="66414"/>
                </a:lnTo>
                <a:cubicBezTo>
                  <a:pt x="250247" y="68832"/>
                  <a:pt x="251127" y="71065"/>
                  <a:pt x="252193" y="73111"/>
                </a:cubicBezTo>
                <a:cubicBezTo>
                  <a:pt x="253258" y="75158"/>
                  <a:pt x="254543" y="76914"/>
                  <a:pt x="256048" y="78378"/>
                </a:cubicBezTo>
                <a:cubicBezTo>
                  <a:pt x="257553" y="79843"/>
                  <a:pt x="259267" y="80983"/>
                  <a:pt x="261189" y="81797"/>
                </a:cubicBezTo>
                <a:cubicBezTo>
                  <a:pt x="263111" y="82611"/>
                  <a:pt x="265299" y="83018"/>
                  <a:pt x="267754" y="83018"/>
                </a:cubicBezTo>
                <a:cubicBezTo>
                  <a:pt x="270903" y="83018"/>
                  <a:pt x="273763" y="82253"/>
                  <a:pt x="276334" y="80723"/>
                </a:cubicBezTo>
                <a:cubicBezTo>
                  <a:pt x="278904" y="79193"/>
                  <a:pt x="281092" y="76921"/>
                  <a:pt x="282899" y="73908"/>
                </a:cubicBezTo>
                <a:cubicBezTo>
                  <a:pt x="284705" y="70895"/>
                  <a:pt x="286094" y="67151"/>
                  <a:pt x="287067" y="62678"/>
                </a:cubicBezTo>
                <a:cubicBezTo>
                  <a:pt x="288040" y="58203"/>
                  <a:pt x="288526" y="53021"/>
                  <a:pt x="288526" y="47134"/>
                </a:cubicBezTo>
                <a:moveTo>
                  <a:pt x="246982" y="46302"/>
                </a:moveTo>
                <a:cubicBezTo>
                  <a:pt x="246982" y="47732"/>
                  <a:pt x="246994" y="49162"/>
                  <a:pt x="247017" y="50592"/>
                </a:cubicBezTo>
                <a:cubicBezTo>
                  <a:pt x="247040" y="52022"/>
                  <a:pt x="247121" y="53406"/>
                  <a:pt x="247260" y="54743"/>
                </a:cubicBezTo>
                <a:lnTo>
                  <a:pt x="285678" y="26399"/>
                </a:lnTo>
                <a:cubicBezTo>
                  <a:pt x="284983" y="24027"/>
                  <a:pt x="284103" y="21864"/>
                  <a:pt x="283038" y="19910"/>
                </a:cubicBezTo>
                <a:cubicBezTo>
                  <a:pt x="281972" y="17956"/>
                  <a:pt x="280699" y="16270"/>
                  <a:pt x="279217" y="14852"/>
                </a:cubicBezTo>
                <a:cubicBezTo>
                  <a:pt x="277735" y="13433"/>
                  <a:pt x="276044" y="12329"/>
                  <a:pt x="274145" y="11539"/>
                </a:cubicBezTo>
                <a:cubicBezTo>
                  <a:pt x="272247" y="10747"/>
                  <a:pt x="270116" y="10351"/>
                  <a:pt x="267754" y="10351"/>
                </a:cubicBezTo>
                <a:cubicBezTo>
                  <a:pt x="264605" y="10351"/>
                  <a:pt x="261745" y="11116"/>
                  <a:pt x="259174" y="12646"/>
                </a:cubicBezTo>
                <a:cubicBezTo>
                  <a:pt x="256604" y="14176"/>
                  <a:pt x="254416" y="16459"/>
                  <a:pt x="252609" y="19495"/>
                </a:cubicBezTo>
                <a:cubicBezTo>
                  <a:pt x="250803" y="22532"/>
                  <a:pt x="249414" y="26287"/>
                  <a:pt x="248441" y="30760"/>
                </a:cubicBezTo>
                <a:cubicBezTo>
                  <a:pt x="247469" y="35234"/>
                  <a:pt x="246982" y="40415"/>
                  <a:pt x="246982" y="46302"/>
                </a:cubicBezTo>
                <a:close/>
                <a:moveTo>
                  <a:pt x="379005" y="46719"/>
                </a:moveTo>
                <a:cubicBezTo>
                  <a:pt x="379005" y="53672"/>
                  <a:pt x="378310" y="60010"/>
                  <a:pt x="376920" y="65735"/>
                </a:cubicBezTo>
                <a:cubicBezTo>
                  <a:pt x="375531" y="71457"/>
                  <a:pt x="373424" y="76370"/>
                  <a:pt x="370599" y="80473"/>
                </a:cubicBezTo>
                <a:cubicBezTo>
                  <a:pt x="367773" y="84575"/>
                  <a:pt x="364265" y="87749"/>
                  <a:pt x="360074" y="89997"/>
                </a:cubicBezTo>
                <a:cubicBezTo>
                  <a:pt x="355882" y="92245"/>
                  <a:pt x="350962" y="93369"/>
                  <a:pt x="345311" y="93369"/>
                </a:cubicBezTo>
                <a:cubicBezTo>
                  <a:pt x="340448" y="93369"/>
                  <a:pt x="336025" y="92453"/>
                  <a:pt x="332042" y="90622"/>
                </a:cubicBezTo>
                <a:cubicBezTo>
                  <a:pt x="328059" y="88792"/>
                  <a:pt x="324655" y="85976"/>
                  <a:pt x="321830" y="82175"/>
                </a:cubicBezTo>
                <a:cubicBezTo>
                  <a:pt x="319005" y="78375"/>
                  <a:pt x="316828" y="73531"/>
                  <a:pt x="315300" y="67645"/>
                </a:cubicBezTo>
                <a:cubicBezTo>
                  <a:pt x="313772" y="61759"/>
                  <a:pt x="313007" y="54783"/>
                  <a:pt x="313007" y="46719"/>
                </a:cubicBezTo>
                <a:cubicBezTo>
                  <a:pt x="313007" y="39766"/>
                  <a:pt x="313714" y="33417"/>
                  <a:pt x="315126" y="27671"/>
                </a:cubicBezTo>
                <a:cubicBezTo>
                  <a:pt x="316539" y="21924"/>
                  <a:pt x="318646" y="16999"/>
                  <a:pt x="321448" y="12898"/>
                </a:cubicBezTo>
                <a:cubicBezTo>
                  <a:pt x="324250" y="8795"/>
                  <a:pt x="327758" y="5619"/>
                  <a:pt x="331973" y="3372"/>
                </a:cubicBezTo>
                <a:cubicBezTo>
                  <a:pt x="336187" y="1124"/>
                  <a:pt x="341097" y="0"/>
                  <a:pt x="346701" y="0"/>
                </a:cubicBezTo>
                <a:cubicBezTo>
                  <a:pt x="351564" y="0"/>
                  <a:pt x="355987" y="915"/>
                  <a:pt x="359970" y="2746"/>
                </a:cubicBezTo>
                <a:cubicBezTo>
                  <a:pt x="363953" y="4577"/>
                  <a:pt x="367357" y="7404"/>
                  <a:pt x="370182" y="11228"/>
                </a:cubicBezTo>
                <a:cubicBezTo>
                  <a:pt x="373007" y="15052"/>
                  <a:pt x="375184" y="19907"/>
                  <a:pt x="376712" y="25793"/>
                </a:cubicBezTo>
                <a:cubicBezTo>
                  <a:pt x="378240" y="31679"/>
                  <a:pt x="379005" y="38655"/>
                  <a:pt x="379005" y="46719"/>
                </a:cubicBezTo>
                <a:moveTo>
                  <a:pt x="366778" y="47134"/>
                </a:moveTo>
                <a:cubicBezTo>
                  <a:pt x="366778" y="45565"/>
                  <a:pt x="366720" y="44008"/>
                  <a:pt x="366604" y="42464"/>
                </a:cubicBezTo>
                <a:cubicBezTo>
                  <a:pt x="366488" y="40918"/>
                  <a:pt x="366361" y="39407"/>
                  <a:pt x="366222" y="37931"/>
                </a:cubicBezTo>
                <a:lnTo>
                  <a:pt x="327805" y="66414"/>
                </a:lnTo>
                <a:cubicBezTo>
                  <a:pt x="328499" y="68832"/>
                  <a:pt x="329379" y="71065"/>
                  <a:pt x="330445" y="73111"/>
                </a:cubicBezTo>
                <a:cubicBezTo>
                  <a:pt x="331510" y="75158"/>
                  <a:pt x="332795" y="76914"/>
                  <a:pt x="334300" y="78378"/>
                </a:cubicBezTo>
                <a:cubicBezTo>
                  <a:pt x="335805" y="79843"/>
                  <a:pt x="337519" y="80983"/>
                  <a:pt x="339441" y="81797"/>
                </a:cubicBezTo>
                <a:cubicBezTo>
                  <a:pt x="341363" y="82611"/>
                  <a:pt x="343551" y="83018"/>
                  <a:pt x="346006" y="83018"/>
                </a:cubicBezTo>
                <a:cubicBezTo>
                  <a:pt x="349155" y="83018"/>
                  <a:pt x="352015" y="82253"/>
                  <a:pt x="354586" y="80723"/>
                </a:cubicBezTo>
                <a:cubicBezTo>
                  <a:pt x="357156" y="79193"/>
                  <a:pt x="359344" y="76921"/>
                  <a:pt x="361151" y="73908"/>
                </a:cubicBezTo>
                <a:cubicBezTo>
                  <a:pt x="362957" y="70895"/>
                  <a:pt x="364346" y="67151"/>
                  <a:pt x="365319" y="62678"/>
                </a:cubicBezTo>
                <a:cubicBezTo>
                  <a:pt x="366291" y="58203"/>
                  <a:pt x="366778" y="53021"/>
                  <a:pt x="366778" y="47134"/>
                </a:cubicBezTo>
                <a:moveTo>
                  <a:pt x="325234" y="46302"/>
                </a:moveTo>
                <a:cubicBezTo>
                  <a:pt x="325234" y="47732"/>
                  <a:pt x="325246" y="49162"/>
                  <a:pt x="325269" y="50592"/>
                </a:cubicBezTo>
                <a:cubicBezTo>
                  <a:pt x="325292" y="52022"/>
                  <a:pt x="325373" y="53406"/>
                  <a:pt x="325512" y="54743"/>
                </a:cubicBezTo>
                <a:lnTo>
                  <a:pt x="363929" y="26399"/>
                </a:lnTo>
                <a:cubicBezTo>
                  <a:pt x="363235" y="24027"/>
                  <a:pt x="362355" y="21864"/>
                  <a:pt x="361290" y="19910"/>
                </a:cubicBezTo>
                <a:cubicBezTo>
                  <a:pt x="360224" y="17956"/>
                  <a:pt x="358951" y="16270"/>
                  <a:pt x="357469" y="14852"/>
                </a:cubicBezTo>
                <a:cubicBezTo>
                  <a:pt x="355987" y="13433"/>
                  <a:pt x="354296" y="12329"/>
                  <a:pt x="352397" y="11539"/>
                </a:cubicBezTo>
                <a:cubicBezTo>
                  <a:pt x="350498" y="10747"/>
                  <a:pt x="348368" y="10351"/>
                  <a:pt x="346006" y="10351"/>
                </a:cubicBezTo>
                <a:cubicBezTo>
                  <a:pt x="342857" y="10351"/>
                  <a:pt x="339997" y="11116"/>
                  <a:pt x="337426" y="12646"/>
                </a:cubicBezTo>
                <a:cubicBezTo>
                  <a:pt x="334856" y="14176"/>
                  <a:pt x="332668" y="16459"/>
                  <a:pt x="330861" y="19495"/>
                </a:cubicBezTo>
                <a:cubicBezTo>
                  <a:pt x="329055" y="22532"/>
                  <a:pt x="327666" y="26287"/>
                  <a:pt x="326693" y="30760"/>
                </a:cubicBezTo>
                <a:cubicBezTo>
                  <a:pt x="325720" y="35234"/>
                  <a:pt x="325234" y="40415"/>
                  <a:pt x="325234" y="46302"/>
                </a:cubicBezTo>
                <a:close/>
                <a:moveTo>
                  <a:pt x="457256" y="46719"/>
                </a:moveTo>
                <a:cubicBezTo>
                  <a:pt x="457256" y="53672"/>
                  <a:pt x="456562" y="60010"/>
                  <a:pt x="455172" y="65735"/>
                </a:cubicBezTo>
                <a:cubicBezTo>
                  <a:pt x="453783" y="71457"/>
                  <a:pt x="451676" y="76370"/>
                  <a:pt x="448850" y="80473"/>
                </a:cubicBezTo>
                <a:cubicBezTo>
                  <a:pt x="446025" y="84575"/>
                  <a:pt x="442517" y="87749"/>
                  <a:pt x="438326" y="89997"/>
                </a:cubicBezTo>
                <a:cubicBezTo>
                  <a:pt x="434134" y="92245"/>
                  <a:pt x="429213" y="93369"/>
                  <a:pt x="423563" y="93369"/>
                </a:cubicBezTo>
                <a:cubicBezTo>
                  <a:pt x="418700" y="93369"/>
                  <a:pt x="414277" y="92453"/>
                  <a:pt x="410294" y="90622"/>
                </a:cubicBezTo>
                <a:cubicBezTo>
                  <a:pt x="406311" y="88792"/>
                  <a:pt x="402907" y="85976"/>
                  <a:pt x="400082" y="82175"/>
                </a:cubicBezTo>
                <a:cubicBezTo>
                  <a:pt x="397257" y="78375"/>
                  <a:pt x="395080" y="73531"/>
                  <a:pt x="393552" y="67645"/>
                </a:cubicBezTo>
                <a:cubicBezTo>
                  <a:pt x="392023" y="61759"/>
                  <a:pt x="391259" y="54783"/>
                  <a:pt x="391259" y="46719"/>
                </a:cubicBezTo>
                <a:cubicBezTo>
                  <a:pt x="391259" y="39766"/>
                  <a:pt x="391966" y="33417"/>
                  <a:pt x="393378" y="27671"/>
                </a:cubicBezTo>
                <a:cubicBezTo>
                  <a:pt x="394791" y="21924"/>
                  <a:pt x="396898" y="16999"/>
                  <a:pt x="399700" y="12898"/>
                </a:cubicBezTo>
                <a:cubicBezTo>
                  <a:pt x="402502" y="8795"/>
                  <a:pt x="406010" y="5619"/>
                  <a:pt x="410225" y="3372"/>
                </a:cubicBezTo>
                <a:cubicBezTo>
                  <a:pt x="414439" y="1124"/>
                  <a:pt x="419349" y="0"/>
                  <a:pt x="424953" y="0"/>
                </a:cubicBezTo>
                <a:cubicBezTo>
                  <a:pt x="429815" y="0"/>
                  <a:pt x="434238" y="915"/>
                  <a:pt x="438221" y="2746"/>
                </a:cubicBezTo>
                <a:cubicBezTo>
                  <a:pt x="442204" y="4577"/>
                  <a:pt x="445608" y="7404"/>
                  <a:pt x="448434" y="11228"/>
                </a:cubicBezTo>
                <a:cubicBezTo>
                  <a:pt x="451259" y="15052"/>
                  <a:pt x="453436" y="19907"/>
                  <a:pt x="454964" y="25793"/>
                </a:cubicBezTo>
                <a:cubicBezTo>
                  <a:pt x="456492" y="31679"/>
                  <a:pt x="457256" y="38655"/>
                  <a:pt x="457256" y="46719"/>
                </a:cubicBezTo>
                <a:moveTo>
                  <a:pt x="445030" y="47134"/>
                </a:moveTo>
                <a:cubicBezTo>
                  <a:pt x="445030" y="45565"/>
                  <a:pt x="444972" y="44008"/>
                  <a:pt x="444856" y="42464"/>
                </a:cubicBezTo>
                <a:cubicBezTo>
                  <a:pt x="444740" y="40918"/>
                  <a:pt x="444613" y="39407"/>
                  <a:pt x="444474" y="37931"/>
                </a:cubicBezTo>
                <a:lnTo>
                  <a:pt x="406056" y="66414"/>
                </a:lnTo>
                <a:cubicBezTo>
                  <a:pt x="406751" y="68832"/>
                  <a:pt x="407631" y="71065"/>
                  <a:pt x="408696" y="73111"/>
                </a:cubicBezTo>
                <a:cubicBezTo>
                  <a:pt x="409762" y="75158"/>
                  <a:pt x="411047" y="76914"/>
                  <a:pt x="412552" y="78378"/>
                </a:cubicBezTo>
                <a:cubicBezTo>
                  <a:pt x="414057" y="79843"/>
                  <a:pt x="415771" y="80983"/>
                  <a:pt x="417693" y="81797"/>
                </a:cubicBezTo>
                <a:cubicBezTo>
                  <a:pt x="419615" y="82611"/>
                  <a:pt x="421803" y="83018"/>
                  <a:pt x="424258" y="83018"/>
                </a:cubicBezTo>
                <a:cubicBezTo>
                  <a:pt x="427407" y="83018"/>
                  <a:pt x="430267" y="82253"/>
                  <a:pt x="432837" y="80723"/>
                </a:cubicBezTo>
                <a:cubicBezTo>
                  <a:pt x="435408" y="79193"/>
                  <a:pt x="437596" y="76921"/>
                  <a:pt x="439402" y="73908"/>
                </a:cubicBezTo>
                <a:cubicBezTo>
                  <a:pt x="441209" y="70895"/>
                  <a:pt x="442598" y="67151"/>
                  <a:pt x="443571" y="62678"/>
                </a:cubicBezTo>
                <a:cubicBezTo>
                  <a:pt x="444543" y="58203"/>
                  <a:pt x="445030" y="53021"/>
                  <a:pt x="445030" y="47134"/>
                </a:cubicBezTo>
                <a:moveTo>
                  <a:pt x="403486" y="46302"/>
                </a:moveTo>
                <a:cubicBezTo>
                  <a:pt x="403486" y="47732"/>
                  <a:pt x="403498" y="49162"/>
                  <a:pt x="403521" y="50592"/>
                </a:cubicBezTo>
                <a:cubicBezTo>
                  <a:pt x="403544" y="52022"/>
                  <a:pt x="403625" y="53406"/>
                  <a:pt x="403764" y="54743"/>
                </a:cubicBezTo>
                <a:lnTo>
                  <a:pt x="442181" y="26399"/>
                </a:lnTo>
                <a:cubicBezTo>
                  <a:pt x="441487" y="24027"/>
                  <a:pt x="440607" y="21864"/>
                  <a:pt x="439541" y="19910"/>
                </a:cubicBezTo>
                <a:cubicBezTo>
                  <a:pt x="438476" y="17956"/>
                  <a:pt x="437203" y="16270"/>
                  <a:pt x="435720" y="14852"/>
                </a:cubicBezTo>
                <a:cubicBezTo>
                  <a:pt x="434238" y="13433"/>
                  <a:pt x="432548" y="12329"/>
                  <a:pt x="430649" y="11539"/>
                </a:cubicBezTo>
                <a:cubicBezTo>
                  <a:pt x="428750" y="10747"/>
                  <a:pt x="426620" y="10351"/>
                  <a:pt x="424258" y="10351"/>
                </a:cubicBezTo>
                <a:cubicBezTo>
                  <a:pt x="421108" y="10351"/>
                  <a:pt x="418249" y="11116"/>
                  <a:pt x="415678" y="12646"/>
                </a:cubicBezTo>
                <a:cubicBezTo>
                  <a:pt x="413108" y="14176"/>
                  <a:pt x="410919" y="16459"/>
                  <a:pt x="409113" y="19495"/>
                </a:cubicBezTo>
                <a:cubicBezTo>
                  <a:pt x="407307" y="22532"/>
                  <a:pt x="405918" y="26287"/>
                  <a:pt x="404945" y="30760"/>
                </a:cubicBezTo>
                <a:cubicBezTo>
                  <a:pt x="403972" y="35234"/>
                  <a:pt x="403486" y="40415"/>
                  <a:pt x="403486" y="46302"/>
                </a:cubicBezTo>
                <a:close/>
                <a:moveTo>
                  <a:pt x="535508" y="46719"/>
                </a:moveTo>
                <a:cubicBezTo>
                  <a:pt x="535508" y="53672"/>
                  <a:pt x="534813" y="60010"/>
                  <a:pt x="533424" y="65735"/>
                </a:cubicBezTo>
                <a:cubicBezTo>
                  <a:pt x="532035" y="71457"/>
                  <a:pt x="529927" y="76370"/>
                  <a:pt x="527102" y="80473"/>
                </a:cubicBezTo>
                <a:cubicBezTo>
                  <a:pt x="524277" y="84575"/>
                  <a:pt x="520769" y="87749"/>
                  <a:pt x="516577" y="89997"/>
                </a:cubicBezTo>
                <a:cubicBezTo>
                  <a:pt x="512386" y="92245"/>
                  <a:pt x="507465" y="93369"/>
                  <a:pt x="501815" y="93369"/>
                </a:cubicBezTo>
                <a:cubicBezTo>
                  <a:pt x="496952" y="93369"/>
                  <a:pt x="492529" y="92453"/>
                  <a:pt x="488546" y="90622"/>
                </a:cubicBezTo>
                <a:cubicBezTo>
                  <a:pt x="484563" y="88792"/>
                  <a:pt x="481159" y="85976"/>
                  <a:pt x="478334" y="82175"/>
                </a:cubicBezTo>
                <a:cubicBezTo>
                  <a:pt x="475509" y="78375"/>
                  <a:pt x="473332" y="73531"/>
                  <a:pt x="471804" y="67645"/>
                </a:cubicBezTo>
                <a:cubicBezTo>
                  <a:pt x="470275" y="61759"/>
                  <a:pt x="469511" y="54783"/>
                  <a:pt x="469511" y="46719"/>
                </a:cubicBezTo>
                <a:cubicBezTo>
                  <a:pt x="469511" y="39766"/>
                  <a:pt x="470217" y="33417"/>
                  <a:pt x="471630" y="27671"/>
                </a:cubicBezTo>
                <a:cubicBezTo>
                  <a:pt x="473042" y="21924"/>
                  <a:pt x="475150" y="16999"/>
                  <a:pt x="477952" y="12898"/>
                </a:cubicBezTo>
                <a:cubicBezTo>
                  <a:pt x="480754" y="8795"/>
                  <a:pt x="484262" y="5619"/>
                  <a:pt x="488477" y="3372"/>
                </a:cubicBezTo>
                <a:cubicBezTo>
                  <a:pt x="492691" y="1124"/>
                  <a:pt x="497600" y="0"/>
                  <a:pt x="503204" y="0"/>
                </a:cubicBezTo>
                <a:cubicBezTo>
                  <a:pt x="508067" y="0"/>
                  <a:pt x="512490" y="915"/>
                  <a:pt x="516473" y="2746"/>
                </a:cubicBezTo>
                <a:cubicBezTo>
                  <a:pt x="520456" y="4577"/>
                  <a:pt x="523860" y="7404"/>
                  <a:pt x="526685" y="11228"/>
                </a:cubicBezTo>
                <a:cubicBezTo>
                  <a:pt x="529511" y="15052"/>
                  <a:pt x="531687" y="19907"/>
                  <a:pt x="533216" y="25793"/>
                </a:cubicBezTo>
                <a:cubicBezTo>
                  <a:pt x="534744" y="31679"/>
                  <a:pt x="535508" y="38655"/>
                  <a:pt x="535508" y="46719"/>
                </a:cubicBezTo>
                <a:moveTo>
                  <a:pt x="523281" y="47134"/>
                </a:moveTo>
                <a:cubicBezTo>
                  <a:pt x="523281" y="45565"/>
                  <a:pt x="523223" y="44008"/>
                  <a:pt x="523108" y="42464"/>
                </a:cubicBezTo>
                <a:cubicBezTo>
                  <a:pt x="522992" y="40918"/>
                  <a:pt x="522865" y="39407"/>
                  <a:pt x="522726" y="37931"/>
                </a:cubicBezTo>
                <a:lnTo>
                  <a:pt x="484308" y="66414"/>
                </a:lnTo>
                <a:cubicBezTo>
                  <a:pt x="485003" y="68832"/>
                  <a:pt x="485883" y="71065"/>
                  <a:pt x="486948" y="73111"/>
                </a:cubicBezTo>
                <a:cubicBezTo>
                  <a:pt x="488013" y="75158"/>
                  <a:pt x="489299" y="76914"/>
                  <a:pt x="490804" y="78378"/>
                </a:cubicBezTo>
                <a:cubicBezTo>
                  <a:pt x="492309" y="79843"/>
                  <a:pt x="494023" y="80983"/>
                  <a:pt x="495945" y="81797"/>
                </a:cubicBezTo>
                <a:cubicBezTo>
                  <a:pt x="497867" y="82611"/>
                  <a:pt x="500055" y="83018"/>
                  <a:pt x="502510" y="83018"/>
                </a:cubicBezTo>
                <a:cubicBezTo>
                  <a:pt x="505659" y="83018"/>
                  <a:pt x="508519" y="82253"/>
                  <a:pt x="511089" y="80723"/>
                </a:cubicBezTo>
                <a:cubicBezTo>
                  <a:pt x="513660" y="79193"/>
                  <a:pt x="515848" y="76921"/>
                  <a:pt x="517654" y="73908"/>
                </a:cubicBezTo>
                <a:cubicBezTo>
                  <a:pt x="519460" y="70895"/>
                  <a:pt x="520850" y="67151"/>
                  <a:pt x="521822" y="62678"/>
                </a:cubicBezTo>
                <a:cubicBezTo>
                  <a:pt x="522795" y="58203"/>
                  <a:pt x="523281" y="53021"/>
                  <a:pt x="523281" y="47134"/>
                </a:cubicBezTo>
                <a:moveTo>
                  <a:pt x="481738" y="46302"/>
                </a:moveTo>
                <a:cubicBezTo>
                  <a:pt x="481738" y="47732"/>
                  <a:pt x="481749" y="49162"/>
                  <a:pt x="481773" y="50592"/>
                </a:cubicBezTo>
                <a:cubicBezTo>
                  <a:pt x="481796" y="52022"/>
                  <a:pt x="481877" y="53406"/>
                  <a:pt x="482016" y="54743"/>
                </a:cubicBezTo>
                <a:lnTo>
                  <a:pt x="520433" y="26399"/>
                </a:lnTo>
                <a:cubicBezTo>
                  <a:pt x="519738" y="24027"/>
                  <a:pt x="518858" y="21864"/>
                  <a:pt x="517793" y="19910"/>
                </a:cubicBezTo>
                <a:cubicBezTo>
                  <a:pt x="516728" y="17956"/>
                  <a:pt x="515454" y="16270"/>
                  <a:pt x="513972" y="14852"/>
                </a:cubicBezTo>
                <a:cubicBezTo>
                  <a:pt x="512490" y="13433"/>
                  <a:pt x="510800" y="12329"/>
                  <a:pt x="508901" y="11539"/>
                </a:cubicBezTo>
                <a:cubicBezTo>
                  <a:pt x="507002" y="10747"/>
                  <a:pt x="504872" y="10351"/>
                  <a:pt x="502510" y="10351"/>
                </a:cubicBezTo>
                <a:cubicBezTo>
                  <a:pt x="499360" y="10351"/>
                  <a:pt x="496500" y="11116"/>
                  <a:pt x="493930" y="12646"/>
                </a:cubicBezTo>
                <a:cubicBezTo>
                  <a:pt x="491360" y="14176"/>
                  <a:pt x="489171" y="16459"/>
                  <a:pt x="487365" y="19495"/>
                </a:cubicBezTo>
                <a:cubicBezTo>
                  <a:pt x="485559" y="22532"/>
                  <a:pt x="484169" y="26287"/>
                  <a:pt x="483197" y="30760"/>
                </a:cubicBezTo>
                <a:cubicBezTo>
                  <a:pt x="482224" y="35234"/>
                  <a:pt x="481738" y="40415"/>
                  <a:pt x="481738" y="46302"/>
                </a:cubicBezTo>
                <a:close/>
                <a:moveTo>
                  <a:pt x="613760" y="46719"/>
                </a:moveTo>
                <a:cubicBezTo>
                  <a:pt x="613760" y="53672"/>
                  <a:pt x="613065" y="60010"/>
                  <a:pt x="611676" y="65735"/>
                </a:cubicBezTo>
                <a:cubicBezTo>
                  <a:pt x="610286" y="71457"/>
                  <a:pt x="608179" y="76370"/>
                  <a:pt x="605354" y="80473"/>
                </a:cubicBezTo>
                <a:cubicBezTo>
                  <a:pt x="602529" y="84575"/>
                  <a:pt x="599020" y="87749"/>
                  <a:pt x="594829" y="89997"/>
                </a:cubicBezTo>
                <a:cubicBezTo>
                  <a:pt x="590638" y="92245"/>
                  <a:pt x="585717" y="93369"/>
                  <a:pt x="580067" y="93369"/>
                </a:cubicBezTo>
                <a:cubicBezTo>
                  <a:pt x="575204" y="93369"/>
                  <a:pt x="570781" y="92453"/>
                  <a:pt x="566798" y="90622"/>
                </a:cubicBezTo>
                <a:cubicBezTo>
                  <a:pt x="562815" y="88792"/>
                  <a:pt x="559411" y="85976"/>
                  <a:pt x="556585" y="82175"/>
                </a:cubicBezTo>
                <a:cubicBezTo>
                  <a:pt x="553760" y="78375"/>
                  <a:pt x="551584" y="73531"/>
                  <a:pt x="550055" y="67645"/>
                </a:cubicBezTo>
                <a:cubicBezTo>
                  <a:pt x="548527" y="61759"/>
                  <a:pt x="547763" y="54783"/>
                  <a:pt x="547763" y="46719"/>
                </a:cubicBezTo>
                <a:cubicBezTo>
                  <a:pt x="547763" y="39766"/>
                  <a:pt x="548469" y="33417"/>
                  <a:pt x="549882" y="27671"/>
                </a:cubicBezTo>
                <a:cubicBezTo>
                  <a:pt x="551294" y="21924"/>
                  <a:pt x="553401" y="16999"/>
                  <a:pt x="556203" y="12898"/>
                </a:cubicBezTo>
                <a:cubicBezTo>
                  <a:pt x="559005" y="8795"/>
                  <a:pt x="562514" y="5619"/>
                  <a:pt x="566728" y="3372"/>
                </a:cubicBezTo>
                <a:cubicBezTo>
                  <a:pt x="570943" y="1124"/>
                  <a:pt x="575852" y="0"/>
                  <a:pt x="581456" y="0"/>
                </a:cubicBezTo>
                <a:cubicBezTo>
                  <a:pt x="586319" y="0"/>
                  <a:pt x="590742" y="915"/>
                  <a:pt x="594725" y="2746"/>
                </a:cubicBezTo>
                <a:cubicBezTo>
                  <a:pt x="598708" y="4577"/>
                  <a:pt x="602112" y="7404"/>
                  <a:pt x="604937" y="11228"/>
                </a:cubicBezTo>
                <a:cubicBezTo>
                  <a:pt x="607762" y="15052"/>
                  <a:pt x="609939" y="19907"/>
                  <a:pt x="611467" y="25793"/>
                </a:cubicBezTo>
                <a:cubicBezTo>
                  <a:pt x="612996" y="31679"/>
                  <a:pt x="613760" y="38655"/>
                  <a:pt x="613760" y="46719"/>
                </a:cubicBezTo>
                <a:moveTo>
                  <a:pt x="601533" y="47134"/>
                </a:moveTo>
                <a:cubicBezTo>
                  <a:pt x="601533" y="45565"/>
                  <a:pt x="601475" y="44008"/>
                  <a:pt x="601359" y="42464"/>
                </a:cubicBezTo>
                <a:cubicBezTo>
                  <a:pt x="601244" y="40918"/>
                  <a:pt x="601116" y="39407"/>
                  <a:pt x="600977" y="37931"/>
                </a:cubicBezTo>
                <a:lnTo>
                  <a:pt x="562560" y="66414"/>
                </a:lnTo>
                <a:cubicBezTo>
                  <a:pt x="563255" y="68832"/>
                  <a:pt x="564135" y="71065"/>
                  <a:pt x="565200" y="73111"/>
                </a:cubicBezTo>
                <a:cubicBezTo>
                  <a:pt x="566265" y="75158"/>
                  <a:pt x="567550" y="76914"/>
                  <a:pt x="569055" y="78378"/>
                </a:cubicBezTo>
                <a:cubicBezTo>
                  <a:pt x="570561" y="79843"/>
                  <a:pt x="572274" y="80983"/>
                  <a:pt x="574196" y="81797"/>
                </a:cubicBezTo>
                <a:cubicBezTo>
                  <a:pt x="576118" y="82611"/>
                  <a:pt x="578307" y="83018"/>
                  <a:pt x="580761" y="83018"/>
                </a:cubicBezTo>
                <a:cubicBezTo>
                  <a:pt x="583911" y="83018"/>
                  <a:pt x="586770" y="82253"/>
                  <a:pt x="589341" y="80723"/>
                </a:cubicBezTo>
                <a:cubicBezTo>
                  <a:pt x="591911" y="79193"/>
                  <a:pt x="594100" y="76921"/>
                  <a:pt x="595906" y="73908"/>
                </a:cubicBezTo>
                <a:cubicBezTo>
                  <a:pt x="597712" y="70895"/>
                  <a:pt x="599102" y="67151"/>
                  <a:pt x="600074" y="62678"/>
                </a:cubicBezTo>
                <a:cubicBezTo>
                  <a:pt x="601047" y="58203"/>
                  <a:pt x="601533" y="53021"/>
                  <a:pt x="601533" y="47134"/>
                </a:cubicBezTo>
                <a:moveTo>
                  <a:pt x="559990" y="46302"/>
                </a:moveTo>
                <a:cubicBezTo>
                  <a:pt x="559990" y="47732"/>
                  <a:pt x="560001" y="49162"/>
                  <a:pt x="560024" y="50592"/>
                </a:cubicBezTo>
                <a:cubicBezTo>
                  <a:pt x="560047" y="52022"/>
                  <a:pt x="560128" y="53406"/>
                  <a:pt x="560267" y="54743"/>
                </a:cubicBezTo>
                <a:lnTo>
                  <a:pt x="598685" y="26399"/>
                </a:lnTo>
                <a:cubicBezTo>
                  <a:pt x="597990" y="24027"/>
                  <a:pt x="597110" y="21864"/>
                  <a:pt x="596045" y="19910"/>
                </a:cubicBezTo>
                <a:cubicBezTo>
                  <a:pt x="594980" y="17956"/>
                  <a:pt x="593706" y="16270"/>
                  <a:pt x="592224" y="14852"/>
                </a:cubicBezTo>
                <a:cubicBezTo>
                  <a:pt x="590742" y="13433"/>
                  <a:pt x="589051" y="12329"/>
                  <a:pt x="587153" y="11539"/>
                </a:cubicBezTo>
                <a:cubicBezTo>
                  <a:pt x="585254" y="10747"/>
                  <a:pt x="583123" y="10351"/>
                  <a:pt x="580761" y="10351"/>
                </a:cubicBezTo>
                <a:cubicBezTo>
                  <a:pt x="577612" y="10351"/>
                  <a:pt x="574752" y="11116"/>
                  <a:pt x="572182" y="12646"/>
                </a:cubicBezTo>
                <a:cubicBezTo>
                  <a:pt x="569611" y="14176"/>
                  <a:pt x="567423" y="16459"/>
                  <a:pt x="565617" y="19495"/>
                </a:cubicBezTo>
                <a:cubicBezTo>
                  <a:pt x="563810" y="22532"/>
                  <a:pt x="562421" y="26287"/>
                  <a:pt x="561448" y="30760"/>
                </a:cubicBezTo>
                <a:cubicBezTo>
                  <a:pt x="560476" y="35234"/>
                  <a:pt x="559990" y="40415"/>
                  <a:pt x="559990" y="46302"/>
                </a:cubicBezTo>
                <a:close/>
                <a:moveTo>
                  <a:pt x="692012" y="46719"/>
                </a:moveTo>
                <a:cubicBezTo>
                  <a:pt x="692012" y="53672"/>
                  <a:pt x="691317" y="60010"/>
                  <a:pt x="689928" y="65735"/>
                </a:cubicBezTo>
                <a:cubicBezTo>
                  <a:pt x="688538" y="71457"/>
                  <a:pt x="686431" y="76370"/>
                  <a:pt x="683606" y="80473"/>
                </a:cubicBezTo>
                <a:cubicBezTo>
                  <a:pt x="680781" y="84575"/>
                  <a:pt x="677273" y="87749"/>
                  <a:pt x="673081" y="89997"/>
                </a:cubicBezTo>
                <a:cubicBezTo>
                  <a:pt x="668890" y="92245"/>
                  <a:pt x="663969" y="93369"/>
                  <a:pt x="658319" y="93369"/>
                </a:cubicBezTo>
                <a:cubicBezTo>
                  <a:pt x="653456" y="93369"/>
                  <a:pt x="649033" y="92453"/>
                  <a:pt x="645050" y="90622"/>
                </a:cubicBezTo>
                <a:cubicBezTo>
                  <a:pt x="641067" y="88792"/>
                  <a:pt x="637663" y="85976"/>
                  <a:pt x="634838" y="82175"/>
                </a:cubicBezTo>
                <a:cubicBezTo>
                  <a:pt x="632012" y="78375"/>
                  <a:pt x="629836" y="73531"/>
                  <a:pt x="628307" y="67645"/>
                </a:cubicBezTo>
                <a:cubicBezTo>
                  <a:pt x="626779" y="61759"/>
                  <a:pt x="626015" y="54783"/>
                  <a:pt x="626015" y="46719"/>
                </a:cubicBezTo>
                <a:cubicBezTo>
                  <a:pt x="626015" y="39766"/>
                  <a:pt x="626721" y="33417"/>
                  <a:pt x="628134" y="27671"/>
                </a:cubicBezTo>
                <a:cubicBezTo>
                  <a:pt x="629546" y="21924"/>
                  <a:pt x="631653" y="16999"/>
                  <a:pt x="634455" y="12898"/>
                </a:cubicBezTo>
                <a:cubicBezTo>
                  <a:pt x="637257" y="8795"/>
                  <a:pt x="640766" y="5619"/>
                  <a:pt x="644980" y="3372"/>
                </a:cubicBezTo>
                <a:cubicBezTo>
                  <a:pt x="649195" y="1124"/>
                  <a:pt x="654104" y="0"/>
                  <a:pt x="659708" y="0"/>
                </a:cubicBezTo>
                <a:cubicBezTo>
                  <a:pt x="664571" y="0"/>
                  <a:pt x="668994" y="915"/>
                  <a:pt x="672977" y="2746"/>
                </a:cubicBezTo>
                <a:cubicBezTo>
                  <a:pt x="676960" y="4577"/>
                  <a:pt x="680364" y="7404"/>
                  <a:pt x="683189" y="11228"/>
                </a:cubicBezTo>
                <a:cubicBezTo>
                  <a:pt x="686014" y="15052"/>
                  <a:pt x="688191" y="19907"/>
                  <a:pt x="689719" y="25793"/>
                </a:cubicBezTo>
                <a:cubicBezTo>
                  <a:pt x="691248" y="31679"/>
                  <a:pt x="692012" y="38655"/>
                  <a:pt x="692012" y="46719"/>
                </a:cubicBezTo>
                <a:moveTo>
                  <a:pt x="679785" y="47134"/>
                </a:moveTo>
                <a:cubicBezTo>
                  <a:pt x="679785" y="45565"/>
                  <a:pt x="679727" y="44008"/>
                  <a:pt x="679611" y="42464"/>
                </a:cubicBezTo>
                <a:cubicBezTo>
                  <a:pt x="679496" y="40918"/>
                  <a:pt x="679368" y="39407"/>
                  <a:pt x="679229" y="37931"/>
                </a:cubicBezTo>
                <a:lnTo>
                  <a:pt x="640812" y="66414"/>
                </a:lnTo>
                <a:cubicBezTo>
                  <a:pt x="641507" y="68832"/>
                  <a:pt x="642387" y="71065"/>
                  <a:pt x="643452" y="73111"/>
                </a:cubicBezTo>
                <a:cubicBezTo>
                  <a:pt x="644517" y="75158"/>
                  <a:pt x="645802" y="76914"/>
                  <a:pt x="647308" y="78378"/>
                </a:cubicBezTo>
                <a:cubicBezTo>
                  <a:pt x="648813" y="79843"/>
                  <a:pt x="650526" y="80983"/>
                  <a:pt x="652448" y="81797"/>
                </a:cubicBezTo>
                <a:cubicBezTo>
                  <a:pt x="654370" y="82611"/>
                  <a:pt x="656559" y="83018"/>
                  <a:pt x="659013" y="83018"/>
                </a:cubicBezTo>
                <a:cubicBezTo>
                  <a:pt x="662163" y="83018"/>
                  <a:pt x="665023" y="82253"/>
                  <a:pt x="667593" y="80723"/>
                </a:cubicBezTo>
                <a:cubicBezTo>
                  <a:pt x="670163" y="79193"/>
                  <a:pt x="672352" y="76921"/>
                  <a:pt x="674158" y="73908"/>
                </a:cubicBezTo>
                <a:cubicBezTo>
                  <a:pt x="675964" y="70895"/>
                  <a:pt x="677354" y="67151"/>
                  <a:pt x="678326" y="62678"/>
                </a:cubicBezTo>
                <a:cubicBezTo>
                  <a:pt x="679299" y="58203"/>
                  <a:pt x="679785" y="53021"/>
                  <a:pt x="679785" y="47134"/>
                </a:cubicBezTo>
                <a:moveTo>
                  <a:pt x="638242" y="46302"/>
                </a:moveTo>
                <a:cubicBezTo>
                  <a:pt x="638242" y="47732"/>
                  <a:pt x="638253" y="49162"/>
                  <a:pt x="638276" y="50592"/>
                </a:cubicBezTo>
                <a:cubicBezTo>
                  <a:pt x="638299" y="52022"/>
                  <a:pt x="638381" y="53406"/>
                  <a:pt x="638519" y="54743"/>
                </a:cubicBezTo>
                <a:lnTo>
                  <a:pt x="676937" y="26399"/>
                </a:lnTo>
                <a:cubicBezTo>
                  <a:pt x="676242" y="24027"/>
                  <a:pt x="675362" y="21864"/>
                  <a:pt x="674297" y="19910"/>
                </a:cubicBezTo>
                <a:cubicBezTo>
                  <a:pt x="673232" y="17956"/>
                  <a:pt x="671958" y="16270"/>
                  <a:pt x="670476" y="14852"/>
                </a:cubicBezTo>
                <a:cubicBezTo>
                  <a:pt x="668994" y="13433"/>
                  <a:pt x="667303" y="12329"/>
                  <a:pt x="665405" y="11539"/>
                </a:cubicBezTo>
                <a:cubicBezTo>
                  <a:pt x="663506" y="10747"/>
                  <a:pt x="661375" y="10351"/>
                  <a:pt x="659013" y="10351"/>
                </a:cubicBezTo>
                <a:cubicBezTo>
                  <a:pt x="655864" y="10351"/>
                  <a:pt x="653004" y="11116"/>
                  <a:pt x="650434" y="12646"/>
                </a:cubicBezTo>
                <a:cubicBezTo>
                  <a:pt x="647863" y="14176"/>
                  <a:pt x="645675" y="16459"/>
                  <a:pt x="643869" y="19495"/>
                </a:cubicBezTo>
                <a:cubicBezTo>
                  <a:pt x="642062" y="22532"/>
                  <a:pt x="640673" y="26287"/>
                  <a:pt x="639700" y="30760"/>
                </a:cubicBezTo>
                <a:cubicBezTo>
                  <a:pt x="638728" y="35234"/>
                  <a:pt x="638242" y="40415"/>
                  <a:pt x="638242" y="46302"/>
                </a:cubicBezTo>
                <a:close/>
                <a:moveTo>
                  <a:pt x="770264" y="46719"/>
                </a:moveTo>
                <a:cubicBezTo>
                  <a:pt x="770264" y="53672"/>
                  <a:pt x="769569" y="60010"/>
                  <a:pt x="768179" y="65735"/>
                </a:cubicBezTo>
                <a:cubicBezTo>
                  <a:pt x="766790" y="71457"/>
                  <a:pt x="764683" y="76370"/>
                  <a:pt x="761858" y="80473"/>
                </a:cubicBezTo>
                <a:cubicBezTo>
                  <a:pt x="759032" y="84575"/>
                  <a:pt x="755524" y="87749"/>
                  <a:pt x="751333" y="89997"/>
                </a:cubicBezTo>
                <a:cubicBezTo>
                  <a:pt x="747141" y="92245"/>
                  <a:pt x="742221" y="93369"/>
                  <a:pt x="736570" y="93369"/>
                </a:cubicBezTo>
                <a:cubicBezTo>
                  <a:pt x="731707" y="93369"/>
                  <a:pt x="727284" y="92453"/>
                  <a:pt x="723301" y="90622"/>
                </a:cubicBezTo>
                <a:cubicBezTo>
                  <a:pt x="719318" y="88792"/>
                  <a:pt x="715914" y="85976"/>
                  <a:pt x="713089" y="82175"/>
                </a:cubicBezTo>
                <a:cubicBezTo>
                  <a:pt x="710264" y="78375"/>
                  <a:pt x="708087" y="73531"/>
                  <a:pt x="706559" y="67645"/>
                </a:cubicBezTo>
                <a:cubicBezTo>
                  <a:pt x="705031" y="61759"/>
                  <a:pt x="704266" y="54783"/>
                  <a:pt x="704266" y="46719"/>
                </a:cubicBezTo>
                <a:cubicBezTo>
                  <a:pt x="704266" y="39766"/>
                  <a:pt x="704973" y="33417"/>
                  <a:pt x="706385" y="27671"/>
                </a:cubicBezTo>
                <a:cubicBezTo>
                  <a:pt x="707798" y="21924"/>
                  <a:pt x="709905" y="16999"/>
                  <a:pt x="712707" y="12898"/>
                </a:cubicBezTo>
                <a:cubicBezTo>
                  <a:pt x="715509" y="8795"/>
                  <a:pt x="719017" y="5619"/>
                  <a:pt x="723232" y="3372"/>
                </a:cubicBezTo>
                <a:cubicBezTo>
                  <a:pt x="727446" y="1124"/>
                  <a:pt x="732356" y="0"/>
                  <a:pt x="737960" y="0"/>
                </a:cubicBezTo>
                <a:cubicBezTo>
                  <a:pt x="742823" y="0"/>
                  <a:pt x="747246" y="915"/>
                  <a:pt x="751229" y="2746"/>
                </a:cubicBezTo>
                <a:cubicBezTo>
                  <a:pt x="755212" y="4577"/>
                  <a:pt x="758616" y="7404"/>
                  <a:pt x="761441" y="11228"/>
                </a:cubicBezTo>
                <a:cubicBezTo>
                  <a:pt x="764266" y="15052"/>
                  <a:pt x="766443" y="19907"/>
                  <a:pt x="767971" y="25793"/>
                </a:cubicBezTo>
                <a:cubicBezTo>
                  <a:pt x="769499" y="31679"/>
                  <a:pt x="770264" y="38655"/>
                  <a:pt x="770264" y="46719"/>
                </a:cubicBezTo>
                <a:moveTo>
                  <a:pt x="758037" y="47134"/>
                </a:moveTo>
                <a:cubicBezTo>
                  <a:pt x="758037" y="45565"/>
                  <a:pt x="757979" y="44008"/>
                  <a:pt x="757863" y="42464"/>
                </a:cubicBezTo>
                <a:cubicBezTo>
                  <a:pt x="757747" y="40918"/>
                  <a:pt x="757620" y="39407"/>
                  <a:pt x="757481" y="37931"/>
                </a:cubicBezTo>
                <a:lnTo>
                  <a:pt x="719064" y="66414"/>
                </a:lnTo>
                <a:cubicBezTo>
                  <a:pt x="719758" y="68832"/>
                  <a:pt x="720638" y="71065"/>
                  <a:pt x="721703" y="73111"/>
                </a:cubicBezTo>
                <a:cubicBezTo>
                  <a:pt x="722769" y="75158"/>
                  <a:pt x="724054" y="76914"/>
                  <a:pt x="725559" y="78378"/>
                </a:cubicBezTo>
                <a:cubicBezTo>
                  <a:pt x="727064" y="79843"/>
                  <a:pt x="728778" y="80983"/>
                  <a:pt x="730700" y="81797"/>
                </a:cubicBezTo>
                <a:cubicBezTo>
                  <a:pt x="732622" y="82611"/>
                  <a:pt x="734810" y="83018"/>
                  <a:pt x="737265" y="83018"/>
                </a:cubicBezTo>
                <a:cubicBezTo>
                  <a:pt x="740414" y="83018"/>
                  <a:pt x="743274" y="82253"/>
                  <a:pt x="745845" y="80723"/>
                </a:cubicBezTo>
                <a:cubicBezTo>
                  <a:pt x="748415" y="79193"/>
                  <a:pt x="750603" y="76921"/>
                  <a:pt x="752410" y="73908"/>
                </a:cubicBezTo>
                <a:cubicBezTo>
                  <a:pt x="754216" y="70895"/>
                  <a:pt x="755605" y="67151"/>
                  <a:pt x="756578" y="62678"/>
                </a:cubicBezTo>
                <a:cubicBezTo>
                  <a:pt x="757550" y="58203"/>
                  <a:pt x="758037" y="53021"/>
                  <a:pt x="758037" y="47134"/>
                </a:cubicBezTo>
                <a:moveTo>
                  <a:pt x="716493" y="46302"/>
                </a:moveTo>
                <a:cubicBezTo>
                  <a:pt x="716493" y="47732"/>
                  <a:pt x="716505" y="49162"/>
                  <a:pt x="716528" y="50592"/>
                </a:cubicBezTo>
                <a:cubicBezTo>
                  <a:pt x="716551" y="52022"/>
                  <a:pt x="716632" y="53406"/>
                  <a:pt x="716771" y="54743"/>
                </a:cubicBezTo>
                <a:lnTo>
                  <a:pt x="755188" y="26399"/>
                </a:lnTo>
                <a:cubicBezTo>
                  <a:pt x="754494" y="24027"/>
                  <a:pt x="753614" y="21864"/>
                  <a:pt x="752548" y="19910"/>
                </a:cubicBezTo>
                <a:cubicBezTo>
                  <a:pt x="751483" y="17956"/>
                  <a:pt x="750210" y="16270"/>
                  <a:pt x="748728" y="14852"/>
                </a:cubicBezTo>
                <a:cubicBezTo>
                  <a:pt x="747246" y="13433"/>
                  <a:pt x="745555" y="12329"/>
                  <a:pt x="743656" y="11539"/>
                </a:cubicBezTo>
                <a:cubicBezTo>
                  <a:pt x="741757" y="10747"/>
                  <a:pt x="739627" y="10351"/>
                  <a:pt x="737265" y="10351"/>
                </a:cubicBezTo>
                <a:cubicBezTo>
                  <a:pt x="734116" y="10351"/>
                  <a:pt x="731256" y="11116"/>
                  <a:pt x="728685" y="12646"/>
                </a:cubicBezTo>
                <a:cubicBezTo>
                  <a:pt x="726115" y="14176"/>
                  <a:pt x="723927" y="16459"/>
                  <a:pt x="722120" y="19495"/>
                </a:cubicBezTo>
                <a:cubicBezTo>
                  <a:pt x="720314" y="22532"/>
                  <a:pt x="718925" y="26287"/>
                  <a:pt x="717952" y="30760"/>
                </a:cubicBezTo>
                <a:cubicBezTo>
                  <a:pt x="716979" y="35234"/>
                  <a:pt x="716493" y="40415"/>
                  <a:pt x="716493" y="46302"/>
                </a:cubicBezTo>
                <a:close/>
                <a:moveTo>
                  <a:pt x="848516" y="46719"/>
                </a:moveTo>
                <a:cubicBezTo>
                  <a:pt x="848516" y="53672"/>
                  <a:pt x="847821" y="60010"/>
                  <a:pt x="846431" y="65735"/>
                </a:cubicBezTo>
                <a:cubicBezTo>
                  <a:pt x="845042" y="71457"/>
                  <a:pt x="842935" y="76370"/>
                  <a:pt x="840110" y="80473"/>
                </a:cubicBezTo>
                <a:cubicBezTo>
                  <a:pt x="837284" y="84575"/>
                  <a:pt x="833776" y="87749"/>
                  <a:pt x="829585" y="89997"/>
                </a:cubicBezTo>
                <a:cubicBezTo>
                  <a:pt x="825393" y="92245"/>
                  <a:pt x="820473" y="93369"/>
                  <a:pt x="814822" y="93369"/>
                </a:cubicBezTo>
                <a:cubicBezTo>
                  <a:pt x="809959" y="93369"/>
                  <a:pt x="805536" y="92453"/>
                  <a:pt x="801553" y="90622"/>
                </a:cubicBezTo>
                <a:cubicBezTo>
                  <a:pt x="797570" y="88792"/>
                  <a:pt x="794166" y="85976"/>
                  <a:pt x="791341" y="82175"/>
                </a:cubicBezTo>
                <a:cubicBezTo>
                  <a:pt x="788516" y="78375"/>
                  <a:pt x="786339" y="73531"/>
                  <a:pt x="784811" y="67645"/>
                </a:cubicBezTo>
                <a:cubicBezTo>
                  <a:pt x="783283" y="61759"/>
                  <a:pt x="782518" y="54783"/>
                  <a:pt x="782518" y="46719"/>
                </a:cubicBezTo>
                <a:cubicBezTo>
                  <a:pt x="782518" y="39766"/>
                  <a:pt x="783225" y="33417"/>
                  <a:pt x="784637" y="27671"/>
                </a:cubicBezTo>
                <a:cubicBezTo>
                  <a:pt x="786050" y="21924"/>
                  <a:pt x="788157" y="16999"/>
                  <a:pt x="790959" y="12898"/>
                </a:cubicBezTo>
                <a:cubicBezTo>
                  <a:pt x="793761" y="8795"/>
                  <a:pt x="797269" y="5619"/>
                  <a:pt x="801484" y="3372"/>
                </a:cubicBezTo>
                <a:cubicBezTo>
                  <a:pt x="805698" y="1124"/>
                  <a:pt x="810608" y="0"/>
                  <a:pt x="816212" y="0"/>
                </a:cubicBezTo>
                <a:cubicBezTo>
                  <a:pt x="821075" y="0"/>
                  <a:pt x="825498" y="915"/>
                  <a:pt x="829481" y="2746"/>
                </a:cubicBezTo>
                <a:cubicBezTo>
                  <a:pt x="833464" y="4577"/>
                  <a:pt x="836868" y="7404"/>
                  <a:pt x="839693" y="11228"/>
                </a:cubicBezTo>
                <a:cubicBezTo>
                  <a:pt x="842518" y="15052"/>
                  <a:pt x="844695" y="19907"/>
                  <a:pt x="846223" y="25793"/>
                </a:cubicBezTo>
                <a:cubicBezTo>
                  <a:pt x="847751" y="31679"/>
                  <a:pt x="848516" y="38655"/>
                  <a:pt x="848516" y="46719"/>
                </a:cubicBezTo>
                <a:moveTo>
                  <a:pt x="836289" y="47134"/>
                </a:moveTo>
                <a:cubicBezTo>
                  <a:pt x="836289" y="45565"/>
                  <a:pt x="836231" y="44008"/>
                  <a:pt x="836115" y="42464"/>
                </a:cubicBezTo>
                <a:cubicBezTo>
                  <a:pt x="835999" y="40918"/>
                  <a:pt x="835872" y="39407"/>
                  <a:pt x="835733" y="37931"/>
                </a:cubicBezTo>
                <a:lnTo>
                  <a:pt x="797316" y="66414"/>
                </a:lnTo>
                <a:cubicBezTo>
                  <a:pt x="798010" y="68832"/>
                  <a:pt x="798890" y="71065"/>
                  <a:pt x="799956" y="73111"/>
                </a:cubicBezTo>
                <a:cubicBezTo>
                  <a:pt x="801021" y="75158"/>
                  <a:pt x="802306" y="76914"/>
                  <a:pt x="803811" y="78378"/>
                </a:cubicBezTo>
                <a:cubicBezTo>
                  <a:pt x="805316" y="79843"/>
                  <a:pt x="807030" y="80983"/>
                  <a:pt x="808952" y="81797"/>
                </a:cubicBezTo>
                <a:cubicBezTo>
                  <a:pt x="810874" y="82611"/>
                  <a:pt x="813062" y="83018"/>
                  <a:pt x="815517" y="83018"/>
                </a:cubicBezTo>
                <a:cubicBezTo>
                  <a:pt x="818666" y="83018"/>
                  <a:pt x="821526" y="82253"/>
                  <a:pt x="824097" y="80723"/>
                </a:cubicBezTo>
                <a:cubicBezTo>
                  <a:pt x="826667" y="79193"/>
                  <a:pt x="828855" y="76921"/>
                  <a:pt x="830662" y="73908"/>
                </a:cubicBezTo>
                <a:cubicBezTo>
                  <a:pt x="832468" y="70895"/>
                  <a:pt x="833857" y="67151"/>
                  <a:pt x="834830" y="62678"/>
                </a:cubicBezTo>
                <a:cubicBezTo>
                  <a:pt x="835802" y="58203"/>
                  <a:pt x="836289" y="53021"/>
                  <a:pt x="836289" y="47134"/>
                </a:cubicBezTo>
                <a:moveTo>
                  <a:pt x="794745" y="46302"/>
                </a:moveTo>
                <a:cubicBezTo>
                  <a:pt x="794745" y="47732"/>
                  <a:pt x="794757" y="49162"/>
                  <a:pt x="794780" y="50592"/>
                </a:cubicBezTo>
                <a:cubicBezTo>
                  <a:pt x="794803" y="52022"/>
                  <a:pt x="794884" y="53406"/>
                  <a:pt x="795023" y="54743"/>
                </a:cubicBezTo>
                <a:lnTo>
                  <a:pt x="833440" y="26399"/>
                </a:lnTo>
                <a:cubicBezTo>
                  <a:pt x="832746" y="24027"/>
                  <a:pt x="831866" y="21864"/>
                  <a:pt x="830801" y="19910"/>
                </a:cubicBezTo>
                <a:cubicBezTo>
                  <a:pt x="829735" y="17956"/>
                  <a:pt x="828462" y="16270"/>
                  <a:pt x="826980" y="14852"/>
                </a:cubicBezTo>
                <a:cubicBezTo>
                  <a:pt x="825498" y="13433"/>
                  <a:pt x="823807" y="12329"/>
                  <a:pt x="821908" y="11539"/>
                </a:cubicBezTo>
                <a:cubicBezTo>
                  <a:pt x="820009" y="10747"/>
                  <a:pt x="817879" y="10351"/>
                  <a:pt x="815517" y="10351"/>
                </a:cubicBezTo>
                <a:cubicBezTo>
                  <a:pt x="812368" y="10351"/>
                  <a:pt x="809508" y="11116"/>
                  <a:pt x="806937" y="12646"/>
                </a:cubicBezTo>
                <a:cubicBezTo>
                  <a:pt x="804367" y="14176"/>
                  <a:pt x="802179" y="16459"/>
                  <a:pt x="800372" y="19495"/>
                </a:cubicBezTo>
                <a:cubicBezTo>
                  <a:pt x="798566" y="22532"/>
                  <a:pt x="797177" y="26287"/>
                  <a:pt x="796204" y="30760"/>
                </a:cubicBezTo>
                <a:cubicBezTo>
                  <a:pt x="795232" y="35234"/>
                  <a:pt x="794745" y="40415"/>
                  <a:pt x="794745" y="46302"/>
                </a:cubicBezTo>
                <a:close/>
                <a:moveTo>
                  <a:pt x="926767" y="46719"/>
                </a:moveTo>
                <a:cubicBezTo>
                  <a:pt x="926767" y="53672"/>
                  <a:pt x="926072" y="60010"/>
                  <a:pt x="924683" y="65735"/>
                </a:cubicBezTo>
                <a:cubicBezTo>
                  <a:pt x="923294" y="71457"/>
                  <a:pt x="921186" y="76370"/>
                  <a:pt x="918361" y="80473"/>
                </a:cubicBezTo>
                <a:cubicBezTo>
                  <a:pt x="915536" y="84575"/>
                  <a:pt x="912028" y="87749"/>
                  <a:pt x="907836" y="89997"/>
                </a:cubicBezTo>
                <a:cubicBezTo>
                  <a:pt x="903645" y="92245"/>
                  <a:pt x="898724" y="93369"/>
                  <a:pt x="893074" y="93369"/>
                </a:cubicBezTo>
                <a:cubicBezTo>
                  <a:pt x="888211" y="93369"/>
                  <a:pt x="883788" y="92453"/>
                  <a:pt x="879805" y="90622"/>
                </a:cubicBezTo>
                <a:cubicBezTo>
                  <a:pt x="875822" y="88792"/>
                  <a:pt x="872418" y="85976"/>
                  <a:pt x="869593" y="82175"/>
                </a:cubicBezTo>
                <a:cubicBezTo>
                  <a:pt x="866768" y="78375"/>
                  <a:pt x="864591" y="73531"/>
                  <a:pt x="863062" y="67645"/>
                </a:cubicBezTo>
                <a:cubicBezTo>
                  <a:pt x="861534" y="61759"/>
                  <a:pt x="860770" y="54783"/>
                  <a:pt x="860770" y="46719"/>
                </a:cubicBezTo>
                <a:cubicBezTo>
                  <a:pt x="860770" y="39766"/>
                  <a:pt x="861476" y="33417"/>
                  <a:pt x="862889" y="27671"/>
                </a:cubicBezTo>
                <a:cubicBezTo>
                  <a:pt x="864301" y="21924"/>
                  <a:pt x="866409" y="16999"/>
                  <a:pt x="869211" y="12898"/>
                </a:cubicBezTo>
                <a:cubicBezTo>
                  <a:pt x="872013" y="8795"/>
                  <a:pt x="875521" y="5619"/>
                  <a:pt x="879735" y="3372"/>
                </a:cubicBezTo>
                <a:cubicBezTo>
                  <a:pt x="883950" y="1124"/>
                  <a:pt x="888859" y="0"/>
                  <a:pt x="894463" y="0"/>
                </a:cubicBezTo>
                <a:cubicBezTo>
                  <a:pt x="899326" y="0"/>
                  <a:pt x="903749" y="915"/>
                  <a:pt x="907732" y="2746"/>
                </a:cubicBezTo>
                <a:cubicBezTo>
                  <a:pt x="911715" y="4577"/>
                  <a:pt x="915119" y="7404"/>
                  <a:pt x="917944" y="11228"/>
                </a:cubicBezTo>
                <a:cubicBezTo>
                  <a:pt x="920769" y="15052"/>
                  <a:pt x="922946" y="19907"/>
                  <a:pt x="924475" y="25793"/>
                </a:cubicBezTo>
                <a:cubicBezTo>
                  <a:pt x="926003" y="31679"/>
                  <a:pt x="926767" y="38655"/>
                  <a:pt x="926767" y="46719"/>
                </a:cubicBezTo>
                <a:moveTo>
                  <a:pt x="914540" y="47134"/>
                </a:moveTo>
                <a:cubicBezTo>
                  <a:pt x="914540" y="45565"/>
                  <a:pt x="914482" y="44008"/>
                  <a:pt x="914367" y="42464"/>
                </a:cubicBezTo>
                <a:cubicBezTo>
                  <a:pt x="914251" y="40918"/>
                  <a:pt x="914123" y="39407"/>
                  <a:pt x="913985" y="37931"/>
                </a:cubicBezTo>
                <a:lnTo>
                  <a:pt x="875567" y="66414"/>
                </a:lnTo>
                <a:cubicBezTo>
                  <a:pt x="876262" y="68832"/>
                  <a:pt x="877142" y="71065"/>
                  <a:pt x="878207" y="73111"/>
                </a:cubicBezTo>
                <a:cubicBezTo>
                  <a:pt x="879272" y="75158"/>
                  <a:pt x="880558" y="76914"/>
                  <a:pt x="882063" y="78378"/>
                </a:cubicBezTo>
                <a:cubicBezTo>
                  <a:pt x="883568" y="79843"/>
                  <a:pt x="885282" y="80983"/>
                  <a:pt x="887204" y="81797"/>
                </a:cubicBezTo>
                <a:cubicBezTo>
                  <a:pt x="889126" y="82611"/>
                  <a:pt x="891314" y="83018"/>
                  <a:pt x="893769" y="83018"/>
                </a:cubicBezTo>
                <a:cubicBezTo>
                  <a:pt x="896918" y="83018"/>
                  <a:pt x="899778" y="82253"/>
                  <a:pt x="902348" y="80723"/>
                </a:cubicBezTo>
                <a:cubicBezTo>
                  <a:pt x="904919" y="79193"/>
                  <a:pt x="907107" y="76921"/>
                  <a:pt x="908913" y="73908"/>
                </a:cubicBezTo>
                <a:cubicBezTo>
                  <a:pt x="910719" y="70895"/>
                  <a:pt x="912109" y="67151"/>
                  <a:pt x="913081" y="62678"/>
                </a:cubicBezTo>
                <a:cubicBezTo>
                  <a:pt x="914054" y="58203"/>
                  <a:pt x="914540" y="53021"/>
                  <a:pt x="914540" y="47134"/>
                </a:cubicBezTo>
                <a:moveTo>
                  <a:pt x="872997" y="46302"/>
                </a:moveTo>
                <a:cubicBezTo>
                  <a:pt x="872997" y="47732"/>
                  <a:pt x="873008" y="49162"/>
                  <a:pt x="873032" y="50592"/>
                </a:cubicBezTo>
                <a:cubicBezTo>
                  <a:pt x="873055" y="52022"/>
                  <a:pt x="873136" y="53406"/>
                  <a:pt x="873275" y="54743"/>
                </a:cubicBezTo>
                <a:lnTo>
                  <a:pt x="911692" y="26399"/>
                </a:lnTo>
                <a:cubicBezTo>
                  <a:pt x="910997" y="24027"/>
                  <a:pt x="910117" y="21864"/>
                  <a:pt x="909052" y="19910"/>
                </a:cubicBezTo>
                <a:cubicBezTo>
                  <a:pt x="907987" y="17956"/>
                  <a:pt x="906713" y="16270"/>
                  <a:pt x="905231" y="14852"/>
                </a:cubicBezTo>
                <a:cubicBezTo>
                  <a:pt x="903749" y="13433"/>
                  <a:pt x="902059" y="12329"/>
                  <a:pt x="900160" y="11539"/>
                </a:cubicBezTo>
                <a:cubicBezTo>
                  <a:pt x="898261" y="10747"/>
                  <a:pt x="896131" y="10351"/>
                  <a:pt x="893769" y="10351"/>
                </a:cubicBezTo>
                <a:cubicBezTo>
                  <a:pt x="890619" y="10351"/>
                  <a:pt x="887759" y="11116"/>
                  <a:pt x="885189" y="12646"/>
                </a:cubicBezTo>
                <a:cubicBezTo>
                  <a:pt x="882618" y="14176"/>
                  <a:pt x="880430" y="16459"/>
                  <a:pt x="878624" y="19495"/>
                </a:cubicBezTo>
                <a:cubicBezTo>
                  <a:pt x="876818" y="22532"/>
                  <a:pt x="875428" y="26287"/>
                  <a:pt x="874456" y="30760"/>
                </a:cubicBezTo>
                <a:cubicBezTo>
                  <a:pt x="873483" y="35234"/>
                  <a:pt x="872997" y="40415"/>
                  <a:pt x="872997" y="46302"/>
                </a:cubicBezTo>
                <a:close/>
                <a:moveTo>
                  <a:pt x="1005019" y="46719"/>
                </a:moveTo>
                <a:cubicBezTo>
                  <a:pt x="1005019" y="53672"/>
                  <a:pt x="1004324" y="60010"/>
                  <a:pt x="1002935" y="65735"/>
                </a:cubicBezTo>
                <a:cubicBezTo>
                  <a:pt x="1001546" y="71457"/>
                  <a:pt x="999438" y="76370"/>
                  <a:pt x="996613" y="80473"/>
                </a:cubicBezTo>
                <a:cubicBezTo>
                  <a:pt x="993788" y="84575"/>
                  <a:pt x="990280" y="87749"/>
                  <a:pt x="986088" y="89997"/>
                </a:cubicBezTo>
                <a:cubicBezTo>
                  <a:pt x="981897" y="92245"/>
                  <a:pt x="976976" y="93369"/>
                  <a:pt x="971326" y="93369"/>
                </a:cubicBezTo>
                <a:cubicBezTo>
                  <a:pt x="966463" y="93369"/>
                  <a:pt x="962040" y="92453"/>
                  <a:pt x="958057" y="90622"/>
                </a:cubicBezTo>
                <a:cubicBezTo>
                  <a:pt x="954074" y="88792"/>
                  <a:pt x="950670" y="85976"/>
                  <a:pt x="947845" y="82175"/>
                </a:cubicBezTo>
                <a:cubicBezTo>
                  <a:pt x="945020" y="78375"/>
                  <a:pt x="942843" y="73531"/>
                  <a:pt x="941315" y="67645"/>
                </a:cubicBezTo>
                <a:cubicBezTo>
                  <a:pt x="939786" y="61759"/>
                  <a:pt x="939022" y="54783"/>
                  <a:pt x="939022" y="46719"/>
                </a:cubicBezTo>
                <a:cubicBezTo>
                  <a:pt x="939022" y="39766"/>
                  <a:pt x="939728" y="33417"/>
                  <a:pt x="941141" y="27671"/>
                </a:cubicBezTo>
                <a:cubicBezTo>
                  <a:pt x="942553" y="21924"/>
                  <a:pt x="944661" y="16999"/>
                  <a:pt x="947463" y="12898"/>
                </a:cubicBezTo>
                <a:cubicBezTo>
                  <a:pt x="950265" y="8795"/>
                  <a:pt x="953773" y="5619"/>
                  <a:pt x="957987" y="3372"/>
                </a:cubicBezTo>
                <a:cubicBezTo>
                  <a:pt x="962202" y="1124"/>
                  <a:pt x="967111" y="0"/>
                  <a:pt x="972715" y="0"/>
                </a:cubicBezTo>
                <a:cubicBezTo>
                  <a:pt x="977578" y="0"/>
                  <a:pt x="982001" y="915"/>
                  <a:pt x="985984" y="2746"/>
                </a:cubicBezTo>
                <a:cubicBezTo>
                  <a:pt x="989967" y="4577"/>
                  <a:pt x="993371" y="7404"/>
                  <a:pt x="996196" y="11228"/>
                </a:cubicBezTo>
                <a:cubicBezTo>
                  <a:pt x="999022" y="15052"/>
                  <a:pt x="1001198" y="19907"/>
                  <a:pt x="1002727" y="25793"/>
                </a:cubicBezTo>
                <a:cubicBezTo>
                  <a:pt x="1004255" y="31679"/>
                  <a:pt x="1005019" y="38655"/>
                  <a:pt x="1005019" y="46719"/>
                </a:cubicBezTo>
                <a:moveTo>
                  <a:pt x="992792" y="47134"/>
                </a:moveTo>
                <a:cubicBezTo>
                  <a:pt x="992792" y="45565"/>
                  <a:pt x="992734" y="44008"/>
                  <a:pt x="992619" y="42464"/>
                </a:cubicBezTo>
                <a:cubicBezTo>
                  <a:pt x="992503" y="40918"/>
                  <a:pt x="992376" y="39407"/>
                  <a:pt x="992237" y="37931"/>
                </a:cubicBezTo>
                <a:lnTo>
                  <a:pt x="953819" y="66414"/>
                </a:lnTo>
                <a:cubicBezTo>
                  <a:pt x="954514" y="68832"/>
                  <a:pt x="955394" y="71065"/>
                  <a:pt x="956459" y="73111"/>
                </a:cubicBezTo>
                <a:cubicBezTo>
                  <a:pt x="957524" y="75158"/>
                  <a:pt x="958810" y="76914"/>
                  <a:pt x="960315" y="78378"/>
                </a:cubicBezTo>
                <a:cubicBezTo>
                  <a:pt x="961820" y="79843"/>
                  <a:pt x="963534" y="80983"/>
                  <a:pt x="965456" y="81797"/>
                </a:cubicBezTo>
                <a:cubicBezTo>
                  <a:pt x="967378" y="82611"/>
                  <a:pt x="969566" y="83018"/>
                  <a:pt x="972021" y="83018"/>
                </a:cubicBezTo>
                <a:cubicBezTo>
                  <a:pt x="975170" y="83018"/>
                  <a:pt x="978030" y="82253"/>
                  <a:pt x="980600" y="80723"/>
                </a:cubicBezTo>
                <a:cubicBezTo>
                  <a:pt x="983171" y="79193"/>
                  <a:pt x="985359" y="76921"/>
                  <a:pt x="987165" y="73908"/>
                </a:cubicBezTo>
                <a:cubicBezTo>
                  <a:pt x="988971" y="70895"/>
                  <a:pt x="990361" y="67151"/>
                  <a:pt x="991333" y="62678"/>
                </a:cubicBezTo>
                <a:cubicBezTo>
                  <a:pt x="992306" y="58203"/>
                  <a:pt x="992792" y="53021"/>
                  <a:pt x="992792" y="47134"/>
                </a:cubicBezTo>
                <a:moveTo>
                  <a:pt x="951249" y="46302"/>
                </a:moveTo>
                <a:cubicBezTo>
                  <a:pt x="951249" y="47732"/>
                  <a:pt x="951260" y="49162"/>
                  <a:pt x="951284" y="50592"/>
                </a:cubicBezTo>
                <a:cubicBezTo>
                  <a:pt x="951307" y="52022"/>
                  <a:pt x="951388" y="53406"/>
                  <a:pt x="951527" y="54743"/>
                </a:cubicBezTo>
                <a:lnTo>
                  <a:pt x="989944" y="26399"/>
                </a:lnTo>
                <a:cubicBezTo>
                  <a:pt x="989249" y="24027"/>
                  <a:pt x="988369" y="21864"/>
                  <a:pt x="987304" y="19910"/>
                </a:cubicBezTo>
                <a:cubicBezTo>
                  <a:pt x="986239" y="17956"/>
                  <a:pt x="984965" y="16270"/>
                  <a:pt x="983483" y="14852"/>
                </a:cubicBezTo>
                <a:cubicBezTo>
                  <a:pt x="982001" y="13433"/>
                  <a:pt x="980311" y="12329"/>
                  <a:pt x="978412" y="11539"/>
                </a:cubicBezTo>
                <a:cubicBezTo>
                  <a:pt x="976513" y="10747"/>
                  <a:pt x="974383" y="10351"/>
                  <a:pt x="972021" y="10351"/>
                </a:cubicBezTo>
                <a:cubicBezTo>
                  <a:pt x="968871" y="10351"/>
                  <a:pt x="966011" y="11116"/>
                  <a:pt x="963441" y="12646"/>
                </a:cubicBezTo>
                <a:cubicBezTo>
                  <a:pt x="960871" y="14176"/>
                  <a:pt x="958682" y="16459"/>
                  <a:pt x="956876" y="19495"/>
                </a:cubicBezTo>
                <a:cubicBezTo>
                  <a:pt x="955070" y="22532"/>
                  <a:pt x="953680" y="26287"/>
                  <a:pt x="952708" y="30760"/>
                </a:cubicBezTo>
                <a:cubicBezTo>
                  <a:pt x="951735" y="35234"/>
                  <a:pt x="951249" y="40415"/>
                  <a:pt x="951249" y="463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0x10004000000">
            <a:extLst xmlns:a="http://schemas.openxmlformats.org/drawingml/2006/main">
              <a:ext uri="{FF2B5EF4-FFF2-40B4-BE49-F238E27FC236}">
                <a16:creationId xmlns:a16="http://schemas.microsoft.com/office/drawing/2014/main" id="{9DF5867F-C933-4B60-9D6F-A2812C71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26" y="5593680"/>
            <a:ext cx="1005019" cy="93369"/>
          </a:xfrm>
          <a:custGeom xmlns:a="http://schemas.openxmlformats.org/drawingml/2006/main">
            <a:pathLst>
              <a:path w="1005019" h="93369">
                <a:moveTo>
                  <a:pt x="65997" y="46719"/>
                </a:moveTo>
                <a:cubicBezTo>
                  <a:pt x="65997" y="53672"/>
                  <a:pt x="65302" y="60010"/>
                  <a:pt x="63913" y="65735"/>
                </a:cubicBezTo>
                <a:cubicBezTo>
                  <a:pt x="62524" y="71457"/>
                  <a:pt x="60416" y="76370"/>
                  <a:pt x="57591" y="80473"/>
                </a:cubicBezTo>
                <a:cubicBezTo>
                  <a:pt x="54766" y="84575"/>
                  <a:pt x="51258" y="87749"/>
                  <a:pt x="47066" y="89997"/>
                </a:cubicBezTo>
                <a:cubicBezTo>
                  <a:pt x="42875" y="92245"/>
                  <a:pt x="37954" y="93369"/>
                  <a:pt x="32304" y="93369"/>
                </a:cubicBezTo>
                <a:cubicBezTo>
                  <a:pt x="27441" y="93369"/>
                  <a:pt x="23018" y="92453"/>
                  <a:pt x="19035" y="90622"/>
                </a:cubicBezTo>
                <a:cubicBezTo>
                  <a:pt x="15052" y="88792"/>
                  <a:pt x="11648" y="85976"/>
                  <a:pt x="8823" y="82175"/>
                </a:cubicBezTo>
                <a:cubicBezTo>
                  <a:pt x="5998" y="78375"/>
                  <a:pt x="3821" y="73531"/>
                  <a:pt x="2293" y="67645"/>
                </a:cubicBezTo>
                <a:cubicBezTo>
                  <a:pt x="764" y="61759"/>
                  <a:pt x="0" y="54783"/>
                  <a:pt x="0" y="46719"/>
                </a:cubicBezTo>
                <a:cubicBezTo>
                  <a:pt x="0" y="39766"/>
                  <a:pt x="706" y="33417"/>
                  <a:pt x="2119" y="27671"/>
                </a:cubicBezTo>
                <a:cubicBezTo>
                  <a:pt x="3531" y="21924"/>
                  <a:pt x="5639" y="16999"/>
                  <a:pt x="8441" y="12898"/>
                </a:cubicBezTo>
                <a:cubicBezTo>
                  <a:pt x="11243" y="8795"/>
                  <a:pt x="14751" y="5619"/>
                  <a:pt x="18966" y="3372"/>
                </a:cubicBezTo>
                <a:cubicBezTo>
                  <a:pt x="23180" y="1124"/>
                  <a:pt x="28089" y="0"/>
                  <a:pt x="33693" y="0"/>
                </a:cubicBezTo>
                <a:cubicBezTo>
                  <a:pt x="38556" y="0"/>
                  <a:pt x="42979" y="915"/>
                  <a:pt x="46962" y="2746"/>
                </a:cubicBezTo>
                <a:cubicBezTo>
                  <a:pt x="50945" y="4577"/>
                  <a:pt x="54349" y="7404"/>
                  <a:pt x="57174" y="11228"/>
                </a:cubicBezTo>
                <a:cubicBezTo>
                  <a:pt x="60000" y="15052"/>
                  <a:pt x="62176" y="19907"/>
                  <a:pt x="63705" y="25793"/>
                </a:cubicBezTo>
                <a:cubicBezTo>
                  <a:pt x="65233" y="31679"/>
                  <a:pt x="65997" y="38655"/>
                  <a:pt x="65997" y="46719"/>
                </a:cubicBezTo>
                <a:moveTo>
                  <a:pt x="53770" y="47134"/>
                </a:moveTo>
                <a:cubicBezTo>
                  <a:pt x="53770" y="45565"/>
                  <a:pt x="53712" y="44008"/>
                  <a:pt x="53597" y="42464"/>
                </a:cubicBezTo>
                <a:cubicBezTo>
                  <a:pt x="53481" y="40918"/>
                  <a:pt x="53354" y="39407"/>
                  <a:pt x="53215" y="37931"/>
                </a:cubicBezTo>
                <a:lnTo>
                  <a:pt x="14797" y="66414"/>
                </a:lnTo>
                <a:cubicBezTo>
                  <a:pt x="15492" y="68832"/>
                  <a:pt x="16372" y="71065"/>
                  <a:pt x="17437" y="73111"/>
                </a:cubicBezTo>
                <a:cubicBezTo>
                  <a:pt x="18502" y="75158"/>
                  <a:pt x="19788" y="76914"/>
                  <a:pt x="21293" y="78378"/>
                </a:cubicBezTo>
                <a:cubicBezTo>
                  <a:pt x="22798" y="79843"/>
                  <a:pt x="24512" y="80983"/>
                  <a:pt x="26434" y="81797"/>
                </a:cubicBezTo>
                <a:cubicBezTo>
                  <a:pt x="28356" y="82611"/>
                  <a:pt x="30544" y="83018"/>
                  <a:pt x="32999" y="83018"/>
                </a:cubicBezTo>
                <a:cubicBezTo>
                  <a:pt x="36148" y="83018"/>
                  <a:pt x="39008" y="82253"/>
                  <a:pt x="41578" y="80723"/>
                </a:cubicBezTo>
                <a:cubicBezTo>
                  <a:pt x="44149" y="79193"/>
                  <a:pt x="46337" y="76921"/>
                  <a:pt x="48143" y="73908"/>
                </a:cubicBezTo>
                <a:cubicBezTo>
                  <a:pt x="49949" y="70895"/>
                  <a:pt x="51339" y="67151"/>
                  <a:pt x="52311" y="62678"/>
                </a:cubicBezTo>
                <a:cubicBezTo>
                  <a:pt x="53284" y="58203"/>
                  <a:pt x="53770" y="53021"/>
                  <a:pt x="53770" y="47134"/>
                </a:cubicBezTo>
                <a:moveTo>
                  <a:pt x="12227" y="46302"/>
                </a:moveTo>
                <a:cubicBezTo>
                  <a:pt x="12227" y="47732"/>
                  <a:pt x="12238" y="49162"/>
                  <a:pt x="12262" y="50592"/>
                </a:cubicBezTo>
                <a:cubicBezTo>
                  <a:pt x="12285" y="52022"/>
                  <a:pt x="12366" y="53406"/>
                  <a:pt x="12505" y="54743"/>
                </a:cubicBezTo>
                <a:lnTo>
                  <a:pt x="50922" y="26399"/>
                </a:lnTo>
                <a:cubicBezTo>
                  <a:pt x="50227" y="24027"/>
                  <a:pt x="49347" y="21864"/>
                  <a:pt x="48282" y="19910"/>
                </a:cubicBezTo>
                <a:cubicBezTo>
                  <a:pt x="47217" y="17956"/>
                  <a:pt x="45943" y="16270"/>
                  <a:pt x="44461" y="14852"/>
                </a:cubicBezTo>
                <a:cubicBezTo>
                  <a:pt x="42979" y="13433"/>
                  <a:pt x="41289" y="12329"/>
                  <a:pt x="39390" y="11539"/>
                </a:cubicBezTo>
                <a:cubicBezTo>
                  <a:pt x="37491" y="10747"/>
                  <a:pt x="35361" y="10351"/>
                  <a:pt x="32999" y="10351"/>
                </a:cubicBezTo>
                <a:cubicBezTo>
                  <a:pt x="29849" y="10351"/>
                  <a:pt x="26989" y="11116"/>
                  <a:pt x="24419" y="12646"/>
                </a:cubicBezTo>
                <a:cubicBezTo>
                  <a:pt x="21849" y="14176"/>
                  <a:pt x="19660" y="16459"/>
                  <a:pt x="17854" y="19495"/>
                </a:cubicBezTo>
                <a:cubicBezTo>
                  <a:pt x="16048" y="22532"/>
                  <a:pt x="14658" y="26287"/>
                  <a:pt x="13686" y="30760"/>
                </a:cubicBezTo>
                <a:cubicBezTo>
                  <a:pt x="12713" y="35234"/>
                  <a:pt x="12227" y="40415"/>
                  <a:pt x="12227" y="46302"/>
                </a:cubicBezTo>
                <a:close/>
                <a:moveTo>
                  <a:pt x="146125" y="92118"/>
                </a:moveTo>
                <a:lnTo>
                  <a:pt x="130077" y="92118"/>
                </a:lnTo>
                <a:lnTo>
                  <a:pt x="111250" y="65511"/>
                </a:lnTo>
                <a:lnTo>
                  <a:pt x="92632" y="92118"/>
                </a:lnTo>
                <a:lnTo>
                  <a:pt x="77001" y="92118"/>
                </a:lnTo>
                <a:lnTo>
                  <a:pt x="104025" y="57105"/>
                </a:lnTo>
                <a:lnTo>
                  <a:pt x="78252" y="22370"/>
                </a:lnTo>
                <a:lnTo>
                  <a:pt x="93744" y="22370"/>
                </a:lnTo>
                <a:lnTo>
                  <a:pt x="112084" y="49185"/>
                </a:lnTo>
                <a:lnTo>
                  <a:pt x="130077" y="22370"/>
                </a:lnTo>
                <a:lnTo>
                  <a:pt x="145013" y="22370"/>
                </a:lnTo>
                <a:lnTo>
                  <a:pt x="118823" y="57383"/>
                </a:lnTo>
                <a:lnTo>
                  <a:pt x="146125" y="92118"/>
                </a:lnTo>
                <a:close/>
                <a:moveTo>
                  <a:pt x="219653" y="92118"/>
                </a:moveTo>
                <a:lnTo>
                  <a:pt x="162617" y="92118"/>
                </a:lnTo>
                <a:lnTo>
                  <a:pt x="162617" y="80864"/>
                </a:lnTo>
                <a:lnTo>
                  <a:pt x="185959" y="80864"/>
                </a:lnTo>
                <a:lnTo>
                  <a:pt x="185959" y="14519"/>
                </a:lnTo>
                <a:lnTo>
                  <a:pt x="164215" y="26399"/>
                </a:lnTo>
                <a:lnTo>
                  <a:pt x="159769" y="16117"/>
                </a:lnTo>
                <a:lnTo>
                  <a:pt x="188669" y="834"/>
                </a:lnTo>
                <a:lnTo>
                  <a:pt x="199367" y="834"/>
                </a:lnTo>
                <a:lnTo>
                  <a:pt x="199367" y="80864"/>
                </a:lnTo>
                <a:lnTo>
                  <a:pt x="219653" y="80864"/>
                </a:lnTo>
                <a:lnTo>
                  <a:pt x="219653" y="92118"/>
                </a:lnTo>
                <a:close/>
                <a:moveTo>
                  <a:pt x="300753" y="46719"/>
                </a:moveTo>
                <a:cubicBezTo>
                  <a:pt x="300753" y="53672"/>
                  <a:pt x="300058" y="60010"/>
                  <a:pt x="298669" y="65735"/>
                </a:cubicBezTo>
                <a:cubicBezTo>
                  <a:pt x="297279" y="71457"/>
                  <a:pt x="295172" y="76370"/>
                  <a:pt x="292347" y="80473"/>
                </a:cubicBezTo>
                <a:cubicBezTo>
                  <a:pt x="289522" y="84575"/>
                  <a:pt x="286013" y="87749"/>
                  <a:pt x="281822" y="89997"/>
                </a:cubicBezTo>
                <a:cubicBezTo>
                  <a:pt x="277631" y="92245"/>
                  <a:pt x="272710" y="93369"/>
                  <a:pt x="267059" y="93369"/>
                </a:cubicBezTo>
                <a:cubicBezTo>
                  <a:pt x="262196" y="93369"/>
                  <a:pt x="257773" y="92453"/>
                  <a:pt x="253790" y="90622"/>
                </a:cubicBezTo>
                <a:cubicBezTo>
                  <a:pt x="249808" y="88792"/>
                  <a:pt x="246403" y="85976"/>
                  <a:pt x="243578" y="82175"/>
                </a:cubicBezTo>
                <a:cubicBezTo>
                  <a:pt x="240753" y="78375"/>
                  <a:pt x="238576" y="73531"/>
                  <a:pt x="237048" y="67645"/>
                </a:cubicBezTo>
                <a:cubicBezTo>
                  <a:pt x="235520" y="61759"/>
                  <a:pt x="234756" y="54783"/>
                  <a:pt x="234756" y="46719"/>
                </a:cubicBezTo>
                <a:cubicBezTo>
                  <a:pt x="234756" y="39766"/>
                  <a:pt x="235462" y="33417"/>
                  <a:pt x="236874" y="27671"/>
                </a:cubicBezTo>
                <a:cubicBezTo>
                  <a:pt x="238287" y="21924"/>
                  <a:pt x="240394" y="16999"/>
                  <a:pt x="243196" y="12898"/>
                </a:cubicBezTo>
                <a:cubicBezTo>
                  <a:pt x="245998" y="8795"/>
                  <a:pt x="249506" y="5619"/>
                  <a:pt x="253721" y="3372"/>
                </a:cubicBezTo>
                <a:cubicBezTo>
                  <a:pt x="257936" y="1124"/>
                  <a:pt x="262845" y="0"/>
                  <a:pt x="268449" y="0"/>
                </a:cubicBezTo>
                <a:cubicBezTo>
                  <a:pt x="273312" y="0"/>
                  <a:pt x="277735" y="915"/>
                  <a:pt x="281718" y="2746"/>
                </a:cubicBezTo>
                <a:cubicBezTo>
                  <a:pt x="285701" y="4577"/>
                  <a:pt x="289105" y="7404"/>
                  <a:pt x="291930" y="11228"/>
                </a:cubicBezTo>
                <a:cubicBezTo>
                  <a:pt x="294755" y="15052"/>
                  <a:pt x="296932" y="19907"/>
                  <a:pt x="298460" y="25793"/>
                </a:cubicBezTo>
                <a:cubicBezTo>
                  <a:pt x="299989" y="31679"/>
                  <a:pt x="300753" y="38655"/>
                  <a:pt x="300753" y="46719"/>
                </a:cubicBezTo>
                <a:moveTo>
                  <a:pt x="288526" y="47134"/>
                </a:moveTo>
                <a:cubicBezTo>
                  <a:pt x="288526" y="45565"/>
                  <a:pt x="288468" y="44008"/>
                  <a:pt x="288352" y="42464"/>
                </a:cubicBezTo>
                <a:cubicBezTo>
                  <a:pt x="288236" y="40918"/>
                  <a:pt x="288109" y="39407"/>
                  <a:pt x="287970" y="37931"/>
                </a:cubicBezTo>
                <a:lnTo>
                  <a:pt x="249553" y="66414"/>
                </a:lnTo>
                <a:cubicBezTo>
                  <a:pt x="250247" y="68832"/>
                  <a:pt x="251127" y="71065"/>
                  <a:pt x="252193" y="73111"/>
                </a:cubicBezTo>
                <a:cubicBezTo>
                  <a:pt x="253258" y="75158"/>
                  <a:pt x="254543" y="76914"/>
                  <a:pt x="256048" y="78378"/>
                </a:cubicBezTo>
                <a:cubicBezTo>
                  <a:pt x="257553" y="79843"/>
                  <a:pt x="259267" y="80983"/>
                  <a:pt x="261189" y="81797"/>
                </a:cubicBezTo>
                <a:cubicBezTo>
                  <a:pt x="263111" y="82611"/>
                  <a:pt x="265299" y="83018"/>
                  <a:pt x="267754" y="83018"/>
                </a:cubicBezTo>
                <a:cubicBezTo>
                  <a:pt x="270903" y="83018"/>
                  <a:pt x="273763" y="82253"/>
                  <a:pt x="276334" y="80723"/>
                </a:cubicBezTo>
                <a:cubicBezTo>
                  <a:pt x="278904" y="79193"/>
                  <a:pt x="281092" y="76921"/>
                  <a:pt x="282899" y="73908"/>
                </a:cubicBezTo>
                <a:cubicBezTo>
                  <a:pt x="284705" y="70895"/>
                  <a:pt x="286094" y="67151"/>
                  <a:pt x="287067" y="62678"/>
                </a:cubicBezTo>
                <a:cubicBezTo>
                  <a:pt x="288040" y="58203"/>
                  <a:pt x="288526" y="53021"/>
                  <a:pt x="288526" y="47134"/>
                </a:cubicBezTo>
                <a:moveTo>
                  <a:pt x="246982" y="46302"/>
                </a:moveTo>
                <a:cubicBezTo>
                  <a:pt x="246982" y="47732"/>
                  <a:pt x="246994" y="49162"/>
                  <a:pt x="247017" y="50592"/>
                </a:cubicBezTo>
                <a:cubicBezTo>
                  <a:pt x="247040" y="52022"/>
                  <a:pt x="247121" y="53406"/>
                  <a:pt x="247260" y="54743"/>
                </a:cubicBezTo>
                <a:lnTo>
                  <a:pt x="285678" y="26399"/>
                </a:lnTo>
                <a:cubicBezTo>
                  <a:pt x="284983" y="24027"/>
                  <a:pt x="284103" y="21864"/>
                  <a:pt x="283038" y="19910"/>
                </a:cubicBezTo>
                <a:cubicBezTo>
                  <a:pt x="281972" y="17956"/>
                  <a:pt x="280699" y="16270"/>
                  <a:pt x="279217" y="14852"/>
                </a:cubicBezTo>
                <a:cubicBezTo>
                  <a:pt x="277735" y="13433"/>
                  <a:pt x="276044" y="12329"/>
                  <a:pt x="274145" y="11539"/>
                </a:cubicBezTo>
                <a:cubicBezTo>
                  <a:pt x="272247" y="10747"/>
                  <a:pt x="270116" y="10351"/>
                  <a:pt x="267754" y="10351"/>
                </a:cubicBezTo>
                <a:cubicBezTo>
                  <a:pt x="264605" y="10351"/>
                  <a:pt x="261745" y="11116"/>
                  <a:pt x="259174" y="12646"/>
                </a:cubicBezTo>
                <a:cubicBezTo>
                  <a:pt x="256604" y="14176"/>
                  <a:pt x="254416" y="16459"/>
                  <a:pt x="252609" y="19495"/>
                </a:cubicBezTo>
                <a:cubicBezTo>
                  <a:pt x="250803" y="22532"/>
                  <a:pt x="249414" y="26287"/>
                  <a:pt x="248441" y="30760"/>
                </a:cubicBezTo>
                <a:cubicBezTo>
                  <a:pt x="247469" y="35234"/>
                  <a:pt x="246982" y="40415"/>
                  <a:pt x="246982" y="46302"/>
                </a:cubicBezTo>
                <a:close/>
                <a:moveTo>
                  <a:pt x="379005" y="46719"/>
                </a:moveTo>
                <a:cubicBezTo>
                  <a:pt x="379005" y="53672"/>
                  <a:pt x="378310" y="60010"/>
                  <a:pt x="376920" y="65735"/>
                </a:cubicBezTo>
                <a:cubicBezTo>
                  <a:pt x="375531" y="71457"/>
                  <a:pt x="373424" y="76370"/>
                  <a:pt x="370599" y="80473"/>
                </a:cubicBezTo>
                <a:cubicBezTo>
                  <a:pt x="367773" y="84575"/>
                  <a:pt x="364265" y="87749"/>
                  <a:pt x="360074" y="89997"/>
                </a:cubicBezTo>
                <a:cubicBezTo>
                  <a:pt x="355882" y="92245"/>
                  <a:pt x="350962" y="93369"/>
                  <a:pt x="345311" y="93369"/>
                </a:cubicBezTo>
                <a:cubicBezTo>
                  <a:pt x="340448" y="93369"/>
                  <a:pt x="336025" y="92453"/>
                  <a:pt x="332042" y="90622"/>
                </a:cubicBezTo>
                <a:cubicBezTo>
                  <a:pt x="328059" y="88792"/>
                  <a:pt x="324655" y="85976"/>
                  <a:pt x="321830" y="82175"/>
                </a:cubicBezTo>
                <a:cubicBezTo>
                  <a:pt x="319005" y="78375"/>
                  <a:pt x="316828" y="73531"/>
                  <a:pt x="315300" y="67645"/>
                </a:cubicBezTo>
                <a:cubicBezTo>
                  <a:pt x="313772" y="61759"/>
                  <a:pt x="313007" y="54783"/>
                  <a:pt x="313007" y="46719"/>
                </a:cubicBezTo>
                <a:cubicBezTo>
                  <a:pt x="313007" y="39766"/>
                  <a:pt x="313714" y="33417"/>
                  <a:pt x="315126" y="27671"/>
                </a:cubicBezTo>
                <a:cubicBezTo>
                  <a:pt x="316539" y="21924"/>
                  <a:pt x="318646" y="16999"/>
                  <a:pt x="321448" y="12898"/>
                </a:cubicBezTo>
                <a:cubicBezTo>
                  <a:pt x="324250" y="8795"/>
                  <a:pt x="327758" y="5619"/>
                  <a:pt x="331973" y="3372"/>
                </a:cubicBezTo>
                <a:cubicBezTo>
                  <a:pt x="336187" y="1124"/>
                  <a:pt x="341097" y="0"/>
                  <a:pt x="346701" y="0"/>
                </a:cubicBezTo>
                <a:cubicBezTo>
                  <a:pt x="351564" y="0"/>
                  <a:pt x="355987" y="915"/>
                  <a:pt x="359970" y="2746"/>
                </a:cubicBezTo>
                <a:cubicBezTo>
                  <a:pt x="363953" y="4577"/>
                  <a:pt x="367357" y="7404"/>
                  <a:pt x="370182" y="11228"/>
                </a:cubicBezTo>
                <a:cubicBezTo>
                  <a:pt x="373007" y="15052"/>
                  <a:pt x="375184" y="19907"/>
                  <a:pt x="376712" y="25793"/>
                </a:cubicBezTo>
                <a:cubicBezTo>
                  <a:pt x="378240" y="31679"/>
                  <a:pt x="379005" y="38655"/>
                  <a:pt x="379005" y="46719"/>
                </a:cubicBezTo>
                <a:moveTo>
                  <a:pt x="366778" y="47134"/>
                </a:moveTo>
                <a:cubicBezTo>
                  <a:pt x="366778" y="45565"/>
                  <a:pt x="366720" y="44008"/>
                  <a:pt x="366604" y="42464"/>
                </a:cubicBezTo>
                <a:cubicBezTo>
                  <a:pt x="366488" y="40918"/>
                  <a:pt x="366361" y="39407"/>
                  <a:pt x="366222" y="37931"/>
                </a:cubicBezTo>
                <a:lnTo>
                  <a:pt x="327805" y="66414"/>
                </a:lnTo>
                <a:cubicBezTo>
                  <a:pt x="328499" y="68832"/>
                  <a:pt x="329379" y="71065"/>
                  <a:pt x="330445" y="73111"/>
                </a:cubicBezTo>
                <a:cubicBezTo>
                  <a:pt x="331510" y="75158"/>
                  <a:pt x="332795" y="76914"/>
                  <a:pt x="334300" y="78378"/>
                </a:cubicBezTo>
                <a:cubicBezTo>
                  <a:pt x="335805" y="79843"/>
                  <a:pt x="337519" y="80983"/>
                  <a:pt x="339441" y="81797"/>
                </a:cubicBezTo>
                <a:cubicBezTo>
                  <a:pt x="341363" y="82611"/>
                  <a:pt x="343551" y="83018"/>
                  <a:pt x="346006" y="83018"/>
                </a:cubicBezTo>
                <a:cubicBezTo>
                  <a:pt x="349155" y="83018"/>
                  <a:pt x="352015" y="82253"/>
                  <a:pt x="354586" y="80723"/>
                </a:cubicBezTo>
                <a:cubicBezTo>
                  <a:pt x="357156" y="79193"/>
                  <a:pt x="359344" y="76921"/>
                  <a:pt x="361151" y="73908"/>
                </a:cubicBezTo>
                <a:cubicBezTo>
                  <a:pt x="362957" y="70895"/>
                  <a:pt x="364346" y="67151"/>
                  <a:pt x="365319" y="62678"/>
                </a:cubicBezTo>
                <a:cubicBezTo>
                  <a:pt x="366291" y="58203"/>
                  <a:pt x="366778" y="53021"/>
                  <a:pt x="366778" y="47134"/>
                </a:cubicBezTo>
                <a:moveTo>
                  <a:pt x="325234" y="46302"/>
                </a:moveTo>
                <a:cubicBezTo>
                  <a:pt x="325234" y="47732"/>
                  <a:pt x="325246" y="49162"/>
                  <a:pt x="325269" y="50592"/>
                </a:cubicBezTo>
                <a:cubicBezTo>
                  <a:pt x="325292" y="52022"/>
                  <a:pt x="325373" y="53406"/>
                  <a:pt x="325512" y="54743"/>
                </a:cubicBezTo>
                <a:lnTo>
                  <a:pt x="363929" y="26399"/>
                </a:lnTo>
                <a:cubicBezTo>
                  <a:pt x="363235" y="24027"/>
                  <a:pt x="362355" y="21864"/>
                  <a:pt x="361290" y="19910"/>
                </a:cubicBezTo>
                <a:cubicBezTo>
                  <a:pt x="360224" y="17956"/>
                  <a:pt x="358951" y="16270"/>
                  <a:pt x="357469" y="14852"/>
                </a:cubicBezTo>
                <a:cubicBezTo>
                  <a:pt x="355987" y="13433"/>
                  <a:pt x="354296" y="12329"/>
                  <a:pt x="352397" y="11539"/>
                </a:cubicBezTo>
                <a:cubicBezTo>
                  <a:pt x="350498" y="10747"/>
                  <a:pt x="348368" y="10351"/>
                  <a:pt x="346006" y="10351"/>
                </a:cubicBezTo>
                <a:cubicBezTo>
                  <a:pt x="342857" y="10351"/>
                  <a:pt x="339997" y="11116"/>
                  <a:pt x="337426" y="12646"/>
                </a:cubicBezTo>
                <a:cubicBezTo>
                  <a:pt x="334856" y="14176"/>
                  <a:pt x="332668" y="16459"/>
                  <a:pt x="330861" y="19495"/>
                </a:cubicBezTo>
                <a:cubicBezTo>
                  <a:pt x="329055" y="22532"/>
                  <a:pt x="327666" y="26287"/>
                  <a:pt x="326693" y="30760"/>
                </a:cubicBezTo>
                <a:cubicBezTo>
                  <a:pt x="325720" y="35234"/>
                  <a:pt x="325234" y="40415"/>
                  <a:pt x="325234" y="46302"/>
                </a:cubicBezTo>
                <a:close/>
                <a:moveTo>
                  <a:pt x="457256" y="46719"/>
                </a:moveTo>
                <a:cubicBezTo>
                  <a:pt x="457256" y="53672"/>
                  <a:pt x="456562" y="60010"/>
                  <a:pt x="455172" y="65735"/>
                </a:cubicBezTo>
                <a:cubicBezTo>
                  <a:pt x="453783" y="71457"/>
                  <a:pt x="451676" y="76370"/>
                  <a:pt x="448850" y="80473"/>
                </a:cubicBezTo>
                <a:cubicBezTo>
                  <a:pt x="446025" y="84575"/>
                  <a:pt x="442517" y="87749"/>
                  <a:pt x="438326" y="89997"/>
                </a:cubicBezTo>
                <a:cubicBezTo>
                  <a:pt x="434134" y="92245"/>
                  <a:pt x="429213" y="93369"/>
                  <a:pt x="423563" y="93369"/>
                </a:cubicBezTo>
                <a:cubicBezTo>
                  <a:pt x="418700" y="93369"/>
                  <a:pt x="414277" y="92453"/>
                  <a:pt x="410294" y="90622"/>
                </a:cubicBezTo>
                <a:cubicBezTo>
                  <a:pt x="406311" y="88792"/>
                  <a:pt x="402907" y="85976"/>
                  <a:pt x="400082" y="82175"/>
                </a:cubicBezTo>
                <a:cubicBezTo>
                  <a:pt x="397257" y="78375"/>
                  <a:pt x="395080" y="73531"/>
                  <a:pt x="393552" y="67645"/>
                </a:cubicBezTo>
                <a:cubicBezTo>
                  <a:pt x="392023" y="61759"/>
                  <a:pt x="391259" y="54783"/>
                  <a:pt x="391259" y="46719"/>
                </a:cubicBezTo>
                <a:cubicBezTo>
                  <a:pt x="391259" y="39766"/>
                  <a:pt x="391966" y="33417"/>
                  <a:pt x="393378" y="27671"/>
                </a:cubicBezTo>
                <a:cubicBezTo>
                  <a:pt x="394791" y="21924"/>
                  <a:pt x="396898" y="16999"/>
                  <a:pt x="399700" y="12898"/>
                </a:cubicBezTo>
                <a:cubicBezTo>
                  <a:pt x="402502" y="8795"/>
                  <a:pt x="406010" y="5619"/>
                  <a:pt x="410225" y="3372"/>
                </a:cubicBezTo>
                <a:cubicBezTo>
                  <a:pt x="414439" y="1124"/>
                  <a:pt x="419349" y="0"/>
                  <a:pt x="424953" y="0"/>
                </a:cubicBezTo>
                <a:cubicBezTo>
                  <a:pt x="429815" y="0"/>
                  <a:pt x="434238" y="915"/>
                  <a:pt x="438221" y="2746"/>
                </a:cubicBezTo>
                <a:cubicBezTo>
                  <a:pt x="442204" y="4577"/>
                  <a:pt x="445608" y="7404"/>
                  <a:pt x="448434" y="11228"/>
                </a:cubicBezTo>
                <a:cubicBezTo>
                  <a:pt x="451259" y="15052"/>
                  <a:pt x="453436" y="19907"/>
                  <a:pt x="454964" y="25793"/>
                </a:cubicBezTo>
                <a:cubicBezTo>
                  <a:pt x="456492" y="31679"/>
                  <a:pt x="457256" y="38655"/>
                  <a:pt x="457256" y="46719"/>
                </a:cubicBezTo>
                <a:moveTo>
                  <a:pt x="445030" y="47134"/>
                </a:moveTo>
                <a:cubicBezTo>
                  <a:pt x="445030" y="45565"/>
                  <a:pt x="444972" y="44008"/>
                  <a:pt x="444856" y="42464"/>
                </a:cubicBezTo>
                <a:cubicBezTo>
                  <a:pt x="444740" y="40918"/>
                  <a:pt x="444613" y="39407"/>
                  <a:pt x="444474" y="37931"/>
                </a:cubicBezTo>
                <a:lnTo>
                  <a:pt x="406056" y="66414"/>
                </a:lnTo>
                <a:cubicBezTo>
                  <a:pt x="406751" y="68832"/>
                  <a:pt x="407631" y="71065"/>
                  <a:pt x="408696" y="73111"/>
                </a:cubicBezTo>
                <a:cubicBezTo>
                  <a:pt x="409762" y="75158"/>
                  <a:pt x="411047" y="76914"/>
                  <a:pt x="412552" y="78378"/>
                </a:cubicBezTo>
                <a:cubicBezTo>
                  <a:pt x="414057" y="79843"/>
                  <a:pt x="415771" y="80983"/>
                  <a:pt x="417693" y="81797"/>
                </a:cubicBezTo>
                <a:cubicBezTo>
                  <a:pt x="419615" y="82611"/>
                  <a:pt x="421803" y="83018"/>
                  <a:pt x="424258" y="83018"/>
                </a:cubicBezTo>
                <a:cubicBezTo>
                  <a:pt x="427407" y="83018"/>
                  <a:pt x="430267" y="82253"/>
                  <a:pt x="432837" y="80723"/>
                </a:cubicBezTo>
                <a:cubicBezTo>
                  <a:pt x="435408" y="79193"/>
                  <a:pt x="437596" y="76921"/>
                  <a:pt x="439402" y="73908"/>
                </a:cubicBezTo>
                <a:cubicBezTo>
                  <a:pt x="441209" y="70895"/>
                  <a:pt x="442598" y="67151"/>
                  <a:pt x="443571" y="62678"/>
                </a:cubicBezTo>
                <a:cubicBezTo>
                  <a:pt x="444543" y="58203"/>
                  <a:pt x="445030" y="53021"/>
                  <a:pt x="445030" y="47134"/>
                </a:cubicBezTo>
                <a:moveTo>
                  <a:pt x="403486" y="46302"/>
                </a:moveTo>
                <a:cubicBezTo>
                  <a:pt x="403486" y="47732"/>
                  <a:pt x="403498" y="49162"/>
                  <a:pt x="403521" y="50592"/>
                </a:cubicBezTo>
                <a:cubicBezTo>
                  <a:pt x="403544" y="52022"/>
                  <a:pt x="403625" y="53406"/>
                  <a:pt x="403764" y="54743"/>
                </a:cubicBezTo>
                <a:lnTo>
                  <a:pt x="442181" y="26399"/>
                </a:lnTo>
                <a:cubicBezTo>
                  <a:pt x="441487" y="24027"/>
                  <a:pt x="440607" y="21864"/>
                  <a:pt x="439541" y="19910"/>
                </a:cubicBezTo>
                <a:cubicBezTo>
                  <a:pt x="438476" y="17956"/>
                  <a:pt x="437203" y="16270"/>
                  <a:pt x="435720" y="14852"/>
                </a:cubicBezTo>
                <a:cubicBezTo>
                  <a:pt x="434238" y="13433"/>
                  <a:pt x="432548" y="12329"/>
                  <a:pt x="430649" y="11539"/>
                </a:cubicBezTo>
                <a:cubicBezTo>
                  <a:pt x="428750" y="10747"/>
                  <a:pt x="426620" y="10351"/>
                  <a:pt x="424258" y="10351"/>
                </a:cubicBezTo>
                <a:cubicBezTo>
                  <a:pt x="421108" y="10351"/>
                  <a:pt x="418249" y="11116"/>
                  <a:pt x="415678" y="12646"/>
                </a:cubicBezTo>
                <a:cubicBezTo>
                  <a:pt x="413108" y="14176"/>
                  <a:pt x="410919" y="16459"/>
                  <a:pt x="409113" y="19495"/>
                </a:cubicBezTo>
                <a:cubicBezTo>
                  <a:pt x="407307" y="22532"/>
                  <a:pt x="405918" y="26287"/>
                  <a:pt x="404945" y="30760"/>
                </a:cubicBezTo>
                <a:cubicBezTo>
                  <a:pt x="403972" y="35234"/>
                  <a:pt x="403486" y="40415"/>
                  <a:pt x="403486" y="46302"/>
                </a:cubicBezTo>
                <a:close/>
                <a:moveTo>
                  <a:pt x="537940" y="71972"/>
                </a:moveTo>
                <a:lnTo>
                  <a:pt x="522448" y="71972"/>
                </a:lnTo>
                <a:lnTo>
                  <a:pt x="522448" y="92118"/>
                </a:lnTo>
                <a:lnTo>
                  <a:pt x="510082" y="92118"/>
                </a:lnTo>
                <a:lnTo>
                  <a:pt x="510082" y="71972"/>
                </a:lnTo>
                <a:lnTo>
                  <a:pt x="466385" y="71972"/>
                </a:lnTo>
                <a:lnTo>
                  <a:pt x="466385" y="61343"/>
                </a:lnTo>
                <a:lnTo>
                  <a:pt x="505080" y="1250"/>
                </a:lnTo>
                <a:lnTo>
                  <a:pt x="522448" y="1250"/>
                </a:lnTo>
                <a:lnTo>
                  <a:pt x="522448" y="61343"/>
                </a:lnTo>
                <a:lnTo>
                  <a:pt x="537940" y="61343"/>
                </a:lnTo>
                <a:lnTo>
                  <a:pt x="537940" y="71972"/>
                </a:lnTo>
                <a:moveTo>
                  <a:pt x="510082" y="12922"/>
                </a:moveTo>
                <a:lnTo>
                  <a:pt x="478473" y="61343"/>
                </a:lnTo>
                <a:lnTo>
                  <a:pt x="510082" y="61343"/>
                </a:lnTo>
                <a:lnTo>
                  <a:pt x="510082" y="12922"/>
                </a:lnTo>
                <a:close/>
                <a:moveTo>
                  <a:pt x="613760" y="46719"/>
                </a:moveTo>
                <a:cubicBezTo>
                  <a:pt x="613760" y="53672"/>
                  <a:pt x="613065" y="60010"/>
                  <a:pt x="611676" y="65735"/>
                </a:cubicBezTo>
                <a:cubicBezTo>
                  <a:pt x="610286" y="71457"/>
                  <a:pt x="608179" y="76370"/>
                  <a:pt x="605354" y="80473"/>
                </a:cubicBezTo>
                <a:cubicBezTo>
                  <a:pt x="602529" y="84575"/>
                  <a:pt x="599020" y="87749"/>
                  <a:pt x="594829" y="89997"/>
                </a:cubicBezTo>
                <a:cubicBezTo>
                  <a:pt x="590638" y="92245"/>
                  <a:pt x="585717" y="93369"/>
                  <a:pt x="580067" y="93369"/>
                </a:cubicBezTo>
                <a:cubicBezTo>
                  <a:pt x="575204" y="93369"/>
                  <a:pt x="570781" y="92453"/>
                  <a:pt x="566798" y="90622"/>
                </a:cubicBezTo>
                <a:cubicBezTo>
                  <a:pt x="562815" y="88792"/>
                  <a:pt x="559411" y="85976"/>
                  <a:pt x="556585" y="82175"/>
                </a:cubicBezTo>
                <a:cubicBezTo>
                  <a:pt x="553760" y="78375"/>
                  <a:pt x="551584" y="73531"/>
                  <a:pt x="550055" y="67645"/>
                </a:cubicBezTo>
                <a:cubicBezTo>
                  <a:pt x="548527" y="61759"/>
                  <a:pt x="547763" y="54783"/>
                  <a:pt x="547763" y="46719"/>
                </a:cubicBezTo>
                <a:cubicBezTo>
                  <a:pt x="547763" y="39766"/>
                  <a:pt x="548469" y="33417"/>
                  <a:pt x="549882" y="27671"/>
                </a:cubicBezTo>
                <a:cubicBezTo>
                  <a:pt x="551294" y="21924"/>
                  <a:pt x="553401" y="16999"/>
                  <a:pt x="556203" y="12898"/>
                </a:cubicBezTo>
                <a:cubicBezTo>
                  <a:pt x="559005" y="8795"/>
                  <a:pt x="562514" y="5619"/>
                  <a:pt x="566728" y="3372"/>
                </a:cubicBezTo>
                <a:cubicBezTo>
                  <a:pt x="570943" y="1124"/>
                  <a:pt x="575852" y="0"/>
                  <a:pt x="581456" y="0"/>
                </a:cubicBezTo>
                <a:cubicBezTo>
                  <a:pt x="586319" y="0"/>
                  <a:pt x="590742" y="915"/>
                  <a:pt x="594725" y="2746"/>
                </a:cubicBezTo>
                <a:cubicBezTo>
                  <a:pt x="598708" y="4577"/>
                  <a:pt x="602112" y="7404"/>
                  <a:pt x="604937" y="11228"/>
                </a:cubicBezTo>
                <a:cubicBezTo>
                  <a:pt x="607762" y="15052"/>
                  <a:pt x="609939" y="19907"/>
                  <a:pt x="611467" y="25793"/>
                </a:cubicBezTo>
                <a:cubicBezTo>
                  <a:pt x="612996" y="31679"/>
                  <a:pt x="613760" y="38655"/>
                  <a:pt x="613760" y="46719"/>
                </a:cubicBezTo>
                <a:moveTo>
                  <a:pt x="601533" y="47134"/>
                </a:moveTo>
                <a:cubicBezTo>
                  <a:pt x="601533" y="45565"/>
                  <a:pt x="601475" y="44008"/>
                  <a:pt x="601359" y="42464"/>
                </a:cubicBezTo>
                <a:cubicBezTo>
                  <a:pt x="601244" y="40918"/>
                  <a:pt x="601116" y="39407"/>
                  <a:pt x="600977" y="37931"/>
                </a:cubicBezTo>
                <a:lnTo>
                  <a:pt x="562560" y="66414"/>
                </a:lnTo>
                <a:cubicBezTo>
                  <a:pt x="563255" y="68832"/>
                  <a:pt x="564135" y="71065"/>
                  <a:pt x="565200" y="73111"/>
                </a:cubicBezTo>
                <a:cubicBezTo>
                  <a:pt x="566265" y="75158"/>
                  <a:pt x="567550" y="76914"/>
                  <a:pt x="569055" y="78378"/>
                </a:cubicBezTo>
                <a:cubicBezTo>
                  <a:pt x="570561" y="79843"/>
                  <a:pt x="572274" y="80983"/>
                  <a:pt x="574196" y="81797"/>
                </a:cubicBezTo>
                <a:cubicBezTo>
                  <a:pt x="576118" y="82611"/>
                  <a:pt x="578307" y="83018"/>
                  <a:pt x="580761" y="83018"/>
                </a:cubicBezTo>
                <a:cubicBezTo>
                  <a:pt x="583911" y="83018"/>
                  <a:pt x="586770" y="82253"/>
                  <a:pt x="589341" y="80723"/>
                </a:cubicBezTo>
                <a:cubicBezTo>
                  <a:pt x="591911" y="79193"/>
                  <a:pt x="594100" y="76921"/>
                  <a:pt x="595906" y="73908"/>
                </a:cubicBezTo>
                <a:cubicBezTo>
                  <a:pt x="597712" y="70895"/>
                  <a:pt x="599102" y="67151"/>
                  <a:pt x="600074" y="62678"/>
                </a:cubicBezTo>
                <a:cubicBezTo>
                  <a:pt x="601047" y="58203"/>
                  <a:pt x="601533" y="53021"/>
                  <a:pt x="601533" y="47134"/>
                </a:cubicBezTo>
                <a:moveTo>
                  <a:pt x="559990" y="46302"/>
                </a:moveTo>
                <a:cubicBezTo>
                  <a:pt x="559990" y="47732"/>
                  <a:pt x="560001" y="49162"/>
                  <a:pt x="560024" y="50592"/>
                </a:cubicBezTo>
                <a:cubicBezTo>
                  <a:pt x="560047" y="52022"/>
                  <a:pt x="560128" y="53406"/>
                  <a:pt x="560267" y="54743"/>
                </a:cubicBezTo>
                <a:lnTo>
                  <a:pt x="598685" y="26399"/>
                </a:lnTo>
                <a:cubicBezTo>
                  <a:pt x="597990" y="24027"/>
                  <a:pt x="597110" y="21864"/>
                  <a:pt x="596045" y="19910"/>
                </a:cubicBezTo>
                <a:cubicBezTo>
                  <a:pt x="594980" y="17956"/>
                  <a:pt x="593706" y="16270"/>
                  <a:pt x="592224" y="14852"/>
                </a:cubicBezTo>
                <a:cubicBezTo>
                  <a:pt x="590742" y="13433"/>
                  <a:pt x="589051" y="12329"/>
                  <a:pt x="587153" y="11539"/>
                </a:cubicBezTo>
                <a:cubicBezTo>
                  <a:pt x="585254" y="10747"/>
                  <a:pt x="583123" y="10351"/>
                  <a:pt x="580761" y="10351"/>
                </a:cubicBezTo>
                <a:cubicBezTo>
                  <a:pt x="577612" y="10351"/>
                  <a:pt x="574752" y="11116"/>
                  <a:pt x="572182" y="12646"/>
                </a:cubicBezTo>
                <a:cubicBezTo>
                  <a:pt x="569611" y="14176"/>
                  <a:pt x="567423" y="16459"/>
                  <a:pt x="565617" y="19495"/>
                </a:cubicBezTo>
                <a:cubicBezTo>
                  <a:pt x="563810" y="22532"/>
                  <a:pt x="562421" y="26287"/>
                  <a:pt x="561448" y="30760"/>
                </a:cubicBezTo>
                <a:cubicBezTo>
                  <a:pt x="560476" y="35234"/>
                  <a:pt x="559990" y="40415"/>
                  <a:pt x="559990" y="46302"/>
                </a:cubicBezTo>
                <a:close/>
                <a:moveTo>
                  <a:pt x="692012" y="46719"/>
                </a:moveTo>
                <a:cubicBezTo>
                  <a:pt x="692012" y="53672"/>
                  <a:pt x="691317" y="60010"/>
                  <a:pt x="689928" y="65735"/>
                </a:cubicBezTo>
                <a:cubicBezTo>
                  <a:pt x="688538" y="71457"/>
                  <a:pt x="686431" y="76370"/>
                  <a:pt x="683606" y="80473"/>
                </a:cubicBezTo>
                <a:cubicBezTo>
                  <a:pt x="680781" y="84575"/>
                  <a:pt x="677273" y="87749"/>
                  <a:pt x="673081" y="89997"/>
                </a:cubicBezTo>
                <a:cubicBezTo>
                  <a:pt x="668890" y="92245"/>
                  <a:pt x="663969" y="93369"/>
                  <a:pt x="658319" y="93369"/>
                </a:cubicBezTo>
                <a:cubicBezTo>
                  <a:pt x="653456" y="93369"/>
                  <a:pt x="649033" y="92453"/>
                  <a:pt x="645050" y="90622"/>
                </a:cubicBezTo>
                <a:cubicBezTo>
                  <a:pt x="641067" y="88792"/>
                  <a:pt x="637663" y="85976"/>
                  <a:pt x="634838" y="82175"/>
                </a:cubicBezTo>
                <a:cubicBezTo>
                  <a:pt x="632012" y="78375"/>
                  <a:pt x="629836" y="73531"/>
                  <a:pt x="628307" y="67645"/>
                </a:cubicBezTo>
                <a:cubicBezTo>
                  <a:pt x="626779" y="61759"/>
                  <a:pt x="626015" y="54783"/>
                  <a:pt x="626015" y="46719"/>
                </a:cubicBezTo>
                <a:cubicBezTo>
                  <a:pt x="626015" y="39766"/>
                  <a:pt x="626721" y="33417"/>
                  <a:pt x="628134" y="27671"/>
                </a:cubicBezTo>
                <a:cubicBezTo>
                  <a:pt x="629546" y="21924"/>
                  <a:pt x="631653" y="16999"/>
                  <a:pt x="634455" y="12898"/>
                </a:cubicBezTo>
                <a:cubicBezTo>
                  <a:pt x="637257" y="8795"/>
                  <a:pt x="640766" y="5619"/>
                  <a:pt x="644980" y="3372"/>
                </a:cubicBezTo>
                <a:cubicBezTo>
                  <a:pt x="649195" y="1124"/>
                  <a:pt x="654104" y="0"/>
                  <a:pt x="659708" y="0"/>
                </a:cubicBezTo>
                <a:cubicBezTo>
                  <a:pt x="664571" y="0"/>
                  <a:pt x="668994" y="915"/>
                  <a:pt x="672977" y="2746"/>
                </a:cubicBezTo>
                <a:cubicBezTo>
                  <a:pt x="676960" y="4577"/>
                  <a:pt x="680364" y="7404"/>
                  <a:pt x="683189" y="11228"/>
                </a:cubicBezTo>
                <a:cubicBezTo>
                  <a:pt x="686014" y="15052"/>
                  <a:pt x="688191" y="19907"/>
                  <a:pt x="689719" y="25793"/>
                </a:cubicBezTo>
                <a:cubicBezTo>
                  <a:pt x="691248" y="31679"/>
                  <a:pt x="692012" y="38655"/>
                  <a:pt x="692012" y="46719"/>
                </a:cubicBezTo>
                <a:moveTo>
                  <a:pt x="679785" y="47134"/>
                </a:moveTo>
                <a:cubicBezTo>
                  <a:pt x="679785" y="45565"/>
                  <a:pt x="679727" y="44008"/>
                  <a:pt x="679611" y="42464"/>
                </a:cubicBezTo>
                <a:cubicBezTo>
                  <a:pt x="679496" y="40918"/>
                  <a:pt x="679368" y="39407"/>
                  <a:pt x="679229" y="37931"/>
                </a:cubicBezTo>
                <a:lnTo>
                  <a:pt x="640812" y="66414"/>
                </a:lnTo>
                <a:cubicBezTo>
                  <a:pt x="641507" y="68832"/>
                  <a:pt x="642387" y="71065"/>
                  <a:pt x="643452" y="73111"/>
                </a:cubicBezTo>
                <a:cubicBezTo>
                  <a:pt x="644517" y="75158"/>
                  <a:pt x="645802" y="76914"/>
                  <a:pt x="647308" y="78378"/>
                </a:cubicBezTo>
                <a:cubicBezTo>
                  <a:pt x="648813" y="79843"/>
                  <a:pt x="650526" y="80983"/>
                  <a:pt x="652448" y="81797"/>
                </a:cubicBezTo>
                <a:cubicBezTo>
                  <a:pt x="654370" y="82611"/>
                  <a:pt x="656559" y="83018"/>
                  <a:pt x="659013" y="83018"/>
                </a:cubicBezTo>
                <a:cubicBezTo>
                  <a:pt x="662163" y="83018"/>
                  <a:pt x="665023" y="82253"/>
                  <a:pt x="667593" y="80723"/>
                </a:cubicBezTo>
                <a:cubicBezTo>
                  <a:pt x="670163" y="79193"/>
                  <a:pt x="672352" y="76921"/>
                  <a:pt x="674158" y="73908"/>
                </a:cubicBezTo>
                <a:cubicBezTo>
                  <a:pt x="675964" y="70895"/>
                  <a:pt x="677354" y="67151"/>
                  <a:pt x="678326" y="62678"/>
                </a:cubicBezTo>
                <a:cubicBezTo>
                  <a:pt x="679299" y="58203"/>
                  <a:pt x="679785" y="53021"/>
                  <a:pt x="679785" y="47134"/>
                </a:cubicBezTo>
                <a:moveTo>
                  <a:pt x="638242" y="46302"/>
                </a:moveTo>
                <a:cubicBezTo>
                  <a:pt x="638242" y="47732"/>
                  <a:pt x="638253" y="49162"/>
                  <a:pt x="638276" y="50592"/>
                </a:cubicBezTo>
                <a:cubicBezTo>
                  <a:pt x="638299" y="52022"/>
                  <a:pt x="638381" y="53406"/>
                  <a:pt x="638519" y="54743"/>
                </a:cubicBezTo>
                <a:lnTo>
                  <a:pt x="676937" y="26399"/>
                </a:lnTo>
                <a:cubicBezTo>
                  <a:pt x="676242" y="24027"/>
                  <a:pt x="675362" y="21864"/>
                  <a:pt x="674297" y="19910"/>
                </a:cubicBezTo>
                <a:cubicBezTo>
                  <a:pt x="673232" y="17956"/>
                  <a:pt x="671958" y="16270"/>
                  <a:pt x="670476" y="14852"/>
                </a:cubicBezTo>
                <a:cubicBezTo>
                  <a:pt x="668994" y="13433"/>
                  <a:pt x="667303" y="12329"/>
                  <a:pt x="665405" y="11539"/>
                </a:cubicBezTo>
                <a:cubicBezTo>
                  <a:pt x="663506" y="10747"/>
                  <a:pt x="661375" y="10351"/>
                  <a:pt x="659013" y="10351"/>
                </a:cubicBezTo>
                <a:cubicBezTo>
                  <a:pt x="655864" y="10351"/>
                  <a:pt x="653004" y="11116"/>
                  <a:pt x="650434" y="12646"/>
                </a:cubicBezTo>
                <a:cubicBezTo>
                  <a:pt x="647863" y="14176"/>
                  <a:pt x="645675" y="16459"/>
                  <a:pt x="643869" y="19495"/>
                </a:cubicBezTo>
                <a:cubicBezTo>
                  <a:pt x="642062" y="22532"/>
                  <a:pt x="640673" y="26287"/>
                  <a:pt x="639700" y="30760"/>
                </a:cubicBezTo>
                <a:cubicBezTo>
                  <a:pt x="638728" y="35234"/>
                  <a:pt x="638242" y="40415"/>
                  <a:pt x="638242" y="46302"/>
                </a:cubicBezTo>
                <a:close/>
                <a:moveTo>
                  <a:pt x="770264" y="46719"/>
                </a:moveTo>
                <a:cubicBezTo>
                  <a:pt x="770264" y="53672"/>
                  <a:pt x="769569" y="60010"/>
                  <a:pt x="768179" y="65735"/>
                </a:cubicBezTo>
                <a:cubicBezTo>
                  <a:pt x="766790" y="71457"/>
                  <a:pt x="764683" y="76370"/>
                  <a:pt x="761858" y="80473"/>
                </a:cubicBezTo>
                <a:cubicBezTo>
                  <a:pt x="759032" y="84575"/>
                  <a:pt x="755524" y="87749"/>
                  <a:pt x="751333" y="89997"/>
                </a:cubicBezTo>
                <a:cubicBezTo>
                  <a:pt x="747141" y="92245"/>
                  <a:pt x="742221" y="93369"/>
                  <a:pt x="736570" y="93369"/>
                </a:cubicBezTo>
                <a:cubicBezTo>
                  <a:pt x="731707" y="93369"/>
                  <a:pt x="727284" y="92453"/>
                  <a:pt x="723301" y="90622"/>
                </a:cubicBezTo>
                <a:cubicBezTo>
                  <a:pt x="719318" y="88792"/>
                  <a:pt x="715914" y="85976"/>
                  <a:pt x="713089" y="82175"/>
                </a:cubicBezTo>
                <a:cubicBezTo>
                  <a:pt x="710264" y="78375"/>
                  <a:pt x="708087" y="73531"/>
                  <a:pt x="706559" y="67645"/>
                </a:cubicBezTo>
                <a:cubicBezTo>
                  <a:pt x="705031" y="61759"/>
                  <a:pt x="704266" y="54783"/>
                  <a:pt x="704266" y="46719"/>
                </a:cubicBezTo>
                <a:cubicBezTo>
                  <a:pt x="704266" y="39766"/>
                  <a:pt x="704973" y="33417"/>
                  <a:pt x="706385" y="27671"/>
                </a:cubicBezTo>
                <a:cubicBezTo>
                  <a:pt x="707798" y="21924"/>
                  <a:pt x="709905" y="16999"/>
                  <a:pt x="712707" y="12898"/>
                </a:cubicBezTo>
                <a:cubicBezTo>
                  <a:pt x="715509" y="8795"/>
                  <a:pt x="719017" y="5619"/>
                  <a:pt x="723232" y="3372"/>
                </a:cubicBezTo>
                <a:cubicBezTo>
                  <a:pt x="727446" y="1124"/>
                  <a:pt x="732356" y="0"/>
                  <a:pt x="737960" y="0"/>
                </a:cubicBezTo>
                <a:cubicBezTo>
                  <a:pt x="742823" y="0"/>
                  <a:pt x="747246" y="915"/>
                  <a:pt x="751229" y="2746"/>
                </a:cubicBezTo>
                <a:cubicBezTo>
                  <a:pt x="755212" y="4577"/>
                  <a:pt x="758616" y="7404"/>
                  <a:pt x="761441" y="11228"/>
                </a:cubicBezTo>
                <a:cubicBezTo>
                  <a:pt x="764266" y="15052"/>
                  <a:pt x="766443" y="19907"/>
                  <a:pt x="767971" y="25793"/>
                </a:cubicBezTo>
                <a:cubicBezTo>
                  <a:pt x="769499" y="31679"/>
                  <a:pt x="770264" y="38655"/>
                  <a:pt x="770264" y="46719"/>
                </a:cubicBezTo>
                <a:moveTo>
                  <a:pt x="758037" y="47134"/>
                </a:moveTo>
                <a:cubicBezTo>
                  <a:pt x="758037" y="45565"/>
                  <a:pt x="757979" y="44008"/>
                  <a:pt x="757863" y="42464"/>
                </a:cubicBezTo>
                <a:cubicBezTo>
                  <a:pt x="757747" y="40918"/>
                  <a:pt x="757620" y="39407"/>
                  <a:pt x="757481" y="37931"/>
                </a:cubicBezTo>
                <a:lnTo>
                  <a:pt x="719064" y="66414"/>
                </a:lnTo>
                <a:cubicBezTo>
                  <a:pt x="719758" y="68832"/>
                  <a:pt x="720638" y="71065"/>
                  <a:pt x="721703" y="73111"/>
                </a:cubicBezTo>
                <a:cubicBezTo>
                  <a:pt x="722769" y="75158"/>
                  <a:pt x="724054" y="76914"/>
                  <a:pt x="725559" y="78378"/>
                </a:cubicBezTo>
                <a:cubicBezTo>
                  <a:pt x="727064" y="79843"/>
                  <a:pt x="728778" y="80983"/>
                  <a:pt x="730700" y="81797"/>
                </a:cubicBezTo>
                <a:cubicBezTo>
                  <a:pt x="732622" y="82611"/>
                  <a:pt x="734810" y="83018"/>
                  <a:pt x="737265" y="83018"/>
                </a:cubicBezTo>
                <a:cubicBezTo>
                  <a:pt x="740414" y="83018"/>
                  <a:pt x="743274" y="82253"/>
                  <a:pt x="745845" y="80723"/>
                </a:cubicBezTo>
                <a:cubicBezTo>
                  <a:pt x="748415" y="79193"/>
                  <a:pt x="750603" y="76921"/>
                  <a:pt x="752410" y="73908"/>
                </a:cubicBezTo>
                <a:cubicBezTo>
                  <a:pt x="754216" y="70895"/>
                  <a:pt x="755605" y="67151"/>
                  <a:pt x="756578" y="62678"/>
                </a:cubicBezTo>
                <a:cubicBezTo>
                  <a:pt x="757550" y="58203"/>
                  <a:pt x="758037" y="53021"/>
                  <a:pt x="758037" y="47134"/>
                </a:cubicBezTo>
                <a:moveTo>
                  <a:pt x="716493" y="46302"/>
                </a:moveTo>
                <a:cubicBezTo>
                  <a:pt x="716493" y="47732"/>
                  <a:pt x="716505" y="49162"/>
                  <a:pt x="716528" y="50592"/>
                </a:cubicBezTo>
                <a:cubicBezTo>
                  <a:pt x="716551" y="52022"/>
                  <a:pt x="716632" y="53406"/>
                  <a:pt x="716771" y="54743"/>
                </a:cubicBezTo>
                <a:lnTo>
                  <a:pt x="755188" y="26399"/>
                </a:lnTo>
                <a:cubicBezTo>
                  <a:pt x="754494" y="24027"/>
                  <a:pt x="753614" y="21864"/>
                  <a:pt x="752548" y="19910"/>
                </a:cubicBezTo>
                <a:cubicBezTo>
                  <a:pt x="751483" y="17956"/>
                  <a:pt x="750210" y="16270"/>
                  <a:pt x="748728" y="14852"/>
                </a:cubicBezTo>
                <a:cubicBezTo>
                  <a:pt x="747246" y="13433"/>
                  <a:pt x="745555" y="12329"/>
                  <a:pt x="743656" y="11539"/>
                </a:cubicBezTo>
                <a:cubicBezTo>
                  <a:pt x="741757" y="10747"/>
                  <a:pt x="739627" y="10351"/>
                  <a:pt x="737265" y="10351"/>
                </a:cubicBezTo>
                <a:cubicBezTo>
                  <a:pt x="734116" y="10351"/>
                  <a:pt x="731256" y="11116"/>
                  <a:pt x="728685" y="12646"/>
                </a:cubicBezTo>
                <a:cubicBezTo>
                  <a:pt x="726115" y="14176"/>
                  <a:pt x="723927" y="16459"/>
                  <a:pt x="722120" y="19495"/>
                </a:cubicBezTo>
                <a:cubicBezTo>
                  <a:pt x="720314" y="22532"/>
                  <a:pt x="718925" y="26287"/>
                  <a:pt x="717952" y="30760"/>
                </a:cubicBezTo>
                <a:cubicBezTo>
                  <a:pt x="716979" y="35234"/>
                  <a:pt x="716493" y="40415"/>
                  <a:pt x="716493" y="46302"/>
                </a:cubicBezTo>
                <a:close/>
                <a:moveTo>
                  <a:pt x="848516" y="46719"/>
                </a:moveTo>
                <a:cubicBezTo>
                  <a:pt x="848516" y="53672"/>
                  <a:pt x="847821" y="60010"/>
                  <a:pt x="846431" y="65735"/>
                </a:cubicBezTo>
                <a:cubicBezTo>
                  <a:pt x="845042" y="71457"/>
                  <a:pt x="842935" y="76370"/>
                  <a:pt x="840110" y="80473"/>
                </a:cubicBezTo>
                <a:cubicBezTo>
                  <a:pt x="837284" y="84575"/>
                  <a:pt x="833776" y="87749"/>
                  <a:pt x="829585" y="89997"/>
                </a:cubicBezTo>
                <a:cubicBezTo>
                  <a:pt x="825393" y="92245"/>
                  <a:pt x="820473" y="93369"/>
                  <a:pt x="814822" y="93369"/>
                </a:cubicBezTo>
                <a:cubicBezTo>
                  <a:pt x="809959" y="93369"/>
                  <a:pt x="805536" y="92453"/>
                  <a:pt x="801553" y="90622"/>
                </a:cubicBezTo>
                <a:cubicBezTo>
                  <a:pt x="797570" y="88792"/>
                  <a:pt x="794166" y="85976"/>
                  <a:pt x="791341" y="82175"/>
                </a:cubicBezTo>
                <a:cubicBezTo>
                  <a:pt x="788516" y="78375"/>
                  <a:pt x="786339" y="73531"/>
                  <a:pt x="784811" y="67645"/>
                </a:cubicBezTo>
                <a:cubicBezTo>
                  <a:pt x="783283" y="61759"/>
                  <a:pt x="782518" y="54783"/>
                  <a:pt x="782518" y="46719"/>
                </a:cubicBezTo>
                <a:cubicBezTo>
                  <a:pt x="782518" y="39766"/>
                  <a:pt x="783225" y="33417"/>
                  <a:pt x="784637" y="27671"/>
                </a:cubicBezTo>
                <a:cubicBezTo>
                  <a:pt x="786050" y="21924"/>
                  <a:pt x="788157" y="16999"/>
                  <a:pt x="790959" y="12898"/>
                </a:cubicBezTo>
                <a:cubicBezTo>
                  <a:pt x="793761" y="8795"/>
                  <a:pt x="797269" y="5619"/>
                  <a:pt x="801484" y="3372"/>
                </a:cubicBezTo>
                <a:cubicBezTo>
                  <a:pt x="805698" y="1124"/>
                  <a:pt x="810608" y="0"/>
                  <a:pt x="816212" y="0"/>
                </a:cubicBezTo>
                <a:cubicBezTo>
                  <a:pt x="821075" y="0"/>
                  <a:pt x="825498" y="915"/>
                  <a:pt x="829481" y="2746"/>
                </a:cubicBezTo>
                <a:cubicBezTo>
                  <a:pt x="833464" y="4577"/>
                  <a:pt x="836868" y="7404"/>
                  <a:pt x="839693" y="11228"/>
                </a:cubicBezTo>
                <a:cubicBezTo>
                  <a:pt x="842518" y="15052"/>
                  <a:pt x="844695" y="19907"/>
                  <a:pt x="846223" y="25793"/>
                </a:cubicBezTo>
                <a:cubicBezTo>
                  <a:pt x="847751" y="31679"/>
                  <a:pt x="848516" y="38655"/>
                  <a:pt x="848516" y="46719"/>
                </a:cubicBezTo>
                <a:moveTo>
                  <a:pt x="836289" y="47134"/>
                </a:moveTo>
                <a:cubicBezTo>
                  <a:pt x="836289" y="45565"/>
                  <a:pt x="836231" y="44008"/>
                  <a:pt x="836115" y="42464"/>
                </a:cubicBezTo>
                <a:cubicBezTo>
                  <a:pt x="835999" y="40918"/>
                  <a:pt x="835872" y="39407"/>
                  <a:pt x="835733" y="37931"/>
                </a:cubicBezTo>
                <a:lnTo>
                  <a:pt x="797316" y="66414"/>
                </a:lnTo>
                <a:cubicBezTo>
                  <a:pt x="798010" y="68832"/>
                  <a:pt x="798890" y="71065"/>
                  <a:pt x="799956" y="73111"/>
                </a:cubicBezTo>
                <a:cubicBezTo>
                  <a:pt x="801021" y="75158"/>
                  <a:pt x="802306" y="76914"/>
                  <a:pt x="803811" y="78378"/>
                </a:cubicBezTo>
                <a:cubicBezTo>
                  <a:pt x="805316" y="79843"/>
                  <a:pt x="807030" y="80983"/>
                  <a:pt x="808952" y="81797"/>
                </a:cubicBezTo>
                <a:cubicBezTo>
                  <a:pt x="810874" y="82611"/>
                  <a:pt x="813062" y="83018"/>
                  <a:pt x="815517" y="83018"/>
                </a:cubicBezTo>
                <a:cubicBezTo>
                  <a:pt x="818666" y="83018"/>
                  <a:pt x="821526" y="82253"/>
                  <a:pt x="824097" y="80723"/>
                </a:cubicBezTo>
                <a:cubicBezTo>
                  <a:pt x="826667" y="79193"/>
                  <a:pt x="828855" y="76921"/>
                  <a:pt x="830662" y="73908"/>
                </a:cubicBezTo>
                <a:cubicBezTo>
                  <a:pt x="832468" y="70895"/>
                  <a:pt x="833857" y="67151"/>
                  <a:pt x="834830" y="62678"/>
                </a:cubicBezTo>
                <a:cubicBezTo>
                  <a:pt x="835802" y="58203"/>
                  <a:pt x="836289" y="53021"/>
                  <a:pt x="836289" y="47134"/>
                </a:cubicBezTo>
                <a:moveTo>
                  <a:pt x="794745" y="46302"/>
                </a:moveTo>
                <a:cubicBezTo>
                  <a:pt x="794745" y="47732"/>
                  <a:pt x="794757" y="49162"/>
                  <a:pt x="794780" y="50592"/>
                </a:cubicBezTo>
                <a:cubicBezTo>
                  <a:pt x="794803" y="52022"/>
                  <a:pt x="794884" y="53406"/>
                  <a:pt x="795023" y="54743"/>
                </a:cubicBezTo>
                <a:lnTo>
                  <a:pt x="833440" y="26399"/>
                </a:lnTo>
                <a:cubicBezTo>
                  <a:pt x="832746" y="24027"/>
                  <a:pt x="831866" y="21864"/>
                  <a:pt x="830801" y="19910"/>
                </a:cubicBezTo>
                <a:cubicBezTo>
                  <a:pt x="829735" y="17956"/>
                  <a:pt x="828462" y="16270"/>
                  <a:pt x="826980" y="14852"/>
                </a:cubicBezTo>
                <a:cubicBezTo>
                  <a:pt x="825498" y="13433"/>
                  <a:pt x="823807" y="12329"/>
                  <a:pt x="821908" y="11539"/>
                </a:cubicBezTo>
                <a:cubicBezTo>
                  <a:pt x="820009" y="10747"/>
                  <a:pt x="817879" y="10351"/>
                  <a:pt x="815517" y="10351"/>
                </a:cubicBezTo>
                <a:cubicBezTo>
                  <a:pt x="812368" y="10351"/>
                  <a:pt x="809508" y="11116"/>
                  <a:pt x="806937" y="12646"/>
                </a:cubicBezTo>
                <a:cubicBezTo>
                  <a:pt x="804367" y="14176"/>
                  <a:pt x="802179" y="16459"/>
                  <a:pt x="800372" y="19495"/>
                </a:cubicBezTo>
                <a:cubicBezTo>
                  <a:pt x="798566" y="22532"/>
                  <a:pt x="797177" y="26287"/>
                  <a:pt x="796204" y="30760"/>
                </a:cubicBezTo>
                <a:cubicBezTo>
                  <a:pt x="795232" y="35234"/>
                  <a:pt x="794745" y="40415"/>
                  <a:pt x="794745" y="46302"/>
                </a:cubicBezTo>
                <a:close/>
                <a:moveTo>
                  <a:pt x="926767" y="46719"/>
                </a:moveTo>
                <a:cubicBezTo>
                  <a:pt x="926767" y="53672"/>
                  <a:pt x="926072" y="60010"/>
                  <a:pt x="924683" y="65735"/>
                </a:cubicBezTo>
                <a:cubicBezTo>
                  <a:pt x="923294" y="71457"/>
                  <a:pt x="921186" y="76370"/>
                  <a:pt x="918361" y="80473"/>
                </a:cubicBezTo>
                <a:cubicBezTo>
                  <a:pt x="915536" y="84575"/>
                  <a:pt x="912028" y="87749"/>
                  <a:pt x="907836" y="89997"/>
                </a:cubicBezTo>
                <a:cubicBezTo>
                  <a:pt x="903645" y="92245"/>
                  <a:pt x="898724" y="93369"/>
                  <a:pt x="893074" y="93369"/>
                </a:cubicBezTo>
                <a:cubicBezTo>
                  <a:pt x="888211" y="93369"/>
                  <a:pt x="883788" y="92453"/>
                  <a:pt x="879805" y="90622"/>
                </a:cubicBezTo>
                <a:cubicBezTo>
                  <a:pt x="875822" y="88792"/>
                  <a:pt x="872418" y="85976"/>
                  <a:pt x="869593" y="82175"/>
                </a:cubicBezTo>
                <a:cubicBezTo>
                  <a:pt x="866768" y="78375"/>
                  <a:pt x="864591" y="73531"/>
                  <a:pt x="863062" y="67645"/>
                </a:cubicBezTo>
                <a:cubicBezTo>
                  <a:pt x="861534" y="61759"/>
                  <a:pt x="860770" y="54783"/>
                  <a:pt x="860770" y="46719"/>
                </a:cubicBezTo>
                <a:cubicBezTo>
                  <a:pt x="860770" y="39766"/>
                  <a:pt x="861476" y="33417"/>
                  <a:pt x="862889" y="27671"/>
                </a:cubicBezTo>
                <a:cubicBezTo>
                  <a:pt x="864301" y="21924"/>
                  <a:pt x="866409" y="16999"/>
                  <a:pt x="869211" y="12898"/>
                </a:cubicBezTo>
                <a:cubicBezTo>
                  <a:pt x="872013" y="8795"/>
                  <a:pt x="875521" y="5619"/>
                  <a:pt x="879735" y="3372"/>
                </a:cubicBezTo>
                <a:cubicBezTo>
                  <a:pt x="883950" y="1124"/>
                  <a:pt x="888859" y="0"/>
                  <a:pt x="894463" y="0"/>
                </a:cubicBezTo>
                <a:cubicBezTo>
                  <a:pt x="899326" y="0"/>
                  <a:pt x="903749" y="915"/>
                  <a:pt x="907732" y="2746"/>
                </a:cubicBezTo>
                <a:cubicBezTo>
                  <a:pt x="911715" y="4577"/>
                  <a:pt x="915119" y="7404"/>
                  <a:pt x="917944" y="11228"/>
                </a:cubicBezTo>
                <a:cubicBezTo>
                  <a:pt x="920769" y="15052"/>
                  <a:pt x="922946" y="19907"/>
                  <a:pt x="924475" y="25793"/>
                </a:cubicBezTo>
                <a:cubicBezTo>
                  <a:pt x="926003" y="31679"/>
                  <a:pt x="926767" y="38655"/>
                  <a:pt x="926767" y="46719"/>
                </a:cubicBezTo>
                <a:moveTo>
                  <a:pt x="914540" y="47134"/>
                </a:moveTo>
                <a:cubicBezTo>
                  <a:pt x="914540" y="45565"/>
                  <a:pt x="914482" y="44008"/>
                  <a:pt x="914367" y="42464"/>
                </a:cubicBezTo>
                <a:cubicBezTo>
                  <a:pt x="914251" y="40918"/>
                  <a:pt x="914123" y="39407"/>
                  <a:pt x="913985" y="37931"/>
                </a:cubicBezTo>
                <a:lnTo>
                  <a:pt x="875567" y="66414"/>
                </a:lnTo>
                <a:cubicBezTo>
                  <a:pt x="876262" y="68832"/>
                  <a:pt x="877142" y="71065"/>
                  <a:pt x="878207" y="73111"/>
                </a:cubicBezTo>
                <a:cubicBezTo>
                  <a:pt x="879272" y="75158"/>
                  <a:pt x="880558" y="76914"/>
                  <a:pt x="882063" y="78378"/>
                </a:cubicBezTo>
                <a:cubicBezTo>
                  <a:pt x="883568" y="79843"/>
                  <a:pt x="885282" y="80983"/>
                  <a:pt x="887204" y="81797"/>
                </a:cubicBezTo>
                <a:cubicBezTo>
                  <a:pt x="889126" y="82611"/>
                  <a:pt x="891314" y="83018"/>
                  <a:pt x="893769" y="83018"/>
                </a:cubicBezTo>
                <a:cubicBezTo>
                  <a:pt x="896918" y="83018"/>
                  <a:pt x="899778" y="82253"/>
                  <a:pt x="902348" y="80723"/>
                </a:cubicBezTo>
                <a:cubicBezTo>
                  <a:pt x="904919" y="79193"/>
                  <a:pt x="907107" y="76921"/>
                  <a:pt x="908913" y="73908"/>
                </a:cubicBezTo>
                <a:cubicBezTo>
                  <a:pt x="910719" y="70895"/>
                  <a:pt x="912109" y="67151"/>
                  <a:pt x="913081" y="62678"/>
                </a:cubicBezTo>
                <a:cubicBezTo>
                  <a:pt x="914054" y="58203"/>
                  <a:pt x="914540" y="53021"/>
                  <a:pt x="914540" y="47134"/>
                </a:cubicBezTo>
                <a:moveTo>
                  <a:pt x="872997" y="46302"/>
                </a:moveTo>
                <a:cubicBezTo>
                  <a:pt x="872997" y="47732"/>
                  <a:pt x="873008" y="49162"/>
                  <a:pt x="873032" y="50592"/>
                </a:cubicBezTo>
                <a:cubicBezTo>
                  <a:pt x="873055" y="52022"/>
                  <a:pt x="873136" y="53406"/>
                  <a:pt x="873275" y="54743"/>
                </a:cubicBezTo>
                <a:lnTo>
                  <a:pt x="911692" y="26399"/>
                </a:lnTo>
                <a:cubicBezTo>
                  <a:pt x="910997" y="24027"/>
                  <a:pt x="910117" y="21864"/>
                  <a:pt x="909052" y="19910"/>
                </a:cubicBezTo>
                <a:cubicBezTo>
                  <a:pt x="907987" y="17956"/>
                  <a:pt x="906713" y="16270"/>
                  <a:pt x="905231" y="14852"/>
                </a:cubicBezTo>
                <a:cubicBezTo>
                  <a:pt x="903749" y="13433"/>
                  <a:pt x="902059" y="12329"/>
                  <a:pt x="900160" y="11539"/>
                </a:cubicBezTo>
                <a:cubicBezTo>
                  <a:pt x="898261" y="10747"/>
                  <a:pt x="896131" y="10351"/>
                  <a:pt x="893769" y="10351"/>
                </a:cubicBezTo>
                <a:cubicBezTo>
                  <a:pt x="890619" y="10351"/>
                  <a:pt x="887759" y="11116"/>
                  <a:pt x="885189" y="12646"/>
                </a:cubicBezTo>
                <a:cubicBezTo>
                  <a:pt x="882618" y="14176"/>
                  <a:pt x="880430" y="16459"/>
                  <a:pt x="878624" y="19495"/>
                </a:cubicBezTo>
                <a:cubicBezTo>
                  <a:pt x="876818" y="22532"/>
                  <a:pt x="875428" y="26287"/>
                  <a:pt x="874456" y="30760"/>
                </a:cubicBezTo>
                <a:cubicBezTo>
                  <a:pt x="873483" y="35234"/>
                  <a:pt x="872997" y="40415"/>
                  <a:pt x="872997" y="46302"/>
                </a:cubicBezTo>
                <a:close/>
                <a:moveTo>
                  <a:pt x="1005019" y="46719"/>
                </a:moveTo>
                <a:cubicBezTo>
                  <a:pt x="1005019" y="53672"/>
                  <a:pt x="1004324" y="60010"/>
                  <a:pt x="1002935" y="65735"/>
                </a:cubicBezTo>
                <a:cubicBezTo>
                  <a:pt x="1001546" y="71457"/>
                  <a:pt x="999438" y="76370"/>
                  <a:pt x="996613" y="80473"/>
                </a:cubicBezTo>
                <a:cubicBezTo>
                  <a:pt x="993788" y="84575"/>
                  <a:pt x="990280" y="87749"/>
                  <a:pt x="986088" y="89997"/>
                </a:cubicBezTo>
                <a:cubicBezTo>
                  <a:pt x="981897" y="92245"/>
                  <a:pt x="976976" y="93369"/>
                  <a:pt x="971326" y="93369"/>
                </a:cubicBezTo>
                <a:cubicBezTo>
                  <a:pt x="966463" y="93369"/>
                  <a:pt x="962040" y="92453"/>
                  <a:pt x="958057" y="90622"/>
                </a:cubicBezTo>
                <a:cubicBezTo>
                  <a:pt x="954074" y="88792"/>
                  <a:pt x="950670" y="85976"/>
                  <a:pt x="947845" y="82175"/>
                </a:cubicBezTo>
                <a:cubicBezTo>
                  <a:pt x="945020" y="78375"/>
                  <a:pt x="942843" y="73531"/>
                  <a:pt x="941315" y="67645"/>
                </a:cubicBezTo>
                <a:cubicBezTo>
                  <a:pt x="939786" y="61759"/>
                  <a:pt x="939022" y="54783"/>
                  <a:pt x="939022" y="46719"/>
                </a:cubicBezTo>
                <a:cubicBezTo>
                  <a:pt x="939022" y="39766"/>
                  <a:pt x="939728" y="33417"/>
                  <a:pt x="941141" y="27671"/>
                </a:cubicBezTo>
                <a:cubicBezTo>
                  <a:pt x="942553" y="21924"/>
                  <a:pt x="944661" y="16999"/>
                  <a:pt x="947463" y="12898"/>
                </a:cubicBezTo>
                <a:cubicBezTo>
                  <a:pt x="950265" y="8795"/>
                  <a:pt x="953773" y="5619"/>
                  <a:pt x="957987" y="3372"/>
                </a:cubicBezTo>
                <a:cubicBezTo>
                  <a:pt x="962202" y="1124"/>
                  <a:pt x="967111" y="0"/>
                  <a:pt x="972715" y="0"/>
                </a:cubicBezTo>
                <a:cubicBezTo>
                  <a:pt x="977578" y="0"/>
                  <a:pt x="982001" y="915"/>
                  <a:pt x="985984" y="2746"/>
                </a:cubicBezTo>
                <a:cubicBezTo>
                  <a:pt x="989967" y="4577"/>
                  <a:pt x="993371" y="7404"/>
                  <a:pt x="996196" y="11228"/>
                </a:cubicBezTo>
                <a:cubicBezTo>
                  <a:pt x="999022" y="15052"/>
                  <a:pt x="1001198" y="19907"/>
                  <a:pt x="1002727" y="25793"/>
                </a:cubicBezTo>
                <a:cubicBezTo>
                  <a:pt x="1004255" y="31679"/>
                  <a:pt x="1005019" y="38655"/>
                  <a:pt x="1005019" y="46719"/>
                </a:cubicBezTo>
                <a:moveTo>
                  <a:pt x="992792" y="47134"/>
                </a:moveTo>
                <a:cubicBezTo>
                  <a:pt x="992792" y="45565"/>
                  <a:pt x="992734" y="44008"/>
                  <a:pt x="992619" y="42464"/>
                </a:cubicBezTo>
                <a:cubicBezTo>
                  <a:pt x="992503" y="40918"/>
                  <a:pt x="992376" y="39407"/>
                  <a:pt x="992237" y="37931"/>
                </a:cubicBezTo>
                <a:lnTo>
                  <a:pt x="953819" y="66414"/>
                </a:lnTo>
                <a:cubicBezTo>
                  <a:pt x="954514" y="68832"/>
                  <a:pt x="955394" y="71065"/>
                  <a:pt x="956459" y="73111"/>
                </a:cubicBezTo>
                <a:cubicBezTo>
                  <a:pt x="957524" y="75158"/>
                  <a:pt x="958810" y="76914"/>
                  <a:pt x="960315" y="78378"/>
                </a:cubicBezTo>
                <a:cubicBezTo>
                  <a:pt x="961820" y="79843"/>
                  <a:pt x="963534" y="80983"/>
                  <a:pt x="965456" y="81797"/>
                </a:cubicBezTo>
                <a:cubicBezTo>
                  <a:pt x="967378" y="82611"/>
                  <a:pt x="969566" y="83018"/>
                  <a:pt x="972021" y="83018"/>
                </a:cubicBezTo>
                <a:cubicBezTo>
                  <a:pt x="975170" y="83018"/>
                  <a:pt x="978030" y="82253"/>
                  <a:pt x="980600" y="80723"/>
                </a:cubicBezTo>
                <a:cubicBezTo>
                  <a:pt x="983171" y="79193"/>
                  <a:pt x="985359" y="76921"/>
                  <a:pt x="987165" y="73908"/>
                </a:cubicBezTo>
                <a:cubicBezTo>
                  <a:pt x="988971" y="70895"/>
                  <a:pt x="990361" y="67151"/>
                  <a:pt x="991333" y="62678"/>
                </a:cubicBezTo>
                <a:cubicBezTo>
                  <a:pt x="992306" y="58203"/>
                  <a:pt x="992792" y="53021"/>
                  <a:pt x="992792" y="47134"/>
                </a:cubicBezTo>
                <a:moveTo>
                  <a:pt x="951249" y="46302"/>
                </a:moveTo>
                <a:cubicBezTo>
                  <a:pt x="951249" y="47732"/>
                  <a:pt x="951260" y="49162"/>
                  <a:pt x="951284" y="50592"/>
                </a:cubicBezTo>
                <a:cubicBezTo>
                  <a:pt x="951307" y="52022"/>
                  <a:pt x="951388" y="53406"/>
                  <a:pt x="951527" y="54743"/>
                </a:cubicBezTo>
                <a:lnTo>
                  <a:pt x="989944" y="26399"/>
                </a:lnTo>
                <a:cubicBezTo>
                  <a:pt x="989249" y="24027"/>
                  <a:pt x="988369" y="21864"/>
                  <a:pt x="987304" y="19910"/>
                </a:cubicBezTo>
                <a:cubicBezTo>
                  <a:pt x="986239" y="17956"/>
                  <a:pt x="984965" y="16270"/>
                  <a:pt x="983483" y="14852"/>
                </a:cubicBezTo>
                <a:cubicBezTo>
                  <a:pt x="982001" y="13433"/>
                  <a:pt x="980311" y="12329"/>
                  <a:pt x="978412" y="11539"/>
                </a:cubicBezTo>
                <a:cubicBezTo>
                  <a:pt x="976513" y="10747"/>
                  <a:pt x="974383" y="10351"/>
                  <a:pt x="972021" y="10351"/>
                </a:cubicBezTo>
                <a:cubicBezTo>
                  <a:pt x="968871" y="10351"/>
                  <a:pt x="966011" y="11116"/>
                  <a:pt x="963441" y="12646"/>
                </a:cubicBezTo>
                <a:cubicBezTo>
                  <a:pt x="960871" y="14176"/>
                  <a:pt x="958682" y="16459"/>
                  <a:pt x="956876" y="19495"/>
                </a:cubicBezTo>
                <a:cubicBezTo>
                  <a:pt x="955070" y="22532"/>
                  <a:pt x="953680" y="26287"/>
                  <a:pt x="952708" y="30760"/>
                </a:cubicBezTo>
                <a:cubicBezTo>
                  <a:pt x="951735" y="35234"/>
                  <a:pt x="951249" y="40415"/>
                  <a:pt x="951249" y="463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0x555555554000">
            <a:extLst xmlns:a="http://schemas.openxmlformats.org/drawingml/2006/main">
              <a:ext uri="{FF2B5EF4-FFF2-40B4-BE49-F238E27FC236}">
                <a16:creationId xmlns:a16="http://schemas.microsoft.com/office/drawing/2014/main" id="{B35B6F54-11C6-4A6C-8475-5515EE78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00" y="5437176"/>
            <a:ext cx="1083271" cy="93369"/>
          </a:xfrm>
          <a:custGeom xmlns:a="http://schemas.openxmlformats.org/drawingml/2006/main">
            <a:pathLst>
              <a:path w="1083271" h="93369">
                <a:moveTo>
                  <a:pt x="65997" y="46719"/>
                </a:moveTo>
                <a:cubicBezTo>
                  <a:pt x="65997" y="53672"/>
                  <a:pt x="65302" y="60010"/>
                  <a:pt x="63913" y="65735"/>
                </a:cubicBezTo>
                <a:cubicBezTo>
                  <a:pt x="62524" y="71457"/>
                  <a:pt x="60416" y="76370"/>
                  <a:pt x="57591" y="80473"/>
                </a:cubicBezTo>
                <a:cubicBezTo>
                  <a:pt x="54766" y="84575"/>
                  <a:pt x="51258" y="87749"/>
                  <a:pt x="47066" y="89997"/>
                </a:cubicBezTo>
                <a:cubicBezTo>
                  <a:pt x="42875" y="92245"/>
                  <a:pt x="37954" y="93369"/>
                  <a:pt x="32304" y="93369"/>
                </a:cubicBezTo>
                <a:cubicBezTo>
                  <a:pt x="27441" y="93369"/>
                  <a:pt x="23018" y="92453"/>
                  <a:pt x="19035" y="90622"/>
                </a:cubicBezTo>
                <a:cubicBezTo>
                  <a:pt x="15052" y="88792"/>
                  <a:pt x="11648" y="85976"/>
                  <a:pt x="8823" y="82175"/>
                </a:cubicBezTo>
                <a:cubicBezTo>
                  <a:pt x="5998" y="78375"/>
                  <a:pt x="3821" y="73531"/>
                  <a:pt x="2293" y="67645"/>
                </a:cubicBezTo>
                <a:cubicBezTo>
                  <a:pt x="764" y="61759"/>
                  <a:pt x="0" y="54783"/>
                  <a:pt x="0" y="46719"/>
                </a:cubicBezTo>
                <a:cubicBezTo>
                  <a:pt x="0" y="39766"/>
                  <a:pt x="706" y="33417"/>
                  <a:pt x="2119" y="27671"/>
                </a:cubicBezTo>
                <a:cubicBezTo>
                  <a:pt x="3531" y="21924"/>
                  <a:pt x="5639" y="16999"/>
                  <a:pt x="8441" y="12898"/>
                </a:cubicBezTo>
                <a:cubicBezTo>
                  <a:pt x="11243" y="8795"/>
                  <a:pt x="14751" y="5619"/>
                  <a:pt x="18966" y="3372"/>
                </a:cubicBezTo>
                <a:cubicBezTo>
                  <a:pt x="23180" y="1124"/>
                  <a:pt x="28089" y="0"/>
                  <a:pt x="33693" y="0"/>
                </a:cubicBezTo>
                <a:cubicBezTo>
                  <a:pt x="38556" y="0"/>
                  <a:pt x="42979" y="915"/>
                  <a:pt x="46962" y="2746"/>
                </a:cubicBezTo>
                <a:cubicBezTo>
                  <a:pt x="50945" y="4577"/>
                  <a:pt x="54349" y="7404"/>
                  <a:pt x="57174" y="11228"/>
                </a:cubicBezTo>
                <a:cubicBezTo>
                  <a:pt x="60000" y="15052"/>
                  <a:pt x="62176" y="19907"/>
                  <a:pt x="63705" y="25793"/>
                </a:cubicBezTo>
                <a:cubicBezTo>
                  <a:pt x="65233" y="31679"/>
                  <a:pt x="65997" y="38655"/>
                  <a:pt x="65997" y="46719"/>
                </a:cubicBezTo>
                <a:moveTo>
                  <a:pt x="53770" y="47134"/>
                </a:moveTo>
                <a:cubicBezTo>
                  <a:pt x="53770" y="45565"/>
                  <a:pt x="53712" y="44008"/>
                  <a:pt x="53597" y="42464"/>
                </a:cubicBezTo>
                <a:cubicBezTo>
                  <a:pt x="53481" y="40918"/>
                  <a:pt x="53354" y="39407"/>
                  <a:pt x="53215" y="37931"/>
                </a:cubicBezTo>
                <a:lnTo>
                  <a:pt x="14797" y="66414"/>
                </a:lnTo>
                <a:cubicBezTo>
                  <a:pt x="15492" y="68832"/>
                  <a:pt x="16372" y="71065"/>
                  <a:pt x="17437" y="73111"/>
                </a:cubicBezTo>
                <a:cubicBezTo>
                  <a:pt x="18502" y="75158"/>
                  <a:pt x="19788" y="76914"/>
                  <a:pt x="21293" y="78378"/>
                </a:cubicBezTo>
                <a:cubicBezTo>
                  <a:pt x="22798" y="79843"/>
                  <a:pt x="24512" y="80983"/>
                  <a:pt x="26434" y="81797"/>
                </a:cubicBezTo>
                <a:cubicBezTo>
                  <a:pt x="28356" y="82611"/>
                  <a:pt x="30544" y="83018"/>
                  <a:pt x="32999" y="83018"/>
                </a:cubicBezTo>
                <a:cubicBezTo>
                  <a:pt x="36148" y="83018"/>
                  <a:pt x="39008" y="82253"/>
                  <a:pt x="41578" y="80723"/>
                </a:cubicBezTo>
                <a:cubicBezTo>
                  <a:pt x="44149" y="79193"/>
                  <a:pt x="46337" y="76921"/>
                  <a:pt x="48143" y="73908"/>
                </a:cubicBezTo>
                <a:cubicBezTo>
                  <a:pt x="49949" y="70895"/>
                  <a:pt x="51339" y="67151"/>
                  <a:pt x="52311" y="62678"/>
                </a:cubicBezTo>
                <a:cubicBezTo>
                  <a:pt x="53284" y="58203"/>
                  <a:pt x="53770" y="53021"/>
                  <a:pt x="53770" y="47134"/>
                </a:cubicBezTo>
                <a:moveTo>
                  <a:pt x="12227" y="46302"/>
                </a:moveTo>
                <a:cubicBezTo>
                  <a:pt x="12227" y="47732"/>
                  <a:pt x="12238" y="49162"/>
                  <a:pt x="12262" y="50592"/>
                </a:cubicBezTo>
                <a:cubicBezTo>
                  <a:pt x="12285" y="52022"/>
                  <a:pt x="12366" y="53406"/>
                  <a:pt x="12505" y="54743"/>
                </a:cubicBezTo>
                <a:lnTo>
                  <a:pt x="50922" y="26399"/>
                </a:lnTo>
                <a:cubicBezTo>
                  <a:pt x="50227" y="24027"/>
                  <a:pt x="49347" y="21864"/>
                  <a:pt x="48282" y="19910"/>
                </a:cubicBezTo>
                <a:cubicBezTo>
                  <a:pt x="47217" y="17956"/>
                  <a:pt x="45943" y="16270"/>
                  <a:pt x="44461" y="14852"/>
                </a:cubicBezTo>
                <a:cubicBezTo>
                  <a:pt x="42979" y="13433"/>
                  <a:pt x="41289" y="12329"/>
                  <a:pt x="39390" y="11539"/>
                </a:cubicBezTo>
                <a:cubicBezTo>
                  <a:pt x="37491" y="10747"/>
                  <a:pt x="35361" y="10351"/>
                  <a:pt x="32999" y="10351"/>
                </a:cubicBezTo>
                <a:cubicBezTo>
                  <a:pt x="29849" y="10351"/>
                  <a:pt x="26989" y="11116"/>
                  <a:pt x="24419" y="12646"/>
                </a:cubicBezTo>
                <a:cubicBezTo>
                  <a:pt x="21849" y="14176"/>
                  <a:pt x="19660" y="16459"/>
                  <a:pt x="17854" y="19495"/>
                </a:cubicBezTo>
                <a:cubicBezTo>
                  <a:pt x="16048" y="22532"/>
                  <a:pt x="14658" y="26287"/>
                  <a:pt x="13686" y="30760"/>
                </a:cubicBezTo>
                <a:cubicBezTo>
                  <a:pt x="12713" y="35234"/>
                  <a:pt x="12227" y="40415"/>
                  <a:pt x="12227" y="46302"/>
                </a:cubicBezTo>
                <a:close/>
                <a:moveTo>
                  <a:pt x="146125" y="92118"/>
                </a:moveTo>
                <a:lnTo>
                  <a:pt x="130077" y="92118"/>
                </a:lnTo>
                <a:lnTo>
                  <a:pt x="111250" y="65511"/>
                </a:lnTo>
                <a:lnTo>
                  <a:pt x="92632" y="92118"/>
                </a:lnTo>
                <a:lnTo>
                  <a:pt x="77001" y="92118"/>
                </a:lnTo>
                <a:lnTo>
                  <a:pt x="104025" y="57105"/>
                </a:lnTo>
                <a:lnTo>
                  <a:pt x="78252" y="22370"/>
                </a:lnTo>
                <a:lnTo>
                  <a:pt x="93744" y="22370"/>
                </a:lnTo>
                <a:lnTo>
                  <a:pt x="112084" y="49185"/>
                </a:lnTo>
                <a:lnTo>
                  <a:pt x="130077" y="22370"/>
                </a:lnTo>
                <a:lnTo>
                  <a:pt x="145013" y="22370"/>
                </a:lnTo>
                <a:lnTo>
                  <a:pt x="118823" y="57383"/>
                </a:lnTo>
                <a:lnTo>
                  <a:pt x="146125" y="92118"/>
                </a:lnTo>
                <a:close/>
                <a:moveTo>
                  <a:pt x="218124" y="63079"/>
                </a:moveTo>
                <a:cubicBezTo>
                  <a:pt x="218124" y="67572"/>
                  <a:pt x="217152" y="71671"/>
                  <a:pt x="215206" y="75376"/>
                </a:cubicBezTo>
                <a:cubicBezTo>
                  <a:pt x="213261" y="79081"/>
                  <a:pt x="210587" y="82265"/>
                  <a:pt x="207183" y="84928"/>
                </a:cubicBezTo>
                <a:cubicBezTo>
                  <a:pt x="203779" y="87591"/>
                  <a:pt x="199761" y="89664"/>
                  <a:pt x="195129" y="91146"/>
                </a:cubicBezTo>
                <a:cubicBezTo>
                  <a:pt x="190498" y="92628"/>
                  <a:pt x="185496" y="93369"/>
                  <a:pt x="180124" y="93369"/>
                </a:cubicBezTo>
                <a:cubicBezTo>
                  <a:pt x="178781" y="93369"/>
                  <a:pt x="177333" y="93332"/>
                  <a:pt x="175782" y="93258"/>
                </a:cubicBezTo>
                <a:cubicBezTo>
                  <a:pt x="174230" y="93186"/>
                  <a:pt x="172690" y="93088"/>
                  <a:pt x="171162" y="92965"/>
                </a:cubicBezTo>
                <a:cubicBezTo>
                  <a:pt x="169634" y="92843"/>
                  <a:pt x="168140" y="92709"/>
                  <a:pt x="166681" y="92561"/>
                </a:cubicBezTo>
                <a:cubicBezTo>
                  <a:pt x="165222" y="92415"/>
                  <a:pt x="163914" y="92244"/>
                  <a:pt x="162756" y="92049"/>
                </a:cubicBezTo>
                <a:lnTo>
                  <a:pt x="162756" y="81072"/>
                </a:lnTo>
                <a:cubicBezTo>
                  <a:pt x="165257" y="81699"/>
                  <a:pt x="168117" y="82157"/>
                  <a:pt x="171336" y="82447"/>
                </a:cubicBezTo>
                <a:cubicBezTo>
                  <a:pt x="174554" y="82735"/>
                  <a:pt x="177808" y="82879"/>
                  <a:pt x="181096" y="82879"/>
                </a:cubicBezTo>
                <a:cubicBezTo>
                  <a:pt x="184801" y="82879"/>
                  <a:pt x="188136" y="82439"/>
                  <a:pt x="191100" y="81559"/>
                </a:cubicBezTo>
                <a:cubicBezTo>
                  <a:pt x="194064" y="80679"/>
                  <a:pt x="196588" y="79417"/>
                  <a:pt x="198672" y="77772"/>
                </a:cubicBezTo>
                <a:cubicBezTo>
                  <a:pt x="200757" y="76128"/>
                  <a:pt x="202354" y="74137"/>
                  <a:pt x="203466" y="71798"/>
                </a:cubicBezTo>
                <a:cubicBezTo>
                  <a:pt x="204577" y="69459"/>
                  <a:pt x="205133" y="66831"/>
                  <a:pt x="205133" y="63913"/>
                </a:cubicBezTo>
                <a:cubicBezTo>
                  <a:pt x="205133" y="58263"/>
                  <a:pt x="203107" y="54152"/>
                  <a:pt x="199054" y="51582"/>
                </a:cubicBezTo>
                <a:cubicBezTo>
                  <a:pt x="195002" y="49012"/>
                  <a:pt x="189178" y="47726"/>
                  <a:pt x="181583" y="47726"/>
                </a:cubicBezTo>
                <a:lnTo>
                  <a:pt x="164354" y="47726"/>
                </a:lnTo>
                <a:lnTo>
                  <a:pt x="164354" y="1250"/>
                </a:lnTo>
                <a:lnTo>
                  <a:pt x="213261" y="1250"/>
                </a:lnTo>
                <a:lnTo>
                  <a:pt x="213261" y="11810"/>
                </a:lnTo>
                <a:lnTo>
                  <a:pt x="175747" y="11810"/>
                </a:lnTo>
                <a:lnTo>
                  <a:pt x="175747" y="37375"/>
                </a:lnTo>
                <a:lnTo>
                  <a:pt x="183667" y="37375"/>
                </a:lnTo>
                <a:cubicBezTo>
                  <a:pt x="188020" y="37375"/>
                  <a:pt x="192258" y="37769"/>
                  <a:pt x="196380" y="38556"/>
                </a:cubicBezTo>
                <a:cubicBezTo>
                  <a:pt x="200502" y="39344"/>
                  <a:pt x="204172" y="40721"/>
                  <a:pt x="207391" y="42690"/>
                </a:cubicBezTo>
                <a:cubicBezTo>
                  <a:pt x="210610" y="44658"/>
                  <a:pt x="213203" y="47298"/>
                  <a:pt x="215172" y="50609"/>
                </a:cubicBezTo>
                <a:cubicBezTo>
                  <a:pt x="217140" y="53921"/>
                  <a:pt x="218124" y="58078"/>
                  <a:pt x="218124" y="63079"/>
                </a:cubicBezTo>
                <a:close/>
                <a:moveTo>
                  <a:pt x="296376" y="63079"/>
                </a:moveTo>
                <a:cubicBezTo>
                  <a:pt x="296376" y="67572"/>
                  <a:pt x="295403" y="71671"/>
                  <a:pt x="293458" y="75376"/>
                </a:cubicBezTo>
                <a:cubicBezTo>
                  <a:pt x="291513" y="79081"/>
                  <a:pt x="288838" y="82265"/>
                  <a:pt x="285434" y="84928"/>
                </a:cubicBezTo>
                <a:cubicBezTo>
                  <a:pt x="282030" y="87591"/>
                  <a:pt x="278013" y="89664"/>
                  <a:pt x="273381" y="91146"/>
                </a:cubicBezTo>
                <a:cubicBezTo>
                  <a:pt x="268750" y="92628"/>
                  <a:pt x="263748" y="93369"/>
                  <a:pt x="258376" y="93369"/>
                </a:cubicBezTo>
                <a:cubicBezTo>
                  <a:pt x="257032" y="93369"/>
                  <a:pt x="255585" y="93332"/>
                  <a:pt x="254034" y="93258"/>
                </a:cubicBezTo>
                <a:cubicBezTo>
                  <a:pt x="252482" y="93186"/>
                  <a:pt x="250942" y="93088"/>
                  <a:pt x="249414" y="92965"/>
                </a:cubicBezTo>
                <a:cubicBezTo>
                  <a:pt x="247885" y="92843"/>
                  <a:pt x="246392" y="92709"/>
                  <a:pt x="244933" y="92561"/>
                </a:cubicBezTo>
                <a:cubicBezTo>
                  <a:pt x="243474" y="92415"/>
                  <a:pt x="242166" y="92244"/>
                  <a:pt x="241008" y="92049"/>
                </a:cubicBezTo>
                <a:lnTo>
                  <a:pt x="241008" y="81072"/>
                </a:lnTo>
                <a:cubicBezTo>
                  <a:pt x="243509" y="81699"/>
                  <a:pt x="246369" y="82157"/>
                  <a:pt x="249588" y="82447"/>
                </a:cubicBezTo>
                <a:cubicBezTo>
                  <a:pt x="252806" y="82735"/>
                  <a:pt x="256060" y="82879"/>
                  <a:pt x="259348" y="82879"/>
                </a:cubicBezTo>
                <a:cubicBezTo>
                  <a:pt x="263053" y="82879"/>
                  <a:pt x="266388" y="82439"/>
                  <a:pt x="269352" y="81559"/>
                </a:cubicBezTo>
                <a:cubicBezTo>
                  <a:pt x="272316" y="80679"/>
                  <a:pt x="274840" y="79417"/>
                  <a:pt x="276924" y="77772"/>
                </a:cubicBezTo>
                <a:cubicBezTo>
                  <a:pt x="279008" y="76128"/>
                  <a:pt x="280606" y="74137"/>
                  <a:pt x="281718" y="71798"/>
                </a:cubicBezTo>
                <a:cubicBezTo>
                  <a:pt x="282829" y="69459"/>
                  <a:pt x="283385" y="66831"/>
                  <a:pt x="283385" y="63913"/>
                </a:cubicBezTo>
                <a:cubicBezTo>
                  <a:pt x="283385" y="58263"/>
                  <a:pt x="281359" y="54152"/>
                  <a:pt x="277306" y="51582"/>
                </a:cubicBezTo>
                <a:cubicBezTo>
                  <a:pt x="273254" y="49012"/>
                  <a:pt x="267430" y="47726"/>
                  <a:pt x="259834" y="47726"/>
                </a:cubicBezTo>
                <a:lnTo>
                  <a:pt x="242606" y="47726"/>
                </a:lnTo>
                <a:lnTo>
                  <a:pt x="242606" y="1250"/>
                </a:lnTo>
                <a:lnTo>
                  <a:pt x="291513" y="1250"/>
                </a:lnTo>
                <a:lnTo>
                  <a:pt x="291513" y="11810"/>
                </a:lnTo>
                <a:lnTo>
                  <a:pt x="253999" y="11810"/>
                </a:lnTo>
                <a:lnTo>
                  <a:pt x="253999" y="37375"/>
                </a:lnTo>
                <a:lnTo>
                  <a:pt x="261919" y="37375"/>
                </a:lnTo>
                <a:cubicBezTo>
                  <a:pt x="266272" y="37375"/>
                  <a:pt x="270510" y="37769"/>
                  <a:pt x="274632" y="38556"/>
                </a:cubicBezTo>
                <a:cubicBezTo>
                  <a:pt x="278754" y="39344"/>
                  <a:pt x="282424" y="40721"/>
                  <a:pt x="285643" y="42690"/>
                </a:cubicBezTo>
                <a:cubicBezTo>
                  <a:pt x="288862" y="44658"/>
                  <a:pt x="291455" y="47298"/>
                  <a:pt x="293424" y="50609"/>
                </a:cubicBezTo>
                <a:cubicBezTo>
                  <a:pt x="295392" y="53921"/>
                  <a:pt x="296376" y="58078"/>
                  <a:pt x="296376" y="63079"/>
                </a:cubicBezTo>
                <a:close/>
                <a:moveTo>
                  <a:pt x="374628" y="63079"/>
                </a:moveTo>
                <a:cubicBezTo>
                  <a:pt x="374628" y="67572"/>
                  <a:pt x="373655" y="71671"/>
                  <a:pt x="371710" y="75376"/>
                </a:cubicBezTo>
                <a:cubicBezTo>
                  <a:pt x="369765" y="79081"/>
                  <a:pt x="367090" y="82265"/>
                  <a:pt x="363686" y="84928"/>
                </a:cubicBezTo>
                <a:cubicBezTo>
                  <a:pt x="360282" y="87591"/>
                  <a:pt x="356264" y="89664"/>
                  <a:pt x="351633" y="91146"/>
                </a:cubicBezTo>
                <a:cubicBezTo>
                  <a:pt x="347002" y="92628"/>
                  <a:pt x="342000" y="93369"/>
                  <a:pt x="336627" y="93369"/>
                </a:cubicBezTo>
                <a:cubicBezTo>
                  <a:pt x="335284" y="93369"/>
                  <a:pt x="333837" y="93332"/>
                  <a:pt x="332285" y="93258"/>
                </a:cubicBezTo>
                <a:cubicBezTo>
                  <a:pt x="330734" y="93186"/>
                  <a:pt x="329194" y="93088"/>
                  <a:pt x="327666" y="92965"/>
                </a:cubicBezTo>
                <a:cubicBezTo>
                  <a:pt x="326137" y="92843"/>
                  <a:pt x="324644" y="92709"/>
                  <a:pt x="323185" y="92561"/>
                </a:cubicBezTo>
                <a:cubicBezTo>
                  <a:pt x="321726" y="92415"/>
                  <a:pt x="320418" y="92244"/>
                  <a:pt x="319260" y="92049"/>
                </a:cubicBezTo>
                <a:lnTo>
                  <a:pt x="319260" y="81072"/>
                </a:lnTo>
                <a:cubicBezTo>
                  <a:pt x="321761" y="81699"/>
                  <a:pt x="324621" y="82157"/>
                  <a:pt x="327839" y="82447"/>
                </a:cubicBezTo>
                <a:cubicBezTo>
                  <a:pt x="331058" y="82735"/>
                  <a:pt x="334312" y="82879"/>
                  <a:pt x="337600" y="82879"/>
                </a:cubicBezTo>
                <a:cubicBezTo>
                  <a:pt x="341305" y="82879"/>
                  <a:pt x="344640" y="82439"/>
                  <a:pt x="347604" y="81559"/>
                </a:cubicBezTo>
                <a:cubicBezTo>
                  <a:pt x="350568" y="80679"/>
                  <a:pt x="353092" y="79417"/>
                  <a:pt x="355176" y="77772"/>
                </a:cubicBezTo>
                <a:cubicBezTo>
                  <a:pt x="357260" y="76128"/>
                  <a:pt x="358858" y="74137"/>
                  <a:pt x="359970" y="71798"/>
                </a:cubicBezTo>
                <a:cubicBezTo>
                  <a:pt x="361081" y="69459"/>
                  <a:pt x="361637" y="66831"/>
                  <a:pt x="361637" y="63913"/>
                </a:cubicBezTo>
                <a:cubicBezTo>
                  <a:pt x="361637" y="58263"/>
                  <a:pt x="359611" y="54152"/>
                  <a:pt x="355558" y="51582"/>
                </a:cubicBezTo>
                <a:cubicBezTo>
                  <a:pt x="351506" y="49012"/>
                  <a:pt x="345682" y="47726"/>
                  <a:pt x="338086" y="47726"/>
                </a:cubicBezTo>
                <a:lnTo>
                  <a:pt x="320858" y="47726"/>
                </a:lnTo>
                <a:lnTo>
                  <a:pt x="320858" y="1250"/>
                </a:lnTo>
                <a:lnTo>
                  <a:pt x="369765" y="1250"/>
                </a:lnTo>
                <a:lnTo>
                  <a:pt x="369765" y="11810"/>
                </a:lnTo>
                <a:lnTo>
                  <a:pt x="332251" y="11810"/>
                </a:lnTo>
                <a:lnTo>
                  <a:pt x="332251" y="37375"/>
                </a:lnTo>
                <a:lnTo>
                  <a:pt x="340170" y="37375"/>
                </a:lnTo>
                <a:cubicBezTo>
                  <a:pt x="344524" y="37375"/>
                  <a:pt x="348762" y="37769"/>
                  <a:pt x="352884" y="38556"/>
                </a:cubicBezTo>
                <a:cubicBezTo>
                  <a:pt x="357005" y="39344"/>
                  <a:pt x="360676" y="40721"/>
                  <a:pt x="363895" y="42690"/>
                </a:cubicBezTo>
                <a:cubicBezTo>
                  <a:pt x="367113" y="44658"/>
                  <a:pt x="369707" y="47298"/>
                  <a:pt x="371675" y="50609"/>
                </a:cubicBezTo>
                <a:cubicBezTo>
                  <a:pt x="373644" y="53921"/>
                  <a:pt x="374628" y="58078"/>
                  <a:pt x="374628" y="63079"/>
                </a:cubicBezTo>
                <a:close/>
                <a:moveTo>
                  <a:pt x="452880" y="63079"/>
                </a:moveTo>
                <a:cubicBezTo>
                  <a:pt x="452880" y="67572"/>
                  <a:pt x="451907" y="71671"/>
                  <a:pt x="449962" y="75376"/>
                </a:cubicBezTo>
                <a:cubicBezTo>
                  <a:pt x="448017" y="79081"/>
                  <a:pt x="445342" y="82265"/>
                  <a:pt x="441938" y="84928"/>
                </a:cubicBezTo>
                <a:cubicBezTo>
                  <a:pt x="438534" y="87591"/>
                  <a:pt x="434516" y="89664"/>
                  <a:pt x="429885" y="91146"/>
                </a:cubicBezTo>
                <a:cubicBezTo>
                  <a:pt x="425254" y="92628"/>
                  <a:pt x="420252" y="93369"/>
                  <a:pt x="414879" y="93369"/>
                </a:cubicBezTo>
                <a:cubicBezTo>
                  <a:pt x="413536" y="93369"/>
                  <a:pt x="412089" y="93332"/>
                  <a:pt x="410537" y="93258"/>
                </a:cubicBezTo>
                <a:cubicBezTo>
                  <a:pt x="408986" y="93186"/>
                  <a:pt x="407446" y="93088"/>
                  <a:pt x="405918" y="92965"/>
                </a:cubicBezTo>
                <a:cubicBezTo>
                  <a:pt x="404389" y="92843"/>
                  <a:pt x="402896" y="92709"/>
                  <a:pt x="401437" y="92561"/>
                </a:cubicBezTo>
                <a:cubicBezTo>
                  <a:pt x="399978" y="92415"/>
                  <a:pt x="398669" y="92244"/>
                  <a:pt x="397512" y="92049"/>
                </a:cubicBezTo>
                <a:lnTo>
                  <a:pt x="397512" y="81072"/>
                </a:lnTo>
                <a:cubicBezTo>
                  <a:pt x="400013" y="81699"/>
                  <a:pt x="402872" y="82157"/>
                  <a:pt x="406091" y="82447"/>
                </a:cubicBezTo>
                <a:cubicBezTo>
                  <a:pt x="409310" y="82735"/>
                  <a:pt x="412564" y="82879"/>
                  <a:pt x="415852" y="82879"/>
                </a:cubicBezTo>
                <a:cubicBezTo>
                  <a:pt x="419557" y="82879"/>
                  <a:pt x="422892" y="82439"/>
                  <a:pt x="425856" y="81559"/>
                </a:cubicBezTo>
                <a:cubicBezTo>
                  <a:pt x="428820" y="80679"/>
                  <a:pt x="431344" y="79417"/>
                  <a:pt x="433428" y="77772"/>
                </a:cubicBezTo>
                <a:cubicBezTo>
                  <a:pt x="435512" y="76128"/>
                  <a:pt x="437110" y="74137"/>
                  <a:pt x="438221" y="71798"/>
                </a:cubicBezTo>
                <a:cubicBezTo>
                  <a:pt x="439333" y="69459"/>
                  <a:pt x="439889" y="66831"/>
                  <a:pt x="439889" y="63913"/>
                </a:cubicBezTo>
                <a:cubicBezTo>
                  <a:pt x="439889" y="58263"/>
                  <a:pt x="437862" y="54152"/>
                  <a:pt x="433810" y="51582"/>
                </a:cubicBezTo>
                <a:cubicBezTo>
                  <a:pt x="429758" y="49012"/>
                  <a:pt x="423934" y="47726"/>
                  <a:pt x="416338" y="47726"/>
                </a:cubicBezTo>
                <a:lnTo>
                  <a:pt x="399109" y="47726"/>
                </a:lnTo>
                <a:lnTo>
                  <a:pt x="399109" y="1250"/>
                </a:lnTo>
                <a:lnTo>
                  <a:pt x="448017" y="1250"/>
                </a:lnTo>
                <a:lnTo>
                  <a:pt x="448017" y="11810"/>
                </a:lnTo>
                <a:lnTo>
                  <a:pt x="410503" y="11810"/>
                </a:lnTo>
                <a:lnTo>
                  <a:pt x="410503" y="37375"/>
                </a:lnTo>
                <a:lnTo>
                  <a:pt x="418422" y="37375"/>
                </a:lnTo>
                <a:cubicBezTo>
                  <a:pt x="422776" y="37375"/>
                  <a:pt x="427013" y="37769"/>
                  <a:pt x="431135" y="38556"/>
                </a:cubicBezTo>
                <a:cubicBezTo>
                  <a:pt x="435257" y="39344"/>
                  <a:pt x="438928" y="40721"/>
                  <a:pt x="442147" y="42690"/>
                </a:cubicBezTo>
                <a:cubicBezTo>
                  <a:pt x="445365" y="44658"/>
                  <a:pt x="447959" y="47298"/>
                  <a:pt x="449927" y="50609"/>
                </a:cubicBezTo>
                <a:cubicBezTo>
                  <a:pt x="451896" y="53921"/>
                  <a:pt x="452880" y="58078"/>
                  <a:pt x="452880" y="63079"/>
                </a:cubicBezTo>
                <a:close/>
                <a:moveTo>
                  <a:pt x="531131" y="63079"/>
                </a:moveTo>
                <a:cubicBezTo>
                  <a:pt x="531131" y="67572"/>
                  <a:pt x="530159" y="71671"/>
                  <a:pt x="528214" y="75376"/>
                </a:cubicBezTo>
                <a:cubicBezTo>
                  <a:pt x="526268" y="79081"/>
                  <a:pt x="523594" y="82265"/>
                  <a:pt x="520190" y="84928"/>
                </a:cubicBezTo>
                <a:cubicBezTo>
                  <a:pt x="516786" y="87591"/>
                  <a:pt x="512768" y="89664"/>
                  <a:pt x="508137" y="91146"/>
                </a:cubicBezTo>
                <a:cubicBezTo>
                  <a:pt x="503505" y="92628"/>
                  <a:pt x="498503" y="93369"/>
                  <a:pt x="493131" y="93369"/>
                </a:cubicBezTo>
                <a:cubicBezTo>
                  <a:pt x="491788" y="93369"/>
                  <a:pt x="490340" y="93332"/>
                  <a:pt x="488789" y="93258"/>
                </a:cubicBezTo>
                <a:cubicBezTo>
                  <a:pt x="487237" y="93186"/>
                  <a:pt x="485697" y="93088"/>
                  <a:pt x="484169" y="92965"/>
                </a:cubicBezTo>
                <a:cubicBezTo>
                  <a:pt x="482641" y="92843"/>
                  <a:pt x="481147" y="92709"/>
                  <a:pt x="479688" y="92561"/>
                </a:cubicBezTo>
                <a:cubicBezTo>
                  <a:pt x="478229" y="92415"/>
                  <a:pt x="476921" y="92244"/>
                  <a:pt x="475763" y="92049"/>
                </a:cubicBezTo>
                <a:lnTo>
                  <a:pt x="475763" y="81072"/>
                </a:lnTo>
                <a:cubicBezTo>
                  <a:pt x="478264" y="81699"/>
                  <a:pt x="481124" y="82157"/>
                  <a:pt x="484343" y="82447"/>
                </a:cubicBezTo>
                <a:cubicBezTo>
                  <a:pt x="487562" y="82735"/>
                  <a:pt x="490815" y="82879"/>
                  <a:pt x="494103" y="82879"/>
                </a:cubicBezTo>
                <a:cubicBezTo>
                  <a:pt x="497809" y="82879"/>
                  <a:pt x="501143" y="82439"/>
                  <a:pt x="504107" y="81559"/>
                </a:cubicBezTo>
                <a:cubicBezTo>
                  <a:pt x="507071" y="80679"/>
                  <a:pt x="509595" y="79417"/>
                  <a:pt x="511680" y="77772"/>
                </a:cubicBezTo>
                <a:cubicBezTo>
                  <a:pt x="513764" y="76128"/>
                  <a:pt x="515361" y="74137"/>
                  <a:pt x="516473" y="71798"/>
                </a:cubicBezTo>
                <a:cubicBezTo>
                  <a:pt x="517585" y="69459"/>
                  <a:pt x="518140" y="66831"/>
                  <a:pt x="518140" y="63913"/>
                </a:cubicBezTo>
                <a:cubicBezTo>
                  <a:pt x="518140" y="58263"/>
                  <a:pt x="516114" y="54152"/>
                  <a:pt x="512062" y="51582"/>
                </a:cubicBezTo>
                <a:cubicBezTo>
                  <a:pt x="508009" y="49012"/>
                  <a:pt x="502185" y="47726"/>
                  <a:pt x="494590" y="47726"/>
                </a:cubicBezTo>
                <a:lnTo>
                  <a:pt x="477361" y="47726"/>
                </a:lnTo>
                <a:lnTo>
                  <a:pt x="477361" y="1250"/>
                </a:lnTo>
                <a:lnTo>
                  <a:pt x="526268" y="1250"/>
                </a:lnTo>
                <a:lnTo>
                  <a:pt x="526268" y="11810"/>
                </a:lnTo>
                <a:lnTo>
                  <a:pt x="488754" y="11810"/>
                </a:lnTo>
                <a:lnTo>
                  <a:pt x="488754" y="37375"/>
                </a:lnTo>
                <a:lnTo>
                  <a:pt x="496674" y="37375"/>
                </a:lnTo>
                <a:cubicBezTo>
                  <a:pt x="501027" y="37375"/>
                  <a:pt x="505265" y="37769"/>
                  <a:pt x="509387" y="38556"/>
                </a:cubicBezTo>
                <a:cubicBezTo>
                  <a:pt x="513509" y="39344"/>
                  <a:pt x="517179" y="40721"/>
                  <a:pt x="520398" y="42690"/>
                </a:cubicBezTo>
                <a:cubicBezTo>
                  <a:pt x="523617" y="44658"/>
                  <a:pt x="526210" y="47298"/>
                  <a:pt x="528179" y="50609"/>
                </a:cubicBezTo>
                <a:cubicBezTo>
                  <a:pt x="530147" y="53921"/>
                  <a:pt x="531131" y="58078"/>
                  <a:pt x="531131" y="63079"/>
                </a:cubicBezTo>
                <a:close/>
                <a:moveTo>
                  <a:pt x="609383" y="63079"/>
                </a:moveTo>
                <a:cubicBezTo>
                  <a:pt x="609383" y="67572"/>
                  <a:pt x="608411" y="71671"/>
                  <a:pt x="606465" y="75376"/>
                </a:cubicBezTo>
                <a:cubicBezTo>
                  <a:pt x="604520" y="79081"/>
                  <a:pt x="601846" y="82265"/>
                  <a:pt x="598441" y="84928"/>
                </a:cubicBezTo>
                <a:cubicBezTo>
                  <a:pt x="595037" y="87591"/>
                  <a:pt x="591020" y="89664"/>
                  <a:pt x="586388" y="91146"/>
                </a:cubicBezTo>
                <a:cubicBezTo>
                  <a:pt x="581757" y="92628"/>
                  <a:pt x="576755" y="93369"/>
                  <a:pt x="571383" y="93369"/>
                </a:cubicBezTo>
                <a:cubicBezTo>
                  <a:pt x="570040" y="93369"/>
                  <a:pt x="568592" y="93332"/>
                  <a:pt x="567041" y="93258"/>
                </a:cubicBezTo>
                <a:cubicBezTo>
                  <a:pt x="565489" y="93186"/>
                  <a:pt x="563949" y="93088"/>
                  <a:pt x="562421" y="92965"/>
                </a:cubicBezTo>
                <a:cubicBezTo>
                  <a:pt x="560893" y="92843"/>
                  <a:pt x="559399" y="92709"/>
                  <a:pt x="557940" y="92561"/>
                </a:cubicBezTo>
                <a:cubicBezTo>
                  <a:pt x="556481" y="92415"/>
                  <a:pt x="555173" y="92244"/>
                  <a:pt x="554015" y="92049"/>
                </a:cubicBezTo>
                <a:lnTo>
                  <a:pt x="554015" y="81072"/>
                </a:lnTo>
                <a:cubicBezTo>
                  <a:pt x="556516" y="81699"/>
                  <a:pt x="559376" y="82157"/>
                  <a:pt x="562595" y="82447"/>
                </a:cubicBezTo>
                <a:cubicBezTo>
                  <a:pt x="565813" y="82735"/>
                  <a:pt x="569067" y="82879"/>
                  <a:pt x="572355" y="82879"/>
                </a:cubicBezTo>
                <a:cubicBezTo>
                  <a:pt x="576060" y="82879"/>
                  <a:pt x="579395" y="82439"/>
                  <a:pt x="582359" y="81559"/>
                </a:cubicBezTo>
                <a:cubicBezTo>
                  <a:pt x="585323" y="80679"/>
                  <a:pt x="587847" y="79417"/>
                  <a:pt x="589931" y="77772"/>
                </a:cubicBezTo>
                <a:cubicBezTo>
                  <a:pt x="592015" y="76128"/>
                  <a:pt x="593613" y="74137"/>
                  <a:pt x="594725" y="71798"/>
                </a:cubicBezTo>
                <a:cubicBezTo>
                  <a:pt x="595836" y="69459"/>
                  <a:pt x="596392" y="66831"/>
                  <a:pt x="596392" y="63913"/>
                </a:cubicBezTo>
                <a:cubicBezTo>
                  <a:pt x="596392" y="58263"/>
                  <a:pt x="594366" y="54152"/>
                  <a:pt x="590313" y="51582"/>
                </a:cubicBezTo>
                <a:cubicBezTo>
                  <a:pt x="586261" y="49012"/>
                  <a:pt x="580437" y="47726"/>
                  <a:pt x="572842" y="47726"/>
                </a:cubicBezTo>
                <a:lnTo>
                  <a:pt x="555613" y="47726"/>
                </a:lnTo>
                <a:lnTo>
                  <a:pt x="555613" y="1250"/>
                </a:lnTo>
                <a:lnTo>
                  <a:pt x="604520" y="1250"/>
                </a:lnTo>
                <a:lnTo>
                  <a:pt x="604520" y="11810"/>
                </a:lnTo>
                <a:lnTo>
                  <a:pt x="567006" y="11810"/>
                </a:lnTo>
                <a:lnTo>
                  <a:pt x="567006" y="37375"/>
                </a:lnTo>
                <a:lnTo>
                  <a:pt x="574926" y="37375"/>
                </a:lnTo>
                <a:cubicBezTo>
                  <a:pt x="579279" y="37375"/>
                  <a:pt x="583517" y="37769"/>
                  <a:pt x="587639" y="38556"/>
                </a:cubicBezTo>
                <a:cubicBezTo>
                  <a:pt x="591761" y="39344"/>
                  <a:pt x="595431" y="40721"/>
                  <a:pt x="598650" y="42690"/>
                </a:cubicBezTo>
                <a:cubicBezTo>
                  <a:pt x="601869" y="44658"/>
                  <a:pt x="604462" y="47298"/>
                  <a:pt x="606431" y="50609"/>
                </a:cubicBezTo>
                <a:cubicBezTo>
                  <a:pt x="608399" y="53921"/>
                  <a:pt x="609383" y="58078"/>
                  <a:pt x="609383" y="63079"/>
                </a:cubicBezTo>
                <a:close/>
                <a:moveTo>
                  <a:pt x="687635" y="63079"/>
                </a:moveTo>
                <a:cubicBezTo>
                  <a:pt x="687635" y="67572"/>
                  <a:pt x="686663" y="71671"/>
                  <a:pt x="684717" y="75376"/>
                </a:cubicBezTo>
                <a:cubicBezTo>
                  <a:pt x="682772" y="79081"/>
                  <a:pt x="680098" y="82265"/>
                  <a:pt x="676694" y="84928"/>
                </a:cubicBezTo>
                <a:cubicBezTo>
                  <a:pt x="673289" y="87591"/>
                  <a:pt x="669272" y="89664"/>
                  <a:pt x="664640" y="91146"/>
                </a:cubicBezTo>
                <a:cubicBezTo>
                  <a:pt x="660009" y="92628"/>
                  <a:pt x="655007" y="93369"/>
                  <a:pt x="649635" y="93369"/>
                </a:cubicBezTo>
                <a:cubicBezTo>
                  <a:pt x="648292" y="93369"/>
                  <a:pt x="646844" y="93332"/>
                  <a:pt x="645293" y="93258"/>
                </a:cubicBezTo>
                <a:cubicBezTo>
                  <a:pt x="643741" y="93186"/>
                  <a:pt x="642201" y="93088"/>
                  <a:pt x="640673" y="92965"/>
                </a:cubicBezTo>
                <a:cubicBezTo>
                  <a:pt x="639145" y="92843"/>
                  <a:pt x="637651" y="92709"/>
                  <a:pt x="636192" y="92561"/>
                </a:cubicBezTo>
                <a:cubicBezTo>
                  <a:pt x="634733" y="92415"/>
                  <a:pt x="633425" y="92244"/>
                  <a:pt x="632267" y="92049"/>
                </a:cubicBezTo>
                <a:lnTo>
                  <a:pt x="632267" y="81072"/>
                </a:lnTo>
                <a:cubicBezTo>
                  <a:pt x="634768" y="81699"/>
                  <a:pt x="637628" y="82157"/>
                  <a:pt x="640847" y="82447"/>
                </a:cubicBezTo>
                <a:cubicBezTo>
                  <a:pt x="644065" y="82735"/>
                  <a:pt x="647319" y="82879"/>
                  <a:pt x="650607" y="82879"/>
                </a:cubicBezTo>
                <a:cubicBezTo>
                  <a:pt x="654312" y="82879"/>
                  <a:pt x="657647" y="82439"/>
                  <a:pt x="660611" y="81559"/>
                </a:cubicBezTo>
                <a:cubicBezTo>
                  <a:pt x="663575" y="80679"/>
                  <a:pt x="666099" y="79417"/>
                  <a:pt x="668183" y="77772"/>
                </a:cubicBezTo>
                <a:cubicBezTo>
                  <a:pt x="670267" y="76128"/>
                  <a:pt x="671865" y="74137"/>
                  <a:pt x="672977" y="71798"/>
                </a:cubicBezTo>
                <a:cubicBezTo>
                  <a:pt x="674088" y="69459"/>
                  <a:pt x="674644" y="66831"/>
                  <a:pt x="674644" y="63913"/>
                </a:cubicBezTo>
                <a:cubicBezTo>
                  <a:pt x="674644" y="58263"/>
                  <a:pt x="672618" y="54152"/>
                  <a:pt x="668565" y="51582"/>
                </a:cubicBezTo>
                <a:cubicBezTo>
                  <a:pt x="664513" y="49012"/>
                  <a:pt x="658689" y="47726"/>
                  <a:pt x="651094" y="47726"/>
                </a:cubicBezTo>
                <a:lnTo>
                  <a:pt x="633865" y="47726"/>
                </a:lnTo>
                <a:lnTo>
                  <a:pt x="633865" y="1250"/>
                </a:lnTo>
                <a:lnTo>
                  <a:pt x="682772" y="1250"/>
                </a:lnTo>
                <a:lnTo>
                  <a:pt x="682772" y="11810"/>
                </a:lnTo>
                <a:lnTo>
                  <a:pt x="645258" y="11810"/>
                </a:lnTo>
                <a:lnTo>
                  <a:pt x="645258" y="37375"/>
                </a:lnTo>
                <a:lnTo>
                  <a:pt x="653178" y="37375"/>
                </a:lnTo>
                <a:cubicBezTo>
                  <a:pt x="657531" y="37375"/>
                  <a:pt x="661769" y="37769"/>
                  <a:pt x="665891" y="38556"/>
                </a:cubicBezTo>
                <a:cubicBezTo>
                  <a:pt x="670013" y="39344"/>
                  <a:pt x="673683" y="40721"/>
                  <a:pt x="676902" y="42690"/>
                </a:cubicBezTo>
                <a:cubicBezTo>
                  <a:pt x="680121" y="44658"/>
                  <a:pt x="682714" y="47298"/>
                  <a:pt x="684683" y="50609"/>
                </a:cubicBezTo>
                <a:cubicBezTo>
                  <a:pt x="686651" y="53921"/>
                  <a:pt x="687635" y="58078"/>
                  <a:pt x="687635" y="63079"/>
                </a:cubicBezTo>
                <a:close/>
                <a:moveTo>
                  <a:pt x="765887" y="63079"/>
                </a:moveTo>
                <a:cubicBezTo>
                  <a:pt x="765887" y="67572"/>
                  <a:pt x="764914" y="71671"/>
                  <a:pt x="762969" y="75376"/>
                </a:cubicBezTo>
                <a:cubicBezTo>
                  <a:pt x="761024" y="79081"/>
                  <a:pt x="758349" y="82265"/>
                  <a:pt x="754945" y="84928"/>
                </a:cubicBezTo>
                <a:cubicBezTo>
                  <a:pt x="751541" y="87591"/>
                  <a:pt x="747523" y="89664"/>
                  <a:pt x="742892" y="91146"/>
                </a:cubicBezTo>
                <a:cubicBezTo>
                  <a:pt x="738261" y="92628"/>
                  <a:pt x="733259" y="93369"/>
                  <a:pt x="727886" y="93369"/>
                </a:cubicBezTo>
                <a:cubicBezTo>
                  <a:pt x="726543" y="93369"/>
                  <a:pt x="725096" y="93332"/>
                  <a:pt x="723544" y="93258"/>
                </a:cubicBezTo>
                <a:cubicBezTo>
                  <a:pt x="721993" y="93186"/>
                  <a:pt x="720453" y="93088"/>
                  <a:pt x="718925" y="92965"/>
                </a:cubicBezTo>
                <a:cubicBezTo>
                  <a:pt x="717396" y="92843"/>
                  <a:pt x="715903" y="92709"/>
                  <a:pt x="714444" y="92561"/>
                </a:cubicBezTo>
                <a:cubicBezTo>
                  <a:pt x="712985" y="92415"/>
                  <a:pt x="711677" y="92244"/>
                  <a:pt x="710519" y="92049"/>
                </a:cubicBezTo>
                <a:lnTo>
                  <a:pt x="710519" y="81072"/>
                </a:lnTo>
                <a:cubicBezTo>
                  <a:pt x="713020" y="81699"/>
                  <a:pt x="715880" y="82157"/>
                  <a:pt x="719098" y="82447"/>
                </a:cubicBezTo>
                <a:cubicBezTo>
                  <a:pt x="722317" y="82735"/>
                  <a:pt x="725571" y="82879"/>
                  <a:pt x="728859" y="82879"/>
                </a:cubicBezTo>
                <a:cubicBezTo>
                  <a:pt x="732564" y="82879"/>
                  <a:pt x="735899" y="82439"/>
                  <a:pt x="738863" y="81559"/>
                </a:cubicBezTo>
                <a:cubicBezTo>
                  <a:pt x="741827" y="80679"/>
                  <a:pt x="744351" y="79417"/>
                  <a:pt x="746435" y="77772"/>
                </a:cubicBezTo>
                <a:cubicBezTo>
                  <a:pt x="748519" y="76128"/>
                  <a:pt x="750117" y="74137"/>
                  <a:pt x="751229" y="71798"/>
                </a:cubicBezTo>
                <a:cubicBezTo>
                  <a:pt x="752340" y="69459"/>
                  <a:pt x="752896" y="66831"/>
                  <a:pt x="752896" y="63913"/>
                </a:cubicBezTo>
                <a:cubicBezTo>
                  <a:pt x="752896" y="58263"/>
                  <a:pt x="750870" y="54152"/>
                  <a:pt x="746817" y="51582"/>
                </a:cubicBezTo>
                <a:cubicBezTo>
                  <a:pt x="742765" y="49012"/>
                  <a:pt x="736941" y="47726"/>
                  <a:pt x="729345" y="47726"/>
                </a:cubicBezTo>
                <a:lnTo>
                  <a:pt x="712117" y="47726"/>
                </a:lnTo>
                <a:lnTo>
                  <a:pt x="712117" y="1250"/>
                </a:lnTo>
                <a:lnTo>
                  <a:pt x="761024" y="1250"/>
                </a:lnTo>
                <a:lnTo>
                  <a:pt x="761024" y="11810"/>
                </a:lnTo>
                <a:lnTo>
                  <a:pt x="723510" y="11810"/>
                </a:lnTo>
                <a:lnTo>
                  <a:pt x="723510" y="37375"/>
                </a:lnTo>
                <a:lnTo>
                  <a:pt x="731429" y="37375"/>
                </a:lnTo>
                <a:cubicBezTo>
                  <a:pt x="735783" y="37375"/>
                  <a:pt x="740021" y="37769"/>
                  <a:pt x="744143" y="38556"/>
                </a:cubicBezTo>
                <a:cubicBezTo>
                  <a:pt x="748264" y="39344"/>
                  <a:pt x="751935" y="40721"/>
                  <a:pt x="755154" y="42690"/>
                </a:cubicBezTo>
                <a:cubicBezTo>
                  <a:pt x="758372" y="44658"/>
                  <a:pt x="760966" y="47298"/>
                  <a:pt x="762934" y="50609"/>
                </a:cubicBezTo>
                <a:cubicBezTo>
                  <a:pt x="764903" y="53921"/>
                  <a:pt x="765887" y="58078"/>
                  <a:pt x="765887" y="63079"/>
                </a:cubicBezTo>
                <a:close/>
                <a:moveTo>
                  <a:pt x="850947" y="71972"/>
                </a:moveTo>
                <a:lnTo>
                  <a:pt x="835455" y="71972"/>
                </a:lnTo>
                <a:lnTo>
                  <a:pt x="835455" y="92118"/>
                </a:lnTo>
                <a:lnTo>
                  <a:pt x="823089" y="92118"/>
                </a:lnTo>
                <a:lnTo>
                  <a:pt x="823089" y="71972"/>
                </a:lnTo>
                <a:lnTo>
                  <a:pt x="779392" y="71972"/>
                </a:lnTo>
                <a:lnTo>
                  <a:pt x="779392" y="61343"/>
                </a:lnTo>
                <a:lnTo>
                  <a:pt x="818087" y="1250"/>
                </a:lnTo>
                <a:lnTo>
                  <a:pt x="835455" y="1250"/>
                </a:lnTo>
                <a:lnTo>
                  <a:pt x="835455" y="61343"/>
                </a:lnTo>
                <a:lnTo>
                  <a:pt x="850947" y="61343"/>
                </a:lnTo>
                <a:lnTo>
                  <a:pt x="850947" y="71972"/>
                </a:lnTo>
                <a:moveTo>
                  <a:pt x="823089" y="12922"/>
                </a:moveTo>
                <a:lnTo>
                  <a:pt x="791480" y="61343"/>
                </a:lnTo>
                <a:lnTo>
                  <a:pt x="823089" y="61343"/>
                </a:lnTo>
                <a:lnTo>
                  <a:pt x="823089" y="12922"/>
                </a:lnTo>
                <a:close/>
                <a:moveTo>
                  <a:pt x="926767" y="46719"/>
                </a:moveTo>
                <a:cubicBezTo>
                  <a:pt x="926767" y="53672"/>
                  <a:pt x="926072" y="60010"/>
                  <a:pt x="924683" y="65735"/>
                </a:cubicBezTo>
                <a:cubicBezTo>
                  <a:pt x="923294" y="71457"/>
                  <a:pt x="921186" y="76370"/>
                  <a:pt x="918361" y="80473"/>
                </a:cubicBezTo>
                <a:cubicBezTo>
                  <a:pt x="915536" y="84575"/>
                  <a:pt x="912028" y="87749"/>
                  <a:pt x="907836" y="89997"/>
                </a:cubicBezTo>
                <a:cubicBezTo>
                  <a:pt x="903645" y="92245"/>
                  <a:pt x="898724" y="93369"/>
                  <a:pt x="893074" y="93369"/>
                </a:cubicBezTo>
                <a:cubicBezTo>
                  <a:pt x="888211" y="93369"/>
                  <a:pt x="883788" y="92453"/>
                  <a:pt x="879805" y="90622"/>
                </a:cubicBezTo>
                <a:cubicBezTo>
                  <a:pt x="875822" y="88792"/>
                  <a:pt x="872418" y="85976"/>
                  <a:pt x="869593" y="82175"/>
                </a:cubicBezTo>
                <a:cubicBezTo>
                  <a:pt x="866768" y="78375"/>
                  <a:pt x="864591" y="73531"/>
                  <a:pt x="863063" y="67645"/>
                </a:cubicBezTo>
                <a:cubicBezTo>
                  <a:pt x="861534" y="61759"/>
                  <a:pt x="860770" y="54783"/>
                  <a:pt x="860770" y="46719"/>
                </a:cubicBezTo>
                <a:cubicBezTo>
                  <a:pt x="860770" y="39766"/>
                  <a:pt x="861476" y="33417"/>
                  <a:pt x="862889" y="27671"/>
                </a:cubicBezTo>
                <a:cubicBezTo>
                  <a:pt x="864301" y="21924"/>
                  <a:pt x="866409" y="16999"/>
                  <a:pt x="869211" y="12898"/>
                </a:cubicBezTo>
                <a:cubicBezTo>
                  <a:pt x="872013" y="8795"/>
                  <a:pt x="875521" y="5619"/>
                  <a:pt x="879735" y="3372"/>
                </a:cubicBezTo>
                <a:cubicBezTo>
                  <a:pt x="883950" y="1124"/>
                  <a:pt x="888859" y="0"/>
                  <a:pt x="894463" y="0"/>
                </a:cubicBezTo>
                <a:cubicBezTo>
                  <a:pt x="899326" y="0"/>
                  <a:pt x="903749" y="915"/>
                  <a:pt x="907732" y="2746"/>
                </a:cubicBezTo>
                <a:cubicBezTo>
                  <a:pt x="911715" y="4577"/>
                  <a:pt x="915119" y="7404"/>
                  <a:pt x="917944" y="11228"/>
                </a:cubicBezTo>
                <a:cubicBezTo>
                  <a:pt x="920770" y="15052"/>
                  <a:pt x="922946" y="19907"/>
                  <a:pt x="924475" y="25793"/>
                </a:cubicBezTo>
                <a:cubicBezTo>
                  <a:pt x="926003" y="31679"/>
                  <a:pt x="926767" y="38655"/>
                  <a:pt x="926767" y="46719"/>
                </a:cubicBezTo>
                <a:moveTo>
                  <a:pt x="914540" y="47134"/>
                </a:moveTo>
                <a:cubicBezTo>
                  <a:pt x="914540" y="45565"/>
                  <a:pt x="914482" y="44008"/>
                  <a:pt x="914367" y="42464"/>
                </a:cubicBezTo>
                <a:cubicBezTo>
                  <a:pt x="914251" y="40918"/>
                  <a:pt x="914123" y="39407"/>
                  <a:pt x="913985" y="37931"/>
                </a:cubicBezTo>
                <a:lnTo>
                  <a:pt x="875567" y="66414"/>
                </a:lnTo>
                <a:cubicBezTo>
                  <a:pt x="876262" y="68832"/>
                  <a:pt x="877142" y="71065"/>
                  <a:pt x="878207" y="73111"/>
                </a:cubicBezTo>
                <a:cubicBezTo>
                  <a:pt x="879272" y="75158"/>
                  <a:pt x="880558" y="76914"/>
                  <a:pt x="882063" y="78378"/>
                </a:cubicBezTo>
                <a:cubicBezTo>
                  <a:pt x="883568" y="79843"/>
                  <a:pt x="885282" y="80983"/>
                  <a:pt x="887204" y="81797"/>
                </a:cubicBezTo>
                <a:cubicBezTo>
                  <a:pt x="889126" y="82611"/>
                  <a:pt x="891314" y="83018"/>
                  <a:pt x="893769" y="83018"/>
                </a:cubicBezTo>
                <a:cubicBezTo>
                  <a:pt x="896918" y="83018"/>
                  <a:pt x="899778" y="82253"/>
                  <a:pt x="902348" y="80723"/>
                </a:cubicBezTo>
                <a:cubicBezTo>
                  <a:pt x="904919" y="79193"/>
                  <a:pt x="907107" y="76921"/>
                  <a:pt x="908913" y="73908"/>
                </a:cubicBezTo>
                <a:cubicBezTo>
                  <a:pt x="910719" y="70895"/>
                  <a:pt x="912109" y="67151"/>
                  <a:pt x="913081" y="62678"/>
                </a:cubicBezTo>
                <a:cubicBezTo>
                  <a:pt x="914054" y="58203"/>
                  <a:pt x="914540" y="53021"/>
                  <a:pt x="914540" y="47134"/>
                </a:cubicBezTo>
                <a:moveTo>
                  <a:pt x="872997" y="46302"/>
                </a:moveTo>
                <a:cubicBezTo>
                  <a:pt x="872997" y="47732"/>
                  <a:pt x="873008" y="49162"/>
                  <a:pt x="873032" y="50592"/>
                </a:cubicBezTo>
                <a:cubicBezTo>
                  <a:pt x="873055" y="52022"/>
                  <a:pt x="873136" y="53406"/>
                  <a:pt x="873275" y="54743"/>
                </a:cubicBezTo>
                <a:lnTo>
                  <a:pt x="911692" y="26399"/>
                </a:lnTo>
                <a:cubicBezTo>
                  <a:pt x="910997" y="24027"/>
                  <a:pt x="910117" y="21864"/>
                  <a:pt x="909052" y="19910"/>
                </a:cubicBezTo>
                <a:cubicBezTo>
                  <a:pt x="907987" y="17956"/>
                  <a:pt x="906713" y="16270"/>
                  <a:pt x="905231" y="14852"/>
                </a:cubicBezTo>
                <a:cubicBezTo>
                  <a:pt x="903749" y="13433"/>
                  <a:pt x="902059" y="12329"/>
                  <a:pt x="900160" y="11539"/>
                </a:cubicBezTo>
                <a:cubicBezTo>
                  <a:pt x="898261" y="10747"/>
                  <a:pt x="896131" y="10351"/>
                  <a:pt x="893769" y="10351"/>
                </a:cubicBezTo>
                <a:cubicBezTo>
                  <a:pt x="890619" y="10351"/>
                  <a:pt x="887759" y="11116"/>
                  <a:pt x="885189" y="12646"/>
                </a:cubicBezTo>
                <a:cubicBezTo>
                  <a:pt x="882619" y="14176"/>
                  <a:pt x="880430" y="16459"/>
                  <a:pt x="878624" y="19495"/>
                </a:cubicBezTo>
                <a:cubicBezTo>
                  <a:pt x="876818" y="22532"/>
                  <a:pt x="875428" y="26287"/>
                  <a:pt x="874456" y="30760"/>
                </a:cubicBezTo>
                <a:cubicBezTo>
                  <a:pt x="873483" y="35234"/>
                  <a:pt x="872997" y="40415"/>
                  <a:pt x="872997" y="46302"/>
                </a:cubicBezTo>
                <a:close/>
                <a:moveTo>
                  <a:pt x="1005019" y="46719"/>
                </a:moveTo>
                <a:cubicBezTo>
                  <a:pt x="1005019" y="53672"/>
                  <a:pt x="1004325" y="60010"/>
                  <a:pt x="1002935" y="65735"/>
                </a:cubicBezTo>
                <a:cubicBezTo>
                  <a:pt x="1001546" y="71457"/>
                  <a:pt x="999438" y="76370"/>
                  <a:pt x="996613" y="80473"/>
                </a:cubicBezTo>
                <a:cubicBezTo>
                  <a:pt x="993788" y="84575"/>
                  <a:pt x="990280" y="87749"/>
                  <a:pt x="986088" y="89997"/>
                </a:cubicBezTo>
                <a:cubicBezTo>
                  <a:pt x="981897" y="92245"/>
                  <a:pt x="976976" y="93369"/>
                  <a:pt x="971326" y="93369"/>
                </a:cubicBezTo>
                <a:cubicBezTo>
                  <a:pt x="966463" y="93369"/>
                  <a:pt x="962040" y="92453"/>
                  <a:pt x="958057" y="90622"/>
                </a:cubicBezTo>
                <a:cubicBezTo>
                  <a:pt x="954074" y="88792"/>
                  <a:pt x="950670" y="85976"/>
                  <a:pt x="947845" y="82175"/>
                </a:cubicBezTo>
                <a:cubicBezTo>
                  <a:pt x="945020" y="78375"/>
                  <a:pt x="942843" y="73531"/>
                  <a:pt x="941315" y="67645"/>
                </a:cubicBezTo>
                <a:cubicBezTo>
                  <a:pt x="939786" y="61759"/>
                  <a:pt x="939022" y="54783"/>
                  <a:pt x="939022" y="46719"/>
                </a:cubicBezTo>
                <a:cubicBezTo>
                  <a:pt x="939022" y="39766"/>
                  <a:pt x="939728" y="33417"/>
                  <a:pt x="941141" y="27671"/>
                </a:cubicBezTo>
                <a:cubicBezTo>
                  <a:pt x="942553" y="21924"/>
                  <a:pt x="944661" y="16999"/>
                  <a:pt x="947463" y="12898"/>
                </a:cubicBezTo>
                <a:cubicBezTo>
                  <a:pt x="950265" y="8795"/>
                  <a:pt x="953773" y="5619"/>
                  <a:pt x="957988" y="3372"/>
                </a:cubicBezTo>
                <a:cubicBezTo>
                  <a:pt x="962202" y="1124"/>
                  <a:pt x="967111" y="0"/>
                  <a:pt x="972715" y="0"/>
                </a:cubicBezTo>
                <a:cubicBezTo>
                  <a:pt x="977578" y="0"/>
                  <a:pt x="982001" y="915"/>
                  <a:pt x="985984" y="2746"/>
                </a:cubicBezTo>
                <a:cubicBezTo>
                  <a:pt x="989967" y="4577"/>
                  <a:pt x="993371" y="7404"/>
                  <a:pt x="996196" y="11228"/>
                </a:cubicBezTo>
                <a:cubicBezTo>
                  <a:pt x="999022" y="15052"/>
                  <a:pt x="1001198" y="19907"/>
                  <a:pt x="1002727" y="25793"/>
                </a:cubicBezTo>
                <a:cubicBezTo>
                  <a:pt x="1004255" y="31679"/>
                  <a:pt x="1005019" y="38655"/>
                  <a:pt x="1005019" y="46719"/>
                </a:cubicBezTo>
                <a:moveTo>
                  <a:pt x="992792" y="47134"/>
                </a:moveTo>
                <a:cubicBezTo>
                  <a:pt x="992792" y="45565"/>
                  <a:pt x="992734" y="44008"/>
                  <a:pt x="992619" y="42464"/>
                </a:cubicBezTo>
                <a:cubicBezTo>
                  <a:pt x="992503" y="40918"/>
                  <a:pt x="992376" y="39407"/>
                  <a:pt x="992237" y="37931"/>
                </a:cubicBezTo>
                <a:lnTo>
                  <a:pt x="953819" y="66414"/>
                </a:lnTo>
                <a:cubicBezTo>
                  <a:pt x="954514" y="68832"/>
                  <a:pt x="955394" y="71065"/>
                  <a:pt x="956459" y="73111"/>
                </a:cubicBezTo>
                <a:cubicBezTo>
                  <a:pt x="957524" y="75158"/>
                  <a:pt x="958810" y="76914"/>
                  <a:pt x="960315" y="78378"/>
                </a:cubicBezTo>
                <a:cubicBezTo>
                  <a:pt x="961820" y="79843"/>
                  <a:pt x="963534" y="80983"/>
                  <a:pt x="965456" y="81797"/>
                </a:cubicBezTo>
                <a:cubicBezTo>
                  <a:pt x="967378" y="82611"/>
                  <a:pt x="969566" y="83018"/>
                  <a:pt x="972021" y="83018"/>
                </a:cubicBezTo>
                <a:cubicBezTo>
                  <a:pt x="975170" y="83018"/>
                  <a:pt x="978030" y="82253"/>
                  <a:pt x="980600" y="80723"/>
                </a:cubicBezTo>
                <a:cubicBezTo>
                  <a:pt x="983171" y="79193"/>
                  <a:pt x="985359" y="76921"/>
                  <a:pt x="987165" y="73908"/>
                </a:cubicBezTo>
                <a:cubicBezTo>
                  <a:pt x="988971" y="70895"/>
                  <a:pt x="990361" y="67151"/>
                  <a:pt x="991334" y="62678"/>
                </a:cubicBezTo>
                <a:cubicBezTo>
                  <a:pt x="992306" y="58203"/>
                  <a:pt x="992792" y="53021"/>
                  <a:pt x="992792" y="47134"/>
                </a:cubicBezTo>
                <a:moveTo>
                  <a:pt x="951249" y="46302"/>
                </a:moveTo>
                <a:cubicBezTo>
                  <a:pt x="951249" y="47732"/>
                  <a:pt x="951260" y="49162"/>
                  <a:pt x="951284" y="50592"/>
                </a:cubicBezTo>
                <a:cubicBezTo>
                  <a:pt x="951307" y="52022"/>
                  <a:pt x="951388" y="53406"/>
                  <a:pt x="951527" y="54743"/>
                </a:cubicBezTo>
                <a:lnTo>
                  <a:pt x="989944" y="26399"/>
                </a:lnTo>
                <a:cubicBezTo>
                  <a:pt x="989249" y="24027"/>
                  <a:pt x="988369" y="21864"/>
                  <a:pt x="987304" y="19910"/>
                </a:cubicBezTo>
                <a:cubicBezTo>
                  <a:pt x="986239" y="17956"/>
                  <a:pt x="984965" y="16270"/>
                  <a:pt x="983483" y="14852"/>
                </a:cubicBezTo>
                <a:cubicBezTo>
                  <a:pt x="982001" y="13433"/>
                  <a:pt x="980311" y="12329"/>
                  <a:pt x="978412" y="11539"/>
                </a:cubicBezTo>
                <a:cubicBezTo>
                  <a:pt x="976513" y="10747"/>
                  <a:pt x="974383" y="10351"/>
                  <a:pt x="972021" y="10351"/>
                </a:cubicBezTo>
                <a:cubicBezTo>
                  <a:pt x="968871" y="10351"/>
                  <a:pt x="966011" y="11116"/>
                  <a:pt x="963441" y="12646"/>
                </a:cubicBezTo>
                <a:cubicBezTo>
                  <a:pt x="960871" y="14176"/>
                  <a:pt x="958682" y="16459"/>
                  <a:pt x="956876" y="19495"/>
                </a:cubicBezTo>
                <a:cubicBezTo>
                  <a:pt x="955070" y="22532"/>
                  <a:pt x="953680" y="26287"/>
                  <a:pt x="952708" y="30760"/>
                </a:cubicBezTo>
                <a:cubicBezTo>
                  <a:pt x="951735" y="35234"/>
                  <a:pt x="951249" y="40415"/>
                  <a:pt x="951249" y="46302"/>
                </a:cubicBezTo>
                <a:close/>
                <a:moveTo>
                  <a:pt x="1083271" y="46719"/>
                </a:moveTo>
                <a:cubicBezTo>
                  <a:pt x="1083271" y="53672"/>
                  <a:pt x="1082576" y="60010"/>
                  <a:pt x="1081187" y="65735"/>
                </a:cubicBezTo>
                <a:cubicBezTo>
                  <a:pt x="1079797" y="71457"/>
                  <a:pt x="1077690" y="76370"/>
                  <a:pt x="1074865" y="80473"/>
                </a:cubicBezTo>
                <a:cubicBezTo>
                  <a:pt x="1072040" y="84575"/>
                  <a:pt x="1068532" y="87749"/>
                  <a:pt x="1064340" y="89997"/>
                </a:cubicBezTo>
                <a:cubicBezTo>
                  <a:pt x="1060149" y="92245"/>
                  <a:pt x="1055228" y="93369"/>
                  <a:pt x="1049578" y="93369"/>
                </a:cubicBezTo>
                <a:cubicBezTo>
                  <a:pt x="1044715" y="93369"/>
                  <a:pt x="1040292" y="92453"/>
                  <a:pt x="1036309" y="90622"/>
                </a:cubicBezTo>
                <a:cubicBezTo>
                  <a:pt x="1032326" y="88792"/>
                  <a:pt x="1028922" y="85976"/>
                  <a:pt x="1026096" y="82175"/>
                </a:cubicBezTo>
                <a:cubicBezTo>
                  <a:pt x="1023271" y="78375"/>
                  <a:pt x="1021095" y="73531"/>
                  <a:pt x="1019566" y="67645"/>
                </a:cubicBezTo>
                <a:cubicBezTo>
                  <a:pt x="1018038" y="61759"/>
                  <a:pt x="1017274" y="54783"/>
                  <a:pt x="1017274" y="46719"/>
                </a:cubicBezTo>
                <a:cubicBezTo>
                  <a:pt x="1017274" y="39766"/>
                  <a:pt x="1017980" y="33417"/>
                  <a:pt x="1019393" y="27671"/>
                </a:cubicBezTo>
                <a:cubicBezTo>
                  <a:pt x="1020805" y="21924"/>
                  <a:pt x="1022912" y="16999"/>
                  <a:pt x="1025714" y="12898"/>
                </a:cubicBezTo>
                <a:cubicBezTo>
                  <a:pt x="1028516" y="8795"/>
                  <a:pt x="1032025" y="5619"/>
                  <a:pt x="1036239" y="3372"/>
                </a:cubicBezTo>
                <a:cubicBezTo>
                  <a:pt x="1040454" y="1124"/>
                  <a:pt x="1045363" y="0"/>
                  <a:pt x="1050967" y="0"/>
                </a:cubicBezTo>
                <a:cubicBezTo>
                  <a:pt x="1055830" y="0"/>
                  <a:pt x="1060253" y="915"/>
                  <a:pt x="1064236" y="2746"/>
                </a:cubicBezTo>
                <a:cubicBezTo>
                  <a:pt x="1068219" y="4577"/>
                  <a:pt x="1071623" y="7404"/>
                  <a:pt x="1074448" y="11228"/>
                </a:cubicBezTo>
                <a:cubicBezTo>
                  <a:pt x="1077273" y="15052"/>
                  <a:pt x="1079450" y="19907"/>
                  <a:pt x="1080978" y="25793"/>
                </a:cubicBezTo>
                <a:cubicBezTo>
                  <a:pt x="1082507" y="31679"/>
                  <a:pt x="1083271" y="38655"/>
                  <a:pt x="1083271" y="46719"/>
                </a:cubicBezTo>
                <a:moveTo>
                  <a:pt x="1071044" y="47134"/>
                </a:moveTo>
                <a:cubicBezTo>
                  <a:pt x="1071044" y="45565"/>
                  <a:pt x="1070986" y="44008"/>
                  <a:pt x="1070870" y="42464"/>
                </a:cubicBezTo>
                <a:cubicBezTo>
                  <a:pt x="1070755" y="40918"/>
                  <a:pt x="1070627" y="39407"/>
                  <a:pt x="1070488" y="37931"/>
                </a:cubicBezTo>
                <a:lnTo>
                  <a:pt x="1032071" y="66414"/>
                </a:lnTo>
                <a:cubicBezTo>
                  <a:pt x="1032766" y="68832"/>
                  <a:pt x="1033646" y="71065"/>
                  <a:pt x="1034711" y="73111"/>
                </a:cubicBezTo>
                <a:cubicBezTo>
                  <a:pt x="1035776" y="75158"/>
                  <a:pt x="1037061" y="76914"/>
                  <a:pt x="1038566" y="78378"/>
                </a:cubicBezTo>
                <a:cubicBezTo>
                  <a:pt x="1040072" y="79843"/>
                  <a:pt x="1041785" y="80983"/>
                  <a:pt x="1043707" y="81797"/>
                </a:cubicBezTo>
                <a:cubicBezTo>
                  <a:pt x="1045629" y="82611"/>
                  <a:pt x="1047818" y="83018"/>
                  <a:pt x="1050272" y="83018"/>
                </a:cubicBezTo>
                <a:cubicBezTo>
                  <a:pt x="1053422" y="83018"/>
                  <a:pt x="1056281" y="82253"/>
                  <a:pt x="1058852" y="80723"/>
                </a:cubicBezTo>
                <a:cubicBezTo>
                  <a:pt x="1061422" y="79193"/>
                  <a:pt x="1063611" y="76921"/>
                  <a:pt x="1065417" y="73908"/>
                </a:cubicBezTo>
                <a:cubicBezTo>
                  <a:pt x="1067223" y="70895"/>
                  <a:pt x="1068613" y="67151"/>
                  <a:pt x="1069585" y="62678"/>
                </a:cubicBezTo>
                <a:cubicBezTo>
                  <a:pt x="1070558" y="58203"/>
                  <a:pt x="1071044" y="53021"/>
                  <a:pt x="1071044" y="47134"/>
                </a:cubicBezTo>
                <a:moveTo>
                  <a:pt x="1029501" y="46302"/>
                </a:moveTo>
                <a:cubicBezTo>
                  <a:pt x="1029501" y="47732"/>
                  <a:pt x="1029512" y="49162"/>
                  <a:pt x="1029535" y="50592"/>
                </a:cubicBezTo>
                <a:cubicBezTo>
                  <a:pt x="1029558" y="52022"/>
                  <a:pt x="1029639" y="53406"/>
                  <a:pt x="1029778" y="54743"/>
                </a:cubicBezTo>
                <a:lnTo>
                  <a:pt x="1068196" y="26399"/>
                </a:lnTo>
                <a:cubicBezTo>
                  <a:pt x="1067501" y="24027"/>
                  <a:pt x="1066621" y="21864"/>
                  <a:pt x="1065556" y="19910"/>
                </a:cubicBezTo>
                <a:cubicBezTo>
                  <a:pt x="1064491" y="17956"/>
                  <a:pt x="1063217" y="16270"/>
                  <a:pt x="1061735" y="14852"/>
                </a:cubicBezTo>
                <a:cubicBezTo>
                  <a:pt x="1060253" y="13433"/>
                  <a:pt x="1058562" y="12329"/>
                  <a:pt x="1056664" y="11539"/>
                </a:cubicBezTo>
                <a:cubicBezTo>
                  <a:pt x="1054765" y="10747"/>
                  <a:pt x="1052634" y="10351"/>
                  <a:pt x="1050272" y="10351"/>
                </a:cubicBezTo>
                <a:cubicBezTo>
                  <a:pt x="1047123" y="10351"/>
                  <a:pt x="1044263" y="11116"/>
                  <a:pt x="1041693" y="12646"/>
                </a:cubicBezTo>
                <a:cubicBezTo>
                  <a:pt x="1039122" y="14176"/>
                  <a:pt x="1036934" y="16459"/>
                  <a:pt x="1035128" y="19495"/>
                </a:cubicBezTo>
                <a:cubicBezTo>
                  <a:pt x="1033321" y="22532"/>
                  <a:pt x="1031932" y="26287"/>
                  <a:pt x="1030959" y="30760"/>
                </a:cubicBezTo>
                <a:cubicBezTo>
                  <a:pt x="1029987" y="35234"/>
                  <a:pt x="1029501" y="40415"/>
                  <a:pt x="1029501" y="463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0x7fffa2000000">
            <a:extLst xmlns:a="http://schemas.openxmlformats.org/drawingml/2006/main">
              <a:ext uri="{FF2B5EF4-FFF2-40B4-BE49-F238E27FC236}">
                <a16:creationId xmlns:a16="http://schemas.microsoft.com/office/drawing/2014/main" id="{03465527-75A3-43EF-BE35-40AC1FEA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73" y="4590801"/>
            <a:ext cx="1083271" cy="100316"/>
          </a:xfrm>
          <a:custGeom xmlns:a="http://schemas.openxmlformats.org/drawingml/2006/main">
            <a:pathLst>
              <a:path w="1083271" h="100316">
                <a:moveTo>
                  <a:pt x="65997" y="53666"/>
                </a:moveTo>
                <a:cubicBezTo>
                  <a:pt x="65997" y="60619"/>
                  <a:pt x="65302" y="66957"/>
                  <a:pt x="63913" y="72682"/>
                </a:cubicBezTo>
                <a:cubicBezTo>
                  <a:pt x="62524" y="78404"/>
                  <a:pt x="60416" y="83317"/>
                  <a:pt x="57591" y="87420"/>
                </a:cubicBezTo>
                <a:cubicBezTo>
                  <a:pt x="54766" y="91522"/>
                  <a:pt x="51258" y="94697"/>
                  <a:pt x="47066" y="96944"/>
                </a:cubicBezTo>
                <a:cubicBezTo>
                  <a:pt x="42875" y="99192"/>
                  <a:pt x="37954" y="100316"/>
                  <a:pt x="32304" y="100316"/>
                </a:cubicBezTo>
                <a:cubicBezTo>
                  <a:pt x="27441" y="100316"/>
                  <a:pt x="23018" y="99400"/>
                  <a:pt x="19035" y="97569"/>
                </a:cubicBezTo>
                <a:cubicBezTo>
                  <a:pt x="15052" y="95739"/>
                  <a:pt x="11648" y="92923"/>
                  <a:pt x="8823" y="89122"/>
                </a:cubicBezTo>
                <a:cubicBezTo>
                  <a:pt x="5998" y="85322"/>
                  <a:pt x="3821" y="80478"/>
                  <a:pt x="2293" y="74592"/>
                </a:cubicBezTo>
                <a:cubicBezTo>
                  <a:pt x="764" y="68706"/>
                  <a:pt x="0" y="61731"/>
                  <a:pt x="0" y="53666"/>
                </a:cubicBezTo>
                <a:cubicBezTo>
                  <a:pt x="0" y="46713"/>
                  <a:pt x="706" y="40364"/>
                  <a:pt x="2119" y="34618"/>
                </a:cubicBezTo>
                <a:cubicBezTo>
                  <a:pt x="3531" y="28871"/>
                  <a:pt x="5639" y="23946"/>
                  <a:pt x="8441" y="19845"/>
                </a:cubicBezTo>
                <a:cubicBezTo>
                  <a:pt x="11243" y="15742"/>
                  <a:pt x="14751" y="12566"/>
                  <a:pt x="18966" y="10319"/>
                </a:cubicBezTo>
                <a:cubicBezTo>
                  <a:pt x="23180" y="8071"/>
                  <a:pt x="28089" y="6947"/>
                  <a:pt x="33693" y="6947"/>
                </a:cubicBezTo>
                <a:cubicBezTo>
                  <a:pt x="38556" y="6947"/>
                  <a:pt x="42979" y="7862"/>
                  <a:pt x="46962" y="9693"/>
                </a:cubicBezTo>
                <a:cubicBezTo>
                  <a:pt x="50945" y="11524"/>
                  <a:pt x="54349" y="14351"/>
                  <a:pt x="57174" y="18175"/>
                </a:cubicBezTo>
                <a:cubicBezTo>
                  <a:pt x="60000" y="21999"/>
                  <a:pt x="62176" y="26854"/>
                  <a:pt x="63705" y="32740"/>
                </a:cubicBezTo>
                <a:cubicBezTo>
                  <a:pt x="65233" y="38626"/>
                  <a:pt x="65997" y="45602"/>
                  <a:pt x="65997" y="53666"/>
                </a:cubicBezTo>
                <a:moveTo>
                  <a:pt x="53770" y="54081"/>
                </a:moveTo>
                <a:cubicBezTo>
                  <a:pt x="53770" y="52512"/>
                  <a:pt x="53712" y="50955"/>
                  <a:pt x="53597" y="49411"/>
                </a:cubicBezTo>
                <a:cubicBezTo>
                  <a:pt x="53481" y="47865"/>
                  <a:pt x="53354" y="46354"/>
                  <a:pt x="53215" y="44878"/>
                </a:cubicBezTo>
                <a:lnTo>
                  <a:pt x="14797" y="73361"/>
                </a:lnTo>
                <a:cubicBezTo>
                  <a:pt x="15492" y="75780"/>
                  <a:pt x="16372" y="78012"/>
                  <a:pt x="17437" y="80058"/>
                </a:cubicBezTo>
                <a:cubicBezTo>
                  <a:pt x="18502" y="82105"/>
                  <a:pt x="19788" y="83861"/>
                  <a:pt x="21293" y="85325"/>
                </a:cubicBezTo>
                <a:cubicBezTo>
                  <a:pt x="22798" y="86790"/>
                  <a:pt x="24512" y="87930"/>
                  <a:pt x="26434" y="88745"/>
                </a:cubicBezTo>
                <a:cubicBezTo>
                  <a:pt x="28356" y="89558"/>
                  <a:pt x="30544" y="89965"/>
                  <a:pt x="32999" y="89965"/>
                </a:cubicBezTo>
                <a:cubicBezTo>
                  <a:pt x="36148" y="89965"/>
                  <a:pt x="39008" y="89200"/>
                  <a:pt x="41578" y="87670"/>
                </a:cubicBezTo>
                <a:cubicBezTo>
                  <a:pt x="44149" y="86140"/>
                  <a:pt x="46337" y="83869"/>
                  <a:pt x="48143" y="80855"/>
                </a:cubicBezTo>
                <a:cubicBezTo>
                  <a:pt x="49949" y="77842"/>
                  <a:pt x="51339" y="74098"/>
                  <a:pt x="52311" y="69625"/>
                </a:cubicBezTo>
                <a:cubicBezTo>
                  <a:pt x="53284" y="65150"/>
                  <a:pt x="53770" y="59968"/>
                  <a:pt x="53770" y="54081"/>
                </a:cubicBezTo>
                <a:moveTo>
                  <a:pt x="12227" y="53249"/>
                </a:moveTo>
                <a:cubicBezTo>
                  <a:pt x="12227" y="54679"/>
                  <a:pt x="12238" y="56109"/>
                  <a:pt x="12262" y="57539"/>
                </a:cubicBezTo>
                <a:cubicBezTo>
                  <a:pt x="12285" y="58969"/>
                  <a:pt x="12366" y="60353"/>
                  <a:pt x="12505" y="61690"/>
                </a:cubicBezTo>
                <a:lnTo>
                  <a:pt x="50922" y="33346"/>
                </a:lnTo>
                <a:cubicBezTo>
                  <a:pt x="50227" y="30974"/>
                  <a:pt x="49347" y="28811"/>
                  <a:pt x="48282" y="26857"/>
                </a:cubicBezTo>
                <a:cubicBezTo>
                  <a:pt x="47217" y="24903"/>
                  <a:pt x="45943" y="23217"/>
                  <a:pt x="44461" y="21799"/>
                </a:cubicBezTo>
                <a:cubicBezTo>
                  <a:pt x="42979" y="20380"/>
                  <a:pt x="41289" y="19276"/>
                  <a:pt x="39390" y="18486"/>
                </a:cubicBezTo>
                <a:cubicBezTo>
                  <a:pt x="37491" y="17694"/>
                  <a:pt x="35361" y="17298"/>
                  <a:pt x="32999" y="17298"/>
                </a:cubicBezTo>
                <a:cubicBezTo>
                  <a:pt x="29849" y="17298"/>
                  <a:pt x="26989" y="18063"/>
                  <a:pt x="24419" y="19593"/>
                </a:cubicBezTo>
                <a:cubicBezTo>
                  <a:pt x="21849" y="21123"/>
                  <a:pt x="19660" y="23406"/>
                  <a:pt x="17854" y="26442"/>
                </a:cubicBezTo>
                <a:cubicBezTo>
                  <a:pt x="16048" y="29479"/>
                  <a:pt x="14658" y="33234"/>
                  <a:pt x="13686" y="37707"/>
                </a:cubicBezTo>
                <a:cubicBezTo>
                  <a:pt x="12713" y="42181"/>
                  <a:pt x="12227" y="47362"/>
                  <a:pt x="12227" y="53249"/>
                </a:cubicBezTo>
                <a:close/>
                <a:moveTo>
                  <a:pt x="146125" y="99065"/>
                </a:moveTo>
                <a:lnTo>
                  <a:pt x="130077" y="99065"/>
                </a:lnTo>
                <a:lnTo>
                  <a:pt x="111250" y="72458"/>
                </a:lnTo>
                <a:lnTo>
                  <a:pt x="92632" y="99065"/>
                </a:lnTo>
                <a:lnTo>
                  <a:pt x="77001" y="99065"/>
                </a:lnTo>
                <a:lnTo>
                  <a:pt x="104025" y="64052"/>
                </a:lnTo>
                <a:lnTo>
                  <a:pt x="78252" y="29317"/>
                </a:lnTo>
                <a:lnTo>
                  <a:pt x="93744" y="29317"/>
                </a:lnTo>
                <a:lnTo>
                  <a:pt x="112084" y="56132"/>
                </a:lnTo>
                <a:lnTo>
                  <a:pt x="130077" y="29317"/>
                </a:lnTo>
                <a:lnTo>
                  <a:pt x="145013" y="29317"/>
                </a:lnTo>
                <a:lnTo>
                  <a:pt x="118823" y="64330"/>
                </a:lnTo>
                <a:lnTo>
                  <a:pt x="146125" y="99065"/>
                </a:lnTo>
                <a:close/>
                <a:moveTo>
                  <a:pt x="219930" y="19452"/>
                </a:moveTo>
                <a:lnTo>
                  <a:pt x="181860" y="99065"/>
                </a:lnTo>
                <a:lnTo>
                  <a:pt x="168036" y="99065"/>
                </a:lnTo>
                <a:lnTo>
                  <a:pt x="207564" y="19452"/>
                </a:lnTo>
                <a:lnTo>
                  <a:pt x="158518" y="19452"/>
                </a:lnTo>
                <a:lnTo>
                  <a:pt x="158518" y="8198"/>
                </a:lnTo>
                <a:lnTo>
                  <a:pt x="219930" y="8198"/>
                </a:lnTo>
                <a:lnTo>
                  <a:pt x="219930" y="19452"/>
                </a:lnTo>
                <a:close/>
                <a:moveTo>
                  <a:pt x="301656" y="12088"/>
                </a:moveTo>
                <a:cubicBezTo>
                  <a:pt x="295311" y="10745"/>
                  <a:pt x="289846" y="10073"/>
                  <a:pt x="285261" y="10073"/>
                </a:cubicBezTo>
                <a:cubicBezTo>
                  <a:pt x="274377" y="10073"/>
                  <a:pt x="268935" y="15770"/>
                  <a:pt x="268935" y="27163"/>
                </a:cubicBezTo>
                <a:lnTo>
                  <a:pt x="268935" y="39390"/>
                </a:lnTo>
                <a:lnTo>
                  <a:pt x="299502" y="39390"/>
                </a:lnTo>
                <a:lnTo>
                  <a:pt x="299502" y="49463"/>
                </a:lnTo>
                <a:lnTo>
                  <a:pt x="268935" y="49463"/>
                </a:lnTo>
                <a:lnTo>
                  <a:pt x="268935" y="99065"/>
                </a:lnTo>
                <a:lnTo>
                  <a:pt x="256639" y="99065"/>
                </a:lnTo>
                <a:lnTo>
                  <a:pt x="256639" y="49463"/>
                </a:lnTo>
                <a:lnTo>
                  <a:pt x="234200" y="49463"/>
                </a:lnTo>
                <a:lnTo>
                  <a:pt x="234200" y="39390"/>
                </a:lnTo>
                <a:lnTo>
                  <a:pt x="256639" y="39390"/>
                </a:lnTo>
                <a:lnTo>
                  <a:pt x="256639" y="27858"/>
                </a:lnTo>
                <a:cubicBezTo>
                  <a:pt x="256639" y="9286"/>
                  <a:pt x="266318" y="0"/>
                  <a:pt x="285677" y="0"/>
                </a:cubicBezTo>
                <a:cubicBezTo>
                  <a:pt x="290494" y="0"/>
                  <a:pt x="295820" y="556"/>
                  <a:pt x="301656" y="1667"/>
                </a:cubicBezTo>
                <a:lnTo>
                  <a:pt x="301656" y="12088"/>
                </a:lnTo>
                <a:moveTo>
                  <a:pt x="228642" y="29317"/>
                </a:moveTo>
                <a:lnTo>
                  <a:pt x="228642" y="29317"/>
                </a:lnTo>
                <a:close/>
                <a:moveTo>
                  <a:pt x="379907" y="12088"/>
                </a:moveTo>
                <a:cubicBezTo>
                  <a:pt x="373562" y="10745"/>
                  <a:pt x="368097" y="10073"/>
                  <a:pt x="363512" y="10073"/>
                </a:cubicBezTo>
                <a:cubicBezTo>
                  <a:pt x="352629" y="10073"/>
                  <a:pt x="347187" y="15770"/>
                  <a:pt x="347187" y="27163"/>
                </a:cubicBezTo>
                <a:lnTo>
                  <a:pt x="347187" y="39390"/>
                </a:lnTo>
                <a:lnTo>
                  <a:pt x="377754" y="39390"/>
                </a:lnTo>
                <a:lnTo>
                  <a:pt x="377754" y="49463"/>
                </a:lnTo>
                <a:lnTo>
                  <a:pt x="347187" y="49463"/>
                </a:lnTo>
                <a:lnTo>
                  <a:pt x="347187" y="99065"/>
                </a:lnTo>
                <a:lnTo>
                  <a:pt x="334890" y="99065"/>
                </a:lnTo>
                <a:lnTo>
                  <a:pt x="334890" y="49463"/>
                </a:lnTo>
                <a:lnTo>
                  <a:pt x="312451" y="49463"/>
                </a:lnTo>
                <a:lnTo>
                  <a:pt x="312451" y="39390"/>
                </a:lnTo>
                <a:lnTo>
                  <a:pt x="334890" y="39390"/>
                </a:lnTo>
                <a:lnTo>
                  <a:pt x="334890" y="27858"/>
                </a:lnTo>
                <a:cubicBezTo>
                  <a:pt x="334890" y="9286"/>
                  <a:pt x="344570" y="0"/>
                  <a:pt x="363929" y="0"/>
                </a:cubicBezTo>
                <a:cubicBezTo>
                  <a:pt x="368746" y="0"/>
                  <a:pt x="374072" y="556"/>
                  <a:pt x="379907" y="1667"/>
                </a:cubicBezTo>
                <a:lnTo>
                  <a:pt x="379907" y="12088"/>
                </a:lnTo>
                <a:moveTo>
                  <a:pt x="306894" y="29317"/>
                </a:moveTo>
                <a:lnTo>
                  <a:pt x="306894" y="29317"/>
                </a:lnTo>
                <a:close/>
                <a:moveTo>
                  <a:pt x="458159" y="12088"/>
                </a:moveTo>
                <a:cubicBezTo>
                  <a:pt x="451814" y="10745"/>
                  <a:pt x="446349" y="10073"/>
                  <a:pt x="441764" y="10073"/>
                </a:cubicBezTo>
                <a:cubicBezTo>
                  <a:pt x="430880" y="10073"/>
                  <a:pt x="425439" y="15770"/>
                  <a:pt x="425439" y="27163"/>
                </a:cubicBezTo>
                <a:lnTo>
                  <a:pt x="425439" y="39390"/>
                </a:lnTo>
                <a:lnTo>
                  <a:pt x="456006" y="39390"/>
                </a:lnTo>
                <a:lnTo>
                  <a:pt x="456006" y="49463"/>
                </a:lnTo>
                <a:lnTo>
                  <a:pt x="425439" y="49463"/>
                </a:lnTo>
                <a:lnTo>
                  <a:pt x="425439" y="99065"/>
                </a:lnTo>
                <a:lnTo>
                  <a:pt x="413142" y="99065"/>
                </a:lnTo>
                <a:lnTo>
                  <a:pt x="413142" y="49463"/>
                </a:lnTo>
                <a:lnTo>
                  <a:pt x="390703" y="49463"/>
                </a:lnTo>
                <a:lnTo>
                  <a:pt x="390703" y="39390"/>
                </a:lnTo>
                <a:lnTo>
                  <a:pt x="413142" y="39390"/>
                </a:lnTo>
                <a:lnTo>
                  <a:pt x="413142" y="27858"/>
                </a:lnTo>
                <a:cubicBezTo>
                  <a:pt x="413142" y="9286"/>
                  <a:pt x="422822" y="0"/>
                  <a:pt x="442181" y="0"/>
                </a:cubicBezTo>
                <a:cubicBezTo>
                  <a:pt x="446998" y="0"/>
                  <a:pt x="452324" y="556"/>
                  <a:pt x="458159" y="1667"/>
                </a:cubicBezTo>
                <a:lnTo>
                  <a:pt x="458159" y="12088"/>
                </a:lnTo>
                <a:moveTo>
                  <a:pt x="385146" y="29317"/>
                </a:moveTo>
                <a:lnTo>
                  <a:pt x="385146" y="29317"/>
                </a:lnTo>
                <a:close/>
                <a:moveTo>
                  <a:pt x="519321" y="99065"/>
                </a:moveTo>
                <a:lnTo>
                  <a:pt x="519043" y="89667"/>
                </a:lnTo>
                <a:cubicBezTo>
                  <a:pt x="515246" y="93426"/>
                  <a:pt x="511390" y="96140"/>
                  <a:pt x="507477" y="97810"/>
                </a:cubicBezTo>
                <a:cubicBezTo>
                  <a:pt x="503563" y="99481"/>
                  <a:pt x="499453" y="100316"/>
                  <a:pt x="495146" y="100316"/>
                </a:cubicBezTo>
                <a:cubicBezTo>
                  <a:pt x="491163" y="100316"/>
                  <a:pt x="487758" y="99806"/>
                  <a:pt x="484933" y="98785"/>
                </a:cubicBezTo>
                <a:cubicBezTo>
                  <a:pt x="482108" y="97765"/>
                  <a:pt x="479781" y="96362"/>
                  <a:pt x="477952" y="94576"/>
                </a:cubicBezTo>
                <a:cubicBezTo>
                  <a:pt x="476122" y="92790"/>
                  <a:pt x="474779" y="90690"/>
                  <a:pt x="473922" y="88278"/>
                </a:cubicBezTo>
                <a:cubicBezTo>
                  <a:pt x="473065" y="85865"/>
                  <a:pt x="472637" y="83244"/>
                  <a:pt x="472637" y="80415"/>
                </a:cubicBezTo>
                <a:cubicBezTo>
                  <a:pt x="472637" y="73410"/>
                  <a:pt x="475242" y="67924"/>
                  <a:pt x="480452" y="63959"/>
                </a:cubicBezTo>
                <a:cubicBezTo>
                  <a:pt x="485663" y="59992"/>
                  <a:pt x="493362" y="58008"/>
                  <a:pt x="503551" y="58008"/>
                </a:cubicBezTo>
                <a:lnTo>
                  <a:pt x="518001" y="58008"/>
                </a:lnTo>
                <a:lnTo>
                  <a:pt x="518001" y="51916"/>
                </a:lnTo>
                <a:cubicBezTo>
                  <a:pt x="518001" y="47809"/>
                  <a:pt x="516681" y="44521"/>
                  <a:pt x="514042" y="42051"/>
                </a:cubicBezTo>
                <a:cubicBezTo>
                  <a:pt x="511402" y="39582"/>
                  <a:pt x="507372" y="38348"/>
                  <a:pt x="501954" y="38348"/>
                </a:cubicBezTo>
                <a:cubicBezTo>
                  <a:pt x="498017" y="38348"/>
                  <a:pt x="494138" y="38794"/>
                  <a:pt x="490317" y="39687"/>
                </a:cubicBezTo>
                <a:cubicBezTo>
                  <a:pt x="486496" y="40579"/>
                  <a:pt x="482548" y="41846"/>
                  <a:pt x="478473" y="43489"/>
                </a:cubicBezTo>
                <a:lnTo>
                  <a:pt x="478473" y="32582"/>
                </a:lnTo>
                <a:cubicBezTo>
                  <a:pt x="480001" y="32017"/>
                  <a:pt x="481703" y="31464"/>
                  <a:pt x="483579" y="30923"/>
                </a:cubicBezTo>
                <a:cubicBezTo>
                  <a:pt x="485454" y="30382"/>
                  <a:pt x="487434" y="29900"/>
                  <a:pt x="489518" y="29477"/>
                </a:cubicBezTo>
                <a:cubicBezTo>
                  <a:pt x="491603" y="29053"/>
                  <a:pt x="493779" y="28712"/>
                  <a:pt x="496049" y="28455"/>
                </a:cubicBezTo>
                <a:cubicBezTo>
                  <a:pt x="498318" y="28196"/>
                  <a:pt x="500611" y="28066"/>
                  <a:pt x="502926" y="28066"/>
                </a:cubicBezTo>
                <a:cubicBezTo>
                  <a:pt x="507141" y="28066"/>
                  <a:pt x="510939" y="28529"/>
                  <a:pt x="514319" y="29456"/>
                </a:cubicBezTo>
                <a:cubicBezTo>
                  <a:pt x="517700" y="30382"/>
                  <a:pt x="520560" y="31794"/>
                  <a:pt x="522899" y="33693"/>
                </a:cubicBezTo>
                <a:cubicBezTo>
                  <a:pt x="525238" y="35592"/>
                  <a:pt x="527033" y="37977"/>
                  <a:pt x="528283" y="40849"/>
                </a:cubicBezTo>
                <a:cubicBezTo>
                  <a:pt x="529534" y="43720"/>
                  <a:pt x="530159" y="47101"/>
                  <a:pt x="530159" y="50992"/>
                </a:cubicBezTo>
                <a:lnTo>
                  <a:pt x="530159" y="99065"/>
                </a:lnTo>
                <a:lnTo>
                  <a:pt x="519321" y="99065"/>
                </a:lnTo>
                <a:moveTo>
                  <a:pt x="518001" y="67248"/>
                </a:moveTo>
                <a:lnTo>
                  <a:pt x="502648" y="67248"/>
                </a:lnTo>
                <a:cubicBezTo>
                  <a:pt x="499638" y="67248"/>
                  <a:pt x="497044" y="67550"/>
                  <a:pt x="494868" y="68155"/>
                </a:cubicBezTo>
                <a:cubicBezTo>
                  <a:pt x="492691" y="68759"/>
                  <a:pt x="490908" y="69618"/>
                  <a:pt x="489518" y="70732"/>
                </a:cubicBezTo>
                <a:cubicBezTo>
                  <a:pt x="488129" y="71846"/>
                  <a:pt x="487098" y="73182"/>
                  <a:pt x="486427" y="74740"/>
                </a:cubicBezTo>
                <a:cubicBezTo>
                  <a:pt x="485755" y="76296"/>
                  <a:pt x="485420" y="78049"/>
                  <a:pt x="485420" y="80000"/>
                </a:cubicBezTo>
                <a:cubicBezTo>
                  <a:pt x="485420" y="81347"/>
                  <a:pt x="485628" y="82637"/>
                  <a:pt x="486045" y="83869"/>
                </a:cubicBezTo>
                <a:cubicBezTo>
                  <a:pt x="486462" y="85099"/>
                  <a:pt x="487133" y="86190"/>
                  <a:pt x="488060" y="87142"/>
                </a:cubicBezTo>
                <a:cubicBezTo>
                  <a:pt x="488986" y="88095"/>
                  <a:pt x="490190" y="88849"/>
                  <a:pt x="491672" y="89407"/>
                </a:cubicBezTo>
                <a:cubicBezTo>
                  <a:pt x="493154" y="89964"/>
                  <a:pt x="494960" y="90242"/>
                  <a:pt x="497091" y="90242"/>
                </a:cubicBezTo>
                <a:cubicBezTo>
                  <a:pt x="499870" y="90242"/>
                  <a:pt x="503054" y="89395"/>
                  <a:pt x="506643" y="87700"/>
                </a:cubicBezTo>
                <a:cubicBezTo>
                  <a:pt x="510232" y="86004"/>
                  <a:pt x="514018" y="83321"/>
                  <a:pt x="518001" y="79650"/>
                </a:cubicBezTo>
                <a:lnTo>
                  <a:pt x="518001" y="67248"/>
                </a:lnTo>
                <a:close/>
                <a:moveTo>
                  <a:pt x="611676" y="99065"/>
                </a:moveTo>
                <a:lnTo>
                  <a:pt x="551862" y="99065"/>
                </a:lnTo>
                <a:lnTo>
                  <a:pt x="551862" y="88228"/>
                </a:lnTo>
                <a:lnTo>
                  <a:pt x="575343" y="64862"/>
                </a:lnTo>
                <a:cubicBezTo>
                  <a:pt x="579187" y="61060"/>
                  <a:pt x="582313" y="57769"/>
                  <a:pt x="584721" y="54988"/>
                </a:cubicBezTo>
                <a:cubicBezTo>
                  <a:pt x="587130" y="52207"/>
                  <a:pt x="589005" y="49669"/>
                  <a:pt x="590348" y="47375"/>
                </a:cubicBezTo>
                <a:cubicBezTo>
                  <a:pt x="591692" y="45079"/>
                  <a:pt x="592595" y="42912"/>
                  <a:pt x="593058" y="40873"/>
                </a:cubicBezTo>
                <a:cubicBezTo>
                  <a:pt x="593521" y="38833"/>
                  <a:pt x="593753" y="36632"/>
                  <a:pt x="593753" y="34269"/>
                </a:cubicBezTo>
                <a:cubicBezTo>
                  <a:pt x="593753" y="32043"/>
                  <a:pt x="593451" y="29922"/>
                  <a:pt x="592849" y="27906"/>
                </a:cubicBezTo>
                <a:cubicBezTo>
                  <a:pt x="592247" y="25888"/>
                  <a:pt x="591321" y="24114"/>
                  <a:pt x="590071" y="22584"/>
                </a:cubicBezTo>
                <a:cubicBezTo>
                  <a:pt x="588820" y="21053"/>
                  <a:pt x="587199" y="19848"/>
                  <a:pt x="585208" y="18968"/>
                </a:cubicBezTo>
                <a:cubicBezTo>
                  <a:pt x="583216" y="18086"/>
                  <a:pt x="580831" y="17646"/>
                  <a:pt x="578052" y="17646"/>
                </a:cubicBezTo>
                <a:cubicBezTo>
                  <a:pt x="574208" y="17646"/>
                  <a:pt x="570711" y="18509"/>
                  <a:pt x="567562" y="20236"/>
                </a:cubicBezTo>
                <a:cubicBezTo>
                  <a:pt x="564413" y="21962"/>
                  <a:pt x="561518" y="24202"/>
                  <a:pt x="558878" y="26955"/>
                </a:cubicBezTo>
                <a:lnTo>
                  <a:pt x="552209" y="18937"/>
                </a:lnTo>
                <a:cubicBezTo>
                  <a:pt x="555636" y="15312"/>
                  <a:pt x="559584" y="12407"/>
                  <a:pt x="564054" y="10223"/>
                </a:cubicBezTo>
                <a:cubicBezTo>
                  <a:pt x="568523" y="8039"/>
                  <a:pt x="573722" y="6947"/>
                  <a:pt x="579650" y="6947"/>
                </a:cubicBezTo>
                <a:cubicBezTo>
                  <a:pt x="583679" y="6947"/>
                  <a:pt x="587350" y="7550"/>
                  <a:pt x="590661" y="8755"/>
                </a:cubicBezTo>
                <a:cubicBezTo>
                  <a:pt x="593973" y="9960"/>
                  <a:pt x="596832" y="11698"/>
                  <a:pt x="599241" y="13970"/>
                </a:cubicBezTo>
                <a:cubicBezTo>
                  <a:pt x="601649" y="16241"/>
                  <a:pt x="603513" y="19022"/>
                  <a:pt x="604833" y="22313"/>
                </a:cubicBezTo>
                <a:cubicBezTo>
                  <a:pt x="606153" y="25604"/>
                  <a:pt x="606813" y="29313"/>
                  <a:pt x="606813" y="33439"/>
                </a:cubicBezTo>
                <a:cubicBezTo>
                  <a:pt x="606813" y="36916"/>
                  <a:pt x="606350" y="40137"/>
                  <a:pt x="605424" y="43104"/>
                </a:cubicBezTo>
                <a:cubicBezTo>
                  <a:pt x="604497" y="46070"/>
                  <a:pt x="603096" y="49025"/>
                  <a:pt x="601221" y="51968"/>
                </a:cubicBezTo>
                <a:cubicBezTo>
                  <a:pt x="599345" y="54912"/>
                  <a:pt x="596983" y="57960"/>
                  <a:pt x="594135" y="61113"/>
                </a:cubicBezTo>
                <a:cubicBezTo>
                  <a:pt x="591286" y="64263"/>
                  <a:pt x="587917" y="67717"/>
                  <a:pt x="584027" y="71472"/>
                </a:cubicBezTo>
                <a:lnTo>
                  <a:pt x="567562" y="87533"/>
                </a:lnTo>
                <a:lnTo>
                  <a:pt x="611676" y="87533"/>
                </a:lnTo>
                <a:lnTo>
                  <a:pt x="611676" y="99065"/>
                </a:lnTo>
                <a:close/>
                <a:moveTo>
                  <a:pt x="692012" y="53666"/>
                </a:moveTo>
                <a:cubicBezTo>
                  <a:pt x="692012" y="60619"/>
                  <a:pt x="691317" y="66957"/>
                  <a:pt x="689927" y="72682"/>
                </a:cubicBezTo>
                <a:cubicBezTo>
                  <a:pt x="688538" y="78404"/>
                  <a:pt x="686431" y="83317"/>
                  <a:pt x="683606" y="87420"/>
                </a:cubicBezTo>
                <a:cubicBezTo>
                  <a:pt x="680781" y="91522"/>
                  <a:pt x="677272" y="94697"/>
                  <a:pt x="673081" y="96944"/>
                </a:cubicBezTo>
                <a:cubicBezTo>
                  <a:pt x="668889" y="99192"/>
                  <a:pt x="663969" y="100316"/>
                  <a:pt x="658318" y="100316"/>
                </a:cubicBezTo>
                <a:cubicBezTo>
                  <a:pt x="653455" y="100316"/>
                  <a:pt x="649032" y="99400"/>
                  <a:pt x="645049" y="97569"/>
                </a:cubicBezTo>
                <a:cubicBezTo>
                  <a:pt x="641066" y="95739"/>
                  <a:pt x="637662" y="92923"/>
                  <a:pt x="634837" y="89122"/>
                </a:cubicBezTo>
                <a:cubicBezTo>
                  <a:pt x="632012" y="85322"/>
                  <a:pt x="629835" y="80478"/>
                  <a:pt x="628307" y="74592"/>
                </a:cubicBezTo>
                <a:cubicBezTo>
                  <a:pt x="626779" y="68706"/>
                  <a:pt x="626014" y="61731"/>
                  <a:pt x="626014" y="53666"/>
                </a:cubicBezTo>
                <a:cubicBezTo>
                  <a:pt x="626014" y="46713"/>
                  <a:pt x="626721" y="40364"/>
                  <a:pt x="628133" y="34618"/>
                </a:cubicBezTo>
                <a:cubicBezTo>
                  <a:pt x="629546" y="28871"/>
                  <a:pt x="631653" y="23946"/>
                  <a:pt x="634455" y="19845"/>
                </a:cubicBezTo>
                <a:cubicBezTo>
                  <a:pt x="637257" y="15742"/>
                  <a:pt x="640765" y="12566"/>
                  <a:pt x="644980" y="10319"/>
                </a:cubicBezTo>
                <a:cubicBezTo>
                  <a:pt x="649194" y="8071"/>
                  <a:pt x="654104" y="6947"/>
                  <a:pt x="659708" y="6947"/>
                </a:cubicBezTo>
                <a:cubicBezTo>
                  <a:pt x="664571" y="6947"/>
                  <a:pt x="668994" y="7862"/>
                  <a:pt x="672977" y="9693"/>
                </a:cubicBezTo>
                <a:cubicBezTo>
                  <a:pt x="676960" y="11524"/>
                  <a:pt x="680364" y="14351"/>
                  <a:pt x="683189" y="18175"/>
                </a:cubicBezTo>
                <a:cubicBezTo>
                  <a:pt x="686014" y="21999"/>
                  <a:pt x="688191" y="26854"/>
                  <a:pt x="689719" y="32740"/>
                </a:cubicBezTo>
                <a:cubicBezTo>
                  <a:pt x="691247" y="38626"/>
                  <a:pt x="692012" y="45602"/>
                  <a:pt x="692012" y="53666"/>
                </a:cubicBezTo>
                <a:moveTo>
                  <a:pt x="679785" y="54081"/>
                </a:moveTo>
                <a:cubicBezTo>
                  <a:pt x="679785" y="52512"/>
                  <a:pt x="679727" y="50955"/>
                  <a:pt x="679611" y="49411"/>
                </a:cubicBezTo>
                <a:cubicBezTo>
                  <a:pt x="679495" y="47865"/>
                  <a:pt x="679368" y="46354"/>
                  <a:pt x="679229" y="44878"/>
                </a:cubicBezTo>
                <a:lnTo>
                  <a:pt x="640812" y="73361"/>
                </a:lnTo>
                <a:cubicBezTo>
                  <a:pt x="641506" y="75780"/>
                  <a:pt x="642386" y="78012"/>
                  <a:pt x="643452" y="80058"/>
                </a:cubicBezTo>
                <a:cubicBezTo>
                  <a:pt x="644517" y="82105"/>
                  <a:pt x="645802" y="83861"/>
                  <a:pt x="647307" y="85325"/>
                </a:cubicBezTo>
                <a:cubicBezTo>
                  <a:pt x="648812" y="86790"/>
                  <a:pt x="650526" y="87930"/>
                  <a:pt x="652448" y="88745"/>
                </a:cubicBezTo>
                <a:cubicBezTo>
                  <a:pt x="654370" y="89558"/>
                  <a:pt x="656558" y="89965"/>
                  <a:pt x="659013" y="89965"/>
                </a:cubicBezTo>
                <a:cubicBezTo>
                  <a:pt x="662162" y="89965"/>
                  <a:pt x="665022" y="89200"/>
                  <a:pt x="667593" y="87670"/>
                </a:cubicBezTo>
                <a:cubicBezTo>
                  <a:pt x="670163" y="86140"/>
                  <a:pt x="672351" y="83869"/>
                  <a:pt x="674158" y="80855"/>
                </a:cubicBezTo>
                <a:cubicBezTo>
                  <a:pt x="675964" y="77842"/>
                  <a:pt x="677353" y="74098"/>
                  <a:pt x="678326" y="69625"/>
                </a:cubicBezTo>
                <a:cubicBezTo>
                  <a:pt x="679298" y="65150"/>
                  <a:pt x="679785" y="59968"/>
                  <a:pt x="679785" y="54081"/>
                </a:cubicBezTo>
                <a:moveTo>
                  <a:pt x="638241" y="53249"/>
                </a:moveTo>
                <a:cubicBezTo>
                  <a:pt x="638241" y="54679"/>
                  <a:pt x="638253" y="56109"/>
                  <a:pt x="638276" y="57539"/>
                </a:cubicBezTo>
                <a:cubicBezTo>
                  <a:pt x="638299" y="58969"/>
                  <a:pt x="638380" y="60353"/>
                  <a:pt x="638519" y="61690"/>
                </a:cubicBezTo>
                <a:lnTo>
                  <a:pt x="676936" y="33346"/>
                </a:lnTo>
                <a:cubicBezTo>
                  <a:pt x="676242" y="30974"/>
                  <a:pt x="675362" y="28811"/>
                  <a:pt x="674297" y="26857"/>
                </a:cubicBezTo>
                <a:cubicBezTo>
                  <a:pt x="673231" y="24903"/>
                  <a:pt x="671958" y="23217"/>
                  <a:pt x="670476" y="21799"/>
                </a:cubicBezTo>
                <a:cubicBezTo>
                  <a:pt x="668994" y="20380"/>
                  <a:pt x="667303" y="19276"/>
                  <a:pt x="665404" y="18486"/>
                </a:cubicBezTo>
                <a:cubicBezTo>
                  <a:pt x="663505" y="17694"/>
                  <a:pt x="661375" y="17298"/>
                  <a:pt x="659013" y="17298"/>
                </a:cubicBezTo>
                <a:cubicBezTo>
                  <a:pt x="655864" y="17298"/>
                  <a:pt x="653004" y="18063"/>
                  <a:pt x="650433" y="19593"/>
                </a:cubicBezTo>
                <a:cubicBezTo>
                  <a:pt x="647863" y="21123"/>
                  <a:pt x="645675" y="23406"/>
                  <a:pt x="643868" y="26442"/>
                </a:cubicBezTo>
                <a:cubicBezTo>
                  <a:pt x="642062" y="29479"/>
                  <a:pt x="640673" y="33234"/>
                  <a:pt x="639700" y="37707"/>
                </a:cubicBezTo>
                <a:cubicBezTo>
                  <a:pt x="638728" y="42181"/>
                  <a:pt x="638241" y="47362"/>
                  <a:pt x="638241" y="53249"/>
                </a:cubicBezTo>
                <a:close/>
                <a:moveTo>
                  <a:pt x="770264" y="53666"/>
                </a:moveTo>
                <a:cubicBezTo>
                  <a:pt x="770264" y="60619"/>
                  <a:pt x="769569" y="66957"/>
                  <a:pt x="768180" y="72682"/>
                </a:cubicBezTo>
                <a:cubicBezTo>
                  <a:pt x="766790" y="78404"/>
                  <a:pt x="764683" y="83317"/>
                  <a:pt x="761858" y="87420"/>
                </a:cubicBezTo>
                <a:cubicBezTo>
                  <a:pt x="759033" y="91522"/>
                  <a:pt x="755524" y="94697"/>
                  <a:pt x="751333" y="96944"/>
                </a:cubicBezTo>
                <a:cubicBezTo>
                  <a:pt x="747141" y="99192"/>
                  <a:pt x="742221" y="100316"/>
                  <a:pt x="736570" y="100316"/>
                </a:cubicBezTo>
                <a:cubicBezTo>
                  <a:pt x="731707" y="100316"/>
                  <a:pt x="727284" y="99400"/>
                  <a:pt x="723301" y="97569"/>
                </a:cubicBezTo>
                <a:cubicBezTo>
                  <a:pt x="719318" y="95739"/>
                  <a:pt x="715914" y="92923"/>
                  <a:pt x="713089" y="89122"/>
                </a:cubicBezTo>
                <a:cubicBezTo>
                  <a:pt x="710264" y="85322"/>
                  <a:pt x="708087" y="80478"/>
                  <a:pt x="706559" y="74592"/>
                </a:cubicBezTo>
                <a:cubicBezTo>
                  <a:pt x="705031" y="68706"/>
                  <a:pt x="704266" y="61731"/>
                  <a:pt x="704266" y="53666"/>
                </a:cubicBezTo>
                <a:cubicBezTo>
                  <a:pt x="704266" y="46713"/>
                  <a:pt x="704973" y="40364"/>
                  <a:pt x="706385" y="34618"/>
                </a:cubicBezTo>
                <a:cubicBezTo>
                  <a:pt x="707798" y="28871"/>
                  <a:pt x="709905" y="23946"/>
                  <a:pt x="712707" y="19845"/>
                </a:cubicBezTo>
                <a:cubicBezTo>
                  <a:pt x="715509" y="15742"/>
                  <a:pt x="719017" y="12566"/>
                  <a:pt x="723232" y="10319"/>
                </a:cubicBezTo>
                <a:cubicBezTo>
                  <a:pt x="727447" y="8071"/>
                  <a:pt x="732356" y="6947"/>
                  <a:pt x="737960" y="6947"/>
                </a:cubicBezTo>
                <a:cubicBezTo>
                  <a:pt x="742823" y="6947"/>
                  <a:pt x="747246" y="7862"/>
                  <a:pt x="751229" y="9693"/>
                </a:cubicBezTo>
                <a:cubicBezTo>
                  <a:pt x="755212" y="11524"/>
                  <a:pt x="758616" y="14351"/>
                  <a:pt x="761441" y="18175"/>
                </a:cubicBezTo>
                <a:cubicBezTo>
                  <a:pt x="764266" y="21999"/>
                  <a:pt x="766443" y="26854"/>
                  <a:pt x="767971" y="32740"/>
                </a:cubicBezTo>
                <a:cubicBezTo>
                  <a:pt x="769499" y="38626"/>
                  <a:pt x="770264" y="45602"/>
                  <a:pt x="770264" y="53666"/>
                </a:cubicBezTo>
                <a:moveTo>
                  <a:pt x="758037" y="54081"/>
                </a:moveTo>
                <a:cubicBezTo>
                  <a:pt x="758037" y="52512"/>
                  <a:pt x="757979" y="50955"/>
                  <a:pt x="757863" y="49411"/>
                </a:cubicBezTo>
                <a:cubicBezTo>
                  <a:pt x="757747" y="47865"/>
                  <a:pt x="757620" y="46354"/>
                  <a:pt x="757481" y="44878"/>
                </a:cubicBezTo>
                <a:lnTo>
                  <a:pt x="719064" y="73361"/>
                </a:lnTo>
                <a:cubicBezTo>
                  <a:pt x="719758" y="75780"/>
                  <a:pt x="720638" y="78012"/>
                  <a:pt x="721704" y="80058"/>
                </a:cubicBezTo>
                <a:cubicBezTo>
                  <a:pt x="722769" y="82105"/>
                  <a:pt x="724054" y="83861"/>
                  <a:pt x="725559" y="85325"/>
                </a:cubicBezTo>
                <a:cubicBezTo>
                  <a:pt x="727064" y="86790"/>
                  <a:pt x="728778" y="87930"/>
                  <a:pt x="730700" y="88745"/>
                </a:cubicBezTo>
                <a:cubicBezTo>
                  <a:pt x="732622" y="89558"/>
                  <a:pt x="734810" y="89965"/>
                  <a:pt x="737265" y="89965"/>
                </a:cubicBezTo>
                <a:cubicBezTo>
                  <a:pt x="740414" y="89965"/>
                  <a:pt x="743274" y="89200"/>
                  <a:pt x="745845" y="87670"/>
                </a:cubicBezTo>
                <a:cubicBezTo>
                  <a:pt x="748415" y="86140"/>
                  <a:pt x="750603" y="83869"/>
                  <a:pt x="752410" y="80855"/>
                </a:cubicBezTo>
                <a:cubicBezTo>
                  <a:pt x="754216" y="77842"/>
                  <a:pt x="755605" y="74098"/>
                  <a:pt x="756578" y="69625"/>
                </a:cubicBezTo>
                <a:cubicBezTo>
                  <a:pt x="757551" y="65150"/>
                  <a:pt x="758037" y="59968"/>
                  <a:pt x="758037" y="54081"/>
                </a:cubicBezTo>
                <a:moveTo>
                  <a:pt x="716493" y="53249"/>
                </a:moveTo>
                <a:cubicBezTo>
                  <a:pt x="716493" y="54679"/>
                  <a:pt x="716505" y="56109"/>
                  <a:pt x="716528" y="57539"/>
                </a:cubicBezTo>
                <a:cubicBezTo>
                  <a:pt x="716551" y="58969"/>
                  <a:pt x="716632" y="60353"/>
                  <a:pt x="716771" y="61690"/>
                </a:cubicBezTo>
                <a:lnTo>
                  <a:pt x="755189" y="33346"/>
                </a:lnTo>
                <a:cubicBezTo>
                  <a:pt x="754494" y="30974"/>
                  <a:pt x="753614" y="28811"/>
                  <a:pt x="752549" y="26857"/>
                </a:cubicBezTo>
                <a:cubicBezTo>
                  <a:pt x="751483" y="24903"/>
                  <a:pt x="750210" y="23217"/>
                  <a:pt x="748728" y="21799"/>
                </a:cubicBezTo>
                <a:cubicBezTo>
                  <a:pt x="747246" y="20380"/>
                  <a:pt x="745555" y="19276"/>
                  <a:pt x="743656" y="18486"/>
                </a:cubicBezTo>
                <a:cubicBezTo>
                  <a:pt x="741758" y="17694"/>
                  <a:pt x="739627" y="17298"/>
                  <a:pt x="737265" y="17298"/>
                </a:cubicBezTo>
                <a:cubicBezTo>
                  <a:pt x="734116" y="17298"/>
                  <a:pt x="731256" y="18063"/>
                  <a:pt x="728685" y="19593"/>
                </a:cubicBezTo>
                <a:cubicBezTo>
                  <a:pt x="726115" y="21123"/>
                  <a:pt x="723927" y="23406"/>
                  <a:pt x="722120" y="26442"/>
                </a:cubicBezTo>
                <a:cubicBezTo>
                  <a:pt x="720314" y="29479"/>
                  <a:pt x="718925" y="33234"/>
                  <a:pt x="717952" y="37707"/>
                </a:cubicBezTo>
                <a:cubicBezTo>
                  <a:pt x="716980" y="42181"/>
                  <a:pt x="716493" y="47362"/>
                  <a:pt x="716493" y="53249"/>
                </a:cubicBezTo>
                <a:close/>
                <a:moveTo>
                  <a:pt x="848515" y="53666"/>
                </a:moveTo>
                <a:cubicBezTo>
                  <a:pt x="848515" y="60619"/>
                  <a:pt x="847821" y="66957"/>
                  <a:pt x="846431" y="72682"/>
                </a:cubicBezTo>
                <a:cubicBezTo>
                  <a:pt x="845042" y="78404"/>
                  <a:pt x="842935" y="83317"/>
                  <a:pt x="840109" y="87420"/>
                </a:cubicBezTo>
                <a:cubicBezTo>
                  <a:pt x="837284" y="91522"/>
                  <a:pt x="833776" y="94697"/>
                  <a:pt x="829585" y="96944"/>
                </a:cubicBezTo>
                <a:cubicBezTo>
                  <a:pt x="825393" y="99192"/>
                  <a:pt x="820472" y="100316"/>
                  <a:pt x="814822" y="100316"/>
                </a:cubicBezTo>
                <a:cubicBezTo>
                  <a:pt x="809959" y="100316"/>
                  <a:pt x="805536" y="99400"/>
                  <a:pt x="801553" y="97569"/>
                </a:cubicBezTo>
                <a:cubicBezTo>
                  <a:pt x="797570" y="95739"/>
                  <a:pt x="794166" y="92923"/>
                  <a:pt x="791341" y="89122"/>
                </a:cubicBezTo>
                <a:cubicBezTo>
                  <a:pt x="788516" y="85322"/>
                  <a:pt x="786339" y="80478"/>
                  <a:pt x="784811" y="74592"/>
                </a:cubicBezTo>
                <a:cubicBezTo>
                  <a:pt x="783282" y="68706"/>
                  <a:pt x="782518" y="61731"/>
                  <a:pt x="782518" y="53666"/>
                </a:cubicBezTo>
                <a:cubicBezTo>
                  <a:pt x="782518" y="46713"/>
                  <a:pt x="783224" y="40364"/>
                  <a:pt x="784637" y="34618"/>
                </a:cubicBezTo>
                <a:cubicBezTo>
                  <a:pt x="786050" y="28871"/>
                  <a:pt x="788157" y="23946"/>
                  <a:pt x="790959" y="19845"/>
                </a:cubicBezTo>
                <a:cubicBezTo>
                  <a:pt x="793761" y="15742"/>
                  <a:pt x="797269" y="12566"/>
                  <a:pt x="801484" y="10319"/>
                </a:cubicBezTo>
                <a:cubicBezTo>
                  <a:pt x="805698" y="8071"/>
                  <a:pt x="810608" y="6947"/>
                  <a:pt x="816211" y="6947"/>
                </a:cubicBezTo>
                <a:cubicBezTo>
                  <a:pt x="821074" y="6947"/>
                  <a:pt x="825497" y="7862"/>
                  <a:pt x="829480" y="9693"/>
                </a:cubicBezTo>
                <a:cubicBezTo>
                  <a:pt x="833463" y="11524"/>
                  <a:pt x="836867" y="14351"/>
                  <a:pt x="839693" y="18175"/>
                </a:cubicBezTo>
                <a:cubicBezTo>
                  <a:pt x="842518" y="21999"/>
                  <a:pt x="844694" y="26854"/>
                  <a:pt x="846223" y="32740"/>
                </a:cubicBezTo>
                <a:cubicBezTo>
                  <a:pt x="847751" y="38626"/>
                  <a:pt x="848515" y="45602"/>
                  <a:pt x="848515" y="53666"/>
                </a:cubicBezTo>
                <a:moveTo>
                  <a:pt x="836289" y="54081"/>
                </a:moveTo>
                <a:cubicBezTo>
                  <a:pt x="836289" y="52512"/>
                  <a:pt x="836231" y="50955"/>
                  <a:pt x="836115" y="49411"/>
                </a:cubicBezTo>
                <a:cubicBezTo>
                  <a:pt x="835999" y="47865"/>
                  <a:pt x="835872" y="46354"/>
                  <a:pt x="835733" y="44878"/>
                </a:cubicBezTo>
                <a:lnTo>
                  <a:pt x="797315" y="73361"/>
                </a:lnTo>
                <a:cubicBezTo>
                  <a:pt x="798010" y="75780"/>
                  <a:pt x="798890" y="78012"/>
                  <a:pt x="799955" y="80058"/>
                </a:cubicBezTo>
                <a:cubicBezTo>
                  <a:pt x="801021" y="82105"/>
                  <a:pt x="802306" y="83861"/>
                  <a:pt x="803811" y="85325"/>
                </a:cubicBezTo>
                <a:cubicBezTo>
                  <a:pt x="805316" y="86790"/>
                  <a:pt x="807030" y="87930"/>
                  <a:pt x="808952" y="88745"/>
                </a:cubicBezTo>
                <a:cubicBezTo>
                  <a:pt x="810874" y="89558"/>
                  <a:pt x="813062" y="89965"/>
                  <a:pt x="815517" y="89965"/>
                </a:cubicBezTo>
                <a:cubicBezTo>
                  <a:pt x="818666" y="89965"/>
                  <a:pt x="821526" y="89200"/>
                  <a:pt x="824096" y="87670"/>
                </a:cubicBezTo>
                <a:cubicBezTo>
                  <a:pt x="826667" y="86140"/>
                  <a:pt x="828855" y="83869"/>
                  <a:pt x="830661" y="80855"/>
                </a:cubicBezTo>
                <a:cubicBezTo>
                  <a:pt x="832468" y="77842"/>
                  <a:pt x="833857" y="74098"/>
                  <a:pt x="834830" y="69625"/>
                </a:cubicBezTo>
                <a:cubicBezTo>
                  <a:pt x="835802" y="65150"/>
                  <a:pt x="836289" y="59968"/>
                  <a:pt x="836289" y="54081"/>
                </a:cubicBezTo>
                <a:moveTo>
                  <a:pt x="794745" y="53249"/>
                </a:moveTo>
                <a:cubicBezTo>
                  <a:pt x="794745" y="54679"/>
                  <a:pt x="794757" y="56109"/>
                  <a:pt x="794780" y="57539"/>
                </a:cubicBezTo>
                <a:cubicBezTo>
                  <a:pt x="794803" y="58969"/>
                  <a:pt x="794884" y="60353"/>
                  <a:pt x="795023" y="61690"/>
                </a:cubicBezTo>
                <a:lnTo>
                  <a:pt x="833440" y="33346"/>
                </a:lnTo>
                <a:cubicBezTo>
                  <a:pt x="832746" y="30974"/>
                  <a:pt x="831866" y="28811"/>
                  <a:pt x="830800" y="26857"/>
                </a:cubicBezTo>
                <a:cubicBezTo>
                  <a:pt x="829735" y="24903"/>
                  <a:pt x="828461" y="23217"/>
                  <a:pt x="826979" y="21799"/>
                </a:cubicBezTo>
                <a:cubicBezTo>
                  <a:pt x="825497" y="20380"/>
                  <a:pt x="823807" y="19276"/>
                  <a:pt x="821908" y="18486"/>
                </a:cubicBezTo>
                <a:cubicBezTo>
                  <a:pt x="820009" y="17694"/>
                  <a:pt x="817879" y="17298"/>
                  <a:pt x="815517" y="17298"/>
                </a:cubicBezTo>
                <a:cubicBezTo>
                  <a:pt x="812367" y="17298"/>
                  <a:pt x="809508" y="18063"/>
                  <a:pt x="806937" y="19593"/>
                </a:cubicBezTo>
                <a:cubicBezTo>
                  <a:pt x="804367" y="21123"/>
                  <a:pt x="802178" y="23406"/>
                  <a:pt x="800372" y="26442"/>
                </a:cubicBezTo>
                <a:cubicBezTo>
                  <a:pt x="798566" y="29479"/>
                  <a:pt x="797176" y="33234"/>
                  <a:pt x="796204" y="37707"/>
                </a:cubicBezTo>
                <a:cubicBezTo>
                  <a:pt x="795231" y="42181"/>
                  <a:pt x="794745" y="47362"/>
                  <a:pt x="794745" y="53249"/>
                </a:cubicBezTo>
                <a:close/>
                <a:moveTo>
                  <a:pt x="926767" y="53666"/>
                </a:moveTo>
                <a:cubicBezTo>
                  <a:pt x="926767" y="60619"/>
                  <a:pt x="926072" y="66957"/>
                  <a:pt x="924683" y="72682"/>
                </a:cubicBezTo>
                <a:cubicBezTo>
                  <a:pt x="923293" y="78404"/>
                  <a:pt x="921186" y="83317"/>
                  <a:pt x="918361" y="87420"/>
                </a:cubicBezTo>
                <a:cubicBezTo>
                  <a:pt x="915536" y="91522"/>
                  <a:pt x="912028" y="94697"/>
                  <a:pt x="907836" y="96944"/>
                </a:cubicBezTo>
                <a:cubicBezTo>
                  <a:pt x="903645" y="99192"/>
                  <a:pt x="898724" y="100316"/>
                  <a:pt x="893074" y="100316"/>
                </a:cubicBezTo>
                <a:cubicBezTo>
                  <a:pt x="888211" y="100316"/>
                  <a:pt x="883788" y="99400"/>
                  <a:pt x="879805" y="97569"/>
                </a:cubicBezTo>
                <a:cubicBezTo>
                  <a:pt x="875822" y="95739"/>
                  <a:pt x="872418" y="92923"/>
                  <a:pt x="869593" y="89122"/>
                </a:cubicBezTo>
                <a:cubicBezTo>
                  <a:pt x="866767" y="85322"/>
                  <a:pt x="864591" y="80478"/>
                  <a:pt x="863062" y="74592"/>
                </a:cubicBezTo>
                <a:cubicBezTo>
                  <a:pt x="861534" y="68706"/>
                  <a:pt x="860770" y="61731"/>
                  <a:pt x="860770" y="53666"/>
                </a:cubicBezTo>
                <a:cubicBezTo>
                  <a:pt x="860770" y="46713"/>
                  <a:pt x="861476" y="40364"/>
                  <a:pt x="862889" y="34618"/>
                </a:cubicBezTo>
                <a:cubicBezTo>
                  <a:pt x="864301" y="28871"/>
                  <a:pt x="866408" y="23946"/>
                  <a:pt x="869210" y="19845"/>
                </a:cubicBezTo>
                <a:cubicBezTo>
                  <a:pt x="872012" y="15742"/>
                  <a:pt x="875521" y="12566"/>
                  <a:pt x="879735" y="10319"/>
                </a:cubicBezTo>
                <a:cubicBezTo>
                  <a:pt x="883950" y="8071"/>
                  <a:pt x="888859" y="6947"/>
                  <a:pt x="894463" y="6947"/>
                </a:cubicBezTo>
                <a:cubicBezTo>
                  <a:pt x="899326" y="6947"/>
                  <a:pt x="903749" y="7862"/>
                  <a:pt x="907732" y="9693"/>
                </a:cubicBezTo>
                <a:cubicBezTo>
                  <a:pt x="911715" y="11524"/>
                  <a:pt x="915119" y="14351"/>
                  <a:pt x="917944" y="18175"/>
                </a:cubicBezTo>
                <a:cubicBezTo>
                  <a:pt x="920769" y="21999"/>
                  <a:pt x="922946" y="26854"/>
                  <a:pt x="924474" y="32740"/>
                </a:cubicBezTo>
                <a:cubicBezTo>
                  <a:pt x="926003" y="38626"/>
                  <a:pt x="926767" y="45602"/>
                  <a:pt x="926767" y="53666"/>
                </a:cubicBezTo>
                <a:moveTo>
                  <a:pt x="914540" y="54081"/>
                </a:moveTo>
                <a:cubicBezTo>
                  <a:pt x="914540" y="52512"/>
                  <a:pt x="914482" y="50955"/>
                  <a:pt x="914366" y="49411"/>
                </a:cubicBezTo>
                <a:cubicBezTo>
                  <a:pt x="914251" y="47865"/>
                  <a:pt x="914123" y="46354"/>
                  <a:pt x="913984" y="44878"/>
                </a:cubicBezTo>
                <a:lnTo>
                  <a:pt x="875567" y="73361"/>
                </a:lnTo>
                <a:cubicBezTo>
                  <a:pt x="876262" y="75780"/>
                  <a:pt x="877142" y="78012"/>
                  <a:pt x="878207" y="80058"/>
                </a:cubicBezTo>
                <a:cubicBezTo>
                  <a:pt x="879272" y="82105"/>
                  <a:pt x="880557" y="83861"/>
                  <a:pt x="882063" y="85325"/>
                </a:cubicBezTo>
                <a:cubicBezTo>
                  <a:pt x="883568" y="86790"/>
                  <a:pt x="885281" y="87930"/>
                  <a:pt x="887203" y="88745"/>
                </a:cubicBezTo>
                <a:cubicBezTo>
                  <a:pt x="889125" y="89558"/>
                  <a:pt x="891314" y="89965"/>
                  <a:pt x="893768" y="89965"/>
                </a:cubicBezTo>
                <a:cubicBezTo>
                  <a:pt x="896918" y="89965"/>
                  <a:pt x="899778" y="89200"/>
                  <a:pt x="902348" y="87670"/>
                </a:cubicBezTo>
                <a:cubicBezTo>
                  <a:pt x="904918" y="86140"/>
                  <a:pt x="907107" y="83869"/>
                  <a:pt x="908913" y="80855"/>
                </a:cubicBezTo>
                <a:cubicBezTo>
                  <a:pt x="910719" y="77842"/>
                  <a:pt x="912109" y="74098"/>
                  <a:pt x="913081" y="69625"/>
                </a:cubicBezTo>
                <a:cubicBezTo>
                  <a:pt x="914054" y="65150"/>
                  <a:pt x="914540" y="59968"/>
                  <a:pt x="914540" y="54081"/>
                </a:cubicBezTo>
                <a:moveTo>
                  <a:pt x="872997" y="53249"/>
                </a:moveTo>
                <a:cubicBezTo>
                  <a:pt x="872997" y="54679"/>
                  <a:pt x="873008" y="56109"/>
                  <a:pt x="873031" y="57539"/>
                </a:cubicBezTo>
                <a:cubicBezTo>
                  <a:pt x="873054" y="58969"/>
                  <a:pt x="873136" y="60353"/>
                  <a:pt x="873274" y="61690"/>
                </a:cubicBezTo>
                <a:lnTo>
                  <a:pt x="911692" y="33346"/>
                </a:lnTo>
                <a:cubicBezTo>
                  <a:pt x="910997" y="30974"/>
                  <a:pt x="910117" y="28811"/>
                  <a:pt x="909052" y="26857"/>
                </a:cubicBezTo>
                <a:cubicBezTo>
                  <a:pt x="907987" y="24903"/>
                  <a:pt x="906713" y="23217"/>
                  <a:pt x="905231" y="21799"/>
                </a:cubicBezTo>
                <a:cubicBezTo>
                  <a:pt x="903749" y="20380"/>
                  <a:pt x="902059" y="19276"/>
                  <a:pt x="900160" y="18486"/>
                </a:cubicBezTo>
                <a:cubicBezTo>
                  <a:pt x="898261" y="17694"/>
                  <a:pt x="896130" y="17298"/>
                  <a:pt x="893768" y="17298"/>
                </a:cubicBezTo>
                <a:cubicBezTo>
                  <a:pt x="890619" y="17298"/>
                  <a:pt x="887759" y="18063"/>
                  <a:pt x="885189" y="19593"/>
                </a:cubicBezTo>
                <a:cubicBezTo>
                  <a:pt x="882618" y="21123"/>
                  <a:pt x="880430" y="23406"/>
                  <a:pt x="878624" y="26442"/>
                </a:cubicBezTo>
                <a:cubicBezTo>
                  <a:pt x="876817" y="29479"/>
                  <a:pt x="875428" y="33234"/>
                  <a:pt x="874455" y="37707"/>
                </a:cubicBezTo>
                <a:cubicBezTo>
                  <a:pt x="873483" y="42181"/>
                  <a:pt x="872997" y="47362"/>
                  <a:pt x="872997" y="53249"/>
                </a:cubicBezTo>
                <a:close/>
                <a:moveTo>
                  <a:pt x="1005019" y="53666"/>
                </a:moveTo>
                <a:cubicBezTo>
                  <a:pt x="1005019" y="60619"/>
                  <a:pt x="1004324" y="66957"/>
                  <a:pt x="1002935" y="72682"/>
                </a:cubicBezTo>
                <a:cubicBezTo>
                  <a:pt x="1001545" y="78404"/>
                  <a:pt x="999438" y="83317"/>
                  <a:pt x="996613" y="87420"/>
                </a:cubicBezTo>
                <a:cubicBezTo>
                  <a:pt x="993788" y="91522"/>
                  <a:pt x="990280" y="94697"/>
                  <a:pt x="986088" y="96944"/>
                </a:cubicBezTo>
                <a:cubicBezTo>
                  <a:pt x="981897" y="99192"/>
                  <a:pt x="976976" y="100316"/>
                  <a:pt x="971326" y="100316"/>
                </a:cubicBezTo>
                <a:cubicBezTo>
                  <a:pt x="966463" y="100316"/>
                  <a:pt x="962040" y="99400"/>
                  <a:pt x="958057" y="97569"/>
                </a:cubicBezTo>
                <a:cubicBezTo>
                  <a:pt x="954074" y="95739"/>
                  <a:pt x="950670" y="92923"/>
                  <a:pt x="947845" y="89122"/>
                </a:cubicBezTo>
                <a:cubicBezTo>
                  <a:pt x="945019" y="85322"/>
                  <a:pt x="942843" y="80478"/>
                  <a:pt x="941314" y="74592"/>
                </a:cubicBezTo>
                <a:cubicBezTo>
                  <a:pt x="939786" y="68706"/>
                  <a:pt x="939022" y="61731"/>
                  <a:pt x="939022" y="53666"/>
                </a:cubicBezTo>
                <a:cubicBezTo>
                  <a:pt x="939022" y="46713"/>
                  <a:pt x="939728" y="40364"/>
                  <a:pt x="941141" y="34618"/>
                </a:cubicBezTo>
                <a:cubicBezTo>
                  <a:pt x="942553" y="28871"/>
                  <a:pt x="944661" y="23946"/>
                  <a:pt x="947463" y="19845"/>
                </a:cubicBezTo>
                <a:cubicBezTo>
                  <a:pt x="950264" y="15742"/>
                  <a:pt x="953773" y="12566"/>
                  <a:pt x="957987" y="10319"/>
                </a:cubicBezTo>
                <a:cubicBezTo>
                  <a:pt x="962202" y="8071"/>
                  <a:pt x="967111" y="6947"/>
                  <a:pt x="972715" y="6947"/>
                </a:cubicBezTo>
                <a:cubicBezTo>
                  <a:pt x="977578" y="6947"/>
                  <a:pt x="982001" y="7862"/>
                  <a:pt x="985984" y="9693"/>
                </a:cubicBezTo>
                <a:cubicBezTo>
                  <a:pt x="989967" y="11524"/>
                  <a:pt x="993371" y="14351"/>
                  <a:pt x="996196" y="18175"/>
                </a:cubicBezTo>
                <a:cubicBezTo>
                  <a:pt x="999021" y="21999"/>
                  <a:pt x="1001198" y="26854"/>
                  <a:pt x="1002726" y="32740"/>
                </a:cubicBezTo>
                <a:cubicBezTo>
                  <a:pt x="1004255" y="38626"/>
                  <a:pt x="1005019" y="45602"/>
                  <a:pt x="1005019" y="53666"/>
                </a:cubicBezTo>
                <a:moveTo>
                  <a:pt x="992792" y="54081"/>
                </a:moveTo>
                <a:cubicBezTo>
                  <a:pt x="992792" y="52512"/>
                  <a:pt x="992734" y="50955"/>
                  <a:pt x="992618" y="49411"/>
                </a:cubicBezTo>
                <a:cubicBezTo>
                  <a:pt x="992503" y="47865"/>
                  <a:pt x="992375" y="46354"/>
                  <a:pt x="992236" y="44878"/>
                </a:cubicBezTo>
                <a:lnTo>
                  <a:pt x="953819" y="73361"/>
                </a:lnTo>
                <a:cubicBezTo>
                  <a:pt x="954514" y="75780"/>
                  <a:pt x="955394" y="78012"/>
                  <a:pt x="956459" y="80058"/>
                </a:cubicBezTo>
                <a:cubicBezTo>
                  <a:pt x="957524" y="82105"/>
                  <a:pt x="958809" y="83861"/>
                  <a:pt x="960315" y="85325"/>
                </a:cubicBezTo>
                <a:cubicBezTo>
                  <a:pt x="961820" y="86790"/>
                  <a:pt x="963533" y="87930"/>
                  <a:pt x="965455" y="88745"/>
                </a:cubicBezTo>
                <a:cubicBezTo>
                  <a:pt x="967377" y="89558"/>
                  <a:pt x="969566" y="89965"/>
                  <a:pt x="972020" y="89965"/>
                </a:cubicBezTo>
                <a:cubicBezTo>
                  <a:pt x="975170" y="89965"/>
                  <a:pt x="978030" y="89200"/>
                  <a:pt x="980600" y="87670"/>
                </a:cubicBezTo>
                <a:cubicBezTo>
                  <a:pt x="983170" y="86140"/>
                  <a:pt x="985359" y="83869"/>
                  <a:pt x="987165" y="80855"/>
                </a:cubicBezTo>
                <a:cubicBezTo>
                  <a:pt x="988971" y="77842"/>
                  <a:pt x="990361" y="74098"/>
                  <a:pt x="991333" y="69625"/>
                </a:cubicBezTo>
                <a:cubicBezTo>
                  <a:pt x="992306" y="65150"/>
                  <a:pt x="992792" y="59968"/>
                  <a:pt x="992792" y="54081"/>
                </a:cubicBezTo>
                <a:moveTo>
                  <a:pt x="951249" y="53249"/>
                </a:moveTo>
                <a:cubicBezTo>
                  <a:pt x="951249" y="54679"/>
                  <a:pt x="951260" y="56109"/>
                  <a:pt x="951283" y="57539"/>
                </a:cubicBezTo>
                <a:cubicBezTo>
                  <a:pt x="951307" y="58969"/>
                  <a:pt x="951388" y="60353"/>
                  <a:pt x="951527" y="61690"/>
                </a:cubicBezTo>
                <a:lnTo>
                  <a:pt x="989944" y="33346"/>
                </a:lnTo>
                <a:cubicBezTo>
                  <a:pt x="989249" y="30974"/>
                  <a:pt x="988369" y="28811"/>
                  <a:pt x="987304" y="26857"/>
                </a:cubicBezTo>
                <a:cubicBezTo>
                  <a:pt x="986239" y="24903"/>
                  <a:pt x="984965" y="23217"/>
                  <a:pt x="983483" y="21799"/>
                </a:cubicBezTo>
                <a:cubicBezTo>
                  <a:pt x="982001" y="20380"/>
                  <a:pt x="980311" y="19276"/>
                  <a:pt x="978412" y="18486"/>
                </a:cubicBezTo>
                <a:cubicBezTo>
                  <a:pt x="976513" y="17694"/>
                  <a:pt x="974382" y="17298"/>
                  <a:pt x="972020" y="17298"/>
                </a:cubicBezTo>
                <a:cubicBezTo>
                  <a:pt x="968871" y="17298"/>
                  <a:pt x="966011" y="18063"/>
                  <a:pt x="963441" y="19593"/>
                </a:cubicBezTo>
                <a:cubicBezTo>
                  <a:pt x="960870" y="21123"/>
                  <a:pt x="958682" y="23406"/>
                  <a:pt x="956876" y="26442"/>
                </a:cubicBezTo>
                <a:cubicBezTo>
                  <a:pt x="955070" y="29479"/>
                  <a:pt x="953680" y="33234"/>
                  <a:pt x="952708" y="37707"/>
                </a:cubicBezTo>
                <a:cubicBezTo>
                  <a:pt x="951735" y="42181"/>
                  <a:pt x="951249" y="47362"/>
                  <a:pt x="951249" y="53249"/>
                </a:cubicBezTo>
                <a:close/>
                <a:moveTo>
                  <a:pt x="1083271" y="53666"/>
                </a:moveTo>
                <a:cubicBezTo>
                  <a:pt x="1083271" y="60619"/>
                  <a:pt x="1082576" y="66957"/>
                  <a:pt x="1081187" y="72682"/>
                </a:cubicBezTo>
                <a:cubicBezTo>
                  <a:pt x="1079797" y="78404"/>
                  <a:pt x="1077690" y="83317"/>
                  <a:pt x="1074865" y="87420"/>
                </a:cubicBezTo>
                <a:cubicBezTo>
                  <a:pt x="1072040" y="91522"/>
                  <a:pt x="1068531" y="94697"/>
                  <a:pt x="1064340" y="96944"/>
                </a:cubicBezTo>
                <a:cubicBezTo>
                  <a:pt x="1060148" y="99192"/>
                  <a:pt x="1055228" y="100316"/>
                  <a:pt x="1049577" y="100316"/>
                </a:cubicBezTo>
                <a:cubicBezTo>
                  <a:pt x="1044714" y="100316"/>
                  <a:pt x="1040291" y="99400"/>
                  <a:pt x="1036308" y="97569"/>
                </a:cubicBezTo>
                <a:cubicBezTo>
                  <a:pt x="1032325" y="95739"/>
                  <a:pt x="1028921" y="92923"/>
                  <a:pt x="1026096" y="89122"/>
                </a:cubicBezTo>
                <a:cubicBezTo>
                  <a:pt x="1023271" y="85322"/>
                  <a:pt x="1021094" y="80478"/>
                  <a:pt x="1019566" y="74592"/>
                </a:cubicBezTo>
                <a:cubicBezTo>
                  <a:pt x="1018038" y="68706"/>
                  <a:pt x="1017273" y="61731"/>
                  <a:pt x="1017273" y="53666"/>
                </a:cubicBezTo>
                <a:cubicBezTo>
                  <a:pt x="1017273" y="46713"/>
                  <a:pt x="1017980" y="40364"/>
                  <a:pt x="1019392" y="34618"/>
                </a:cubicBezTo>
                <a:cubicBezTo>
                  <a:pt x="1020805" y="28871"/>
                  <a:pt x="1022912" y="23946"/>
                  <a:pt x="1025714" y="19845"/>
                </a:cubicBezTo>
                <a:cubicBezTo>
                  <a:pt x="1028516" y="15742"/>
                  <a:pt x="1032024" y="12566"/>
                  <a:pt x="1036239" y="10319"/>
                </a:cubicBezTo>
                <a:cubicBezTo>
                  <a:pt x="1040454" y="8071"/>
                  <a:pt x="1045363" y="6947"/>
                  <a:pt x="1050967" y="6947"/>
                </a:cubicBezTo>
                <a:cubicBezTo>
                  <a:pt x="1055830" y="6947"/>
                  <a:pt x="1060253" y="7862"/>
                  <a:pt x="1064236" y="9693"/>
                </a:cubicBezTo>
                <a:cubicBezTo>
                  <a:pt x="1068219" y="11524"/>
                  <a:pt x="1071623" y="14351"/>
                  <a:pt x="1074448" y="18175"/>
                </a:cubicBezTo>
                <a:cubicBezTo>
                  <a:pt x="1077273" y="21999"/>
                  <a:pt x="1079450" y="26854"/>
                  <a:pt x="1080978" y="32740"/>
                </a:cubicBezTo>
                <a:cubicBezTo>
                  <a:pt x="1082506" y="38626"/>
                  <a:pt x="1083271" y="45602"/>
                  <a:pt x="1083271" y="53666"/>
                </a:cubicBezTo>
                <a:moveTo>
                  <a:pt x="1071044" y="54081"/>
                </a:moveTo>
                <a:cubicBezTo>
                  <a:pt x="1071044" y="52512"/>
                  <a:pt x="1070986" y="50955"/>
                  <a:pt x="1070870" y="49411"/>
                </a:cubicBezTo>
                <a:cubicBezTo>
                  <a:pt x="1070754" y="47865"/>
                  <a:pt x="1070627" y="46354"/>
                  <a:pt x="1070488" y="44878"/>
                </a:cubicBezTo>
                <a:lnTo>
                  <a:pt x="1032071" y="73361"/>
                </a:lnTo>
                <a:cubicBezTo>
                  <a:pt x="1032765" y="75780"/>
                  <a:pt x="1033645" y="78012"/>
                  <a:pt x="1034711" y="80058"/>
                </a:cubicBezTo>
                <a:cubicBezTo>
                  <a:pt x="1035776" y="82105"/>
                  <a:pt x="1037061" y="83861"/>
                  <a:pt x="1038566" y="85325"/>
                </a:cubicBezTo>
                <a:cubicBezTo>
                  <a:pt x="1040071" y="86790"/>
                  <a:pt x="1041785" y="87930"/>
                  <a:pt x="1043707" y="88745"/>
                </a:cubicBezTo>
                <a:cubicBezTo>
                  <a:pt x="1045629" y="89558"/>
                  <a:pt x="1047817" y="89965"/>
                  <a:pt x="1050272" y="89965"/>
                </a:cubicBezTo>
                <a:cubicBezTo>
                  <a:pt x="1053421" y="89965"/>
                  <a:pt x="1056281" y="89200"/>
                  <a:pt x="1058852" y="87670"/>
                </a:cubicBezTo>
                <a:cubicBezTo>
                  <a:pt x="1061422" y="86140"/>
                  <a:pt x="1063610" y="83869"/>
                  <a:pt x="1065417" y="80855"/>
                </a:cubicBezTo>
                <a:cubicBezTo>
                  <a:pt x="1067223" y="77842"/>
                  <a:pt x="1068612" y="74098"/>
                  <a:pt x="1069585" y="69625"/>
                </a:cubicBezTo>
                <a:cubicBezTo>
                  <a:pt x="1070558" y="65150"/>
                  <a:pt x="1071044" y="59968"/>
                  <a:pt x="1071044" y="54081"/>
                </a:cubicBezTo>
                <a:moveTo>
                  <a:pt x="1029500" y="53249"/>
                </a:moveTo>
                <a:cubicBezTo>
                  <a:pt x="1029500" y="54679"/>
                  <a:pt x="1029512" y="56109"/>
                  <a:pt x="1029535" y="57539"/>
                </a:cubicBezTo>
                <a:cubicBezTo>
                  <a:pt x="1029558" y="58969"/>
                  <a:pt x="1029639" y="60353"/>
                  <a:pt x="1029778" y="61690"/>
                </a:cubicBezTo>
                <a:lnTo>
                  <a:pt x="1068195" y="33346"/>
                </a:lnTo>
                <a:cubicBezTo>
                  <a:pt x="1067501" y="30974"/>
                  <a:pt x="1066621" y="28811"/>
                  <a:pt x="1065556" y="26857"/>
                </a:cubicBezTo>
                <a:cubicBezTo>
                  <a:pt x="1064490" y="24903"/>
                  <a:pt x="1063217" y="23217"/>
                  <a:pt x="1061735" y="21799"/>
                </a:cubicBezTo>
                <a:cubicBezTo>
                  <a:pt x="1060253" y="20380"/>
                  <a:pt x="1058562" y="19276"/>
                  <a:pt x="1056663" y="18486"/>
                </a:cubicBezTo>
                <a:cubicBezTo>
                  <a:pt x="1054764" y="17694"/>
                  <a:pt x="1052634" y="17298"/>
                  <a:pt x="1050272" y="17298"/>
                </a:cubicBezTo>
                <a:cubicBezTo>
                  <a:pt x="1047123" y="17298"/>
                  <a:pt x="1044263" y="18063"/>
                  <a:pt x="1041692" y="19593"/>
                </a:cubicBezTo>
                <a:cubicBezTo>
                  <a:pt x="1039122" y="21123"/>
                  <a:pt x="1036934" y="23406"/>
                  <a:pt x="1035127" y="26442"/>
                </a:cubicBezTo>
                <a:cubicBezTo>
                  <a:pt x="1033321" y="29479"/>
                  <a:pt x="1031932" y="33234"/>
                  <a:pt x="1030959" y="37707"/>
                </a:cubicBezTo>
                <a:cubicBezTo>
                  <a:pt x="1029987" y="42181"/>
                  <a:pt x="1029500" y="47362"/>
                  <a:pt x="1029500" y="5324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17671-CA79-4AD7-BA4B-775E1987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36" y="851506"/>
            <a:ext cx="298780" cy="234730"/>
          </a:xfrm>
          <a:custGeom xmlns:a="http://schemas.openxmlformats.org/drawingml/2006/main">
            <a:pathLst>
              <a:path w="298780" h="234730">
                <a:moveTo>
                  <a:pt x="87714" y="20927"/>
                </a:moveTo>
                <a:lnTo>
                  <a:pt x="88207" y="21134"/>
                </a:lnTo>
                <a:lnTo>
                  <a:pt x="88700" y="21344"/>
                </a:lnTo>
                <a:lnTo>
                  <a:pt x="89194" y="21557"/>
                </a:lnTo>
                <a:lnTo>
                  <a:pt x="89687" y="21773"/>
                </a:lnTo>
                <a:lnTo>
                  <a:pt x="90180" y="21992"/>
                </a:lnTo>
                <a:lnTo>
                  <a:pt x="90673" y="22215"/>
                </a:lnTo>
                <a:lnTo>
                  <a:pt x="91167" y="22440"/>
                </a:lnTo>
                <a:lnTo>
                  <a:pt x="91660" y="22669"/>
                </a:lnTo>
                <a:lnTo>
                  <a:pt x="92154" y="22900"/>
                </a:lnTo>
                <a:lnTo>
                  <a:pt x="92648" y="23135"/>
                </a:lnTo>
                <a:lnTo>
                  <a:pt x="93142" y="23372"/>
                </a:lnTo>
                <a:lnTo>
                  <a:pt x="93636" y="23613"/>
                </a:lnTo>
                <a:lnTo>
                  <a:pt x="94130" y="23856"/>
                </a:lnTo>
                <a:lnTo>
                  <a:pt x="94624" y="24103"/>
                </a:lnTo>
                <a:lnTo>
                  <a:pt x="95118" y="24353"/>
                </a:lnTo>
                <a:lnTo>
                  <a:pt x="95612" y="24606"/>
                </a:lnTo>
                <a:lnTo>
                  <a:pt x="96106" y="24861"/>
                </a:lnTo>
                <a:lnTo>
                  <a:pt x="96601" y="25120"/>
                </a:lnTo>
                <a:lnTo>
                  <a:pt x="97095" y="25382"/>
                </a:lnTo>
                <a:lnTo>
                  <a:pt x="97590" y="25647"/>
                </a:lnTo>
                <a:lnTo>
                  <a:pt x="98085" y="25915"/>
                </a:lnTo>
                <a:lnTo>
                  <a:pt x="98579" y="26186"/>
                </a:lnTo>
                <a:lnTo>
                  <a:pt x="99845" y="26873"/>
                </a:lnTo>
                <a:lnTo>
                  <a:pt x="101111" y="27542"/>
                </a:lnTo>
                <a:lnTo>
                  <a:pt x="102377" y="28194"/>
                </a:lnTo>
                <a:lnTo>
                  <a:pt x="103643" y="28828"/>
                </a:lnTo>
                <a:lnTo>
                  <a:pt x="104910" y="29446"/>
                </a:lnTo>
                <a:lnTo>
                  <a:pt x="106177" y="30045"/>
                </a:lnTo>
                <a:lnTo>
                  <a:pt x="107444" y="30627"/>
                </a:lnTo>
                <a:lnTo>
                  <a:pt x="108712" y="31192"/>
                </a:lnTo>
                <a:lnTo>
                  <a:pt x="109980" y="31740"/>
                </a:lnTo>
                <a:lnTo>
                  <a:pt x="111249" y="32270"/>
                </a:lnTo>
                <a:lnTo>
                  <a:pt x="112517" y="32783"/>
                </a:lnTo>
                <a:lnTo>
                  <a:pt x="113786" y="33278"/>
                </a:lnTo>
                <a:lnTo>
                  <a:pt x="115056" y="33756"/>
                </a:lnTo>
                <a:lnTo>
                  <a:pt x="116326" y="34217"/>
                </a:lnTo>
                <a:lnTo>
                  <a:pt x="117596" y="34660"/>
                </a:lnTo>
                <a:lnTo>
                  <a:pt x="118866" y="35086"/>
                </a:lnTo>
                <a:lnTo>
                  <a:pt x="120137" y="35495"/>
                </a:lnTo>
                <a:lnTo>
                  <a:pt x="121408" y="35886"/>
                </a:lnTo>
                <a:lnTo>
                  <a:pt x="122679" y="36259"/>
                </a:lnTo>
                <a:lnTo>
                  <a:pt x="123951" y="36616"/>
                </a:lnTo>
                <a:lnTo>
                  <a:pt x="125223" y="36955"/>
                </a:lnTo>
                <a:lnTo>
                  <a:pt x="126496" y="37276"/>
                </a:lnTo>
                <a:lnTo>
                  <a:pt x="127769" y="37580"/>
                </a:lnTo>
                <a:lnTo>
                  <a:pt x="129042" y="37867"/>
                </a:lnTo>
                <a:lnTo>
                  <a:pt x="132078" y="23967"/>
                </a:lnTo>
                <a:lnTo>
                  <a:pt x="130972" y="23718"/>
                </a:lnTo>
                <a:lnTo>
                  <a:pt x="129865" y="23453"/>
                </a:lnTo>
                <a:lnTo>
                  <a:pt x="128759" y="23173"/>
                </a:lnTo>
                <a:lnTo>
                  <a:pt x="127652" y="22878"/>
                </a:lnTo>
                <a:lnTo>
                  <a:pt x="126545" y="22567"/>
                </a:lnTo>
                <a:lnTo>
                  <a:pt x="125437" y="22240"/>
                </a:lnTo>
                <a:lnTo>
                  <a:pt x="124329" y="21898"/>
                </a:lnTo>
                <a:lnTo>
                  <a:pt x="123221" y="21541"/>
                </a:lnTo>
                <a:lnTo>
                  <a:pt x="122113" y="21168"/>
                </a:lnTo>
                <a:lnTo>
                  <a:pt x="121004" y="20780"/>
                </a:lnTo>
                <a:lnTo>
                  <a:pt x="119895" y="20377"/>
                </a:lnTo>
                <a:lnTo>
                  <a:pt x="118785" y="19958"/>
                </a:lnTo>
                <a:lnTo>
                  <a:pt x="117675" y="19523"/>
                </a:lnTo>
                <a:lnTo>
                  <a:pt x="116565" y="19073"/>
                </a:lnTo>
                <a:lnTo>
                  <a:pt x="115454" y="18608"/>
                </a:lnTo>
                <a:lnTo>
                  <a:pt x="114344" y="18127"/>
                </a:lnTo>
                <a:lnTo>
                  <a:pt x="113232" y="17631"/>
                </a:lnTo>
                <a:lnTo>
                  <a:pt x="112121" y="17119"/>
                </a:lnTo>
                <a:lnTo>
                  <a:pt x="111009" y="16592"/>
                </a:lnTo>
                <a:lnTo>
                  <a:pt x="109897" y="16049"/>
                </a:lnTo>
                <a:lnTo>
                  <a:pt x="108784" y="15491"/>
                </a:lnTo>
                <a:lnTo>
                  <a:pt x="107671" y="14918"/>
                </a:lnTo>
                <a:lnTo>
                  <a:pt x="106558" y="14329"/>
                </a:lnTo>
                <a:lnTo>
                  <a:pt x="105444" y="13725"/>
                </a:lnTo>
                <a:lnTo>
                  <a:pt x="104888" y="13420"/>
                </a:lnTo>
                <a:lnTo>
                  <a:pt x="104331" y="13118"/>
                </a:lnTo>
                <a:lnTo>
                  <a:pt x="103775" y="12820"/>
                </a:lnTo>
                <a:lnTo>
                  <a:pt x="103218" y="12525"/>
                </a:lnTo>
                <a:lnTo>
                  <a:pt x="102661" y="12234"/>
                </a:lnTo>
                <a:lnTo>
                  <a:pt x="102104" y="11945"/>
                </a:lnTo>
                <a:lnTo>
                  <a:pt x="101547" y="11661"/>
                </a:lnTo>
                <a:lnTo>
                  <a:pt x="100990" y="11379"/>
                </a:lnTo>
                <a:lnTo>
                  <a:pt x="100433" y="11101"/>
                </a:lnTo>
                <a:lnTo>
                  <a:pt x="99876" y="10827"/>
                </a:lnTo>
                <a:lnTo>
                  <a:pt x="99318" y="10555"/>
                </a:lnTo>
                <a:lnTo>
                  <a:pt x="98761" y="10287"/>
                </a:lnTo>
                <a:lnTo>
                  <a:pt x="98203" y="10023"/>
                </a:lnTo>
                <a:lnTo>
                  <a:pt x="97646" y="9761"/>
                </a:lnTo>
                <a:lnTo>
                  <a:pt x="97088" y="9504"/>
                </a:lnTo>
                <a:lnTo>
                  <a:pt x="96531" y="9249"/>
                </a:lnTo>
                <a:lnTo>
                  <a:pt x="95973" y="8998"/>
                </a:lnTo>
                <a:lnTo>
                  <a:pt x="95415" y="8750"/>
                </a:lnTo>
                <a:lnTo>
                  <a:pt x="94857" y="8506"/>
                </a:lnTo>
                <a:lnTo>
                  <a:pt x="94300" y="8264"/>
                </a:lnTo>
                <a:lnTo>
                  <a:pt x="93742" y="8027"/>
                </a:lnTo>
                <a:lnTo>
                  <a:pt x="93184" y="7792"/>
                </a:lnTo>
                <a:lnTo>
                  <a:pt x="92625" y="7561"/>
                </a:lnTo>
                <a:lnTo>
                  <a:pt x="92067" y="7334"/>
                </a:lnTo>
                <a:lnTo>
                  <a:pt x="86729" y="20522"/>
                </a:lnTo>
                <a:lnTo>
                  <a:pt x="87222" y="20723"/>
                </a:lnTo>
                <a:lnTo>
                  <a:pt x="87714" y="20927"/>
                </a:lnTo>
                <a:close/>
                <a:moveTo>
                  <a:pt x="20139" y="21456"/>
                </a:moveTo>
                <a:lnTo>
                  <a:pt x="21735" y="20780"/>
                </a:lnTo>
                <a:lnTo>
                  <a:pt x="23330" y="20137"/>
                </a:lnTo>
                <a:lnTo>
                  <a:pt x="24924" y="19525"/>
                </a:lnTo>
                <a:lnTo>
                  <a:pt x="26518" y="18945"/>
                </a:lnTo>
                <a:lnTo>
                  <a:pt x="28111" y="18398"/>
                </a:lnTo>
                <a:lnTo>
                  <a:pt x="29704" y="17882"/>
                </a:lnTo>
                <a:lnTo>
                  <a:pt x="31296" y="17398"/>
                </a:lnTo>
                <a:lnTo>
                  <a:pt x="32887" y="16947"/>
                </a:lnTo>
                <a:lnTo>
                  <a:pt x="34478" y="16527"/>
                </a:lnTo>
                <a:lnTo>
                  <a:pt x="36069" y="16139"/>
                </a:lnTo>
                <a:lnTo>
                  <a:pt x="37658" y="15784"/>
                </a:lnTo>
                <a:lnTo>
                  <a:pt x="39248" y="15460"/>
                </a:lnTo>
                <a:lnTo>
                  <a:pt x="40836" y="15168"/>
                </a:lnTo>
                <a:lnTo>
                  <a:pt x="42424" y="14909"/>
                </a:lnTo>
                <a:lnTo>
                  <a:pt x="44012" y="14681"/>
                </a:lnTo>
                <a:lnTo>
                  <a:pt x="45599" y="14485"/>
                </a:lnTo>
                <a:lnTo>
                  <a:pt x="47185" y="14321"/>
                </a:lnTo>
                <a:lnTo>
                  <a:pt x="48771" y="14190"/>
                </a:lnTo>
                <a:lnTo>
                  <a:pt x="47736" y="0"/>
                </a:lnTo>
                <a:lnTo>
                  <a:pt x="45891" y="153"/>
                </a:lnTo>
                <a:lnTo>
                  <a:pt x="44047" y="342"/>
                </a:lnTo>
                <a:lnTo>
                  <a:pt x="42204" y="568"/>
                </a:lnTo>
                <a:lnTo>
                  <a:pt x="40362" y="830"/>
                </a:lnTo>
                <a:lnTo>
                  <a:pt x="38520" y="1129"/>
                </a:lnTo>
                <a:lnTo>
                  <a:pt x="36679" y="1464"/>
                </a:lnTo>
                <a:lnTo>
                  <a:pt x="34839" y="1835"/>
                </a:lnTo>
                <a:lnTo>
                  <a:pt x="33000" y="2244"/>
                </a:lnTo>
                <a:lnTo>
                  <a:pt x="31161" y="2688"/>
                </a:lnTo>
                <a:lnTo>
                  <a:pt x="29323" y="3169"/>
                </a:lnTo>
                <a:lnTo>
                  <a:pt x="27486" y="3686"/>
                </a:lnTo>
                <a:lnTo>
                  <a:pt x="25650" y="4240"/>
                </a:lnTo>
                <a:lnTo>
                  <a:pt x="23814" y="4830"/>
                </a:lnTo>
                <a:lnTo>
                  <a:pt x="21980" y="5457"/>
                </a:lnTo>
                <a:lnTo>
                  <a:pt x="20146" y="6120"/>
                </a:lnTo>
                <a:lnTo>
                  <a:pt x="18312" y="6820"/>
                </a:lnTo>
                <a:lnTo>
                  <a:pt x="16480" y="7556"/>
                </a:lnTo>
                <a:lnTo>
                  <a:pt x="14648" y="8328"/>
                </a:lnTo>
                <a:lnTo>
                  <a:pt x="12817" y="9137"/>
                </a:lnTo>
                <a:lnTo>
                  <a:pt x="10987" y="9983"/>
                </a:lnTo>
                <a:lnTo>
                  <a:pt x="9157" y="10865"/>
                </a:lnTo>
                <a:lnTo>
                  <a:pt x="7329" y="11783"/>
                </a:lnTo>
                <a:lnTo>
                  <a:pt x="5501" y="12738"/>
                </a:lnTo>
                <a:lnTo>
                  <a:pt x="3673" y="13729"/>
                </a:lnTo>
                <a:lnTo>
                  <a:pt x="0" y="15759"/>
                </a:lnTo>
                <a:lnTo>
                  <a:pt x="0" y="59332"/>
                </a:lnTo>
                <a:lnTo>
                  <a:pt x="14228" y="59332"/>
                </a:lnTo>
                <a:lnTo>
                  <a:pt x="14228" y="24239"/>
                </a:lnTo>
                <a:lnTo>
                  <a:pt x="15349" y="23675"/>
                </a:lnTo>
                <a:lnTo>
                  <a:pt x="16947" y="22903"/>
                </a:lnTo>
                <a:lnTo>
                  <a:pt x="18543" y="22164"/>
                </a:lnTo>
                <a:lnTo>
                  <a:pt x="20139" y="21456"/>
                </a:lnTo>
                <a:close/>
                <a:moveTo>
                  <a:pt x="0" y="144697"/>
                </a:moveTo>
                <a:lnTo>
                  <a:pt x="14228" y="144697"/>
                </a:lnTo>
                <a:lnTo>
                  <a:pt x="14228" y="102015"/>
                </a:lnTo>
                <a:lnTo>
                  <a:pt x="0" y="102015"/>
                </a:lnTo>
                <a:lnTo>
                  <a:pt x="0" y="144697"/>
                </a:lnTo>
                <a:close/>
                <a:moveTo>
                  <a:pt x="10540" y="220254"/>
                </a:moveTo>
                <a:lnTo>
                  <a:pt x="11145" y="219924"/>
                </a:lnTo>
                <a:lnTo>
                  <a:pt x="11751" y="219598"/>
                </a:lnTo>
                <a:lnTo>
                  <a:pt x="12356" y="219277"/>
                </a:lnTo>
                <a:lnTo>
                  <a:pt x="12961" y="218960"/>
                </a:lnTo>
                <a:lnTo>
                  <a:pt x="13567" y="218647"/>
                </a:lnTo>
                <a:lnTo>
                  <a:pt x="14172" y="218340"/>
                </a:lnTo>
                <a:lnTo>
                  <a:pt x="14777" y="218037"/>
                </a:lnTo>
                <a:lnTo>
                  <a:pt x="15381" y="217738"/>
                </a:lnTo>
                <a:lnTo>
                  <a:pt x="15986" y="217444"/>
                </a:lnTo>
                <a:lnTo>
                  <a:pt x="16591" y="217155"/>
                </a:lnTo>
                <a:lnTo>
                  <a:pt x="17195" y="216870"/>
                </a:lnTo>
                <a:lnTo>
                  <a:pt x="17800" y="216589"/>
                </a:lnTo>
                <a:lnTo>
                  <a:pt x="18404" y="216314"/>
                </a:lnTo>
                <a:lnTo>
                  <a:pt x="19008" y="216043"/>
                </a:lnTo>
                <a:lnTo>
                  <a:pt x="19613" y="215776"/>
                </a:lnTo>
                <a:lnTo>
                  <a:pt x="20217" y="215514"/>
                </a:lnTo>
                <a:lnTo>
                  <a:pt x="20821" y="215256"/>
                </a:lnTo>
                <a:lnTo>
                  <a:pt x="21424" y="215004"/>
                </a:lnTo>
                <a:lnTo>
                  <a:pt x="22028" y="214755"/>
                </a:lnTo>
                <a:lnTo>
                  <a:pt x="22632" y="214511"/>
                </a:lnTo>
                <a:lnTo>
                  <a:pt x="23235" y="214272"/>
                </a:lnTo>
                <a:lnTo>
                  <a:pt x="23839" y="214038"/>
                </a:lnTo>
                <a:lnTo>
                  <a:pt x="24442" y="213808"/>
                </a:lnTo>
                <a:lnTo>
                  <a:pt x="25045" y="213582"/>
                </a:lnTo>
                <a:lnTo>
                  <a:pt x="20108" y="200239"/>
                </a:lnTo>
                <a:lnTo>
                  <a:pt x="19422" y="200495"/>
                </a:lnTo>
                <a:lnTo>
                  <a:pt x="18737" y="200757"/>
                </a:lnTo>
                <a:lnTo>
                  <a:pt x="18051" y="201023"/>
                </a:lnTo>
                <a:lnTo>
                  <a:pt x="17366" y="201294"/>
                </a:lnTo>
                <a:lnTo>
                  <a:pt x="16681" y="201571"/>
                </a:lnTo>
                <a:lnTo>
                  <a:pt x="15996" y="201852"/>
                </a:lnTo>
                <a:lnTo>
                  <a:pt x="15311" y="202139"/>
                </a:lnTo>
                <a:lnTo>
                  <a:pt x="14626" y="202431"/>
                </a:lnTo>
                <a:lnTo>
                  <a:pt x="14228" y="202604"/>
                </a:lnTo>
                <a:lnTo>
                  <a:pt x="14228" y="187380"/>
                </a:lnTo>
                <a:lnTo>
                  <a:pt x="0" y="187380"/>
                </a:lnTo>
                <a:lnTo>
                  <a:pt x="0" y="226046"/>
                </a:lnTo>
                <a:lnTo>
                  <a:pt x="10540" y="220254"/>
                </a:lnTo>
                <a:close/>
                <a:moveTo>
                  <a:pt x="107842" y="209078"/>
                </a:moveTo>
                <a:lnTo>
                  <a:pt x="107728" y="209019"/>
                </a:lnTo>
                <a:lnTo>
                  <a:pt x="107614" y="208959"/>
                </a:lnTo>
                <a:lnTo>
                  <a:pt x="107500" y="208899"/>
                </a:lnTo>
                <a:lnTo>
                  <a:pt x="107387" y="208839"/>
                </a:lnTo>
                <a:lnTo>
                  <a:pt x="107273" y="208779"/>
                </a:lnTo>
                <a:lnTo>
                  <a:pt x="107159" y="208719"/>
                </a:lnTo>
                <a:lnTo>
                  <a:pt x="107045" y="208658"/>
                </a:lnTo>
                <a:lnTo>
                  <a:pt x="106932" y="208597"/>
                </a:lnTo>
                <a:lnTo>
                  <a:pt x="106818" y="208536"/>
                </a:lnTo>
                <a:lnTo>
                  <a:pt x="106704" y="208475"/>
                </a:lnTo>
                <a:lnTo>
                  <a:pt x="106590" y="208414"/>
                </a:lnTo>
                <a:lnTo>
                  <a:pt x="106476" y="208353"/>
                </a:lnTo>
                <a:lnTo>
                  <a:pt x="106363" y="208291"/>
                </a:lnTo>
                <a:lnTo>
                  <a:pt x="106249" y="208230"/>
                </a:lnTo>
                <a:lnTo>
                  <a:pt x="106135" y="208168"/>
                </a:lnTo>
                <a:lnTo>
                  <a:pt x="106021" y="208106"/>
                </a:lnTo>
                <a:lnTo>
                  <a:pt x="105908" y="208044"/>
                </a:lnTo>
                <a:lnTo>
                  <a:pt x="105794" y="207981"/>
                </a:lnTo>
                <a:lnTo>
                  <a:pt x="105680" y="207919"/>
                </a:lnTo>
                <a:lnTo>
                  <a:pt x="105566" y="207856"/>
                </a:lnTo>
                <a:lnTo>
                  <a:pt x="105452" y="207793"/>
                </a:lnTo>
                <a:lnTo>
                  <a:pt x="103751" y="206877"/>
                </a:lnTo>
                <a:lnTo>
                  <a:pt x="102048" y="205991"/>
                </a:lnTo>
                <a:lnTo>
                  <a:pt x="100346" y="205137"/>
                </a:lnTo>
                <a:lnTo>
                  <a:pt x="98643" y="204314"/>
                </a:lnTo>
                <a:lnTo>
                  <a:pt x="96939" y="203523"/>
                </a:lnTo>
                <a:lnTo>
                  <a:pt x="95235" y="202762"/>
                </a:lnTo>
                <a:lnTo>
                  <a:pt x="93531" y="202033"/>
                </a:lnTo>
                <a:lnTo>
                  <a:pt x="91826" y="201335"/>
                </a:lnTo>
                <a:lnTo>
                  <a:pt x="90121" y="200668"/>
                </a:lnTo>
                <a:lnTo>
                  <a:pt x="88415" y="200033"/>
                </a:lnTo>
                <a:lnTo>
                  <a:pt x="86709" y="199429"/>
                </a:lnTo>
                <a:lnTo>
                  <a:pt x="85003" y="198856"/>
                </a:lnTo>
                <a:lnTo>
                  <a:pt x="83296" y="198314"/>
                </a:lnTo>
                <a:lnTo>
                  <a:pt x="81589" y="197804"/>
                </a:lnTo>
                <a:lnTo>
                  <a:pt x="79881" y="197324"/>
                </a:lnTo>
                <a:lnTo>
                  <a:pt x="78173" y="196877"/>
                </a:lnTo>
                <a:lnTo>
                  <a:pt x="76464" y="196460"/>
                </a:lnTo>
                <a:lnTo>
                  <a:pt x="74755" y="196074"/>
                </a:lnTo>
                <a:lnTo>
                  <a:pt x="73046" y="195720"/>
                </a:lnTo>
                <a:lnTo>
                  <a:pt x="71336" y="195397"/>
                </a:lnTo>
                <a:lnTo>
                  <a:pt x="69626" y="195106"/>
                </a:lnTo>
                <a:lnTo>
                  <a:pt x="67915" y="194845"/>
                </a:lnTo>
                <a:lnTo>
                  <a:pt x="66204" y="194616"/>
                </a:lnTo>
                <a:lnTo>
                  <a:pt x="64493" y="194418"/>
                </a:lnTo>
                <a:lnTo>
                  <a:pt x="62986" y="208566"/>
                </a:lnTo>
                <a:lnTo>
                  <a:pt x="64462" y="208737"/>
                </a:lnTo>
                <a:lnTo>
                  <a:pt x="65939" y="208935"/>
                </a:lnTo>
                <a:lnTo>
                  <a:pt x="67416" y="209161"/>
                </a:lnTo>
                <a:lnTo>
                  <a:pt x="68894" y="209414"/>
                </a:lnTo>
                <a:lnTo>
                  <a:pt x="70372" y="209695"/>
                </a:lnTo>
                <a:lnTo>
                  <a:pt x="71851" y="210003"/>
                </a:lnTo>
                <a:lnTo>
                  <a:pt x="73330" y="210339"/>
                </a:lnTo>
                <a:lnTo>
                  <a:pt x="74811" y="210702"/>
                </a:lnTo>
                <a:lnTo>
                  <a:pt x="76291" y="211093"/>
                </a:lnTo>
                <a:lnTo>
                  <a:pt x="77773" y="211511"/>
                </a:lnTo>
                <a:lnTo>
                  <a:pt x="79254" y="211956"/>
                </a:lnTo>
                <a:lnTo>
                  <a:pt x="80737" y="212429"/>
                </a:lnTo>
                <a:lnTo>
                  <a:pt x="82220" y="212929"/>
                </a:lnTo>
                <a:lnTo>
                  <a:pt x="83703" y="213457"/>
                </a:lnTo>
                <a:lnTo>
                  <a:pt x="85188" y="214013"/>
                </a:lnTo>
                <a:lnTo>
                  <a:pt x="86672" y="214595"/>
                </a:lnTo>
                <a:lnTo>
                  <a:pt x="88158" y="215206"/>
                </a:lnTo>
                <a:lnTo>
                  <a:pt x="89644" y="215843"/>
                </a:lnTo>
                <a:lnTo>
                  <a:pt x="91130" y="216509"/>
                </a:lnTo>
                <a:lnTo>
                  <a:pt x="92617" y="217201"/>
                </a:lnTo>
                <a:lnTo>
                  <a:pt x="94105" y="217921"/>
                </a:lnTo>
                <a:lnTo>
                  <a:pt x="95593" y="218669"/>
                </a:lnTo>
                <a:lnTo>
                  <a:pt x="97082" y="219444"/>
                </a:lnTo>
                <a:lnTo>
                  <a:pt x="98571" y="220246"/>
                </a:lnTo>
                <a:lnTo>
                  <a:pt x="98699" y="220317"/>
                </a:lnTo>
                <a:lnTo>
                  <a:pt x="98826" y="220387"/>
                </a:lnTo>
                <a:lnTo>
                  <a:pt x="98954" y="220457"/>
                </a:lnTo>
                <a:lnTo>
                  <a:pt x="99081" y="220527"/>
                </a:lnTo>
                <a:lnTo>
                  <a:pt x="99209" y="220596"/>
                </a:lnTo>
                <a:lnTo>
                  <a:pt x="99336" y="220666"/>
                </a:lnTo>
                <a:lnTo>
                  <a:pt x="99464" y="220735"/>
                </a:lnTo>
                <a:lnTo>
                  <a:pt x="99591" y="220804"/>
                </a:lnTo>
                <a:lnTo>
                  <a:pt x="99719" y="220873"/>
                </a:lnTo>
                <a:lnTo>
                  <a:pt x="99846" y="220942"/>
                </a:lnTo>
                <a:lnTo>
                  <a:pt x="99974" y="221010"/>
                </a:lnTo>
                <a:lnTo>
                  <a:pt x="100101" y="221079"/>
                </a:lnTo>
                <a:lnTo>
                  <a:pt x="100229" y="221147"/>
                </a:lnTo>
                <a:lnTo>
                  <a:pt x="100356" y="221215"/>
                </a:lnTo>
                <a:lnTo>
                  <a:pt x="100484" y="221283"/>
                </a:lnTo>
                <a:lnTo>
                  <a:pt x="100611" y="221351"/>
                </a:lnTo>
                <a:lnTo>
                  <a:pt x="100739" y="221418"/>
                </a:lnTo>
                <a:lnTo>
                  <a:pt x="100866" y="221485"/>
                </a:lnTo>
                <a:lnTo>
                  <a:pt x="100994" y="221552"/>
                </a:lnTo>
                <a:lnTo>
                  <a:pt x="101121" y="221619"/>
                </a:lnTo>
                <a:lnTo>
                  <a:pt x="101249" y="221686"/>
                </a:lnTo>
                <a:lnTo>
                  <a:pt x="101376" y="221753"/>
                </a:lnTo>
                <a:lnTo>
                  <a:pt x="101504" y="221819"/>
                </a:lnTo>
                <a:lnTo>
                  <a:pt x="101631" y="221885"/>
                </a:lnTo>
                <a:lnTo>
                  <a:pt x="108183" y="209256"/>
                </a:lnTo>
                <a:lnTo>
                  <a:pt x="108069" y="209197"/>
                </a:lnTo>
                <a:lnTo>
                  <a:pt x="107955" y="209138"/>
                </a:lnTo>
                <a:lnTo>
                  <a:pt x="107842" y="209078"/>
                </a:lnTo>
                <a:close/>
                <a:moveTo>
                  <a:pt x="295106" y="13729"/>
                </a:moveTo>
                <a:lnTo>
                  <a:pt x="293436" y="12821"/>
                </a:lnTo>
                <a:lnTo>
                  <a:pt x="291764" y="11944"/>
                </a:lnTo>
                <a:lnTo>
                  <a:pt x="290092" y="11097"/>
                </a:lnTo>
                <a:lnTo>
                  <a:pt x="288419" y="10281"/>
                </a:lnTo>
                <a:lnTo>
                  <a:pt x="286746" y="9495"/>
                </a:lnTo>
                <a:lnTo>
                  <a:pt x="285072" y="8739"/>
                </a:lnTo>
                <a:lnTo>
                  <a:pt x="283397" y="8015"/>
                </a:lnTo>
                <a:lnTo>
                  <a:pt x="281722" y="7320"/>
                </a:lnTo>
                <a:lnTo>
                  <a:pt x="280046" y="6656"/>
                </a:lnTo>
                <a:lnTo>
                  <a:pt x="278369" y="6023"/>
                </a:lnTo>
                <a:lnTo>
                  <a:pt x="276692" y="5419"/>
                </a:lnTo>
                <a:lnTo>
                  <a:pt x="275014" y="4847"/>
                </a:lnTo>
                <a:lnTo>
                  <a:pt x="273335" y="4305"/>
                </a:lnTo>
                <a:lnTo>
                  <a:pt x="271656" y="3793"/>
                </a:lnTo>
                <a:lnTo>
                  <a:pt x="269976" y="3312"/>
                </a:lnTo>
                <a:lnTo>
                  <a:pt x="268296" y="2861"/>
                </a:lnTo>
                <a:lnTo>
                  <a:pt x="266614" y="2441"/>
                </a:lnTo>
                <a:lnTo>
                  <a:pt x="264932" y="2051"/>
                </a:lnTo>
                <a:lnTo>
                  <a:pt x="263250" y="1692"/>
                </a:lnTo>
                <a:lnTo>
                  <a:pt x="261566" y="1363"/>
                </a:lnTo>
                <a:lnTo>
                  <a:pt x="259883" y="1065"/>
                </a:lnTo>
                <a:lnTo>
                  <a:pt x="258198" y="797"/>
                </a:lnTo>
                <a:lnTo>
                  <a:pt x="256513" y="560"/>
                </a:lnTo>
                <a:lnTo>
                  <a:pt x="254827" y="353"/>
                </a:lnTo>
                <a:lnTo>
                  <a:pt x="253220" y="14490"/>
                </a:lnTo>
                <a:lnTo>
                  <a:pt x="254673" y="14668"/>
                </a:lnTo>
                <a:lnTo>
                  <a:pt x="256126" y="14873"/>
                </a:lnTo>
                <a:lnTo>
                  <a:pt x="257580" y="15106"/>
                </a:lnTo>
                <a:lnTo>
                  <a:pt x="259034" y="15365"/>
                </a:lnTo>
                <a:lnTo>
                  <a:pt x="260489" y="15651"/>
                </a:lnTo>
                <a:lnTo>
                  <a:pt x="261944" y="15963"/>
                </a:lnTo>
                <a:lnTo>
                  <a:pt x="263400" y="16303"/>
                </a:lnTo>
                <a:lnTo>
                  <a:pt x="264856" y="16669"/>
                </a:lnTo>
                <a:lnTo>
                  <a:pt x="266313" y="17063"/>
                </a:lnTo>
                <a:lnTo>
                  <a:pt x="267770" y="17483"/>
                </a:lnTo>
                <a:lnTo>
                  <a:pt x="269228" y="17930"/>
                </a:lnTo>
                <a:lnTo>
                  <a:pt x="270687" y="18403"/>
                </a:lnTo>
                <a:lnTo>
                  <a:pt x="272145" y="18904"/>
                </a:lnTo>
                <a:lnTo>
                  <a:pt x="273605" y="19431"/>
                </a:lnTo>
                <a:lnTo>
                  <a:pt x="275064" y="19986"/>
                </a:lnTo>
                <a:lnTo>
                  <a:pt x="276525" y="20567"/>
                </a:lnTo>
                <a:lnTo>
                  <a:pt x="277986" y="21175"/>
                </a:lnTo>
                <a:lnTo>
                  <a:pt x="279447" y="21809"/>
                </a:lnTo>
                <a:lnTo>
                  <a:pt x="280909" y="22471"/>
                </a:lnTo>
                <a:lnTo>
                  <a:pt x="282371" y="23160"/>
                </a:lnTo>
                <a:lnTo>
                  <a:pt x="283834" y="23875"/>
                </a:lnTo>
                <a:lnTo>
                  <a:pt x="285297" y="24617"/>
                </a:lnTo>
                <a:lnTo>
                  <a:pt x="286761" y="25386"/>
                </a:lnTo>
                <a:lnTo>
                  <a:pt x="288225" y="26182"/>
                </a:lnTo>
                <a:lnTo>
                  <a:pt x="289662" y="23582"/>
                </a:lnTo>
                <a:lnTo>
                  <a:pt x="298780" y="23582"/>
                </a:lnTo>
                <a:lnTo>
                  <a:pt x="298780" y="15759"/>
                </a:lnTo>
                <a:lnTo>
                  <a:pt x="295106" y="13729"/>
                </a:lnTo>
                <a:close/>
                <a:moveTo>
                  <a:pt x="176846" y="36042"/>
                </a:moveTo>
                <a:lnTo>
                  <a:pt x="177961" y="35707"/>
                </a:lnTo>
                <a:lnTo>
                  <a:pt x="179075" y="35358"/>
                </a:lnTo>
                <a:lnTo>
                  <a:pt x="180189" y="34995"/>
                </a:lnTo>
                <a:lnTo>
                  <a:pt x="181303" y="34620"/>
                </a:lnTo>
                <a:lnTo>
                  <a:pt x="182416" y="34231"/>
                </a:lnTo>
                <a:lnTo>
                  <a:pt x="183529" y="33828"/>
                </a:lnTo>
                <a:lnTo>
                  <a:pt x="184642" y="33412"/>
                </a:lnTo>
                <a:lnTo>
                  <a:pt x="185755" y="32983"/>
                </a:lnTo>
                <a:lnTo>
                  <a:pt x="186867" y="32541"/>
                </a:lnTo>
                <a:lnTo>
                  <a:pt x="187979" y="32085"/>
                </a:lnTo>
                <a:lnTo>
                  <a:pt x="189091" y="31616"/>
                </a:lnTo>
                <a:lnTo>
                  <a:pt x="190203" y="31133"/>
                </a:lnTo>
                <a:lnTo>
                  <a:pt x="191314" y="30637"/>
                </a:lnTo>
                <a:lnTo>
                  <a:pt x="192425" y="30128"/>
                </a:lnTo>
                <a:lnTo>
                  <a:pt x="193536" y="29606"/>
                </a:lnTo>
                <a:lnTo>
                  <a:pt x="194646" y="29070"/>
                </a:lnTo>
                <a:lnTo>
                  <a:pt x="195756" y="28521"/>
                </a:lnTo>
                <a:lnTo>
                  <a:pt x="196866" y="27958"/>
                </a:lnTo>
                <a:lnTo>
                  <a:pt x="197976" y="27382"/>
                </a:lnTo>
                <a:lnTo>
                  <a:pt x="199085" y="26793"/>
                </a:lnTo>
                <a:lnTo>
                  <a:pt x="200194" y="26190"/>
                </a:lnTo>
                <a:lnTo>
                  <a:pt x="200826" y="25844"/>
                </a:lnTo>
                <a:lnTo>
                  <a:pt x="201457" y="25504"/>
                </a:lnTo>
                <a:lnTo>
                  <a:pt x="202089" y="25168"/>
                </a:lnTo>
                <a:lnTo>
                  <a:pt x="202720" y="24837"/>
                </a:lnTo>
                <a:lnTo>
                  <a:pt x="203351" y="24511"/>
                </a:lnTo>
                <a:lnTo>
                  <a:pt x="203982" y="24191"/>
                </a:lnTo>
                <a:lnTo>
                  <a:pt x="204613" y="23875"/>
                </a:lnTo>
                <a:lnTo>
                  <a:pt x="205244" y="23564"/>
                </a:lnTo>
                <a:lnTo>
                  <a:pt x="205875" y="23258"/>
                </a:lnTo>
                <a:lnTo>
                  <a:pt x="206505" y="22957"/>
                </a:lnTo>
                <a:lnTo>
                  <a:pt x="207135" y="22661"/>
                </a:lnTo>
                <a:lnTo>
                  <a:pt x="207765" y="22370"/>
                </a:lnTo>
                <a:lnTo>
                  <a:pt x="208395" y="22085"/>
                </a:lnTo>
                <a:lnTo>
                  <a:pt x="209025" y="21804"/>
                </a:lnTo>
                <a:lnTo>
                  <a:pt x="209654" y="21528"/>
                </a:lnTo>
                <a:lnTo>
                  <a:pt x="210284" y="21256"/>
                </a:lnTo>
                <a:lnTo>
                  <a:pt x="210913" y="20990"/>
                </a:lnTo>
                <a:lnTo>
                  <a:pt x="211542" y="20729"/>
                </a:lnTo>
                <a:lnTo>
                  <a:pt x="212171" y="20473"/>
                </a:lnTo>
                <a:lnTo>
                  <a:pt x="212800" y="20222"/>
                </a:lnTo>
                <a:lnTo>
                  <a:pt x="213428" y="19976"/>
                </a:lnTo>
                <a:lnTo>
                  <a:pt x="214057" y="19735"/>
                </a:lnTo>
                <a:lnTo>
                  <a:pt x="214685" y="19498"/>
                </a:lnTo>
                <a:lnTo>
                  <a:pt x="215313" y="19267"/>
                </a:lnTo>
                <a:lnTo>
                  <a:pt x="210444" y="5899"/>
                </a:lnTo>
                <a:lnTo>
                  <a:pt x="209730" y="6162"/>
                </a:lnTo>
                <a:lnTo>
                  <a:pt x="209016" y="6430"/>
                </a:lnTo>
                <a:lnTo>
                  <a:pt x="208302" y="6704"/>
                </a:lnTo>
                <a:lnTo>
                  <a:pt x="207588" y="6983"/>
                </a:lnTo>
                <a:lnTo>
                  <a:pt x="206874" y="7268"/>
                </a:lnTo>
                <a:lnTo>
                  <a:pt x="206161" y="7558"/>
                </a:lnTo>
                <a:lnTo>
                  <a:pt x="205448" y="7854"/>
                </a:lnTo>
                <a:lnTo>
                  <a:pt x="204734" y="8156"/>
                </a:lnTo>
                <a:lnTo>
                  <a:pt x="204021" y="8462"/>
                </a:lnTo>
                <a:lnTo>
                  <a:pt x="203308" y="8774"/>
                </a:lnTo>
                <a:lnTo>
                  <a:pt x="202596" y="9092"/>
                </a:lnTo>
                <a:lnTo>
                  <a:pt x="201883" y="9415"/>
                </a:lnTo>
                <a:lnTo>
                  <a:pt x="201171" y="9744"/>
                </a:lnTo>
                <a:lnTo>
                  <a:pt x="200458" y="10078"/>
                </a:lnTo>
                <a:lnTo>
                  <a:pt x="199746" y="10418"/>
                </a:lnTo>
                <a:lnTo>
                  <a:pt x="199034" y="10763"/>
                </a:lnTo>
                <a:lnTo>
                  <a:pt x="198322" y="11113"/>
                </a:lnTo>
                <a:lnTo>
                  <a:pt x="197610" y="11470"/>
                </a:lnTo>
                <a:lnTo>
                  <a:pt x="196898" y="11831"/>
                </a:lnTo>
                <a:lnTo>
                  <a:pt x="196187" y="12198"/>
                </a:lnTo>
                <a:lnTo>
                  <a:pt x="195475" y="12571"/>
                </a:lnTo>
                <a:lnTo>
                  <a:pt x="194764" y="12949"/>
                </a:lnTo>
                <a:lnTo>
                  <a:pt x="194053" y="13332"/>
                </a:lnTo>
                <a:lnTo>
                  <a:pt x="193342" y="13721"/>
                </a:lnTo>
                <a:lnTo>
                  <a:pt x="192363" y="14253"/>
                </a:lnTo>
                <a:lnTo>
                  <a:pt x="191385" y="14773"/>
                </a:lnTo>
                <a:lnTo>
                  <a:pt x="190407" y="15281"/>
                </a:lnTo>
                <a:lnTo>
                  <a:pt x="189429" y="15777"/>
                </a:lnTo>
                <a:lnTo>
                  <a:pt x="188452" y="16261"/>
                </a:lnTo>
                <a:lnTo>
                  <a:pt x="187474" y="16734"/>
                </a:lnTo>
                <a:lnTo>
                  <a:pt x="186498" y="17194"/>
                </a:lnTo>
                <a:lnTo>
                  <a:pt x="185521" y="17642"/>
                </a:lnTo>
                <a:lnTo>
                  <a:pt x="184545" y="18079"/>
                </a:lnTo>
                <a:lnTo>
                  <a:pt x="183569" y="18504"/>
                </a:lnTo>
                <a:lnTo>
                  <a:pt x="182593" y="18916"/>
                </a:lnTo>
                <a:lnTo>
                  <a:pt x="181617" y="19317"/>
                </a:lnTo>
                <a:lnTo>
                  <a:pt x="180642" y="19706"/>
                </a:lnTo>
                <a:lnTo>
                  <a:pt x="179667" y="20083"/>
                </a:lnTo>
                <a:lnTo>
                  <a:pt x="178692" y="20448"/>
                </a:lnTo>
                <a:lnTo>
                  <a:pt x="177718" y="20801"/>
                </a:lnTo>
                <a:lnTo>
                  <a:pt x="176744" y="21142"/>
                </a:lnTo>
                <a:lnTo>
                  <a:pt x="175770" y="21471"/>
                </a:lnTo>
                <a:lnTo>
                  <a:pt x="174797" y="21788"/>
                </a:lnTo>
                <a:lnTo>
                  <a:pt x="173824" y="22094"/>
                </a:lnTo>
                <a:lnTo>
                  <a:pt x="172851" y="22387"/>
                </a:lnTo>
                <a:lnTo>
                  <a:pt x="171878" y="22669"/>
                </a:lnTo>
                <a:lnTo>
                  <a:pt x="170906" y="22938"/>
                </a:lnTo>
                <a:lnTo>
                  <a:pt x="169934" y="23196"/>
                </a:lnTo>
                <a:lnTo>
                  <a:pt x="173500" y="36969"/>
                </a:lnTo>
                <a:lnTo>
                  <a:pt x="174616" y="36674"/>
                </a:lnTo>
                <a:lnTo>
                  <a:pt x="175731" y="36365"/>
                </a:lnTo>
                <a:lnTo>
                  <a:pt x="176846" y="36042"/>
                </a:lnTo>
                <a:close/>
                <a:moveTo>
                  <a:pt x="298780" y="66264"/>
                </a:moveTo>
                <a:lnTo>
                  <a:pt x="284552" y="66264"/>
                </a:lnTo>
                <a:lnTo>
                  <a:pt x="284552" y="108947"/>
                </a:lnTo>
                <a:lnTo>
                  <a:pt x="298780" y="108947"/>
                </a:lnTo>
                <a:lnTo>
                  <a:pt x="298780" y="66264"/>
                </a:lnTo>
                <a:close/>
                <a:moveTo>
                  <a:pt x="298780" y="151630"/>
                </a:moveTo>
                <a:lnTo>
                  <a:pt x="284552" y="151630"/>
                </a:lnTo>
                <a:lnTo>
                  <a:pt x="284552" y="194313"/>
                </a:lnTo>
                <a:lnTo>
                  <a:pt x="298780" y="194313"/>
                </a:lnTo>
                <a:lnTo>
                  <a:pt x="298780" y="151630"/>
                </a:lnTo>
                <a:close/>
                <a:moveTo>
                  <a:pt x="265968" y="196411"/>
                </a:moveTo>
                <a:lnTo>
                  <a:pt x="264118" y="195998"/>
                </a:lnTo>
                <a:lnTo>
                  <a:pt x="262268" y="195623"/>
                </a:lnTo>
                <a:lnTo>
                  <a:pt x="260418" y="195284"/>
                </a:lnTo>
                <a:lnTo>
                  <a:pt x="258567" y="194982"/>
                </a:lnTo>
                <a:lnTo>
                  <a:pt x="256716" y="194716"/>
                </a:lnTo>
                <a:lnTo>
                  <a:pt x="254865" y="194488"/>
                </a:lnTo>
                <a:lnTo>
                  <a:pt x="253014" y="194296"/>
                </a:lnTo>
                <a:lnTo>
                  <a:pt x="251163" y="194140"/>
                </a:lnTo>
                <a:lnTo>
                  <a:pt x="249311" y="194022"/>
                </a:lnTo>
                <a:lnTo>
                  <a:pt x="247459" y="193940"/>
                </a:lnTo>
                <a:lnTo>
                  <a:pt x="245607" y="193895"/>
                </a:lnTo>
                <a:lnTo>
                  <a:pt x="243754" y="193887"/>
                </a:lnTo>
                <a:lnTo>
                  <a:pt x="241902" y="193915"/>
                </a:lnTo>
                <a:lnTo>
                  <a:pt x="240049" y="193980"/>
                </a:lnTo>
                <a:lnTo>
                  <a:pt x="238196" y="194082"/>
                </a:lnTo>
                <a:lnTo>
                  <a:pt x="236342" y="194221"/>
                </a:lnTo>
                <a:lnTo>
                  <a:pt x="234489" y="194396"/>
                </a:lnTo>
                <a:lnTo>
                  <a:pt x="232635" y="194608"/>
                </a:lnTo>
                <a:lnTo>
                  <a:pt x="230781" y="194857"/>
                </a:lnTo>
                <a:lnTo>
                  <a:pt x="228926" y="195143"/>
                </a:lnTo>
                <a:lnTo>
                  <a:pt x="227072" y="195465"/>
                </a:lnTo>
                <a:lnTo>
                  <a:pt x="229642" y="209459"/>
                </a:lnTo>
                <a:lnTo>
                  <a:pt x="231220" y="209185"/>
                </a:lnTo>
                <a:lnTo>
                  <a:pt x="232798" y="208942"/>
                </a:lnTo>
                <a:lnTo>
                  <a:pt x="234376" y="208730"/>
                </a:lnTo>
                <a:lnTo>
                  <a:pt x="235954" y="208550"/>
                </a:lnTo>
                <a:lnTo>
                  <a:pt x="237532" y="208401"/>
                </a:lnTo>
                <a:lnTo>
                  <a:pt x="239110" y="208284"/>
                </a:lnTo>
                <a:lnTo>
                  <a:pt x="240688" y="208197"/>
                </a:lnTo>
                <a:lnTo>
                  <a:pt x="242266" y="208142"/>
                </a:lnTo>
                <a:lnTo>
                  <a:pt x="243844" y="208119"/>
                </a:lnTo>
                <a:lnTo>
                  <a:pt x="245422" y="208127"/>
                </a:lnTo>
                <a:lnTo>
                  <a:pt x="247000" y="208166"/>
                </a:lnTo>
                <a:lnTo>
                  <a:pt x="248579" y="208236"/>
                </a:lnTo>
                <a:lnTo>
                  <a:pt x="250157" y="208338"/>
                </a:lnTo>
                <a:lnTo>
                  <a:pt x="251735" y="208471"/>
                </a:lnTo>
                <a:lnTo>
                  <a:pt x="253314" y="208635"/>
                </a:lnTo>
                <a:lnTo>
                  <a:pt x="254892" y="208831"/>
                </a:lnTo>
                <a:lnTo>
                  <a:pt x="256471" y="209058"/>
                </a:lnTo>
                <a:lnTo>
                  <a:pt x="258049" y="209316"/>
                </a:lnTo>
                <a:lnTo>
                  <a:pt x="259628" y="209606"/>
                </a:lnTo>
                <a:lnTo>
                  <a:pt x="261207" y="209927"/>
                </a:lnTo>
                <a:lnTo>
                  <a:pt x="262785" y="210279"/>
                </a:lnTo>
                <a:lnTo>
                  <a:pt x="264364" y="210663"/>
                </a:lnTo>
                <a:lnTo>
                  <a:pt x="265943" y="211077"/>
                </a:lnTo>
                <a:lnTo>
                  <a:pt x="267522" y="211524"/>
                </a:lnTo>
                <a:lnTo>
                  <a:pt x="271517" y="197868"/>
                </a:lnTo>
                <a:lnTo>
                  <a:pt x="269667" y="197346"/>
                </a:lnTo>
                <a:lnTo>
                  <a:pt x="267818" y="196860"/>
                </a:lnTo>
                <a:lnTo>
                  <a:pt x="265968" y="196411"/>
                </a:lnTo>
                <a:close/>
                <a:moveTo>
                  <a:pt x="179556" y="214226"/>
                </a:moveTo>
                <a:lnTo>
                  <a:pt x="177969" y="214816"/>
                </a:lnTo>
                <a:lnTo>
                  <a:pt x="176382" y="215373"/>
                </a:lnTo>
                <a:lnTo>
                  <a:pt x="174796" y="215899"/>
                </a:lnTo>
                <a:lnTo>
                  <a:pt x="173210" y="216393"/>
                </a:lnTo>
                <a:lnTo>
                  <a:pt x="171625" y="216856"/>
                </a:lnTo>
                <a:lnTo>
                  <a:pt x="170040" y="217286"/>
                </a:lnTo>
                <a:lnTo>
                  <a:pt x="168456" y="217685"/>
                </a:lnTo>
                <a:lnTo>
                  <a:pt x="166872" y="218052"/>
                </a:lnTo>
                <a:lnTo>
                  <a:pt x="165289" y="218388"/>
                </a:lnTo>
                <a:lnTo>
                  <a:pt x="163706" y="218691"/>
                </a:lnTo>
                <a:lnTo>
                  <a:pt x="162123" y="218963"/>
                </a:lnTo>
                <a:lnTo>
                  <a:pt x="160542" y="219203"/>
                </a:lnTo>
                <a:lnTo>
                  <a:pt x="158960" y="219412"/>
                </a:lnTo>
                <a:lnTo>
                  <a:pt x="157379" y="219588"/>
                </a:lnTo>
                <a:lnTo>
                  <a:pt x="155799" y="219733"/>
                </a:lnTo>
                <a:lnTo>
                  <a:pt x="154219" y="219846"/>
                </a:lnTo>
                <a:lnTo>
                  <a:pt x="152639" y="219928"/>
                </a:lnTo>
                <a:lnTo>
                  <a:pt x="151060" y="219977"/>
                </a:lnTo>
                <a:lnTo>
                  <a:pt x="149482" y="219995"/>
                </a:lnTo>
                <a:lnTo>
                  <a:pt x="147904" y="219981"/>
                </a:lnTo>
                <a:lnTo>
                  <a:pt x="146326" y="219936"/>
                </a:lnTo>
                <a:lnTo>
                  <a:pt x="145772" y="234153"/>
                </a:lnTo>
                <a:lnTo>
                  <a:pt x="147623" y="234206"/>
                </a:lnTo>
                <a:lnTo>
                  <a:pt x="149473" y="234223"/>
                </a:lnTo>
                <a:lnTo>
                  <a:pt x="151323" y="234203"/>
                </a:lnTo>
                <a:lnTo>
                  <a:pt x="153172" y="234147"/>
                </a:lnTo>
                <a:lnTo>
                  <a:pt x="155021" y="234053"/>
                </a:lnTo>
                <a:lnTo>
                  <a:pt x="156870" y="233923"/>
                </a:lnTo>
                <a:lnTo>
                  <a:pt x="158718" y="233756"/>
                </a:lnTo>
                <a:lnTo>
                  <a:pt x="160565" y="233552"/>
                </a:lnTo>
                <a:lnTo>
                  <a:pt x="162412" y="233312"/>
                </a:lnTo>
                <a:lnTo>
                  <a:pt x="164259" y="233034"/>
                </a:lnTo>
                <a:lnTo>
                  <a:pt x="166105" y="232720"/>
                </a:lnTo>
                <a:lnTo>
                  <a:pt x="167951" y="232369"/>
                </a:lnTo>
                <a:lnTo>
                  <a:pt x="169796" y="231981"/>
                </a:lnTo>
                <a:lnTo>
                  <a:pt x="171640" y="231556"/>
                </a:lnTo>
                <a:lnTo>
                  <a:pt x="173484" y="231095"/>
                </a:lnTo>
                <a:lnTo>
                  <a:pt x="175328" y="230597"/>
                </a:lnTo>
                <a:lnTo>
                  <a:pt x="177171" y="230062"/>
                </a:lnTo>
                <a:lnTo>
                  <a:pt x="179014" y="229490"/>
                </a:lnTo>
                <a:lnTo>
                  <a:pt x="180856" y="228881"/>
                </a:lnTo>
                <a:lnTo>
                  <a:pt x="182698" y="228236"/>
                </a:lnTo>
                <a:lnTo>
                  <a:pt x="184539" y="227554"/>
                </a:lnTo>
                <a:lnTo>
                  <a:pt x="186380" y="226835"/>
                </a:lnTo>
                <a:lnTo>
                  <a:pt x="188220" y="226079"/>
                </a:lnTo>
                <a:lnTo>
                  <a:pt x="190060" y="225286"/>
                </a:lnTo>
                <a:lnTo>
                  <a:pt x="184321" y="212268"/>
                </a:lnTo>
                <a:lnTo>
                  <a:pt x="182732" y="212952"/>
                </a:lnTo>
                <a:lnTo>
                  <a:pt x="181144" y="213605"/>
                </a:lnTo>
                <a:lnTo>
                  <a:pt x="179556" y="2142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randomized">
            <a:extLst xmlns:a="http://schemas.openxmlformats.org/drawingml/2006/main">
              <a:ext uri="{FF2B5EF4-FFF2-40B4-BE49-F238E27FC236}">
                <a16:creationId xmlns:a16="http://schemas.microsoft.com/office/drawing/2014/main" id="{3D8DAA27-81C3-48B3-B1AF-B73C96EB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755" y="907115"/>
            <a:ext cx="796125" cy="113863"/>
          </a:xfrm>
          <a:custGeom xmlns:a="http://schemas.openxmlformats.org/drawingml/2006/main">
            <a:pathLst>
              <a:path w="796125" h="113863">
                <a:moveTo>
                  <a:pt x="0" y="112028"/>
                </a:moveTo>
                <a:lnTo>
                  <a:pt x="0" y="30873"/>
                </a:lnTo>
                <a:lnTo>
                  <a:pt x="12380" y="30873"/>
                </a:lnTo>
                <a:lnTo>
                  <a:pt x="12380" y="43100"/>
                </a:lnTo>
                <a:cubicBezTo>
                  <a:pt x="15538" y="37375"/>
                  <a:pt x="18455" y="33600"/>
                  <a:pt x="21130" y="31775"/>
                </a:cubicBezTo>
                <a:cubicBezTo>
                  <a:pt x="23804" y="29951"/>
                  <a:pt x="26746" y="29039"/>
                  <a:pt x="29956" y="29039"/>
                </a:cubicBezTo>
                <a:cubicBezTo>
                  <a:pt x="34592" y="29039"/>
                  <a:pt x="39304" y="30510"/>
                  <a:pt x="44093" y="33452"/>
                </a:cubicBezTo>
                <a:lnTo>
                  <a:pt x="39355" y="46156"/>
                </a:lnTo>
                <a:cubicBezTo>
                  <a:pt x="35993" y="44169"/>
                  <a:pt x="32630" y="43176"/>
                  <a:pt x="29268" y="43176"/>
                </a:cubicBezTo>
                <a:cubicBezTo>
                  <a:pt x="26262" y="43176"/>
                  <a:pt x="23562" y="44082"/>
                  <a:pt x="21168" y="45894"/>
                </a:cubicBezTo>
                <a:cubicBezTo>
                  <a:pt x="18773" y="47704"/>
                  <a:pt x="17067" y="50215"/>
                  <a:pt x="16048" y="53428"/>
                </a:cubicBezTo>
                <a:cubicBezTo>
                  <a:pt x="14519" y="58323"/>
                  <a:pt x="13755" y="63678"/>
                  <a:pt x="13755" y="69492"/>
                </a:cubicBezTo>
                <a:lnTo>
                  <a:pt x="13755" y="112028"/>
                </a:lnTo>
                <a:lnTo>
                  <a:pt x="0" y="112028"/>
                </a:lnTo>
                <a:close/>
                <a:moveTo>
                  <a:pt x="105226" y="102008"/>
                </a:moveTo>
                <a:cubicBezTo>
                  <a:pt x="100132" y="106342"/>
                  <a:pt x="95228" y="109401"/>
                  <a:pt x="90516" y="111186"/>
                </a:cubicBezTo>
                <a:cubicBezTo>
                  <a:pt x="85803" y="112970"/>
                  <a:pt x="80747" y="113863"/>
                  <a:pt x="75347" y="113863"/>
                </a:cubicBezTo>
                <a:cubicBezTo>
                  <a:pt x="66431" y="113863"/>
                  <a:pt x="59579" y="111683"/>
                  <a:pt x="54790" y="107324"/>
                </a:cubicBezTo>
                <a:cubicBezTo>
                  <a:pt x="50001" y="102965"/>
                  <a:pt x="47607" y="97395"/>
                  <a:pt x="47607" y="90615"/>
                </a:cubicBezTo>
                <a:cubicBezTo>
                  <a:pt x="47607" y="86639"/>
                  <a:pt x="48511" y="83008"/>
                  <a:pt x="50320" y="79720"/>
                </a:cubicBezTo>
                <a:cubicBezTo>
                  <a:pt x="52128" y="76431"/>
                  <a:pt x="54497" y="73793"/>
                  <a:pt x="57427" y="71804"/>
                </a:cubicBezTo>
                <a:cubicBezTo>
                  <a:pt x="60356" y="69816"/>
                  <a:pt x="63655" y="68312"/>
                  <a:pt x="67323" y="67293"/>
                </a:cubicBezTo>
                <a:cubicBezTo>
                  <a:pt x="70023" y="66578"/>
                  <a:pt x="74099" y="65890"/>
                  <a:pt x="79550" y="65227"/>
                </a:cubicBezTo>
                <a:cubicBezTo>
                  <a:pt x="90656" y="63912"/>
                  <a:pt x="98832" y="62344"/>
                  <a:pt x="104080" y="60523"/>
                </a:cubicBezTo>
                <a:cubicBezTo>
                  <a:pt x="104131" y="58646"/>
                  <a:pt x="104156" y="57453"/>
                  <a:pt x="104156" y="56946"/>
                </a:cubicBezTo>
                <a:cubicBezTo>
                  <a:pt x="104156" y="51362"/>
                  <a:pt x="102857" y="47429"/>
                  <a:pt x="100259" y="45146"/>
                </a:cubicBezTo>
                <a:cubicBezTo>
                  <a:pt x="96744" y="42050"/>
                  <a:pt x="91522" y="40501"/>
                  <a:pt x="84593" y="40501"/>
                </a:cubicBezTo>
                <a:cubicBezTo>
                  <a:pt x="78123" y="40501"/>
                  <a:pt x="73347" y="41635"/>
                  <a:pt x="70265" y="43902"/>
                </a:cubicBezTo>
                <a:cubicBezTo>
                  <a:pt x="67183" y="46169"/>
                  <a:pt x="64903" y="50181"/>
                  <a:pt x="63426" y="55938"/>
                </a:cubicBezTo>
                <a:lnTo>
                  <a:pt x="49976" y="54104"/>
                </a:lnTo>
                <a:cubicBezTo>
                  <a:pt x="51199" y="48329"/>
                  <a:pt x="53211" y="43666"/>
                  <a:pt x="56013" y="40115"/>
                </a:cubicBezTo>
                <a:cubicBezTo>
                  <a:pt x="58815" y="36563"/>
                  <a:pt x="62865" y="33829"/>
                  <a:pt x="68163" y="31914"/>
                </a:cubicBezTo>
                <a:cubicBezTo>
                  <a:pt x="73462" y="29997"/>
                  <a:pt x="79601" y="29039"/>
                  <a:pt x="86580" y="29039"/>
                </a:cubicBezTo>
                <a:cubicBezTo>
                  <a:pt x="93509" y="29039"/>
                  <a:pt x="99138" y="29854"/>
                  <a:pt x="103468" y="31484"/>
                </a:cubicBezTo>
                <a:cubicBezTo>
                  <a:pt x="107799" y="33114"/>
                  <a:pt x="110983" y="35165"/>
                  <a:pt x="113021" y="37636"/>
                </a:cubicBezTo>
                <a:cubicBezTo>
                  <a:pt x="115059" y="40107"/>
                  <a:pt x="116485" y="43227"/>
                  <a:pt x="117300" y="46997"/>
                </a:cubicBezTo>
                <a:cubicBezTo>
                  <a:pt x="117759" y="49340"/>
                  <a:pt x="117988" y="53569"/>
                  <a:pt x="117988" y="59682"/>
                </a:cubicBezTo>
                <a:lnTo>
                  <a:pt x="117988" y="78023"/>
                </a:lnTo>
                <a:cubicBezTo>
                  <a:pt x="117988" y="90810"/>
                  <a:pt x="118281" y="98897"/>
                  <a:pt x="118867" y="102285"/>
                </a:cubicBezTo>
                <a:cubicBezTo>
                  <a:pt x="119453" y="105673"/>
                  <a:pt x="120612" y="108921"/>
                  <a:pt x="122344" y="112028"/>
                </a:cubicBezTo>
                <a:lnTo>
                  <a:pt x="107977" y="112028"/>
                </a:lnTo>
                <a:cubicBezTo>
                  <a:pt x="106551" y="109172"/>
                  <a:pt x="105634" y="105832"/>
                  <a:pt x="105226" y="102008"/>
                </a:cubicBezTo>
                <a:moveTo>
                  <a:pt x="104080" y="71221"/>
                </a:moveTo>
                <a:cubicBezTo>
                  <a:pt x="99087" y="73277"/>
                  <a:pt x="91598" y="75023"/>
                  <a:pt x="81613" y="76461"/>
                </a:cubicBezTo>
                <a:cubicBezTo>
                  <a:pt x="75958" y="77279"/>
                  <a:pt x="71959" y="78200"/>
                  <a:pt x="69615" y="79224"/>
                </a:cubicBezTo>
                <a:cubicBezTo>
                  <a:pt x="67272" y="80246"/>
                  <a:pt x="65463" y="81742"/>
                  <a:pt x="64190" y="83713"/>
                </a:cubicBezTo>
                <a:cubicBezTo>
                  <a:pt x="62916" y="85683"/>
                  <a:pt x="62279" y="87869"/>
                  <a:pt x="62279" y="90273"/>
                </a:cubicBezTo>
                <a:cubicBezTo>
                  <a:pt x="62279" y="93956"/>
                  <a:pt x="63668" y="97025"/>
                  <a:pt x="66444" y="99482"/>
                </a:cubicBezTo>
                <a:cubicBezTo>
                  <a:pt x="69221" y="101937"/>
                  <a:pt x="73283" y="103164"/>
                  <a:pt x="78633" y="103164"/>
                </a:cubicBezTo>
                <a:cubicBezTo>
                  <a:pt x="83931" y="103164"/>
                  <a:pt x="88643" y="101999"/>
                  <a:pt x="92770" y="99670"/>
                </a:cubicBezTo>
                <a:cubicBezTo>
                  <a:pt x="96897" y="97341"/>
                  <a:pt x="99928" y="94155"/>
                  <a:pt x="101864" y="90111"/>
                </a:cubicBezTo>
                <a:cubicBezTo>
                  <a:pt x="103341" y="86987"/>
                  <a:pt x="104080" y="82380"/>
                  <a:pt x="104080" y="76289"/>
                </a:cubicBezTo>
                <a:lnTo>
                  <a:pt x="104080" y="71221"/>
                </a:lnTo>
                <a:close/>
                <a:moveTo>
                  <a:pt x="139285" y="112028"/>
                </a:moveTo>
                <a:lnTo>
                  <a:pt x="139285" y="30873"/>
                </a:lnTo>
                <a:lnTo>
                  <a:pt x="151664" y="30873"/>
                </a:lnTo>
                <a:lnTo>
                  <a:pt x="151664" y="42335"/>
                </a:lnTo>
                <a:cubicBezTo>
                  <a:pt x="157625" y="33471"/>
                  <a:pt x="166235" y="29039"/>
                  <a:pt x="177493" y="29039"/>
                </a:cubicBezTo>
                <a:cubicBezTo>
                  <a:pt x="182384" y="29039"/>
                  <a:pt x="186880" y="29918"/>
                  <a:pt x="190981" y="31675"/>
                </a:cubicBezTo>
                <a:cubicBezTo>
                  <a:pt x="195082" y="33433"/>
                  <a:pt x="198152" y="35738"/>
                  <a:pt x="200190" y="38591"/>
                </a:cubicBezTo>
                <a:cubicBezTo>
                  <a:pt x="202227" y="41444"/>
                  <a:pt x="203654" y="44832"/>
                  <a:pt x="204469" y="48755"/>
                </a:cubicBezTo>
                <a:cubicBezTo>
                  <a:pt x="204978" y="51302"/>
                  <a:pt x="205233" y="55760"/>
                  <a:pt x="205233" y="62128"/>
                </a:cubicBezTo>
                <a:lnTo>
                  <a:pt x="205233" y="112028"/>
                </a:lnTo>
                <a:lnTo>
                  <a:pt x="191478" y="112028"/>
                </a:lnTo>
                <a:lnTo>
                  <a:pt x="191478" y="62610"/>
                </a:lnTo>
                <a:cubicBezTo>
                  <a:pt x="191478" y="57000"/>
                  <a:pt x="190943" y="52805"/>
                  <a:pt x="189873" y="50025"/>
                </a:cubicBezTo>
                <a:cubicBezTo>
                  <a:pt x="188803" y="47245"/>
                  <a:pt x="186906" y="45027"/>
                  <a:pt x="184180" y="43369"/>
                </a:cubicBezTo>
                <a:cubicBezTo>
                  <a:pt x="181454" y="41712"/>
                  <a:pt x="178258" y="40884"/>
                  <a:pt x="174590" y="40884"/>
                </a:cubicBezTo>
                <a:cubicBezTo>
                  <a:pt x="168731" y="40884"/>
                  <a:pt x="163675" y="42745"/>
                  <a:pt x="159421" y="46469"/>
                </a:cubicBezTo>
                <a:cubicBezTo>
                  <a:pt x="155167" y="50191"/>
                  <a:pt x="153040" y="57254"/>
                  <a:pt x="153040" y="67658"/>
                </a:cubicBezTo>
                <a:lnTo>
                  <a:pt x="153040" y="112028"/>
                </a:lnTo>
                <a:lnTo>
                  <a:pt x="139285" y="112028"/>
                </a:lnTo>
                <a:close/>
                <a:moveTo>
                  <a:pt x="278952" y="112028"/>
                </a:moveTo>
                <a:lnTo>
                  <a:pt x="278952" y="101789"/>
                </a:lnTo>
                <a:cubicBezTo>
                  <a:pt x="273807" y="109838"/>
                  <a:pt x="266241" y="113863"/>
                  <a:pt x="256256" y="113863"/>
                </a:cubicBezTo>
                <a:cubicBezTo>
                  <a:pt x="249786" y="113863"/>
                  <a:pt x="243838" y="112079"/>
                  <a:pt x="238413" y="108513"/>
                </a:cubicBezTo>
                <a:cubicBezTo>
                  <a:pt x="232987" y="104947"/>
                  <a:pt x="228784" y="99967"/>
                  <a:pt x="225804" y="93574"/>
                </a:cubicBezTo>
                <a:cubicBezTo>
                  <a:pt x="222823" y="87180"/>
                  <a:pt x="221333" y="79831"/>
                  <a:pt x="221333" y="71527"/>
                </a:cubicBezTo>
                <a:cubicBezTo>
                  <a:pt x="221333" y="63427"/>
                  <a:pt x="222683" y="56078"/>
                  <a:pt x="225383" y="49481"/>
                </a:cubicBezTo>
                <a:cubicBezTo>
                  <a:pt x="228084" y="42883"/>
                  <a:pt x="232134" y="37827"/>
                  <a:pt x="237534" y="34312"/>
                </a:cubicBezTo>
                <a:cubicBezTo>
                  <a:pt x="242934" y="30796"/>
                  <a:pt x="248971" y="29039"/>
                  <a:pt x="255645" y="29039"/>
                </a:cubicBezTo>
                <a:cubicBezTo>
                  <a:pt x="260536" y="29039"/>
                  <a:pt x="264891" y="30070"/>
                  <a:pt x="268712" y="32134"/>
                </a:cubicBezTo>
                <a:cubicBezTo>
                  <a:pt x="272533" y="34197"/>
                  <a:pt x="275641" y="36884"/>
                  <a:pt x="278035" y="40196"/>
                </a:cubicBezTo>
                <a:lnTo>
                  <a:pt x="278035" y="0"/>
                </a:lnTo>
                <a:lnTo>
                  <a:pt x="291714" y="0"/>
                </a:lnTo>
                <a:lnTo>
                  <a:pt x="291714" y="112028"/>
                </a:lnTo>
                <a:lnTo>
                  <a:pt x="278952" y="112028"/>
                </a:lnTo>
                <a:moveTo>
                  <a:pt x="235471" y="71489"/>
                </a:moveTo>
                <a:cubicBezTo>
                  <a:pt x="235471" y="81843"/>
                  <a:pt x="237661" y="89584"/>
                  <a:pt x="242043" y="94710"/>
                </a:cubicBezTo>
                <a:cubicBezTo>
                  <a:pt x="246424" y="99837"/>
                  <a:pt x="251595" y="102400"/>
                  <a:pt x="257555" y="102400"/>
                </a:cubicBezTo>
                <a:cubicBezTo>
                  <a:pt x="263567" y="102400"/>
                  <a:pt x="268674" y="99951"/>
                  <a:pt x="272877" y="95054"/>
                </a:cubicBezTo>
                <a:cubicBezTo>
                  <a:pt x="277080" y="90155"/>
                  <a:pt x="279182" y="82681"/>
                  <a:pt x="279182" y="72630"/>
                </a:cubicBezTo>
                <a:cubicBezTo>
                  <a:pt x="279182" y="61566"/>
                  <a:pt x="277042" y="53445"/>
                  <a:pt x="272762" y="48267"/>
                </a:cubicBezTo>
                <a:cubicBezTo>
                  <a:pt x="268483" y="43090"/>
                  <a:pt x="263210" y="40501"/>
                  <a:pt x="256944" y="40501"/>
                </a:cubicBezTo>
                <a:cubicBezTo>
                  <a:pt x="250831" y="40501"/>
                  <a:pt x="245723" y="42989"/>
                  <a:pt x="241622" y="47964"/>
                </a:cubicBezTo>
                <a:cubicBezTo>
                  <a:pt x="237521" y="52938"/>
                  <a:pt x="235471" y="60779"/>
                  <a:pt x="235471" y="71489"/>
                </a:cubicBezTo>
                <a:close/>
                <a:moveTo>
                  <a:pt x="308197" y="71451"/>
                </a:moveTo>
                <a:cubicBezTo>
                  <a:pt x="308197" y="56422"/>
                  <a:pt x="312374" y="45290"/>
                  <a:pt x="320729" y="38056"/>
                </a:cubicBezTo>
                <a:cubicBezTo>
                  <a:pt x="327709" y="32045"/>
                  <a:pt x="336216" y="29039"/>
                  <a:pt x="346253" y="29039"/>
                </a:cubicBezTo>
                <a:cubicBezTo>
                  <a:pt x="357410" y="29039"/>
                  <a:pt x="366529" y="32694"/>
                  <a:pt x="373610" y="40005"/>
                </a:cubicBezTo>
                <a:cubicBezTo>
                  <a:pt x="380692" y="47315"/>
                  <a:pt x="384232" y="57415"/>
                  <a:pt x="384232" y="70304"/>
                </a:cubicBezTo>
                <a:cubicBezTo>
                  <a:pt x="384232" y="80748"/>
                  <a:pt x="382666" y="88963"/>
                  <a:pt x="379533" y="94949"/>
                </a:cubicBezTo>
                <a:cubicBezTo>
                  <a:pt x="376399" y="100935"/>
                  <a:pt x="371840" y="105584"/>
                  <a:pt x="365854" y="108895"/>
                </a:cubicBezTo>
                <a:cubicBezTo>
                  <a:pt x="359868" y="112207"/>
                  <a:pt x="353334" y="113863"/>
                  <a:pt x="346253" y="113863"/>
                </a:cubicBezTo>
                <a:cubicBezTo>
                  <a:pt x="334892" y="113863"/>
                  <a:pt x="325709" y="110220"/>
                  <a:pt x="318704" y="102935"/>
                </a:cubicBezTo>
                <a:cubicBezTo>
                  <a:pt x="311699" y="95650"/>
                  <a:pt x="308197" y="85155"/>
                  <a:pt x="308197" y="71451"/>
                </a:cubicBezTo>
                <a:moveTo>
                  <a:pt x="322334" y="71412"/>
                </a:moveTo>
                <a:cubicBezTo>
                  <a:pt x="322334" y="81767"/>
                  <a:pt x="324601" y="89520"/>
                  <a:pt x="329135" y="94672"/>
                </a:cubicBezTo>
                <a:cubicBezTo>
                  <a:pt x="333669" y="99824"/>
                  <a:pt x="339375" y="102400"/>
                  <a:pt x="346253" y="102400"/>
                </a:cubicBezTo>
                <a:cubicBezTo>
                  <a:pt x="353079" y="102400"/>
                  <a:pt x="358760" y="99811"/>
                  <a:pt x="363294" y="94634"/>
                </a:cubicBezTo>
                <a:cubicBezTo>
                  <a:pt x="367828" y="89457"/>
                  <a:pt x="370095" y="81564"/>
                  <a:pt x="370095" y="70956"/>
                </a:cubicBezTo>
                <a:cubicBezTo>
                  <a:pt x="370095" y="60957"/>
                  <a:pt x="367815" y="53381"/>
                  <a:pt x="363256" y="48229"/>
                </a:cubicBezTo>
                <a:cubicBezTo>
                  <a:pt x="358696" y="43077"/>
                  <a:pt x="353028" y="40501"/>
                  <a:pt x="346253" y="40501"/>
                </a:cubicBezTo>
                <a:cubicBezTo>
                  <a:pt x="339375" y="40501"/>
                  <a:pt x="333669" y="43065"/>
                  <a:pt x="329135" y="48191"/>
                </a:cubicBezTo>
                <a:cubicBezTo>
                  <a:pt x="324601" y="53317"/>
                  <a:pt x="322334" y="61058"/>
                  <a:pt x="322334" y="71412"/>
                </a:cubicBezTo>
                <a:close/>
                <a:moveTo>
                  <a:pt x="400333" y="112028"/>
                </a:moveTo>
                <a:lnTo>
                  <a:pt x="400333" y="30873"/>
                </a:lnTo>
                <a:lnTo>
                  <a:pt x="412636" y="30873"/>
                </a:lnTo>
                <a:lnTo>
                  <a:pt x="412636" y="42183"/>
                </a:lnTo>
                <a:cubicBezTo>
                  <a:pt x="415183" y="38231"/>
                  <a:pt x="418571" y="35053"/>
                  <a:pt x="422799" y="32647"/>
                </a:cubicBezTo>
                <a:cubicBezTo>
                  <a:pt x="427028" y="30242"/>
                  <a:pt x="431842" y="29039"/>
                  <a:pt x="437242" y="29039"/>
                </a:cubicBezTo>
                <a:cubicBezTo>
                  <a:pt x="443254" y="29039"/>
                  <a:pt x="448183" y="30281"/>
                  <a:pt x="452029" y="32764"/>
                </a:cubicBezTo>
                <a:cubicBezTo>
                  <a:pt x="455876" y="35246"/>
                  <a:pt x="458588" y="38717"/>
                  <a:pt x="460168" y="43176"/>
                </a:cubicBezTo>
                <a:cubicBezTo>
                  <a:pt x="466587" y="33751"/>
                  <a:pt x="474942" y="29039"/>
                  <a:pt x="485233" y="29039"/>
                </a:cubicBezTo>
                <a:cubicBezTo>
                  <a:pt x="493282" y="29039"/>
                  <a:pt x="499472" y="31268"/>
                  <a:pt x="503802" y="35725"/>
                </a:cubicBezTo>
                <a:cubicBezTo>
                  <a:pt x="508133" y="40183"/>
                  <a:pt x="510298" y="47048"/>
                  <a:pt x="510298" y="56320"/>
                </a:cubicBezTo>
                <a:lnTo>
                  <a:pt x="510298" y="112028"/>
                </a:lnTo>
                <a:lnTo>
                  <a:pt x="496619" y="112028"/>
                </a:lnTo>
                <a:lnTo>
                  <a:pt x="496619" y="60850"/>
                </a:lnTo>
                <a:cubicBezTo>
                  <a:pt x="496619" y="55342"/>
                  <a:pt x="496173" y="51377"/>
                  <a:pt x="495282" y="48955"/>
                </a:cubicBezTo>
                <a:cubicBezTo>
                  <a:pt x="494390" y="46532"/>
                  <a:pt x="492773" y="44581"/>
                  <a:pt x="490429" y="43102"/>
                </a:cubicBezTo>
                <a:cubicBezTo>
                  <a:pt x="488086" y="41623"/>
                  <a:pt x="485335" y="40884"/>
                  <a:pt x="482176" y="40884"/>
                </a:cubicBezTo>
                <a:cubicBezTo>
                  <a:pt x="476470" y="40884"/>
                  <a:pt x="471732" y="42784"/>
                  <a:pt x="467962" y="46584"/>
                </a:cubicBezTo>
                <a:cubicBezTo>
                  <a:pt x="464192" y="50382"/>
                  <a:pt x="462307" y="56464"/>
                  <a:pt x="462307" y="64829"/>
                </a:cubicBezTo>
                <a:lnTo>
                  <a:pt x="462307" y="112028"/>
                </a:lnTo>
                <a:lnTo>
                  <a:pt x="448552" y="112028"/>
                </a:lnTo>
                <a:lnTo>
                  <a:pt x="448552" y="59243"/>
                </a:lnTo>
                <a:cubicBezTo>
                  <a:pt x="448552" y="53123"/>
                  <a:pt x="447431" y="48533"/>
                  <a:pt x="445190" y="45473"/>
                </a:cubicBezTo>
                <a:cubicBezTo>
                  <a:pt x="442948" y="42413"/>
                  <a:pt x="439280" y="40884"/>
                  <a:pt x="434186" y="40884"/>
                </a:cubicBezTo>
                <a:cubicBezTo>
                  <a:pt x="430314" y="40884"/>
                  <a:pt x="426735" y="41904"/>
                  <a:pt x="423449" y="43945"/>
                </a:cubicBezTo>
                <a:cubicBezTo>
                  <a:pt x="420163" y="45984"/>
                  <a:pt x="417781" y="48968"/>
                  <a:pt x="416304" y="52895"/>
                </a:cubicBezTo>
                <a:cubicBezTo>
                  <a:pt x="414826" y="56821"/>
                  <a:pt x="414088" y="62482"/>
                  <a:pt x="414088" y="69877"/>
                </a:cubicBezTo>
                <a:lnTo>
                  <a:pt x="414088" y="112028"/>
                </a:lnTo>
                <a:lnTo>
                  <a:pt x="400333" y="112028"/>
                </a:lnTo>
                <a:close/>
                <a:moveTo>
                  <a:pt x="530776" y="15895"/>
                </a:moveTo>
                <a:lnTo>
                  <a:pt x="530776" y="0"/>
                </a:lnTo>
                <a:lnTo>
                  <a:pt x="544532" y="0"/>
                </a:lnTo>
                <a:lnTo>
                  <a:pt x="544532" y="15895"/>
                </a:lnTo>
                <a:lnTo>
                  <a:pt x="530776" y="15895"/>
                </a:lnTo>
                <a:moveTo>
                  <a:pt x="530776" y="112028"/>
                </a:moveTo>
                <a:lnTo>
                  <a:pt x="530776" y="30873"/>
                </a:lnTo>
                <a:lnTo>
                  <a:pt x="544532" y="30873"/>
                </a:lnTo>
                <a:lnTo>
                  <a:pt x="544532" y="112028"/>
                </a:lnTo>
                <a:lnTo>
                  <a:pt x="530776" y="112028"/>
                </a:lnTo>
                <a:close/>
                <a:moveTo>
                  <a:pt x="558184" y="112028"/>
                </a:moveTo>
                <a:lnTo>
                  <a:pt x="558184" y="100871"/>
                </a:lnTo>
                <a:lnTo>
                  <a:pt x="609842" y="41571"/>
                </a:lnTo>
                <a:cubicBezTo>
                  <a:pt x="603984" y="41877"/>
                  <a:pt x="598813" y="42030"/>
                  <a:pt x="594329" y="42030"/>
                </a:cubicBezTo>
                <a:lnTo>
                  <a:pt x="561241" y="42030"/>
                </a:lnTo>
                <a:lnTo>
                  <a:pt x="561241" y="30873"/>
                </a:lnTo>
                <a:lnTo>
                  <a:pt x="627571" y="30873"/>
                </a:lnTo>
                <a:lnTo>
                  <a:pt x="627571" y="39967"/>
                </a:lnTo>
                <a:lnTo>
                  <a:pt x="583631" y="91472"/>
                </a:lnTo>
                <a:lnTo>
                  <a:pt x="575149" y="100871"/>
                </a:lnTo>
                <a:cubicBezTo>
                  <a:pt x="581313" y="100413"/>
                  <a:pt x="587095" y="100184"/>
                  <a:pt x="592495" y="100184"/>
                </a:cubicBezTo>
                <a:lnTo>
                  <a:pt x="630017" y="100184"/>
                </a:lnTo>
                <a:lnTo>
                  <a:pt x="630017" y="112028"/>
                </a:lnTo>
                <a:lnTo>
                  <a:pt x="558184" y="112028"/>
                </a:lnTo>
                <a:close/>
                <a:moveTo>
                  <a:pt x="699251" y="85894"/>
                </a:moveTo>
                <a:lnTo>
                  <a:pt x="713465" y="87651"/>
                </a:lnTo>
                <a:cubicBezTo>
                  <a:pt x="711223" y="95955"/>
                  <a:pt x="707071" y="102400"/>
                  <a:pt x="701009" y="106985"/>
                </a:cubicBezTo>
                <a:cubicBezTo>
                  <a:pt x="694946" y="111570"/>
                  <a:pt x="687203" y="113863"/>
                  <a:pt x="677778" y="113863"/>
                </a:cubicBezTo>
                <a:cubicBezTo>
                  <a:pt x="665908" y="113863"/>
                  <a:pt x="656496" y="110207"/>
                  <a:pt x="649542" y="102897"/>
                </a:cubicBezTo>
                <a:cubicBezTo>
                  <a:pt x="642587" y="95586"/>
                  <a:pt x="639110" y="85333"/>
                  <a:pt x="639110" y="72138"/>
                </a:cubicBezTo>
                <a:cubicBezTo>
                  <a:pt x="639110" y="58485"/>
                  <a:pt x="642626" y="47888"/>
                  <a:pt x="649656" y="40349"/>
                </a:cubicBezTo>
                <a:cubicBezTo>
                  <a:pt x="656687" y="32809"/>
                  <a:pt x="665806" y="29039"/>
                  <a:pt x="677014" y="29039"/>
                </a:cubicBezTo>
                <a:cubicBezTo>
                  <a:pt x="687865" y="29039"/>
                  <a:pt x="696730" y="32727"/>
                  <a:pt x="703607" y="40103"/>
                </a:cubicBezTo>
                <a:cubicBezTo>
                  <a:pt x="710485" y="47477"/>
                  <a:pt x="713924" y="57852"/>
                  <a:pt x="713924" y="71229"/>
                </a:cubicBezTo>
                <a:cubicBezTo>
                  <a:pt x="713924" y="72042"/>
                  <a:pt x="713898" y="73262"/>
                  <a:pt x="713847" y="74889"/>
                </a:cubicBezTo>
                <a:lnTo>
                  <a:pt x="653324" y="74889"/>
                </a:lnTo>
                <a:cubicBezTo>
                  <a:pt x="653834" y="83779"/>
                  <a:pt x="656355" y="90587"/>
                  <a:pt x="660890" y="95312"/>
                </a:cubicBezTo>
                <a:cubicBezTo>
                  <a:pt x="665424" y="100037"/>
                  <a:pt x="671079" y="102400"/>
                  <a:pt x="677854" y="102400"/>
                </a:cubicBezTo>
                <a:cubicBezTo>
                  <a:pt x="682898" y="102400"/>
                  <a:pt x="687203" y="101088"/>
                  <a:pt x="690769" y="98464"/>
                </a:cubicBezTo>
                <a:cubicBezTo>
                  <a:pt x="694335" y="95839"/>
                  <a:pt x="697163" y="91649"/>
                  <a:pt x="699251" y="85894"/>
                </a:cubicBezTo>
                <a:moveTo>
                  <a:pt x="654088" y="63427"/>
                </a:moveTo>
                <a:lnTo>
                  <a:pt x="699404" y="63427"/>
                </a:lnTo>
                <a:cubicBezTo>
                  <a:pt x="698793" y="56712"/>
                  <a:pt x="697061" y="51675"/>
                  <a:pt x="694208" y="48318"/>
                </a:cubicBezTo>
                <a:cubicBezTo>
                  <a:pt x="689826" y="43107"/>
                  <a:pt x="684146" y="40501"/>
                  <a:pt x="677167" y="40501"/>
                </a:cubicBezTo>
                <a:cubicBezTo>
                  <a:pt x="670849" y="40501"/>
                  <a:pt x="665538" y="42581"/>
                  <a:pt x="661233" y="46741"/>
                </a:cubicBezTo>
                <a:cubicBezTo>
                  <a:pt x="656929" y="50900"/>
                  <a:pt x="654547" y="56462"/>
                  <a:pt x="654088" y="63427"/>
                </a:cubicBezTo>
                <a:close/>
                <a:moveTo>
                  <a:pt x="783363" y="112028"/>
                </a:moveTo>
                <a:lnTo>
                  <a:pt x="783363" y="101789"/>
                </a:lnTo>
                <a:cubicBezTo>
                  <a:pt x="778218" y="109838"/>
                  <a:pt x="770652" y="113863"/>
                  <a:pt x="760667" y="113863"/>
                </a:cubicBezTo>
                <a:cubicBezTo>
                  <a:pt x="754197" y="113863"/>
                  <a:pt x="748249" y="112079"/>
                  <a:pt x="742823" y="108513"/>
                </a:cubicBezTo>
                <a:cubicBezTo>
                  <a:pt x="737398" y="104947"/>
                  <a:pt x="733195" y="99967"/>
                  <a:pt x="730214" y="93574"/>
                </a:cubicBezTo>
                <a:cubicBezTo>
                  <a:pt x="727234" y="87180"/>
                  <a:pt x="725744" y="79831"/>
                  <a:pt x="725744" y="71527"/>
                </a:cubicBezTo>
                <a:cubicBezTo>
                  <a:pt x="725744" y="63427"/>
                  <a:pt x="727094" y="56078"/>
                  <a:pt x="729794" y="49481"/>
                </a:cubicBezTo>
                <a:cubicBezTo>
                  <a:pt x="732494" y="42883"/>
                  <a:pt x="736544" y="37827"/>
                  <a:pt x="741945" y="34312"/>
                </a:cubicBezTo>
                <a:cubicBezTo>
                  <a:pt x="747345" y="30796"/>
                  <a:pt x="753382" y="29039"/>
                  <a:pt x="760056" y="29039"/>
                </a:cubicBezTo>
                <a:cubicBezTo>
                  <a:pt x="764946" y="29039"/>
                  <a:pt x="769302" y="30070"/>
                  <a:pt x="773123" y="32134"/>
                </a:cubicBezTo>
                <a:cubicBezTo>
                  <a:pt x="776944" y="34197"/>
                  <a:pt x="780052" y="36884"/>
                  <a:pt x="782446" y="40196"/>
                </a:cubicBezTo>
                <a:lnTo>
                  <a:pt x="782446" y="0"/>
                </a:lnTo>
                <a:lnTo>
                  <a:pt x="796125" y="0"/>
                </a:lnTo>
                <a:lnTo>
                  <a:pt x="796125" y="112028"/>
                </a:lnTo>
                <a:lnTo>
                  <a:pt x="783363" y="112028"/>
                </a:lnTo>
                <a:moveTo>
                  <a:pt x="739881" y="71489"/>
                </a:moveTo>
                <a:cubicBezTo>
                  <a:pt x="739881" y="81843"/>
                  <a:pt x="742072" y="89584"/>
                  <a:pt x="746453" y="94710"/>
                </a:cubicBezTo>
                <a:cubicBezTo>
                  <a:pt x="750835" y="99837"/>
                  <a:pt x="756005" y="102400"/>
                  <a:pt x="761966" y="102400"/>
                </a:cubicBezTo>
                <a:cubicBezTo>
                  <a:pt x="767978" y="102400"/>
                  <a:pt x="773085" y="99951"/>
                  <a:pt x="777288" y="95054"/>
                </a:cubicBezTo>
                <a:cubicBezTo>
                  <a:pt x="781491" y="90155"/>
                  <a:pt x="783592" y="82681"/>
                  <a:pt x="783592" y="72630"/>
                </a:cubicBezTo>
                <a:cubicBezTo>
                  <a:pt x="783592" y="61566"/>
                  <a:pt x="781453" y="53445"/>
                  <a:pt x="777173" y="48267"/>
                </a:cubicBezTo>
                <a:cubicBezTo>
                  <a:pt x="772894" y="43090"/>
                  <a:pt x="767621" y="40501"/>
                  <a:pt x="761355" y="40501"/>
                </a:cubicBezTo>
                <a:cubicBezTo>
                  <a:pt x="755241" y="40501"/>
                  <a:pt x="750134" y="42989"/>
                  <a:pt x="746033" y="47964"/>
                </a:cubicBezTo>
                <a:cubicBezTo>
                  <a:pt x="741932" y="52938"/>
                  <a:pt x="739881" y="60779"/>
                  <a:pt x="739881" y="7148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2EB3A-C1AF-4D2E-9569-62FAF6DF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50" y="1199028"/>
            <a:ext cx="284552" cy="228970"/>
          </a:xfrm>
          <a:custGeom xmlns:a="http://schemas.openxmlformats.org/drawingml/2006/main">
            <a:pathLst>
              <a:path w="284552" h="228970" fill="none">
                <a:moveTo>
                  <a:pt x="0" y="17453"/>
                </a:moveTo>
                <a:cubicBezTo>
                  <a:pt x="31585" y="0"/>
                  <a:pt x="63218" y="0"/>
                  <a:pt x="94898" y="17453"/>
                </a:cubicBezTo>
                <a:cubicBezTo>
                  <a:pt x="126483" y="34810"/>
                  <a:pt x="158069" y="34810"/>
                  <a:pt x="189654" y="17453"/>
                </a:cubicBezTo>
                <a:cubicBezTo>
                  <a:pt x="221334" y="0"/>
                  <a:pt x="252967" y="0"/>
                  <a:pt x="284552" y="17453"/>
                </a:cubicBezTo>
                <a:lnTo>
                  <a:pt x="284552" y="211517"/>
                </a:lnTo>
                <a:cubicBezTo>
                  <a:pt x="252967" y="194159"/>
                  <a:pt x="221334" y="194159"/>
                  <a:pt x="189654" y="211517"/>
                </a:cubicBezTo>
                <a:cubicBezTo>
                  <a:pt x="158069" y="228970"/>
                  <a:pt x="126483" y="228970"/>
                  <a:pt x="94898" y="211517"/>
                </a:cubicBezTo>
                <a:cubicBezTo>
                  <a:pt x="63218" y="194159"/>
                  <a:pt x="31585" y="194159"/>
                  <a:pt x="0" y="211517"/>
                </a:cubicBezTo>
                <a:lnTo>
                  <a:pt x="0" y="174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19" name="Text fixed">
            <a:extLst xmlns:a="http://schemas.openxmlformats.org/drawingml/2006/main">
              <a:ext uri="{FF2B5EF4-FFF2-40B4-BE49-F238E27FC236}">
                <a16:creationId xmlns:a16="http://schemas.microsoft.com/office/drawing/2014/main" id="{EBE9F1AB-03D3-4F7B-9687-897122BF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469" y="1246744"/>
            <a:ext cx="317798" cy="115697"/>
          </a:xfrm>
          <a:custGeom xmlns:a="http://schemas.openxmlformats.org/drawingml/2006/main">
            <a:pathLst>
              <a:path w="317798" h="115697">
                <a:moveTo>
                  <a:pt x="12150" y="113863"/>
                </a:moveTo>
                <a:lnTo>
                  <a:pt x="12150" y="43405"/>
                </a:lnTo>
                <a:lnTo>
                  <a:pt x="0" y="43405"/>
                </a:lnTo>
                <a:lnTo>
                  <a:pt x="0" y="32707"/>
                </a:lnTo>
                <a:lnTo>
                  <a:pt x="12150" y="32707"/>
                </a:lnTo>
                <a:lnTo>
                  <a:pt x="12150" y="24091"/>
                </a:lnTo>
                <a:cubicBezTo>
                  <a:pt x="12150" y="18652"/>
                  <a:pt x="12634" y="14612"/>
                  <a:pt x="13602" y="11969"/>
                </a:cubicBezTo>
                <a:cubicBezTo>
                  <a:pt x="14927" y="8412"/>
                  <a:pt x="17258" y="5528"/>
                  <a:pt x="20595" y="3317"/>
                </a:cubicBezTo>
                <a:cubicBezTo>
                  <a:pt x="23932" y="1106"/>
                  <a:pt x="28606" y="0"/>
                  <a:pt x="34617" y="0"/>
                </a:cubicBezTo>
                <a:cubicBezTo>
                  <a:pt x="38489" y="0"/>
                  <a:pt x="42768" y="459"/>
                  <a:pt x="47455" y="1376"/>
                </a:cubicBezTo>
                <a:lnTo>
                  <a:pt x="45392" y="13373"/>
                </a:lnTo>
                <a:cubicBezTo>
                  <a:pt x="42539" y="12864"/>
                  <a:pt x="39839" y="12609"/>
                  <a:pt x="37292" y="12609"/>
                </a:cubicBezTo>
                <a:cubicBezTo>
                  <a:pt x="33114" y="12609"/>
                  <a:pt x="30160" y="13497"/>
                  <a:pt x="28427" y="15274"/>
                </a:cubicBezTo>
                <a:cubicBezTo>
                  <a:pt x="26695" y="17051"/>
                  <a:pt x="25829" y="20375"/>
                  <a:pt x="25829" y="25247"/>
                </a:cubicBezTo>
                <a:lnTo>
                  <a:pt x="25829" y="32707"/>
                </a:lnTo>
                <a:lnTo>
                  <a:pt x="41648" y="32707"/>
                </a:lnTo>
                <a:lnTo>
                  <a:pt x="41648" y="43405"/>
                </a:lnTo>
                <a:lnTo>
                  <a:pt x="25829" y="43405"/>
                </a:lnTo>
                <a:lnTo>
                  <a:pt x="25829" y="113863"/>
                </a:lnTo>
                <a:lnTo>
                  <a:pt x="12150" y="113863"/>
                </a:lnTo>
                <a:close/>
                <a:moveTo>
                  <a:pt x="52449" y="17729"/>
                </a:moveTo>
                <a:lnTo>
                  <a:pt x="52449" y="1834"/>
                </a:lnTo>
                <a:lnTo>
                  <a:pt x="66204" y="1834"/>
                </a:lnTo>
                <a:lnTo>
                  <a:pt x="66204" y="17729"/>
                </a:lnTo>
                <a:lnTo>
                  <a:pt x="52449" y="17729"/>
                </a:lnTo>
                <a:moveTo>
                  <a:pt x="52449" y="113863"/>
                </a:moveTo>
                <a:lnTo>
                  <a:pt x="52449" y="32707"/>
                </a:lnTo>
                <a:lnTo>
                  <a:pt x="66204" y="32707"/>
                </a:lnTo>
                <a:lnTo>
                  <a:pt x="66204" y="113863"/>
                </a:lnTo>
                <a:lnTo>
                  <a:pt x="52449" y="113863"/>
                </a:lnTo>
                <a:close/>
                <a:moveTo>
                  <a:pt x="77946" y="113863"/>
                </a:moveTo>
                <a:lnTo>
                  <a:pt x="107596" y="71680"/>
                </a:lnTo>
                <a:lnTo>
                  <a:pt x="80162" y="32707"/>
                </a:lnTo>
                <a:lnTo>
                  <a:pt x="97356" y="32707"/>
                </a:lnTo>
                <a:lnTo>
                  <a:pt x="109812" y="51735"/>
                </a:lnTo>
                <a:cubicBezTo>
                  <a:pt x="112156" y="55352"/>
                  <a:pt x="114041" y="58383"/>
                  <a:pt x="115467" y="60829"/>
                </a:cubicBezTo>
                <a:cubicBezTo>
                  <a:pt x="117709" y="57466"/>
                  <a:pt x="119772" y="54486"/>
                  <a:pt x="121657" y="51888"/>
                </a:cubicBezTo>
                <a:lnTo>
                  <a:pt x="135336" y="32707"/>
                </a:lnTo>
                <a:lnTo>
                  <a:pt x="151766" y="32707"/>
                </a:lnTo>
                <a:lnTo>
                  <a:pt x="123720" y="70916"/>
                </a:lnTo>
                <a:lnTo>
                  <a:pt x="153905" y="113863"/>
                </a:lnTo>
                <a:lnTo>
                  <a:pt x="137017" y="113863"/>
                </a:lnTo>
                <a:lnTo>
                  <a:pt x="120358" y="88645"/>
                </a:lnTo>
                <a:lnTo>
                  <a:pt x="115926" y="81843"/>
                </a:lnTo>
                <a:lnTo>
                  <a:pt x="94605" y="113863"/>
                </a:lnTo>
                <a:lnTo>
                  <a:pt x="77946" y="113863"/>
                </a:lnTo>
                <a:close/>
                <a:moveTo>
                  <a:pt x="220924" y="87728"/>
                </a:moveTo>
                <a:lnTo>
                  <a:pt x="235137" y="89485"/>
                </a:lnTo>
                <a:cubicBezTo>
                  <a:pt x="232896" y="97789"/>
                  <a:pt x="228744" y="104234"/>
                  <a:pt x="222681" y="108819"/>
                </a:cubicBezTo>
                <a:cubicBezTo>
                  <a:pt x="216619" y="113404"/>
                  <a:pt x="208875" y="115697"/>
                  <a:pt x="199450" y="115697"/>
                </a:cubicBezTo>
                <a:cubicBezTo>
                  <a:pt x="187580" y="115697"/>
                  <a:pt x="178168" y="112041"/>
                  <a:pt x="171214" y="104731"/>
                </a:cubicBezTo>
                <a:cubicBezTo>
                  <a:pt x="164260" y="97420"/>
                  <a:pt x="160783" y="87167"/>
                  <a:pt x="160783" y="73972"/>
                </a:cubicBezTo>
                <a:cubicBezTo>
                  <a:pt x="160783" y="60319"/>
                  <a:pt x="164298" y="49723"/>
                  <a:pt x="171328" y="42183"/>
                </a:cubicBezTo>
                <a:cubicBezTo>
                  <a:pt x="178359" y="34643"/>
                  <a:pt x="187478" y="30873"/>
                  <a:pt x="198686" y="30873"/>
                </a:cubicBezTo>
                <a:cubicBezTo>
                  <a:pt x="209537" y="30873"/>
                  <a:pt x="218402" y="34561"/>
                  <a:pt x="225279" y="41937"/>
                </a:cubicBezTo>
                <a:cubicBezTo>
                  <a:pt x="232157" y="49311"/>
                  <a:pt x="235596" y="59686"/>
                  <a:pt x="235596" y="73063"/>
                </a:cubicBezTo>
                <a:cubicBezTo>
                  <a:pt x="235596" y="73876"/>
                  <a:pt x="235570" y="75096"/>
                  <a:pt x="235519" y="76723"/>
                </a:cubicBezTo>
                <a:lnTo>
                  <a:pt x="174997" y="76723"/>
                </a:lnTo>
                <a:cubicBezTo>
                  <a:pt x="175506" y="85613"/>
                  <a:pt x="178028" y="92421"/>
                  <a:pt x="182562" y="97146"/>
                </a:cubicBezTo>
                <a:cubicBezTo>
                  <a:pt x="187096" y="101871"/>
                  <a:pt x="192751" y="104234"/>
                  <a:pt x="199527" y="104234"/>
                </a:cubicBezTo>
                <a:cubicBezTo>
                  <a:pt x="204570" y="104234"/>
                  <a:pt x="208875" y="102922"/>
                  <a:pt x="212441" y="100298"/>
                </a:cubicBezTo>
                <a:cubicBezTo>
                  <a:pt x="216007" y="97673"/>
                  <a:pt x="218835" y="93483"/>
                  <a:pt x="220924" y="87728"/>
                </a:cubicBezTo>
                <a:moveTo>
                  <a:pt x="175761" y="65261"/>
                </a:moveTo>
                <a:lnTo>
                  <a:pt x="221076" y="65261"/>
                </a:lnTo>
                <a:cubicBezTo>
                  <a:pt x="220465" y="58546"/>
                  <a:pt x="218733" y="53509"/>
                  <a:pt x="215880" y="50152"/>
                </a:cubicBezTo>
                <a:cubicBezTo>
                  <a:pt x="211499" y="44941"/>
                  <a:pt x="205818" y="42335"/>
                  <a:pt x="198839" y="42335"/>
                </a:cubicBezTo>
                <a:cubicBezTo>
                  <a:pt x="192522" y="42335"/>
                  <a:pt x="187211" y="44415"/>
                  <a:pt x="182906" y="48575"/>
                </a:cubicBezTo>
                <a:cubicBezTo>
                  <a:pt x="178601" y="52734"/>
                  <a:pt x="176219" y="58296"/>
                  <a:pt x="175761" y="65261"/>
                </a:cubicBezTo>
                <a:close/>
                <a:moveTo>
                  <a:pt x="305036" y="113863"/>
                </a:moveTo>
                <a:lnTo>
                  <a:pt x="305036" y="103623"/>
                </a:lnTo>
                <a:cubicBezTo>
                  <a:pt x="299890" y="111672"/>
                  <a:pt x="292325" y="115697"/>
                  <a:pt x="282340" y="115697"/>
                </a:cubicBezTo>
                <a:cubicBezTo>
                  <a:pt x="275870" y="115697"/>
                  <a:pt x="269922" y="113913"/>
                  <a:pt x="264496" y="110347"/>
                </a:cubicBezTo>
                <a:cubicBezTo>
                  <a:pt x="259071" y="106781"/>
                  <a:pt x="254868" y="101801"/>
                  <a:pt x="251887" y="95408"/>
                </a:cubicBezTo>
                <a:cubicBezTo>
                  <a:pt x="248907" y="89014"/>
                  <a:pt x="247417" y="81665"/>
                  <a:pt x="247417" y="73361"/>
                </a:cubicBezTo>
                <a:cubicBezTo>
                  <a:pt x="247417" y="65261"/>
                  <a:pt x="248767" y="57912"/>
                  <a:pt x="251467" y="51315"/>
                </a:cubicBezTo>
                <a:cubicBezTo>
                  <a:pt x="254167" y="44717"/>
                  <a:pt x="258217" y="39661"/>
                  <a:pt x="263617" y="36146"/>
                </a:cubicBezTo>
                <a:cubicBezTo>
                  <a:pt x="269018" y="32630"/>
                  <a:pt x="275055" y="30873"/>
                  <a:pt x="281728" y="30873"/>
                </a:cubicBezTo>
                <a:cubicBezTo>
                  <a:pt x="286619" y="30873"/>
                  <a:pt x="290975" y="31904"/>
                  <a:pt x="294796" y="33968"/>
                </a:cubicBezTo>
                <a:cubicBezTo>
                  <a:pt x="298617" y="36031"/>
                  <a:pt x="301724" y="38718"/>
                  <a:pt x="304119" y="42030"/>
                </a:cubicBezTo>
                <a:lnTo>
                  <a:pt x="304119" y="1834"/>
                </a:lnTo>
                <a:lnTo>
                  <a:pt x="317798" y="1834"/>
                </a:lnTo>
                <a:lnTo>
                  <a:pt x="317798" y="113863"/>
                </a:lnTo>
                <a:lnTo>
                  <a:pt x="305036" y="113863"/>
                </a:lnTo>
                <a:moveTo>
                  <a:pt x="261554" y="73323"/>
                </a:moveTo>
                <a:cubicBezTo>
                  <a:pt x="261554" y="83677"/>
                  <a:pt x="263745" y="91418"/>
                  <a:pt x="268126" y="96544"/>
                </a:cubicBezTo>
                <a:cubicBezTo>
                  <a:pt x="272507" y="101671"/>
                  <a:pt x="277678" y="104234"/>
                  <a:pt x="283639" y="104234"/>
                </a:cubicBezTo>
                <a:cubicBezTo>
                  <a:pt x="289650" y="104234"/>
                  <a:pt x="294758" y="101785"/>
                  <a:pt x="298961" y="96888"/>
                </a:cubicBezTo>
                <a:cubicBezTo>
                  <a:pt x="303164" y="91990"/>
                  <a:pt x="305265" y="84515"/>
                  <a:pt x="305265" y="74464"/>
                </a:cubicBezTo>
                <a:cubicBezTo>
                  <a:pt x="305265" y="63400"/>
                  <a:pt x="303125" y="55279"/>
                  <a:pt x="298846" y="50101"/>
                </a:cubicBezTo>
                <a:cubicBezTo>
                  <a:pt x="294567" y="44924"/>
                  <a:pt x="289294" y="42335"/>
                  <a:pt x="283028" y="42335"/>
                </a:cubicBezTo>
                <a:cubicBezTo>
                  <a:pt x="276914" y="42335"/>
                  <a:pt x="271807" y="44823"/>
                  <a:pt x="267706" y="49798"/>
                </a:cubicBezTo>
                <a:cubicBezTo>
                  <a:pt x="263605" y="54772"/>
                  <a:pt x="261554" y="62613"/>
                  <a:pt x="261554" y="733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82FBC5-4C5C-405B-BC3D-42A975FE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83" y="1596073"/>
            <a:ext cx="215264" cy="10"/>
          </a:xfrm>
          <a:custGeom xmlns:a="http://schemas.openxmlformats.org/drawingml/2006/main">
            <a:pathLst>
              <a:path w="215264" h="1" fill="none">
                <a:moveTo>
                  <a:pt x="21526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8C7F4-7834-467B-AFFB-F354B683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30" y="1560504"/>
            <a:ext cx="71138" cy="71138"/>
          </a:xfrm>
          <a:custGeom xmlns:a="http://schemas.openxmlformats.org/drawingml/2006/main">
            <a:pathLst>
              <a:path w="71138" h="71138">
                <a:moveTo>
                  <a:pt x="0" y="35569"/>
                </a:moveTo>
                <a:lnTo>
                  <a:pt x="71138" y="0"/>
                </a:lnTo>
                <a:lnTo>
                  <a:pt x="53354" y="35569"/>
                </a:lnTo>
                <a:lnTo>
                  <a:pt x="71138" y="71138"/>
                </a:lnTo>
                <a:lnTo>
                  <a:pt x="0" y="35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AD7E5-EC73-42F5-8CB3-7EA8CDA6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30" y="1560504"/>
            <a:ext cx="71138" cy="71138"/>
          </a:xfrm>
          <a:custGeom xmlns:a="http://schemas.openxmlformats.org/drawingml/2006/main">
            <a:pathLst>
              <a:path w="71138" h="71138" fill="none">
                <a:moveTo>
                  <a:pt x="0" y="35569"/>
                </a:moveTo>
                <a:lnTo>
                  <a:pt x="71138" y="0"/>
                </a:lnTo>
                <a:lnTo>
                  <a:pt x="53354" y="35569"/>
                </a:lnTo>
                <a:lnTo>
                  <a:pt x="71138" y="71138"/>
                </a:lnTo>
                <a:lnTo>
                  <a:pt x="0" y="355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23" name="Text mapsCPUPA">
            <a:extLst xmlns:a="http://schemas.openxmlformats.org/drawingml/2006/main">
              <a:ext uri="{FF2B5EF4-FFF2-40B4-BE49-F238E27FC236}">
                <a16:creationId xmlns:a16="http://schemas.microsoft.com/office/drawing/2014/main" id="{3876DBF3-16A6-4450-A87E-2BFF5977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917" y="1545371"/>
            <a:ext cx="987165" cy="145194"/>
          </a:xfrm>
          <a:custGeom xmlns:a="http://schemas.openxmlformats.org/drawingml/2006/main">
            <a:pathLst>
              <a:path w="987165" h="145194">
                <a:moveTo>
                  <a:pt x="0" y="114015"/>
                </a:moveTo>
                <a:lnTo>
                  <a:pt x="0" y="32860"/>
                </a:lnTo>
                <a:lnTo>
                  <a:pt x="12303" y="32860"/>
                </a:lnTo>
                <a:lnTo>
                  <a:pt x="12303" y="44169"/>
                </a:lnTo>
                <a:cubicBezTo>
                  <a:pt x="14851" y="40218"/>
                  <a:pt x="18238" y="37040"/>
                  <a:pt x="22467" y="34634"/>
                </a:cubicBezTo>
                <a:cubicBezTo>
                  <a:pt x="26695" y="32228"/>
                  <a:pt x="31510" y="31026"/>
                  <a:pt x="36910" y="31026"/>
                </a:cubicBezTo>
                <a:cubicBezTo>
                  <a:pt x="42921" y="31026"/>
                  <a:pt x="47850" y="32267"/>
                  <a:pt x="51697" y="34751"/>
                </a:cubicBezTo>
                <a:cubicBezTo>
                  <a:pt x="55543" y="37233"/>
                  <a:pt x="58256" y="40704"/>
                  <a:pt x="59835" y="45163"/>
                </a:cubicBezTo>
                <a:cubicBezTo>
                  <a:pt x="66254" y="35738"/>
                  <a:pt x="74609" y="31026"/>
                  <a:pt x="84900" y="31026"/>
                </a:cubicBezTo>
                <a:cubicBezTo>
                  <a:pt x="92950" y="31026"/>
                  <a:pt x="99139" y="33254"/>
                  <a:pt x="103470" y="37712"/>
                </a:cubicBezTo>
                <a:cubicBezTo>
                  <a:pt x="107800" y="42170"/>
                  <a:pt x="109965" y="49035"/>
                  <a:pt x="109965" y="58307"/>
                </a:cubicBezTo>
                <a:lnTo>
                  <a:pt x="109965" y="114015"/>
                </a:lnTo>
                <a:lnTo>
                  <a:pt x="96286" y="114015"/>
                </a:lnTo>
                <a:lnTo>
                  <a:pt x="96286" y="62837"/>
                </a:lnTo>
                <a:cubicBezTo>
                  <a:pt x="96286" y="57328"/>
                  <a:pt x="95841" y="53363"/>
                  <a:pt x="94949" y="50942"/>
                </a:cubicBezTo>
                <a:cubicBezTo>
                  <a:pt x="94058" y="48519"/>
                  <a:pt x="92440" y="46568"/>
                  <a:pt x="90097" y="45089"/>
                </a:cubicBezTo>
                <a:cubicBezTo>
                  <a:pt x="87753" y="43610"/>
                  <a:pt x="85002" y="42870"/>
                  <a:pt x="81843" y="42870"/>
                </a:cubicBezTo>
                <a:cubicBezTo>
                  <a:pt x="76138" y="42870"/>
                  <a:pt x="71400" y="44770"/>
                  <a:pt x="67630" y="48571"/>
                </a:cubicBezTo>
                <a:cubicBezTo>
                  <a:pt x="63860" y="52369"/>
                  <a:pt x="61975" y="58451"/>
                  <a:pt x="61975" y="66815"/>
                </a:cubicBezTo>
                <a:lnTo>
                  <a:pt x="61975" y="114015"/>
                </a:lnTo>
                <a:lnTo>
                  <a:pt x="48220" y="114015"/>
                </a:lnTo>
                <a:lnTo>
                  <a:pt x="48220" y="61230"/>
                </a:lnTo>
                <a:cubicBezTo>
                  <a:pt x="48220" y="55110"/>
                  <a:pt x="47099" y="50520"/>
                  <a:pt x="44857" y="47460"/>
                </a:cubicBezTo>
                <a:cubicBezTo>
                  <a:pt x="42616" y="44400"/>
                  <a:pt x="38948" y="42870"/>
                  <a:pt x="33853" y="42870"/>
                </a:cubicBezTo>
                <a:cubicBezTo>
                  <a:pt x="29981" y="42870"/>
                  <a:pt x="26402" y="43891"/>
                  <a:pt x="23116" y="45932"/>
                </a:cubicBezTo>
                <a:cubicBezTo>
                  <a:pt x="19830" y="47971"/>
                  <a:pt x="17449" y="50955"/>
                  <a:pt x="15971" y="54882"/>
                </a:cubicBezTo>
                <a:cubicBezTo>
                  <a:pt x="14494" y="58808"/>
                  <a:pt x="13755" y="64469"/>
                  <a:pt x="13755" y="71864"/>
                </a:cubicBezTo>
                <a:lnTo>
                  <a:pt x="13755" y="114015"/>
                </a:lnTo>
                <a:lnTo>
                  <a:pt x="0" y="114015"/>
                </a:lnTo>
                <a:close/>
                <a:moveTo>
                  <a:pt x="183325" y="103995"/>
                </a:moveTo>
                <a:cubicBezTo>
                  <a:pt x="178230" y="108329"/>
                  <a:pt x="173327" y="111388"/>
                  <a:pt x="168614" y="113172"/>
                </a:cubicBezTo>
                <a:cubicBezTo>
                  <a:pt x="163902" y="114957"/>
                  <a:pt x="158846" y="115849"/>
                  <a:pt x="153445" y="115849"/>
                </a:cubicBezTo>
                <a:cubicBezTo>
                  <a:pt x="144530" y="115849"/>
                  <a:pt x="137678" y="113670"/>
                  <a:pt x="132889" y="109311"/>
                </a:cubicBezTo>
                <a:cubicBezTo>
                  <a:pt x="128100" y="104952"/>
                  <a:pt x="125706" y="99382"/>
                  <a:pt x="125706" y="92602"/>
                </a:cubicBezTo>
                <a:cubicBezTo>
                  <a:pt x="125706" y="88626"/>
                  <a:pt x="126610" y="84995"/>
                  <a:pt x="128419" y="81707"/>
                </a:cubicBezTo>
                <a:cubicBezTo>
                  <a:pt x="130227" y="78418"/>
                  <a:pt x="132596" y="75779"/>
                  <a:pt x="135525" y="73791"/>
                </a:cubicBezTo>
                <a:cubicBezTo>
                  <a:pt x="138455" y="71802"/>
                  <a:pt x="141754" y="70299"/>
                  <a:pt x="145422" y="69280"/>
                </a:cubicBezTo>
                <a:cubicBezTo>
                  <a:pt x="148122" y="68565"/>
                  <a:pt x="152197" y="67877"/>
                  <a:pt x="157648" y="67214"/>
                </a:cubicBezTo>
                <a:cubicBezTo>
                  <a:pt x="168754" y="65899"/>
                  <a:pt x="176931" y="64331"/>
                  <a:pt x="182179" y="62510"/>
                </a:cubicBezTo>
                <a:cubicBezTo>
                  <a:pt x="182230" y="60633"/>
                  <a:pt x="182255" y="59440"/>
                  <a:pt x="182255" y="58932"/>
                </a:cubicBezTo>
                <a:cubicBezTo>
                  <a:pt x="182255" y="53349"/>
                  <a:pt x="180956" y="49416"/>
                  <a:pt x="178358" y="47133"/>
                </a:cubicBezTo>
                <a:cubicBezTo>
                  <a:pt x="174842" y="44037"/>
                  <a:pt x="169621" y="42488"/>
                  <a:pt x="162692" y="42488"/>
                </a:cubicBezTo>
                <a:cubicBezTo>
                  <a:pt x="156222" y="42488"/>
                  <a:pt x="151446" y="43622"/>
                  <a:pt x="148364" y="45889"/>
                </a:cubicBezTo>
                <a:cubicBezTo>
                  <a:pt x="145281" y="48156"/>
                  <a:pt x="143002" y="52168"/>
                  <a:pt x="141524" y="57925"/>
                </a:cubicBezTo>
                <a:lnTo>
                  <a:pt x="128075" y="56091"/>
                </a:lnTo>
                <a:cubicBezTo>
                  <a:pt x="129297" y="50316"/>
                  <a:pt x="131310" y="45653"/>
                  <a:pt x="134112" y="42101"/>
                </a:cubicBezTo>
                <a:cubicBezTo>
                  <a:pt x="136914" y="38550"/>
                  <a:pt x="140964" y="35816"/>
                  <a:pt x="146262" y="33901"/>
                </a:cubicBezTo>
                <a:cubicBezTo>
                  <a:pt x="151560" y="31984"/>
                  <a:pt x="157699" y="31026"/>
                  <a:pt x="164679" y="31026"/>
                </a:cubicBezTo>
                <a:cubicBezTo>
                  <a:pt x="171607" y="31026"/>
                  <a:pt x="177237" y="31841"/>
                  <a:pt x="181567" y="33471"/>
                </a:cubicBezTo>
                <a:cubicBezTo>
                  <a:pt x="185898" y="35101"/>
                  <a:pt x="189082" y="37152"/>
                  <a:pt x="191119" y="39623"/>
                </a:cubicBezTo>
                <a:cubicBezTo>
                  <a:pt x="193157" y="42093"/>
                  <a:pt x="194584" y="45214"/>
                  <a:pt x="195399" y="48984"/>
                </a:cubicBezTo>
                <a:cubicBezTo>
                  <a:pt x="195857" y="51327"/>
                  <a:pt x="196087" y="55556"/>
                  <a:pt x="196087" y="61669"/>
                </a:cubicBezTo>
                <a:lnTo>
                  <a:pt x="196087" y="80009"/>
                </a:lnTo>
                <a:cubicBezTo>
                  <a:pt x="196087" y="92797"/>
                  <a:pt x="196380" y="100884"/>
                  <a:pt x="196965" y="104272"/>
                </a:cubicBezTo>
                <a:cubicBezTo>
                  <a:pt x="197551" y="107660"/>
                  <a:pt x="198710" y="110908"/>
                  <a:pt x="200442" y="114015"/>
                </a:cubicBezTo>
                <a:lnTo>
                  <a:pt x="186076" y="114015"/>
                </a:lnTo>
                <a:cubicBezTo>
                  <a:pt x="184649" y="111159"/>
                  <a:pt x="183732" y="107819"/>
                  <a:pt x="183325" y="103995"/>
                </a:cubicBezTo>
                <a:moveTo>
                  <a:pt x="182179" y="73208"/>
                </a:moveTo>
                <a:cubicBezTo>
                  <a:pt x="177186" y="75264"/>
                  <a:pt x="169697" y="77010"/>
                  <a:pt x="159712" y="78448"/>
                </a:cubicBezTo>
                <a:cubicBezTo>
                  <a:pt x="154057" y="79266"/>
                  <a:pt x="150058" y="80187"/>
                  <a:pt x="147714" y="81211"/>
                </a:cubicBezTo>
                <a:cubicBezTo>
                  <a:pt x="145371" y="82233"/>
                  <a:pt x="143562" y="83729"/>
                  <a:pt x="142288" y="85700"/>
                </a:cubicBezTo>
                <a:cubicBezTo>
                  <a:pt x="141015" y="87670"/>
                  <a:pt x="140378" y="89856"/>
                  <a:pt x="140378" y="92260"/>
                </a:cubicBezTo>
                <a:cubicBezTo>
                  <a:pt x="140378" y="95943"/>
                  <a:pt x="141766" y="99012"/>
                  <a:pt x="144543" y="101469"/>
                </a:cubicBezTo>
                <a:cubicBezTo>
                  <a:pt x="147319" y="103923"/>
                  <a:pt x="151382" y="105151"/>
                  <a:pt x="156731" y="105151"/>
                </a:cubicBezTo>
                <a:cubicBezTo>
                  <a:pt x="162030" y="105151"/>
                  <a:pt x="166742" y="103986"/>
                  <a:pt x="170869" y="101657"/>
                </a:cubicBezTo>
                <a:cubicBezTo>
                  <a:pt x="174995" y="99328"/>
                  <a:pt x="178027" y="96142"/>
                  <a:pt x="179962" y="92098"/>
                </a:cubicBezTo>
                <a:cubicBezTo>
                  <a:pt x="181440" y="88974"/>
                  <a:pt x="182179" y="84367"/>
                  <a:pt x="182179" y="78276"/>
                </a:cubicBezTo>
                <a:lnTo>
                  <a:pt x="182179" y="73208"/>
                </a:lnTo>
                <a:close/>
                <a:moveTo>
                  <a:pt x="217383" y="145194"/>
                </a:moveTo>
                <a:lnTo>
                  <a:pt x="217383" y="32860"/>
                </a:lnTo>
                <a:lnTo>
                  <a:pt x="229916" y="32860"/>
                </a:lnTo>
                <a:lnTo>
                  <a:pt x="229916" y="43329"/>
                </a:lnTo>
                <a:cubicBezTo>
                  <a:pt x="232871" y="39228"/>
                  <a:pt x="236208" y="36152"/>
                  <a:pt x="239927" y="34101"/>
                </a:cubicBezTo>
                <a:cubicBezTo>
                  <a:pt x="243646" y="32051"/>
                  <a:pt x="248154" y="31026"/>
                  <a:pt x="253453" y="31026"/>
                </a:cubicBezTo>
                <a:cubicBezTo>
                  <a:pt x="260381" y="31026"/>
                  <a:pt x="266495" y="32809"/>
                  <a:pt x="271793" y="36375"/>
                </a:cubicBezTo>
                <a:cubicBezTo>
                  <a:pt x="277091" y="39941"/>
                  <a:pt x="281090" y="44972"/>
                  <a:pt x="283790" y="51467"/>
                </a:cubicBezTo>
                <a:cubicBezTo>
                  <a:pt x="286491" y="57963"/>
                  <a:pt x="287841" y="65082"/>
                  <a:pt x="287841" y="72826"/>
                </a:cubicBezTo>
                <a:cubicBezTo>
                  <a:pt x="287841" y="81130"/>
                  <a:pt x="286350" y="88606"/>
                  <a:pt x="283370" y="95255"/>
                </a:cubicBezTo>
                <a:cubicBezTo>
                  <a:pt x="280390" y="101903"/>
                  <a:pt x="276060" y="106998"/>
                  <a:pt x="270379" y="110538"/>
                </a:cubicBezTo>
                <a:cubicBezTo>
                  <a:pt x="264699" y="114079"/>
                  <a:pt x="258725" y="115849"/>
                  <a:pt x="252459" y="115849"/>
                </a:cubicBezTo>
                <a:cubicBezTo>
                  <a:pt x="247874" y="115849"/>
                  <a:pt x="243760" y="114869"/>
                  <a:pt x="240118" y="112907"/>
                </a:cubicBezTo>
                <a:cubicBezTo>
                  <a:pt x="236475" y="110944"/>
                  <a:pt x="233482" y="108466"/>
                  <a:pt x="231139" y="105471"/>
                </a:cubicBezTo>
                <a:lnTo>
                  <a:pt x="231139" y="145194"/>
                </a:lnTo>
                <a:lnTo>
                  <a:pt x="217383" y="145194"/>
                </a:lnTo>
                <a:moveTo>
                  <a:pt x="229839" y="73781"/>
                </a:moveTo>
                <a:cubicBezTo>
                  <a:pt x="229839" y="84212"/>
                  <a:pt x="231954" y="91921"/>
                  <a:pt x="236182" y="96907"/>
                </a:cubicBezTo>
                <a:cubicBezTo>
                  <a:pt x="240411" y="101894"/>
                  <a:pt x="245531" y="104387"/>
                  <a:pt x="251542" y="104387"/>
                </a:cubicBezTo>
                <a:cubicBezTo>
                  <a:pt x="257656" y="104387"/>
                  <a:pt x="262890" y="101804"/>
                  <a:pt x="267246" y="96640"/>
                </a:cubicBezTo>
                <a:cubicBezTo>
                  <a:pt x="271602" y="91475"/>
                  <a:pt x="273780" y="83474"/>
                  <a:pt x="273780" y="72635"/>
                </a:cubicBezTo>
                <a:cubicBezTo>
                  <a:pt x="273780" y="62306"/>
                  <a:pt x="271653" y="54572"/>
                  <a:pt x="267399" y="49433"/>
                </a:cubicBezTo>
                <a:cubicBezTo>
                  <a:pt x="263145" y="44294"/>
                  <a:pt x="258063" y="41724"/>
                  <a:pt x="252153" y="41724"/>
                </a:cubicBezTo>
                <a:cubicBezTo>
                  <a:pt x="246295" y="41724"/>
                  <a:pt x="241111" y="44459"/>
                  <a:pt x="236602" y="49929"/>
                </a:cubicBezTo>
                <a:cubicBezTo>
                  <a:pt x="232094" y="55400"/>
                  <a:pt x="229839" y="63350"/>
                  <a:pt x="229839" y="73781"/>
                </a:cubicBezTo>
                <a:close/>
                <a:moveTo>
                  <a:pt x="298897" y="89714"/>
                </a:moveTo>
                <a:lnTo>
                  <a:pt x="312500" y="87575"/>
                </a:lnTo>
                <a:cubicBezTo>
                  <a:pt x="313264" y="93002"/>
                  <a:pt x="315391" y="97161"/>
                  <a:pt x="318881" y="100052"/>
                </a:cubicBezTo>
                <a:cubicBezTo>
                  <a:pt x="322370" y="102942"/>
                  <a:pt x="327248" y="104387"/>
                  <a:pt x="333515" y="104387"/>
                </a:cubicBezTo>
                <a:cubicBezTo>
                  <a:pt x="339832" y="104387"/>
                  <a:pt x="344519" y="103111"/>
                  <a:pt x="347576" y="100559"/>
                </a:cubicBezTo>
                <a:cubicBezTo>
                  <a:pt x="350632" y="98005"/>
                  <a:pt x="352161" y="95010"/>
                  <a:pt x="352161" y="91575"/>
                </a:cubicBezTo>
                <a:cubicBezTo>
                  <a:pt x="352161" y="88491"/>
                  <a:pt x="350811" y="86065"/>
                  <a:pt x="348110" y="84296"/>
                </a:cubicBezTo>
                <a:cubicBezTo>
                  <a:pt x="346225" y="83083"/>
                  <a:pt x="341538" y="81541"/>
                  <a:pt x="334050" y="79670"/>
                </a:cubicBezTo>
                <a:cubicBezTo>
                  <a:pt x="323962" y="77121"/>
                  <a:pt x="316970" y="74917"/>
                  <a:pt x="313073" y="73055"/>
                </a:cubicBezTo>
                <a:cubicBezTo>
                  <a:pt x="309176" y="71194"/>
                  <a:pt x="306221" y="68619"/>
                  <a:pt x="304208" y="65330"/>
                </a:cubicBezTo>
                <a:cubicBezTo>
                  <a:pt x="302196" y="62041"/>
                  <a:pt x="301190" y="58408"/>
                  <a:pt x="301190" y="54431"/>
                </a:cubicBezTo>
                <a:cubicBezTo>
                  <a:pt x="301190" y="50811"/>
                  <a:pt x="302018" y="47458"/>
                  <a:pt x="303673" y="44372"/>
                </a:cubicBezTo>
                <a:cubicBezTo>
                  <a:pt x="305329" y="41287"/>
                  <a:pt x="307584" y="38725"/>
                  <a:pt x="310436" y="36685"/>
                </a:cubicBezTo>
                <a:cubicBezTo>
                  <a:pt x="312576" y="35104"/>
                  <a:pt x="315493" y="33766"/>
                  <a:pt x="319186" y="32671"/>
                </a:cubicBezTo>
                <a:cubicBezTo>
                  <a:pt x="322880" y="31574"/>
                  <a:pt x="326841" y="31026"/>
                  <a:pt x="331069" y="31026"/>
                </a:cubicBezTo>
                <a:cubicBezTo>
                  <a:pt x="337437" y="31026"/>
                  <a:pt x="343029" y="31949"/>
                  <a:pt x="347843" y="33796"/>
                </a:cubicBezTo>
                <a:cubicBezTo>
                  <a:pt x="352657" y="35641"/>
                  <a:pt x="356211" y="38141"/>
                  <a:pt x="358503" y="41297"/>
                </a:cubicBezTo>
                <a:cubicBezTo>
                  <a:pt x="360796" y="44450"/>
                  <a:pt x="362375" y="48669"/>
                  <a:pt x="363241" y="53951"/>
                </a:cubicBezTo>
                <a:lnTo>
                  <a:pt x="349792" y="55785"/>
                </a:lnTo>
                <a:cubicBezTo>
                  <a:pt x="349180" y="51607"/>
                  <a:pt x="347410" y="48347"/>
                  <a:pt x="344481" y="46004"/>
                </a:cubicBezTo>
                <a:cubicBezTo>
                  <a:pt x="341551" y="43660"/>
                  <a:pt x="337412" y="42488"/>
                  <a:pt x="332063" y="42488"/>
                </a:cubicBezTo>
                <a:cubicBezTo>
                  <a:pt x="325745" y="42488"/>
                  <a:pt x="321237" y="43528"/>
                  <a:pt x="318537" y="45607"/>
                </a:cubicBezTo>
                <a:cubicBezTo>
                  <a:pt x="315837" y="47685"/>
                  <a:pt x="314487" y="50118"/>
                  <a:pt x="314487" y="52907"/>
                </a:cubicBezTo>
                <a:cubicBezTo>
                  <a:pt x="314487" y="54681"/>
                  <a:pt x="315047" y="56278"/>
                  <a:pt x="316168" y="57698"/>
                </a:cubicBezTo>
                <a:cubicBezTo>
                  <a:pt x="317289" y="59167"/>
                  <a:pt x="319046" y="60384"/>
                  <a:pt x="321441" y="61347"/>
                </a:cubicBezTo>
                <a:cubicBezTo>
                  <a:pt x="322816" y="61855"/>
                  <a:pt x="326866" y="63021"/>
                  <a:pt x="333591" y="64845"/>
                </a:cubicBezTo>
                <a:cubicBezTo>
                  <a:pt x="343322" y="67442"/>
                  <a:pt x="350110" y="69567"/>
                  <a:pt x="353956" y="71221"/>
                </a:cubicBezTo>
                <a:cubicBezTo>
                  <a:pt x="357803" y="72876"/>
                  <a:pt x="360821" y="75281"/>
                  <a:pt x="363012" y="78438"/>
                </a:cubicBezTo>
                <a:cubicBezTo>
                  <a:pt x="365203" y="81594"/>
                  <a:pt x="366298" y="85512"/>
                  <a:pt x="366298" y="90194"/>
                </a:cubicBezTo>
                <a:cubicBezTo>
                  <a:pt x="366298" y="94776"/>
                  <a:pt x="364961" y="99091"/>
                  <a:pt x="362286" y="103138"/>
                </a:cubicBezTo>
                <a:cubicBezTo>
                  <a:pt x="359611" y="107183"/>
                  <a:pt x="355752" y="110313"/>
                  <a:pt x="350709" y="112528"/>
                </a:cubicBezTo>
                <a:cubicBezTo>
                  <a:pt x="345665" y="114742"/>
                  <a:pt x="339959" y="115849"/>
                  <a:pt x="333591" y="115849"/>
                </a:cubicBezTo>
                <a:cubicBezTo>
                  <a:pt x="323045" y="115849"/>
                  <a:pt x="315009" y="113652"/>
                  <a:pt x="309481" y="109258"/>
                </a:cubicBezTo>
                <a:cubicBezTo>
                  <a:pt x="303954" y="104864"/>
                  <a:pt x="300426" y="98350"/>
                  <a:pt x="298897" y="89714"/>
                </a:cubicBezTo>
                <a:close/>
                <a:moveTo>
                  <a:pt x="507850" y="74584"/>
                </a:moveTo>
                <a:lnTo>
                  <a:pt x="522675" y="78328"/>
                </a:lnTo>
                <a:cubicBezTo>
                  <a:pt x="519567" y="90530"/>
                  <a:pt x="513976" y="99833"/>
                  <a:pt x="505901" y="106240"/>
                </a:cubicBezTo>
                <a:cubicBezTo>
                  <a:pt x="497826" y="112646"/>
                  <a:pt x="487956" y="115849"/>
                  <a:pt x="476289" y="115849"/>
                </a:cubicBezTo>
                <a:cubicBezTo>
                  <a:pt x="464215" y="115849"/>
                  <a:pt x="454395" y="113391"/>
                  <a:pt x="446830" y="108475"/>
                </a:cubicBezTo>
                <a:cubicBezTo>
                  <a:pt x="439265" y="103559"/>
                  <a:pt x="433508" y="96439"/>
                  <a:pt x="429560" y="87116"/>
                </a:cubicBezTo>
                <a:cubicBezTo>
                  <a:pt x="425611" y="77793"/>
                  <a:pt x="423637" y="67783"/>
                  <a:pt x="423637" y="57084"/>
                </a:cubicBezTo>
                <a:cubicBezTo>
                  <a:pt x="423637" y="45418"/>
                  <a:pt x="425866" y="35241"/>
                  <a:pt x="430324" y="26555"/>
                </a:cubicBezTo>
                <a:cubicBezTo>
                  <a:pt x="434782" y="17869"/>
                  <a:pt x="441124" y="11272"/>
                  <a:pt x="449352" y="6763"/>
                </a:cubicBezTo>
                <a:cubicBezTo>
                  <a:pt x="457580" y="2254"/>
                  <a:pt x="466635" y="0"/>
                  <a:pt x="476518" y="0"/>
                </a:cubicBezTo>
                <a:cubicBezTo>
                  <a:pt x="487726" y="0"/>
                  <a:pt x="497151" y="2853"/>
                  <a:pt x="504793" y="8559"/>
                </a:cubicBezTo>
                <a:cubicBezTo>
                  <a:pt x="512435" y="14265"/>
                  <a:pt x="517759" y="22289"/>
                  <a:pt x="520764" y="32630"/>
                </a:cubicBezTo>
                <a:lnTo>
                  <a:pt x="506169" y="36069"/>
                </a:lnTo>
                <a:cubicBezTo>
                  <a:pt x="503570" y="27891"/>
                  <a:pt x="499800" y="21937"/>
                  <a:pt x="494859" y="18207"/>
                </a:cubicBezTo>
                <a:cubicBezTo>
                  <a:pt x="489917" y="14475"/>
                  <a:pt x="483702" y="12609"/>
                  <a:pt x="476213" y="12609"/>
                </a:cubicBezTo>
                <a:cubicBezTo>
                  <a:pt x="467603" y="12609"/>
                  <a:pt x="460407" y="14676"/>
                  <a:pt x="454625" y="18811"/>
                </a:cubicBezTo>
                <a:cubicBezTo>
                  <a:pt x="448842" y="22944"/>
                  <a:pt x="444780" y="28493"/>
                  <a:pt x="442436" y="35460"/>
                </a:cubicBezTo>
                <a:cubicBezTo>
                  <a:pt x="440093" y="42425"/>
                  <a:pt x="438921" y="49607"/>
                  <a:pt x="438921" y="57005"/>
                </a:cubicBezTo>
                <a:cubicBezTo>
                  <a:pt x="438921" y="66548"/>
                  <a:pt x="440309" y="74879"/>
                  <a:pt x="443086" y="81999"/>
                </a:cubicBezTo>
                <a:cubicBezTo>
                  <a:pt x="445862" y="89118"/>
                  <a:pt x="450180" y="94439"/>
                  <a:pt x="456038" y="97960"/>
                </a:cubicBezTo>
                <a:cubicBezTo>
                  <a:pt x="461897" y="101480"/>
                  <a:pt x="468240" y="103240"/>
                  <a:pt x="475067" y="103240"/>
                </a:cubicBezTo>
                <a:cubicBezTo>
                  <a:pt x="483371" y="103240"/>
                  <a:pt x="490401" y="100833"/>
                  <a:pt x="496158" y="96019"/>
                </a:cubicBezTo>
                <a:cubicBezTo>
                  <a:pt x="501915" y="91205"/>
                  <a:pt x="505812" y="84060"/>
                  <a:pt x="507850" y="74584"/>
                </a:cubicBezTo>
                <a:close/>
                <a:moveTo>
                  <a:pt x="540912" y="114015"/>
                </a:moveTo>
                <a:lnTo>
                  <a:pt x="540912" y="1987"/>
                </a:lnTo>
                <a:lnTo>
                  <a:pt x="583171" y="1987"/>
                </a:lnTo>
                <a:cubicBezTo>
                  <a:pt x="590609" y="1987"/>
                  <a:pt x="596290" y="2343"/>
                  <a:pt x="600212" y="3054"/>
                </a:cubicBezTo>
                <a:cubicBezTo>
                  <a:pt x="605715" y="3971"/>
                  <a:pt x="610325" y="5715"/>
                  <a:pt x="614044" y="8284"/>
                </a:cubicBezTo>
                <a:cubicBezTo>
                  <a:pt x="617763" y="10854"/>
                  <a:pt x="620756" y="14454"/>
                  <a:pt x="623023" y="19085"/>
                </a:cubicBezTo>
                <a:cubicBezTo>
                  <a:pt x="625290" y="23715"/>
                  <a:pt x="626424" y="28803"/>
                  <a:pt x="626424" y="34350"/>
                </a:cubicBezTo>
                <a:cubicBezTo>
                  <a:pt x="626424" y="43867"/>
                  <a:pt x="623393" y="51920"/>
                  <a:pt x="617330" y="58510"/>
                </a:cubicBezTo>
                <a:cubicBezTo>
                  <a:pt x="611268" y="65099"/>
                  <a:pt x="600314" y="68394"/>
                  <a:pt x="584470" y="68394"/>
                </a:cubicBezTo>
                <a:lnTo>
                  <a:pt x="555737" y="68394"/>
                </a:lnTo>
                <a:lnTo>
                  <a:pt x="555737" y="114015"/>
                </a:lnTo>
                <a:lnTo>
                  <a:pt x="540912" y="114015"/>
                </a:lnTo>
                <a:moveTo>
                  <a:pt x="555737" y="55174"/>
                </a:moveTo>
                <a:lnTo>
                  <a:pt x="584700" y="55174"/>
                </a:lnTo>
                <a:cubicBezTo>
                  <a:pt x="594277" y="55174"/>
                  <a:pt x="601079" y="53395"/>
                  <a:pt x="605103" y="49836"/>
                </a:cubicBezTo>
                <a:cubicBezTo>
                  <a:pt x="609128" y="46277"/>
                  <a:pt x="611140" y="41267"/>
                  <a:pt x="611140" y="34808"/>
                </a:cubicBezTo>
                <a:cubicBezTo>
                  <a:pt x="611140" y="30131"/>
                  <a:pt x="609956" y="26127"/>
                  <a:pt x="607587" y="22796"/>
                </a:cubicBezTo>
                <a:cubicBezTo>
                  <a:pt x="605218" y="19466"/>
                  <a:pt x="602097" y="17266"/>
                  <a:pt x="598226" y="16198"/>
                </a:cubicBezTo>
                <a:cubicBezTo>
                  <a:pt x="595729" y="15537"/>
                  <a:pt x="591119" y="15207"/>
                  <a:pt x="584394" y="15207"/>
                </a:cubicBezTo>
                <a:lnTo>
                  <a:pt x="555737" y="15207"/>
                </a:lnTo>
                <a:lnTo>
                  <a:pt x="555737" y="55174"/>
                </a:lnTo>
                <a:close/>
                <a:moveTo>
                  <a:pt x="718814" y="1987"/>
                </a:moveTo>
                <a:lnTo>
                  <a:pt x="733639" y="1987"/>
                </a:lnTo>
                <a:lnTo>
                  <a:pt x="733639" y="66670"/>
                </a:lnTo>
                <a:cubicBezTo>
                  <a:pt x="733639" y="77921"/>
                  <a:pt x="732366" y="86855"/>
                  <a:pt x="729819" y="93473"/>
                </a:cubicBezTo>
                <a:cubicBezTo>
                  <a:pt x="727271" y="100091"/>
                  <a:pt x="722673" y="105476"/>
                  <a:pt x="716025" y="109626"/>
                </a:cubicBezTo>
                <a:cubicBezTo>
                  <a:pt x="709377" y="113775"/>
                  <a:pt x="700652" y="115849"/>
                  <a:pt x="689852" y="115849"/>
                </a:cubicBezTo>
                <a:cubicBezTo>
                  <a:pt x="679357" y="115849"/>
                  <a:pt x="670773" y="114042"/>
                  <a:pt x="664099" y="110428"/>
                </a:cubicBezTo>
                <a:cubicBezTo>
                  <a:pt x="657425" y="106813"/>
                  <a:pt x="652662" y="101582"/>
                  <a:pt x="649809" y="94734"/>
                </a:cubicBezTo>
                <a:cubicBezTo>
                  <a:pt x="646956" y="87887"/>
                  <a:pt x="645530" y="78532"/>
                  <a:pt x="645530" y="66670"/>
                </a:cubicBezTo>
                <a:lnTo>
                  <a:pt x="645530" y="1987"/>
                </a:lnTo>
                <a:lnTo>
                  <a:pt x="660355" y="1987"/>
                </a:lnTo>
                <a:lnTo>
                  <a:pt x="660355" y="66586"/>
                </a:lnTo>
                <a:cubicBezTo>
                  <a:pt x="660355" y="76310"/>
                  <a:pt x="661259" y="83476"/>
                  <a:pt x="663068" y="88083"/>
                </a:cubicBezTo>
                <a:cubicBezTo>
                  <a:pt x="664876" y="92689"/>
                  <a:pt x="667984" y="96239"/>
                  <a:pt x="672391" y="98734"/>
                </a:cubicBezTo>
                <a:cubicBezTo>
                  <a:pt x="676797" y="101229"/>
                  <a:pt x="682185" y="102476"/>
                  <a:pt x="688553" y="102476"/>
                </a:cubicBezTo>
                <a:cubicBezTo>
                  <a:pt x="699455" y="102476"/>
                  <a:pt x="707224" y="100008"/>
                  <a:pt x="711860" y="95071"/>
                </a:cubicBezTo>
                <a:cubicBezTo>
                  <a:pt x="716496" y="90132"/>
                  <a:pt x="718814" y="80637"/>
                  <a:pt x="718814" y="66586"/>
                </a:cubicBezTo>
                <a:lnTo>
                  <a:pt x="718814" y="1987"/>
                </a:lnTo>
                <a:close/>
                <a:moveTo>
                  <a:pt x="801804" y="114015"/>
                </a:moveTo>
                <a:lnTo>
                  <a:pt x="801804" y="1987"/>
                </a:lnTo>
                <a:lnTo>
                  <a:pt x="844063" y="1987"/>
                </a:lnTo>
                <a:cubicBezTo>
                  <a:pt x="851501" y="1987"/>
                  <a:pt x="857182" y="2343"/>
                  <a:pt x="861104" y="3054"/>
                </a:cubicBezTo>
                <a:cubicBezTo>
                  <a:pt x="866607" y="3971"/>
                  <a:pt x="871217" y="5715"/>
                  <a:pt x="874936" y="8284"/>
                </a:cubicBezTo>
                <a:cubicBezTo>
                  <a:pt x="878655" y="10854"/>
                  <a:pt x="881648" y="14454"/>
                  <a:pt x="883915" y="19085"/>
                </a:cubicBezTo>
                <a:cubicBezTo>
                  <a:pt x="886182" y="23715"/>
                  <a:pt x="887316" y="28803"/>
                  <a:pt x="887316" y="34350"/>
                </a:cubicBezTo>
                <a:cubicBezTo>
                  <a:pt x="887316" y="43867"/>
                  <a:pt x="884285" y="51920"/>
                  <a:pt x="878222" y="58510"/>
                </a:cubicBezTo>
                <a:cubicBezTo>
                  <a:pt x="872160" y="65099"/>
                  <a:pt x="861206" y="68394"/>
                  <a:pt x="845362" y="68394"/>
                </a:cubicBezTo>
                <a:lnTo>
                  <a:pt x="816629" y="68394"/>
                </a:lnTo>
                <a:lnTo>
                  <a:pt x="816629" y="114015"/>
                </a:lnTo>
                <a:lnTo>
                  <a:pt x="801804" y="114015"/>
                </a:lnTo>
                <a:moveTo>
                  <a:pt x="816629" y="55174"/>
                </a:moveTo>
                <a:lnTo>
                  <a:pt x="845592" y="55174"/>
                </a:lnTo>
                <a:cubicBezTo>
                  <a:pt x="855169" y="55174"/>
                  <a:pt x="861971" y="53395"/>
                  <a:pt x="865995" y="49836"/>
                </a:cubicBezTo>
                <a:cubicBezTo>
                  <a:pt x="870020" y="46277"/>
                  <a:pt x="872032" y="41267"/>
                  <a:pt x="872032" y="34808"/>
                </a:cubicBezTo>
                <a:cubicBezTo>
                  <a:pt x="872032" y="30131"/>
                  <a:pt x="870848" y="26127"/>
                  <a:pt x="868479" y="22796"/>
                </a:cubicBezTo>
                <a:cubicBezTo>
                  <a:pt x="866110" y="19466"/>
                  <a:pt x="862989" y="17266"/>
                  <a:pt x="859118" y="16198"/>
                </a:cubicBezTo>
                <a:cubicBezTo>
                  <a:pt x="856621" y="15537"/>
                  <a:pt x="852011" y="15207"/>
                  <a:pt x="845286" y="15207"/>
                </a:cubicBezTo>
                <a:lnTo>
                  <a:pt x="816629" y="15207"/>
                </a:lnTo>
                <a:lnTo>
                  <a:pt x="816629" y="55174"/>
                </a:lnTo>
                <a:close/>
                <a:moveTo>
                  <a:pt x="882320" y="114015"/>
                </a:moveTo>
                <a:lnTo>
                  <a:pt x="925343" y="1987"/>
                </a:lnTo>
                <a:lnTo>
                  <a:pt x="941315" y="1987"/>
                </a:lnTo>
                <a:lnTo>
                  <a:pt x="987165" y="114015"/>
                </a:lnTo>
                <a:lnTo>
                  <a:pt x="970277" y="114015"/>
                </a:lnTo>
                <a:lnTo>
                  <a:pt x="957209" y="80239"/>
                </a:lnTo>
                <a:lnTo>
                  <a:pt x="910365" y="80239"/>
                </a:lnTo>
                <a:lnTo>
                  <a:pt x="898062" y="114015"/>
                </a:lnTo>
                <a:lnTo>
                  <a:pt x="882320" y="114015"/>
                </a:lnTo>
                <a:moveTo>
                  <a:pt x="914645" y="68012"/>
                </a:moveTo>
                <a:lnTo>
                  <a:pt x="952624" y="68012"/>
                </a:lnTo>
                <a:lnTo>
                  <a:pt x="940932" y="36986"/>
                </a:lnTo>
                <a:cubicBezTo>
                  <a:pt x="937366" y="27561"/>
                  <a:pt x="934717" y="19818"/>
                  <a:pt x="932985" y="13755"/>
                </a:cubicBezTo>
                <a:cubicBezTo>
                  <a:pt x="931559" y="20938"/>
                  <a:pt x="929546" y="28071"/>
                  <a:pt x="926948" y="35152"/>
                </a:cubicBezTo>
                <a:lnTo>
                  <a:pt x="914645" y="680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B07D5-F5E3-4516-BA54-A1D24DE9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95" y="1868247"/>
            <a:ext cx="215264" cy="10"/>
          </a:xfrm>
          <a:custGeom xmlns:a="http://schemas.openxmlformats.org/drawingml/2006/main">
            <a:pathLst>
              <a:path w="215264" h="1" fill="none">
                <a:moveTo>
                  <a:pt x="0" y="0"/>
                </a:moveTo>
                <a:lnTo>
                  <a:pt x="2152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E73E4-8E94-49E0-B7BF-CAB353E8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74" y="1832678"/>
            <a:ext cx="71138" cy="71138"/>
          </a:xfrm>
          <a:custGeom xmlns:a="http://schemas.openxmlformats.org/drawingml/2006/main">
            <a:pathLst>
              <a:path w="71138" h="71138">
                <a:moveTo>
                  <a:pt x="71138" y="35569"/>
                </a:moveTo>
                <a:lnTo>
                  <a:pt x="0" y="71138"/>
                </a:lnTo>
                <a:lnTo>
                  <a:pt x="17785" y="35569"/>
                </a:lnTo>
                <a:lnTo>
                  <a:pt x="0" y="0"/>
                </a:lnTo>
                <a:lnTo>
                  <a:pt x="71138" y="355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5C8EA-B92C-4126-BE14-4149547F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74" y="1832678"/>
            <a:ext cx="71138" cy="71138"/>
          </a:xfrm>
          <a:custGeom xmlns:a="http://schemas.openxmlformats.org/drawingml/2006/main">
            <a:pathLst>
              <a:path w="71138" h="71138" fill="none">
                <a:moveTo>
                  <a:pt x="71138" y="35569"/>
                </a:moveTo>
                <a:lnTo>
                  <a:pt x="0" y="71138"/>
                </a:lnTo>
                <a:lnTo>
                  <a:pt x="17785" y="35569"/>
                </a:lnTo>
                <a:lnTo>
                  <a:pt x="0" y="0"/>
                </a:lnTo>
                <a:lnTo>
                  <a:pt x="71138" y="3556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4228" cap="flat">
            <a:solidFill>
              <a:srgbClr val="000000"/>
            </a:solidFill>
            <a:miter/>
          </a:ln>
        </p:spPr>
      </p:sp>
      <p:sp>
        <p:nvSpPr>
          <p:cNvPr id="127" name="Text mapsGPUPA">
            <a:extLst xmlns:a="http://schemas.openxmlformats.org/drawingml/2006/main">
              <a:ext uri="{FF2B5EF4-FFF2-40B4-BE49-F238E27FC236}">
                <a16:creationId xmlns:a16="http://schemas.microsoft.com/office/drawing/2014/main" id="{62042FEC-65B9-40EC-83EE-3B913F8E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71" y="1815695"/>
            <a:ext cx="995877" cy="145194"/>
          </a:xfrm>
          <a:custGeom xmlns:a="http://schemas.openxmlformats.org/drawingml/2006/main">
            <a:pathLst>
              <a:path w="995877" h="145194">
                <a:moveTo>
                  <a:pt x="0" y="114015"/>
                </a:moveTo>
                <a:lnTo>
                  <a:pt x="0" y="32860"/>
                </a:lnTo>
                <a:lnTo>
                  <a:pt x="12303" y="32860"/>
                </a:lnTo>
                <a:lnTo>
                  <a:pt x="12303" y="44169"/>
                </a:lnTo>
                <a:cubicBezTo>
                  <a:pt x="14851" y="40218"/>
                  <a:pt x="18238" y="37040"/>
                  <a:pt x="22467" y="34634"/>
                </a:cubicBezTo>
                <a:cubicBezTo>
                  <a:pt x="26695" y="32228"/>
                  <a:pt x="31510" y="31026"/>
                  <a:pt x="36910" y="31026"/>
                </a:cubicBezTo>
                <a:cubicBezTo>
                  <a:pt x="42921" y="31026"/>
                  <a:pt x="47850" y="32267"/>
                  <a:pt x="51697" y="34751"/>
                </a:cubicBezTo>
                <a:cubicBezTo>
                  <a:pt x="55543" y="37233"/>
                  <a:pt x="58256" y="40704"/>
                  <a:pt x="59835" y="45163"/>
                </a:cubicBezTo>
                <a:cubicBezTo>
                  <a:pt x="66254" y="35738"/>
                  <a:pt x="74609" y="31026"/>
                  <a:pt x="84900" y="31026"/>
                </a:cubicBezTo>
                <a:cubicBezTo>
                  <a:pt x="92950" y="31026"/>
                  <a:pt x="99139" y="33254"/>
                  <a:pt x="103470" y="37712"/>
                </a:cubicBezTo>
                <a:cubicBezTo>
                  <a:pt x="107800" y="42170"/>
                  <a:pt x="109965" y="49035"/>
                  <a:pt x="109965" y="58307"/>
                </a:cubicBezTo>
                <a:lnTo>
                  <a:pt x="109965" y="114015"/>
                </a:lnTo>
                <a:lnTo>
                  <a:pt x="96286" y="114015"/>
                </a:lnTo>
                <a:lnTo>
                  <a:pt x="96286" y="62837"/>
                </a:lnTo>
                <a:cubicBezTo>
                  <a:pt x="96286" y="57328"/>
                  <a:pt x="95841" y="53363"/>
                  <a:pt x="94949" y="50942"/>
                </a:cubicBezTo>
                <a:cubicBezTo>
                  <a:pt x="94058" y="48519"/>
                  <a:pt x="92440" y="46568"/>
                  <a:pt x="90097" y="45089"/>
                </a:cubicBezTo>
                <a:cubicBezTo>
                  <a:pt x="87753" y="43610"/>
                  <a:pt x="85002" y="42870"/>
                  <a:pt x="81843" y="42870"/>
                </a:cubicBezTo>
                <a:cubicBezTo>
                  <a:pt x="76138" y="42870"/>
                  <a:pt x="71400" y="44770"/>
                  <a:pt x="67630" y="48571"/>
                </a:cubicBezTo>
                <a:cubicBezTo>
                  <a:pt x="63860" y="52369"/>
                  <a:pt x="61975" y="58451"/>
                  <a:pt x="61975" y="66815"/>
                </a:cubicBezTo>
                <a:lnTo>
                  <a:pt x="61975" y="114015"/>
                </a:lnTo>
                <a:lnTo>
                  <a:pt x="48220" y="114015"/>
                </a:lnTo>
                <a:lnTo>
                  <a:pt x="48220" y="61230"/>
                </a:lnTo>
                <a:cubicBezTo>
                  <a:pt x="48220" y="55110"/>
                  <a:pt x="47099" y="50520"/>
                  <a:pt x="44857" y="47460"/>
                </a:cubicBezTo>
                <a:cubicBezTo>
                  <a:pt x="42616" y="44400"/>
                  <a:pt x="38948" y="42870"/>
                  <a:pt x="33853" y="42870"/>
                </a:cubicBezTo>
                <a:cubicBezTo>
                  <a:pt x="29981" y="42870"/>
                  <a:pt x="26402" y="43891"/>
                  <a:pt x="23116" y="45932"/>
                </a:cubicBezTo>
                <a:cubicBezTo>
                  <a:pt x="19830" y="47971"/>
                  <a:pt x="17449" y="50955"/>
                  <a:pt x="15971" y="54882"/>
                </a:cubicBezTo>
                <a:cubicBezTo>
                  <a:pt x="14494" y="58808"/>
                  <a:pt x="13755" y="64469"/>
                  <a:pt x="13755" y="71864"/>
                </a:cubicBezTo>
                <a:lnTo>
                  <a:pt x="13755" y="114015"/>
                </a:lnTo>
                <a:lnTo>
                  <a:pt x="0" y="114015"/>
                </a:lnTo>
                <a:close/>
                <a:moveTo>
                  <a:pt x="183325" y="103995"/>
                </a:moveTo>
                <a:cubicBezTo>
                  <a:pt x="178231" y="108329"/>
                  <a:pt x="173327" y="111388"/>
                  <a:pt x="168615" y="113172"/>
                </a:cubicBezTo>
                <a:cubicBezTo>
                  <a:pt x="163902" y="114957"/>
                  <a:pt x="158846" y="115849"/>
                  <a:pt x="153446" y="115849"/>
                </a:cubicBezTo>
                <a:cubicBezTo>
                  <a:pt x="144530" y="115849"/>
                  <a:pt x="137678" y="113670"/>
                  <a:pt x="132889" y="109311"/>
                </a:cubicBezTo>
                <a:cubicBezTo>
                  <a:pt x="128100" y="104952"/>
                  <a:pt x="125706" y="99382"/>
                  <a:pt x="125706" y="92602"/>
                </a:cubicBezTo>
                <a:cubicBezTo>
                  <a:pt x="125706" y="88626"/>
                  <a:pt x="126610" y="84995"/>
                  <a:pt x="128419" y="81707"/>
                </a:cubicBezTo>
                <a:cubicBezTo>
                  <a:pt x="130227" y="78418"/>
                  <a:pt x="132596" y="75779"/>
                  <a:pt x="135526" y="73791"/>
                </a:cubicBezTo>
                <a:cubicBezTo>
                  <a:pt x="138455" y="71802"/>
                  <a:pt x="141754" y="70299"/>
                  <a:pt x="145422" y="69280"/>
                </a:cubicBezTo>
                <a:cubicBezTo>
                  <a:pt x="148122" y="68565"/>
                  <a:pt x="152198" y="67877"/>
                  <a:pt x="157649" y="67214"/>
                </a:cubicBezTo>
                <a:cubicBezTo>
                  <a:pt x="168755" y="65899"/>
                  <a:pt x="176931" y="64331"/>
                  <a:pt x="182179" y="62510"/>
                </a:cubicBezTo>
                <a:cubicBezTo>
                  <a:pt x="182230" y="60633"/>
                  <a:pt x="182255" y="59440"/>
                  <a:pt x="182255" y="58932"/>
                </a:cubicBezTo>
                <a:cubicBezTo>
                  <a:pt x="182255" y="53349"/>
                  <a:pt x="180956" y="49416"/>
                  <a:pt x="178358" y="47133"/>
                </a:cubicBezTo>
                <a:cubicBezTo>
                  <a:pt x="174843" y="44037"/>
                  <a:pt x="169621" y="42488"/>
                  <a:pt x="162692" y="42488"/>
                </a:cubicBezTo>
                <a:cubicBezTo>
                  <a:pt x="156222" y="42488"/>
                  <a:pt x="151446" y="43622"/>
                  <a:pt x="148364" y="45889"/>
                </a:cubicBezTo>
                <a:cubicBezTo>
                  <a:pt x="145282" y="48156"/>
                  <a:pt x="143002" y="52168"/>
                  <a:pt x="141525" y="57925"/>
                </a:cubicBezTo>
                <a:lnTo>
                  <a:pt x="128075" y="56091"/>
                </a:lnTo>
                <a:cubicBezTo>
                  <a:pt x="129298" y="50316"/>
                  <a:pt x="131310" y="45653"/>
                  <a:pt x="134112" y="42101"/>
                </a:cubicBezTo>
                <a:cubicBezTo>
                  <a:pt x="136914" y="38550"/>
                  <a:pt x="140964" y="35816"/>
                  <a:pt x="146262" y="33901"/>
                </a:cubicBezTo>
                <a:cubicBezTo>
                  <a:pt x="151561" y="31984"/>
                  <a:pt x="157700" y="31026"/>
                  <a:pt x="164679" y="31026"/>
                </a:cubicBezTo>
                <a:cubicBezTo>
                  <a:pt x="171608" y="31026"/>
                  <a:pt x="177237" y="31841"/>
                  <a:pt x="181567" y="33471"/>
                </a:cubicBezTo>
                <a:cubicBezTo>
                  <a:pt x="185898" y="35101"/>
                  <a:pt x="189082" y="37152"/>
                  <a:pt x="191120" y="39623"/>
                </a:cubicBezTo>
                <a:cubicBezTo>
                  <a:pt x="193158" y="42093"/>
                  <a:pt x="194584" y="45214"/>
                  <a:pt x="195399" y="48984"/>
                </a:cubicBezTo>
                <a:cubicBezTo>
                  <a:pt x="195858" y="51327"/>
                  <a:pt x="196087" y="55556"/>
                  <a:pt x="196087" y="61669"/>
                </a:cubicBezTo>
                <a:lnTo>
                  <a:pt x="196087" y="80009"/>
                </a:lnTo>
                <a:cubicBezTo>
                  <a:pt x="196087" y="92797"/>
                  <a:pt x="196380" y="100884"/>
                  <a:pt x="196966" y="104272"/>
                </a:cubicBezTo>
                <a:cubicBezTo>
                  <a:pt x="197552" y="107660"/>
                  <a:pt x="198711" y="110908"/>
                  <a:pt x="200443" y="114015"/>
                </a:cubicBezTo>
                <a:lnTo>
                  <a:pt x="186076" y="114015"/>
                </a:lnTo>
                <a:cubicBezTo>
                  <a:pt x="184650" y="111159"/>
                  <a:pt x="183733" y="107819"/>
                  <a:pt x="183325" y="103995"/>
                </a:cubicBezTo>
                <a:moveTo>
                  <a:pt x="182179" y="73208"/>
                </a:moveTo>
                <a:cubicBezTo>
                  <a:pt x="177186" y="75264"/>
                  <a:pt x="169697" y="77010"/>
                  <a:pt x="159712" y="78448"/>
                </a:cubicBezTo>
                <a:cubicBezTo>
                  <a:pt x="154057" y="79266"/>
                  <a:pt x="150058" y="80187"/>
                  <a:pt x="147714" y="81211"/>
                </a:cubicBezTo>
                <a:cubicBezTo>
                  <a:pt x="145371" y="82233"/>
                  <a:pt x="143562" y="83729"/>
                  <a:pt x="142289" y="85700"/>
                </a:cubicBezTo>
                <a:cubicBezTo>
                  <a:pt x="141015" y="87670"/>
                  <a:pt x="140378" y="89856"/>
                  <a:pt x="140378" y="92260"/>
                </a:cubicBezTo>
                <a:cubicBezTo>
                  <a:pt x="140378" y="95943"/>
                  <a:pt x="141767" y="99012"/>
                  <a:pt x="144543" y="101469"/>
                </a:cubicBezTo>
                <a:cubicBezTo>
                  <a:pt x="147320" y="103923"/>
                  <a:pt x="151382" y="105151"/>
                  <a:pt x="156732" y="105151"/>
                </a:cubicBezTo>
                <a:cubicBezTo>
                  <a:pt x="162030" y="105151"/>
                  <a:pt x="166742" y="103986"/>
                  <a:pt x="170869" y="101657"/>
                </a:cubicBezTo>
                <a:cubicBezTo>
                  <a:pt x="174996" y="99328"/>
                  <a:pt x="178027" y="96142"/>
                  <a:pt x="179963" y="92098"/>
                </a:cubicBezTo>
                <a:cubicBezTo>
                  <a:pt x="181440" y="88974"/>
                  <a:pt x="182179" y="84367"/>
                  <a:pt x="182179" y="78276"/>
                </a:cubicBezTo>
                <a:lnTo>
                  <a:pt x="182179" y="73208"/>
                </a:lnTo>
                <a:close/>
                <a:moveTo>
                  <a:pt x="217384" y="145194"/>
                </a:moveTo>
                <a:lnTo>
                  <a:pt x="217384" y="32860"/>
                </a:lnTo>
                <a:lnTo>
                  <a:pt x="229916" y="32860"/>
                </a:lnTo>
                <a:lnTo>
                  <a:pt x="229916" y="43329"/>
                </a:lnTo>
                <a:cubicBezTo>
                  <a:pt x="232871" y="39228"/>
                  <a:pt x="236208" y="36152"/>
                  <a:pt x="239927" y="34101"/>
                </a:cubicBezTo>
                <a:cubicBezTo>
                  <a:pt x="243646" y="32051"/>
                  <a:pt x="248155" y="31026"/>
                  <a:pt x="253453" y="31026"/>
                </a:cubicBezTo>
                <a:cubicBezTo>
                  <a:pt x="260381" y="31026"/>
                  <a:pt x="266495" y="32809"/>
                  <a:pt x="271793" y="36375"/>
                </a:cubicBezTo>
                <a:cubicBezTo>
                  <a:pt x="277091" y="39941"/>
                  <a:pt x="281091" y="44972"/>
                  <a:pt x="283791" y="51467"/>
                </a:cubicBezTo>
                <a:cubicBezTo>
                  <a:pt x="286491" y="57963"/>
                  <a:pt x="287841" y="65082"/>
                  <a:pt x="287841" y="72826"/>
                </a:cubicBezTo>
                <a:cubicBezTo>
                  <a:pt x="287841" y="81130"/>
                  <a:pt x="286351" y="88606"/>
                  <a:pt x="283370" y="95255"/>
                </a:cubicBezTo>
                <a:cubicBezTo>
                  <a:pt x="280390" y="101903"/>
                  <a:pt x="276060" y="106998"/>
                  <a:pt x="270379" y="110538"/>
                </a:cubicBezTo>
                <a:cubicBezTo>
                  <a:pt x="264699" y="114079"/>
                  <a:pt x="258726" y="115849"/>
                  <a:pt x="252459" y="115849"/>
                </a:cubicBezTo>
                <a:cubicBezTo>
                  <a:pt x="247874" y="115849"/>
                  <a:pt x="243761" y="114869"/>
                  <a:pt x="240118" y="112907"/>
                </a:cubicBezTo>
                <a:cubicBezTo>
                  <a:pt x="236475" y="110944"/>
                  <a:pt x="233482" y="108466"/>
                  <a:pt x="231139" y="105471"/>
                </a:cubicBezTo>
                <a:lnTo>
                  <a:pt x="231139" y="145194"/>
                </a:lnTo>
                <a:lnTo>
                  <a:pt x="217384" y="145194"/>
                </a:lnTo>
                <a:moveTo>
                  <a:pt x="229840" y="73781"/>
                </a:moveTo>
                <a:cubicBezTo>
                  <a:pt x="229840" y="84212"/>
                  <a:pt x="231954" y="91921"/>
                  <a:pt x="236182" y="96907"/>
                </a:cubicBezTo>
                <a:cubicBezTo>
                  <a:pt x="240411" y="101894"/>
                  <a:pt x="245531" y="104387"/>
                  <a:pt x="251542" y="104387"/>
                </a:cubicBezTo>
                <a:cubicBezTo>
                  <a:pt x="257656" y="104387"/>
                  <a:pt x="262890" y="101804"/>
                  <a:pt x="267246" y="96640"/>
                </a:cubicBezTo>
                <a:cubicBezTo>
                  <a:pt x="271602" y="91475"/>
                  <a:pt x="273780" y="83474"/>
                  <a:pt x="273780" y="72635"/>
                </a:cubicBezTo>
                <a:cubicBezTo>
                  <a:pt x="273780" y="62306"/>
                  <a:pt x="271653" y="54572"/>
                  <a:pt x="267399" y="49433"/>
                </a:cubicBezTo>
                <a:cubicBezTo>
                  <a:pt x="263145" y="44294"/>
                  <a:pt x="258063" y="41724"/>
                  <a:pt x="252154" y="41724"/>
                </a:cubicBezTo>
                <a:cubicBezTo>
                  <a:pt x="246295" y="41724"/>
                  <a:pt x="241111" y="44459"/>
                  <a:pt x="236603" y="49929"/>
                </a:cubicBezTo>
                <a:cubicBezTo>
                  <a:pt x="232094" y="55400"/>
                  <a:pt x="229840" y="63350"/>
                  <a:pt x="229840" y="73781"/>
                </a:cubicBezTo>
                <a:close/>
                <a:moveTo>
                  <a:pt x="298897" y="89714"/>
                </a:moveTo>
                <a:lnTo>
                  <a:pt x="312500" y="87575"/>
                </a:lnTo>
                <a:cubicBezTo>
                  <a:pt x="313264" y="93002"/>
                  <a:pt x="315391" y="97161"/>
                  <a:pt x="318881" y="100052"/>
                </a:cubicBezTo>
                <a:cubicBezTo>
                  <a:pt x="322370" y="102942"/>
                  <a:pt x="327248" y="104387"/>
                  <a:pt x="333515" y="104387"/>
                </a:cubicBezTo>
                <a:cubicBezTo>
                  <a:pt x="339832" y="104387"/>
                  <a:pt x="344519" y="103111"/>
                  <a:pt x="347576" y="100559"/>
                </a:cubicBezTo>
                <a:cubicBezTo>
                  <a:pt x="350632" y="98005"/>
                  <a:pt x="352161" y="95010"/>
                  <a:pt x="352161" y="91575"/>
                </a:cubicBezTo>
                <a:cubicBezTo>
                  <a:pt x="352161" y="88491"/>
                  <a:pt x="350811" y="86065"/>
                  <a:pt x="348110" y="84296"/>
                </a:cubicBezTo>
                <a:cubicBezTo>
                  <a:pt x="346225" y="83083"/>
                  <a:pt x="341538" y="81541"/>
                  <a:pt x="334050" y="79670"/>
                </a:cubicBezTo>
                <a:cubicBezTo>
                  <a:pt x="323962" y="77121"/>
                  <a:pt x="316970" y="74917"/>
                  <a:pt x="313073" y="73055"/>
                </a:cubicBezTo>
                <a:cubicBezTo>
                  <a:pt x="309176" y="71194"/>
                  <a:pt x="306221" y="68619"/>
                  <a:pt x="304208" y="65330"/>
                </a:cubicBezTo>
                <a:cubicBezTo>
                  <a:pt x="302196" y="62041"/>
                  <a:pt x="301190" y="58408"/>
                  <a:pt x="301190" y="54431"/>
                </a:cubicBezTo>
                <a:cubicBezTo>
                  <a:pt x="301190" y="50811"/>
                  <a:pt x="302018" y="47458"/>
                  <a:pt x="303673" y="44372"/>
                </a:cubicBezTo>
                <a:cubicBezTo>
                  <a:pt x="305329" y="41287"/>
                  <a:pt x="307584" y="38725"/>
                  <a:pt x="310436" y="36685"/>
                </a:cubicBezTo>
                <a:cubicBezTo>
                  <a:pt x="312576" y="35104"/>
                  <a:pt x="315493" y="33766"/>
                  <a:pt x="319186" y="32671"/>
                </a:cubicBezTo>
                <a:cubicBezTo>
                  <a:pt x="322880" y="31574"/>
                  <a:pt x="326841" y="31026"/>
                  <a:pt x="331069" y="31026"/>
                </a:cubicBezTo>
                <a:cubicBezTo>
                  <a:pt x="337437" y="31026"/>
                  <a:pt x="343029" y="31949"/>
                  <a:pt x="347843" y="33796"/>
                </a:cubicBezTo>
                <a:cubicBezTo>
                  <a:pt x="352657" y="35641"/>
                  <a:pt x="356211" y="38141"/>
                  <a:pt x="358503" y="41297"/>
                </a:cubicBezTo>
                <a:cubicBezTo>
                  <a:pt x="360796" y="44450"/>
                  <a:pt x="362375" y="48669"/>
                  <a:pt x="363241" y="53951"/>
                </a:cubicBezTo>
                <a:lnTo>
                  <a:pt x="349792" y="55785"/>
                </a:lnTo>
                <a:cubicBezTo>
                  <a:pt x="349180" y="51607"/>
                  <a:pt x="347410" y="48347"/>
                  <a:pt x="344481" y="46004"/>
                </a:cubicBezTo>
                <a:cubicBezTo>
                  <a:pt x="341551" y="43660"/>
                  <a:pt x="337412" y="42488"/>
                  <a:pt x="332063" y="42488"/>
                </a:cubicBezTo>
                <a:cubicBezTo>
                  <a:pt x="325745" y="42488"/>
                  <a:pt x="321237" y="43528"/>
                  <a:pt x="318537" y="45607"/>
                </a:cubicBezTo>
                <a:cubicBezTo>
                  <a:pt x="315837" y="47685"/>
                  <a:pt x="314487" y="50118"/>
                  <a:pt x="314487" y="52907"/>
                </a:cubicBezTo>
                <a:cubicBezTo>
                  <a:pt x="314487" y="54681"/>
                  <a:pt x="315047" y="56278"/>
                  <a:pt x="316168" y="57698"/>
                </a:cubicBezTo>
                <a:cubicBezTo>
                  <a:pt x="317289" y="59167"/>
                  <a:pt x="319046" y="60384"/>
                  <a:pt x="321441" y="61347"/>
                </a:cubicBezTo>
                <a:cubicBezTo>
                  <a:pt x="322816" y="61855"/>
                  <a:pt x="326866" y="63021"/>
                  <a:pt x="333591" y="64845"/>
                </a:cubicBezTo>
                <a:cubicBezTo>
                  <a:pt x="343322" y="67442"/>
                  <a:pt x="350110" y="69567"/>
                  <a:pt x="353956" y="71221"/>
                </a:cubicBezTo>
                <a:cubicBezTo>
                  <a:pt x="357803" y="72876"/>
                  <a:pt x="360821" y="75281"/>
                  <a:pt x="363012" y="78438"/>
                </a:cubicBezTo>
                <a:cubicBezTo>
                  <a:pt x="365203" y="81594"/>
                  <a:pt x="366298" y="85512"/>
                  <a:pt x="366298" y="90194"/>
                </a:cubicBezTo>
                <a:cubicBezTo>
                  <a:pt x="366298" y="94776"/>
                  <a:pt x="364961" y="99091"/>
                  <a:pt x="362286" y="103138"/>
                </a:cubicBezTo>
                <a:cubicBezTo>
                  <a:pt x="359611" y="107183"/>
                  <a:pt x="355752" y="110313"/>
                  <a:pt x="350709" y="112528"/>
                </a:cubicBezTo>
                <a:cubicBezTo>
                  <a:pt x="345665" y="114742"/>
                  <a:pt x="339959" y="115849"/>
                  <a:pt x="333591" y="115849"/>
                </a:cubicBezTo>
                <a:cubicBezTo>
                  <a:pt x="323045" y="115849"/>
                  <a:pt x="315009" y="113652"/>
                  <a:pt x="309481" y="109258"/>
                </a:cubicBezTo>
                <a:cubicBezTo>
                  <a:pt x="303954" y="104864"/>
                  <a:pt x="300426" y="98350"/>
                  <a:pt x="298897" y="89714"/>
                </a:cubicBezTo>
                <a:close/>
                <a:moveTo>
                  <a:pt x="480340" y="69846"/>
                </a:moveTo>
                <a:lnTo>
                  <a:pt x="480340" y="56855"/>
                </a:lnTo>
                <a:lnTo>
                  <a:pt x="527795" y="56778"/>
                </a:lnTo>
                <a:lnTo>
                  <a:pt x="527795" y="98273"/>
                </a:lnTo>
                <a:cubicBezTo>
                  <a:pt x="520510" y="104107"/>
                  <a:pt x="512995" y="108494"/>
                  <a:pt x="505252" y="111436"/>
                </a:cubicBezTo>
                <a:cubicBezTo>
                  <a:pt x="497508" y="114378"/>
                  <a:pt x="489561" y="115849"/>
                  <a:pt x="481409" y="115849"/>
                </a:cubicBezTo>
                <a:cubicBezTo>
                  <a:pt x="470405" y="115849"/>
                  <a:pt x="460407" y="113493"/>
                  <a:pt x="451415" y="108781"/>
                </a:cubicBezTo>
                <a:cubicBezTo>
                  <a:pt x="442424" y="104068"/>
                  <a:pt x="435635" y="97254"/>
                  <a:pt x="431050" y="88339"/>
                </a:cubicBezTo>
                <a:cubicBezTo>
                  <a:pt x="426465" y="79424"/>
                  <a:pt x="424172" y="69464"/>
                  <a:pt x="424172" y="58460"/>
                </a:cubicBezTo>
                <a:cubicBezTo>
                  <a:pt x="424172" y="47557"/>
                  <a:pt x="426452" y="37381"/>
                  <a:pt x="431012" y="27931"/>
                </a:cubicBezTo>
                <a:cubicBezTo>
                  <a:pt x="435571" y="18480"/>
                  <a:pt x="442131" y="11463"/>
                  <a:pt x="450689" y="6878"/>
                </a:cubicBezTo>
                <a:cubicBezTo>
                  <a:pt x="459248" y="2293"/>
                  <a:pt x="469106" y="0"/>
                  <a:pt x="480263" y="0"/>
                </a:cubicBezTo>
                <a:cubicBezTo>
                  <a:pt x="488363" y="0"/>
                  <a:pt x="495687" y="1309"/>
                  <a:pt x="502233" y="3926"/>
                </a:cubicBezTo>
                <a:cubicBezTo>
                  <a:pt x="508780" y="6543"/>
                  <a:pt x="513912" y="10191"/>
                  <a:pt x="517631" y="14868"/>
                </a:cubicBezTo>
                <a:cubicBezTo>
                  <a:pt x="521350" y="19544"/>
                  <a:pt x="524178" y="25643"/>
                  <a:pt x="526114" y="33165"/>
                </a:cubicBezTo>
                <a:lnTo>
                  <a:pt x="512741" y="36833"/>
                </a:lnTo>
                <a:cubicBezTo>
                  <a:pt x="511060" y="31128"/>
                  <a:pt x="508971" y="26644"/>
                  <a:pt x="506474" y="23384"/>
                </a:cubicBezTo>
                <a:cubicBezTo>
                  <a:pt x="503978" y="20123"/>
                  <a:pt x="500412" y="17512"/>
                  <a:pt x="495776" y="15551"/>
                </a:cubicBezTo>
                <a:cubicBezTo>
                  <a:pt x="491140" y="13590"/>
                  <a:pt x="485994" y="12609"/>
                  <a:pt x="480340" y="12609"/>
                </a:cubicBezTo>
                <a:cubicBezTo>
                  <a:pt x="473564" y="12609"/>
                  <a:pt x="467705" y="13641"/>
                  <a:pt x="462763" y="15706"/>
                </a:cubicBezTo>
                <a:cubicBezTo>
                  <a:pt x="457822" y="17771"/>
                  <a:pt x="453835" y="20486"/>
                  <a:pt x="450804" y="23852"/>
                </a:cubicBezTo>
                <a:cubicBezTo>
                  <a:pt x="447773" y="27217"/>
                  <a:pt x="445417" y="30914"/>
                  <a:pt x="443735" y="34942"/>
                </a:cubicBezTo>
                <a:cubicBezTo>
                  <a:pt x="440883" y="41877"/>
                  <a:pt x="439456" y="49398"/>
                  <a:pt x="439456" y="57504"/>
                </a:cubicBezTo>
                <a:cubicBezTo>
                  <a:pt x="439456" y="67498"/>
                  <a:pt x="441175" y="75860"/>
                  <a:pt x="444614" y="82591"/>
                </a:cubicBezTo>
                <a:cubicBezTo>
                  <a:pt x="448053" y="89322"/>
                  <a:pt x="453058" y="94319"/>
                  <a:pt x="459630" y="97583"/>
                </a:cubicBezTo>
                <a:cubicBezTo>
                  <a:pt x="466202" y="100845"/>
                  <a:pt x="473182" y="102476"/>
                  <a:pt x="480569" y="102476"/>
                </a:cubicBezTo>
                <a:cubicBezTo>
                  <a:pt x="486988" y="102476"/>
                  <a:pt x="493254" y="101233"/>
                  <a:pt x="499368" y="98746"/>
                </a:cubicBezTo>
                <a:cubicBezTo>
                  <a:pt x="505481" y="96259"/>
                  <a:pt x="510117" y="93605"/>
                  <a:pt x="513276" y="90784"/>
                </a:cubicBezTo>
                <a:lnTo>
                  <a:pt x="513276" y="69846"/>
                </a:lnTo>
                <a:lnTo>
                  <a:pt x="480340" y="69846"/>
                </a:lnTo>
                <a:close/>
                <a:moveTo>
                  <a:pt x="549677" y="114015"/>
                </a:moveTo>
                <a:lnTo>
                  <a:pt x="549677" y="1987"/>
                </a:lnTo>
                <a:lnTo>
                  <a:pt x="591936" y="1987"/>
                </a:lnTo>
                <a:cubicBezTo>
                  <a:pt x="599374" y="1987"/>
                  <a:pt x="605054" y="2343"/>
                  <a:pt x="608977" y="3054"/>
                </a:cubicBezTo>
                <a:cubicBezTo>
                  <a:pt x="614479" y="3971"/>
                  <a:pt x="619090" y="5715"/>
                  <a:pt x="622809" y="8284"/>
                </a:cubicBezTo>
                <a:cubicBezTo>
                  <a:pt x="626528" y="10854"/>
                  <a:pt x="629521" y="14454"/>
                  <a:pt x="631788" y="19085"/>
                </a:cubicBezTo>
                <a:cubicBezTo>
                  <a:pt x="634055" y="23715"/>
                  <a:pt x="635188" y="28803"/>
                  <a:pt x="635188" y="34350"/>
                </a:cubicBezTo>
                <a:cubicBezTo>
                  <a:pt x="635188" y="43867"/>
                  <a:pt x="632157" y="51920"/>
                  <a:pt x="626095" y="58510"/>
                </a:cubicBezTo>
                <a:cubicBezTo>
                  <a:pt x="620032" y="65099"/>
                  <a:pt x="609079" y="68394"/>
                  <a:pt x="593235" y="68394"/>
                </a:cubicBezTo>
                <a:lnTo>
                  <a:pt x="564502" y="68394"/>
                </a:lnTo>
                <a:lnTo>
                  <a:pt x="564502" y="114015"/>
                </a:lnTo>
                <a:lnTo>
                  <a:pt x="549677" y="114015"/>
                </a:lnTo>
                <a:moveTo>
                  <a:pt x="564502" y="55174"/>
                </a:moveTo>
                <a:lnTo>
                  <a:pt x="593464" y="55174"/>
                </a:lnTo>
                <a:cubicBezTo>
                  <a:pt x="603042" y="55174"/>
                  <a:pt x="609843" y="53395"/>
                  <a:pt x="613868" y="49836"/>
                </a:cubicBezTo>
                <a:cubicBezTo>
                  <a:pt x="617892" y="46277"/>
                  <a:pt x="619905" y="41267"/>
                  <a:pt x="619905" y="34808"/>
                </a:cubicBezTo>
                <a:cubicBezTo>
                  <a:pt x="619905" y="30131"/>
                  <a:pt x="618720" y="26127"/>
                  <a:pt x="616351" y="22796"/>
                </a:cubicBezTo>
                <a:cubicBezTo>
                  <a:pt x="613982" y="19466"/>
                  <a:pt x="610862" y="17266"/>
                  <a:pt x="606990" y="16198"/>
                </a:cubicBezTo>
                <a:cubicBezTo>
                  <a:pt x="604494" y="15537"/>
                  <a:pt x="599883" y="15207"/>
                  <a:pt x="593159" y="15207"/>
                </a:cubicBezTo>
                <a:lnTo>
                  <a:pt x="564502" y="15207"/>
                </a:lnTo>
                <a:lnTo>
                  <a:pt x="564502" y="55174"/>
                </a:lnTo>
                <a:close/>
                <a:moveTo>
                  <a:pt x="727579" y="1987"/>
                </a:moveTo>
                <a:lnTo>
                  <a:pt x="742404" y="1987"/>
                </a:lnTo>
                <a:lnTo>
                  <a:pt x="742404" y="66670"/>
                </a:lnTo>
                <a:cubicBezTo>
                  <a:pt x="742404" y="77921"/>
                  <a:pt x="741130" y="86855"/>
                  <a:pt x="738583" y="93473"/>
                </a:cubicBezTo>
                <a:cubicBezTo>
                  <a:pt x="736036" y="100091"/>
                  <a:pt x="731438" y="105476"/>
                  <a:pt x="724789" y="109626"/>
                </a:cubicBezTo>
                <a:cubicBezTo>
                  <a:pt x="718141" y="113775"/>
                  <a:pt x="709417" y="115849"/>
                  <a:pt x="698616" y="115849"/>
                </a:cubicBezTo>
                <a:cubicBezTo>
                  <a:pt x="688122" y="115849"/>
                  <a:pt x="679537" y="114042"/>
                  <a:pt x="672864" y="110428"/>
                </a:cubicBezTo>
                <a:cubicBezTo>
                  <a:pt x="666190" y="106813"/>
                  <a:pt x="661426" y="101582"/>
                  <a:pt x="658573" y="94734"/>
                </a:cubicBezTo>
                <a:cubicBezTo>
                  <a:pt x="655720" y="87887"/>
                  <a:pt x="654294" y="78532"/>
                  <a:pt x="654294" y="66670"/>
                </a:cubicBezTo>
                <a:lnTo>
                  <a:pt x="654294" y="1987"/>
                </a:lnTo>
                <a:lnTo>
                  <a:pt x="669119" y="1987"/>
                </a:lnTo>
                <a:lnTo>
                  <a:pt x="669119" y="66586"/>
                </a:lnTo>
                <a:cubicBezTo>
                  <a:pt x="669119" y="76310"/>
                  <a:pt x="670023" y="83476"/>
                  <a:pt x="671832" y="88083"/>
                </a:cubicBezTo>
                <a:cubicBezTo>
                  <a:pt x="673640" y="92689"/>
                  <a:pt x="676748" y="96239"/>
                  <a:pt x="681155" y="98734"/>
                </a:cubicBezTo>
                <a:cubicBezTo>
                  <a:pt x="685562" y="101229"/>
                  <a:pt x="690949" y="102476"/>
                  <a:pt x="697317" y="102476"/>
                </a:cubicBezTo>
                <a:cubicBezTo>
                  <a:pt x="708220" y="102476"/>
                  <a:pt x="715989" y="100008"/>
                  <a:pt x="720625" y="95071"/>
                </a:cubicBezTo>
                <a:cubicBezTo>
                  <a:pt x="725261" y="90132"/>
                  <a:pt x="727579" y="80637"/>
                  <a:pt x="727579" y="66586"/>
                </a:cubicBezTo>
                <a:lnTo>
                  <a:pt x="727579" y="1987"/>
                </a:lnTo>
                <a:close/>
                <a:moveTo>
                  <a:pt x="810568" y="114015"/>
                </a:moveTo>
                <a:lnTo>
                  <a:pt x="810568" y="1987"/>
                </a:lnTo>
                <a:lnTo>
                  <a:pt x="852827" y="1987"/>
                </a:lnTo>
                <a:cubicBezTo>
                  <a:pt x="860265" y="1987"/>
                  <a:pt x="865946" y="2343"/>
                  <a:pt x="869869" y="3054"/>
                </a:cubicBezTo>
                <a:cubicBezTo>
                  <a:pt x="875371" y="3971"/>
                  <a:pt x="879981" y="5715"/>
                  <a:pt x="883700" y="8284"/>
                </a:cubicBezTo>
                <a:cubicBezTo>
                  <a:pt x="887419" y="10854"/>
                  <a:pt x="890412" y="14454"/>
                  <a:pt x="892679" y="19085"/>
                </a:cubicBezTo>
                <a:cubicBezTo>
                  <a:pt x="894946" y="23715"/>
                  <a:pt x="896080" y="28803"/>
                  <a:pt x="896080" y="34350"/>
                </a:cubicBezTo>
                <a:cubicBezTo>
                  <a:pt x="896080" y="43867"/>
                  <a:pt x="893049" y="51920"/>
                  <a:pt x="886986" y="58510"/>
                </a:cubicBezTo>
                <a:cubicBezTo>
                  <a:pt x="880924" y="65099"/>
                  <a:pt x="869971" y="68394"/>
                  <a:pt x="854127" y="68394"/>
                </a:cubicBezTo>
                <a:lnTo>
                  <a:pt x="825393" y="68394"/>
                </a:lnTo>
                <a:lnTo>
                  <a:pt x="825393" y="114015"/>
                </a:lnTo>
                <a:lnTo>
                  <a:pt x="810568" y="114015"/>
                </a:lnTo>
                <a:moveTo>
                  <a:pt x="825393" y="55174"/>
                </a:moveTo>
                <a:lnTo>
                  <a:pt x="854356" y="55174"/>
                </a:lnTo>
                <a:cubicBezTo>
                  <a:pt x="863934" y="55174"/>
                  <a:pt x="870735" y="53395"/>
                  <a:pt x="874759" y="49836"/>
                </a:cubicBezTo>
                <a:cubicBezTo>
                  <a:pt x="878784" y="46277"/>
                  <a:pt x="880796" y="41267"/>
                  <a:pt x="880796" y="34808"/>
                </a:cubicBezTo>
                <a:cubicBezTo>
                  <a:pt x="880796" y="30131"/>
                  <a:pt x="879612" y="26127"/>
                  <a:pt x="877243" y="22796"/>
                </a:cubicBezTo>
                <a:cubicBezTo>
                  <a:pt x="874874" y="19466"/>
                  <a:pt x="871754" y="17266"/>
                  <a:pt x="867882" y="16198"/>
                </a:cubicBezTo>
                <a:cubicBezTo>
                  <a:pt x="865385" y="15537"/>
                  <a:pt x="860775" y="15207"/>
                  <a:pt x="854050" y="15207"/>
                </a:cubicBezTo>
                <a:lnTo>
                  <a:pt x="825393" y="15207"/>
                </a:lnTo>
                <a:lnTo>
                  <a:pt x="825393" y="55174"/>
                </a:lnTo>
                <a:close/>
                <a:moveTo>
                  <a:pt x="891031" y="114015"/>
                </a:moveTo>
                <a:lnTo>
                  <a:pt x="934055" y="1987"/>
                </a:lnTo>
                <a:lnTo>
                  <a:pt x="950026" y="1987"/>
                </a:lnTo>
                <a:lnTo>
                  <a:pt x="995877" y="114015"/>
                </a:lnTo>
                <a:lnTo>
                  <a:pt x="978988" y="114015"/>
                </a:lnTo>
                <a:lnTo>
                  <a:pt x="965921" y="80239"/>
                </a:lnTo>
                <a:lnTo>
                  <a:pt x="919077" y="80239"/>
                </a:lnTo>
                <a:lnTo>
                  <a:pt x="906774" y="114015"/>
                </a:lnTo>
                <a:lnTo>
                  <a:pt x="891031" y="114015"/>
                </a:lnTo>
                <a:moveTo>
                  <a:pt x="923356" y="68012"/>
                </a:moveTo>
                <a:lnTo>
                  <a:pt x="961336" y="68012"/>
                </a:lnTo>
                <a:lnTo>
                  <a:pt x="949644" y="36986"/>
                </a:lnTo>
                <a:cubicBezTo>
                  <a:pt x="946078" y="27561"/>
                  <a:pt x="943429" y="19818"/>
                  <a:pt x="941696" y="13755"/>
                </a:cubicBezTo>
                <a:cubicBezTo>
                  <a:pt x="940270" y="20938"/>
                  <a:pt x="938258" y="28071"/>
                  <a:pt x="935659" y="35152"/>
                </a:cubicBezTo>
                <a:lnTo>
                  <a:pt x="923356" y="680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595915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2026-09-05T17:01:05.0920000Z</dcterms:created>
  <dcterms:modified xsi:type="dcterms:W3CDTF">2026-09-05T17:01:05.0920000Z</dcterms:modified>
</coreProperties>
</file>