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7a2c011cfa4441" /><Relationship Type="http://schemas.openxmlformats.org/officeDocument/2006/relationships/extended-properties" Target="/docProps/app.xml" Id="Rb9822c73605f4495" /><Relationship Type="http://schemas.openxmlformats.org/officeDocument/2006/relationships/officeDocument" Target="/ppt/presentation.xml" Id="R68046155707e4a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9e046ba04540c9"/>
  </p:sldMasterIdLst>
  <p:notesMasterIdLst>
    <p:notesMasterId xmlns:r="http://schemas.openxmlformats.org/officeDocument/2006/relationships" r:id="R554275c9dd524af1"/>
  </p:notesMasterIdLst>
  <p:sldIdLst>
    <p:sldId xmlns:r="http://schemas.openxmlformats.org/officeDocument/2006/relationships" id="256" r:id="Rb0c341f8150344d7"/>
  </p:sldIdLst>
  <p:sldSz cx="7029450" cy="72580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76e8e639014dbc" /><Relationship Type="http://schemas.openxmlformats.org/officeDocument/2006/relationships/slideMaster" Target="/ppt/slideMasters/slideMaster1.xml" Id="R6c9e046ba04540c9" /><Relationship Type="http://schemas.openxmlformats.org/officeDocument/2006/relationships/notesMaster" Target="/ppt/notesMasters/notesMaster1.xml" Id="R554275c9dd524af1" /><Relationship Type="http://schemas.openxmlformats.org/officeDocument/2006/relationships/presProps" Target="/ppt/presProps.xml" Id="R98149b2a7fa046d7" /><Relationship Type="http://schemas.openxmlformats.org/officeDocument/2006/relationships/tableStyles" Target="/ppt/tableStyles.xml" Id="R4363d6a352514063" /><Relationship Type="http://schemas.openxmlformats.org/officeDocument/2006/relationships/slide" Target="/ppt/slides/slide1.xml" Id="Rb0c341f8150344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b71aa3467b48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f29baaca574a7e" /><Relationship Type="http://schemas.openxmlformats.org/officeDocument/2006/relationships/notesMaster" Target="/ppt/notesMasters/notesMaster1.xml" Id="R6e3e8f88c7a54472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素材ID：SEC-053</ns1:t>
            </ns1:r>
          </ns1:p>
          <ns1:p>
            <ns1:r>
              <ns1:t>论文：Enter, Exit, Page Fault, Leak: Testing Isolation Boundaries for Microarchitectural Leaks</ns1:t>
            </ns1:r>
          </ns1:p>
          <ns1:p>
            <ns1:r>
              <ns1:t>会议：IEEE S&amp;P 2026</ns1:t>
            </ns1:r>
          </ns1:p>
          <ns1:p>
            <ns1:r>
              <ns1:t>奖项：Distinguished Paper Award</ns1:t>
            </ns1:r>
          </ns1:p>
          <ns1:p>
            <ns1:r>
              <ns1:t>图号：Figure 6，PDF第10页</ns1:t>
            </ns1:r>
          </ns1:p>
          <ns1:p>
            <ns1:r>
              <ns1:t>类型：实验图表</ns1:t>
            </ns1:r>
          </ns1:p>
          <ns1:p>
            <ns1:r>
              <ns1:t>借鉴点：四个安全边界各含六CPU列，以颜色和对角双色单元表达已知/新泄露及有无补丁；分组标签保留实验维度。</ns1:t>
            </ns1:r>
          </ns1:p>
          <ns1:p>
            <ns1:r>
              <ns1:t>论文URL：https://www.microsoft.com/en-us/research/wp-content/uploads/2025/07/Enter-Exit-SP26.pdf</ns1:t>
            </ns1:r>
          </ns1:p>
          <ns1:p>
            <ns1:r>
              <ns1:t>官方获奖URL：https://sp2026.ieee-security.org/awards_papers.html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4c6969fb9b4a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a9d8aae9734eb0" /><Relationship Type="http://schemas.openxmlformats.org/officeDocument/2006/relationships/slideLayout" Target="/ppt/slideLayouts/slideLayout1.xml" Id="R355dd6b3f4e04c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5dd6b3f4e04c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2fbed5fd04d64" /><Relationship Type="http://schemas.openxmlformats.org/officeDocument/2006/relationships/notesSlide" Target="/ppt/notesSlides/notesSlide1.xml" Id="R6d9488cbbfcc4b2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4D4456-DCDC-4817-AC27-85387F42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149121"/>
            <a:ext cx="6943839" cy="7066895"/>
          </a:xfrm>
          <a:custGeom xmlns:a="http://schemas.openxmlformats.org/drawingml/2006/main">
            <a:pathLst>
              <a:path w="6943839" h="7066895">
                <a:moveTo>
                  <a:pt x="6943839" y="0"/>
                </a:moveTo>
                <a:lnTo>
                  <a:pt x="0" y="0"/>
                </a:lnTo>
                <a:lnTo>
                  <a:pt x="0" y="7066895"/>
                </a:lnTo>
                <a:lnTo>
                  <a:pt x="6943839" y="7066895"/>
                </a:lnTo>
                <a:lnTo>
                  <a:pt x="694383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DFE921-C8C1-4E14-8B85-16C16D7F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58" y="2418528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BE1C10-BE27-4CCE-A33F-3A38CCB8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58" y="2418528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4847D9-EEF1-40AF-9517-1A92A175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958" y="2418528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BD10B1-908F-4751-A7D1-1F8B3359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958" y="2418528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963486-34AD-4074-8624-A6822647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59" y="2418528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CEA5E0-9F7A-4908-9F00-39D346C3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59" y="2418528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7145B3-39CF-41F9-9410-96447529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959" y="2418528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FDDC35-CA34-4E16-BF87-7F2A3D29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959" y="2418528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5133B0-9DDC-4023-9B3F-65636D4E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959" y="2418528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6FB655-29ED-45A9-A582-19420F24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959" y="2418528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E9F250-9421-4449-A6B5-26B09B50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2418528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5A71CB-00BD-4CA3-BF84-E5E60C6B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2418528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A633AE-410C-47E4-9EDE-4F43BB84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460" y="2418528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38B8FC-4C91-4EB4-B5A0-3FDF2A20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460" y="2418528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C07017-27D9-4F1B-AB1E-5E8069FB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461" y="2418528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6CCB4B-9170-4FFB-84C0-6287F16A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461" y="2418528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16A892-7E06-4F11-95DE-1FD9920E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461" y="2418528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12D885-3B69-4585-8BBE-BDE51E25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461" y="2418528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84585D-9514-49FB-AE35-5117126B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462" y="2418528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8A4622-CF73-4852-B0D3-CF4510E1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462" y="2418528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7080EF-24EF-49D4-A865-EB10070D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462" y="2418528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7E1BCA-F9F7-424E-8C34-2859755A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462" y="2418528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D126CB-982F-4FC0-8423-FFC1D968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462" y="2418528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E19632-7D45-404A-A9BD-89B282D2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462" y="2418528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E61CDE-CC74-4B76-8F0F-0348E6D4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466" y="2418528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08FCB9-9BD6-41C5-A731-8D334974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466" y="2418528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D4F24F-6F31-44CD-8A6A-7C7F0D5C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466" y="2418528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D3020A-27BF-416C-B95C-3300B6D2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466" y="2418528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B6035C-5EE8-4114-9F25-FEFBCA16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467" y="2418528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1CC82F-80BB-47A6-9903-867D681D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467" y="2418528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17ABD4-E502-4BCE-B7CB-37BE057A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467" y="2418528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F22E7C-20CA-4E5B-84F2-E7119EBD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467" y="2418528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881A1F-140B-4066-B833-C4667AB9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467" y="2418528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8CAD5B-2947-4638-B798-396A3139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467" y="2418528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0C290B-1AA4-40D8-9328-4CF0CF5F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68" y="2418528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B52E1D-AB58-49A5-8AC5-C0BA2B1C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68" y="2418528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51E00A-740A-434E-9BA1-D4F5F2C1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963" y="2880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7ACB11-FB03-4996-8D5E-608DA1EA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963" y="2880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0F0ABC-DE3A-43E6-8ECB-BB381930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466" y="2880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6ACBA4-8453-4F04-93DC-795C586C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466" y="2880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5F1B3F-1487-4917-A129-2C5B9859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963" y="3111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F64F7A-3D81-44B0-8D05-24E1AEE7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963" y="3111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99A6C5-C614-4FD6-A96E-F627ACDD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963" y="3342530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F3AD72-273F-494D-8313-5C93DC08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963" y="3342530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5A7258-80B8-4C4D-9FAC-396ED6F5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963" y="3573530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2B7DA7-2EB7-4571-AAAD-87DA92EA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963" y="3573530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FC7692-6BB0-42B6-B87E-2B7828C1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466" y="3111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287E2A-514E-443A-BC23-11B7AA77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466" y="3111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9AC5ED-5AF2-4575-90CB-4E44BAE7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466" y="3342530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E71F09-8A31-4F1A-84BA-7A444C9A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466" y="3342530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0D680B-D304-4E02-AEB6-FBEEBE59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466" y="3573530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DBA125-6577-4272-B83E-4C499055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466" y="3573530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CFC511-ABA1-487D-B042-3A35D609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963" y="2649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F868A1-3F7B-4B2E-9A03-02AA765F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963" y="2649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F1F5CC-7814-42C3-BDE1-0FD28DD9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466" y="2649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B31089-A4C0-4512-B20D-12696F41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466" y="2649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9EDCBC-6E1C-4D39-A573-AE1E4051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58" y="4266531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8FE685-5956-43A5-ABB7-56DAA896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58" y="4266531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B51BBC-ABCE-462F-9C44-865B695C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958" y="4266531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A5AA2B-C0F6-4A42-AF92-8713E280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958" y="4266531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DCD32C-0CB1-4F2C-B28C-A925EB7C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59" y="4266531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5D4C74-4DB0-448E-9BBC-77D7F5AE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59" y="4266531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2385D8-A33B-4028-AD9D-CD3D03AB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959" y="4266531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C19EBF-4F3A-4812-9141-8115E928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959" y="4266531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6E6837-BC59-4399-832D-DED5456B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959" y="4266531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A4F0AA-DD31-479B-B62B-EDEBA3E4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959" y="4266531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756493-741B-452A-BCBC-2CA50268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4266531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B58038-7F4F-41D3-90FA-E0F59DE0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4266531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B2E810-5AC3-41AF-8518-AA287717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58" y="4959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766A29-06CB-495D-858C-478E2A1D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58" y="4959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DCDDC9-CF40-4988-A07E-07629DC0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958" y="4959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44E817-685E-47E9-AA71-1916EA9A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958" y="4959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1B1298-6590-4EE6-A094-A3F0E2E2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59" y="4959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ED9452-BF8E-42B2-87A2-02433434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59" y="4959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66BEB6-876C-461E-B40D-B06B5DF8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959" y="4959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05A676-CB37-4FBE-9CAD-8A20E861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959" y="4959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D63724-245E-4345-A4B0-69A9A6EF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959" y="4959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A87F57-37AC-4403-9A10-DFF57491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959" y="4959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2B0D63-378C-4EBB-9679-510FCEFE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4959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6E0126-2DCC-41B9-B85C-357CD5CF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4959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F20501-067C-4756-A2EA-A7B70F80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58" y="5652534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F5A125-5A8C-43B4-A30D-6CDD182F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58" y="5652534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491BC5-A06A-4DCB-8315-FB85E6CF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958" y="5652534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CA2A35-1C94-49EC-81CC-A3FDB12D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958" y="5652534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289F92-0124-4117-AD0C-62FECD50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59" y="5652534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77B3AF-09CF-414F-A645-CF9C7EA0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59" y="5652534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691197-D21D-44CD-988B-9161CE20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959" y="5652534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C96602-F78E-4D74-B5B3-C016E150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959" y="5652534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5EFBF3-6C94-40E5-BA45-CF6FFD26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959" y="5652534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7E22F6-0979-4FEB-8845-99B6A56E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959" y="5652534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BC47B7-1B55-4433-845B-EC75F93F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5652534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9A9591-39CB-46C6-88AE-D37C3FAD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5652534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6F93BE-249A-43FC-AE52-1DFE454C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963" y="4959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7D03C1-97E1-4B97-8D89-21C3CED1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963" y="4959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4FCB9C-DA6D-40B2-B687-BCF5C967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963" y="4959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E4AC99-129F-4398-A507-EA2F92FF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963" y="4959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A8BA26-69CF-4F94-AF08-56DF487F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964" y="4959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E3E42C-D563-414E-B129-44167409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964" y="4959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1612DE-8F1E-43C3-B451-2A05439F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963" y="5883534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02A6A0-4E6F-4C9B-A6BD-A40B1E8C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963" y="5883534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405112-F950-410C-939D-89D56BA1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963" y="5883534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825FC6-B89F-4E7A-8E4F-0A62CFA0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963" y="5883534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2634A0-4E64-4CBE-AE52-F8BC7F02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964" y="5883534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C0430A-2CEF-4D29-B931-F4CBEFBD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964" y="5883534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AFEA5B-CC7B-439D-9FCB-5564DBC6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964" y="5883534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78C67D-D833-4A80-878B-99BA8EC9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964" y="5883534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22D404-3606-4CBB-9F5F-DC73E9D5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965" y="5883534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2E3781-4934-4EF9-8DE4-813A836B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965" y="5883534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CA1D16-3E1B-4143-8C6F-208645CE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965" y="5883534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78DA3F-EF50-405A-ACEE-D4739BC4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965" y="5883534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112" name="Text I">
            <a:extLst xmlns:a="http://schemas.openxmlformats.org/drawingml/2006/main">
              <a:ext uri="{FF2B5EF4-FFF2-40B4-BE49-F238E27FC236}">
                <a16:creationId xmlns:a16="http://schemas.microsoft.com/office/drawing/2014/main" id="{1B6F8227-DFB2-449B-AAC5-625529FE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775" y="788689"/>
            <a:ext cx="101108" cy="13671"/>
          </a:xfrm>
          <a:custGeom xmlns:a="http://schemas.openxmlformats.org/drawingml/2006/main">
            <a:pathLst>
              <a:path w="101108" h="13671">
                <a:moveTo>
                  <a:pt x="0" y="13671"/>
                </a:moveTo>
                <a:lnTo>
                  <a:pt x="0" y="0"/>
                </a:lnTo>
                <a:lnTo>
                  <a:pt x="101108" y="0"/>
                </a:lnTo>
                <a:lnTo>
                  <a:pt x="101108" y="13671"/>
                </a:lnTo>
                <a:lnTo>
                  <a:pt x="0" y="136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Text n">
            <a:extLst xmlns:a="http://schemas.openxmlformats.org/drawingml/2006/main">
              <a:ext uri="{FF2B5EF4-FFF2-40B4-BE49-F238E27FC236}">
                <a16:creationId xmlns:a16="http://schemas.microsoft.com/office/drawing/2014/main" id="{7157362C-EC8B-48F8-B551-D276897C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191" y="699008"/>
            <a:ext cx="77692" cy="63480"/>
          </a:xfrm>
          <a:custGeom xmlns:a="http://schemas.openxmlformats.org/drawingml/2006/main">
            <a:pathLst>
              <a:path w="77692" h="63480">
                <a:moveTo>
                  <a:pt x="31943" y="0"/>
                </a:moveTo>
                <a:lnTo>
                  <a:pt x="77692" y="0"/>
                </a:lnTo>
                <a:lnTo>
                  <a:pt x="77692" y="12452"/>
                </a:lnTo>
                <a:lnTo>
                  <a:pt x="32349" y="12452"/>
                </a:lnTo>
                <a:cubicBezTo>
                  <a:pt x="25153" y="12452"/>
                  <a:pt x="19767" y="13851"/>
                  <a:pt x="16191" y="16648"/>
                </a:cubicBezTo>
                <a:cubicBezTo>
                  <a:pt x="12616" y="19446"/>
                  <a:pt x="10828" y="23641"/>
                  <a:pt x="10828" y="29236"/>
                </a:cubicBezTo>
                <a:cubicBezTo>
                  <a:pt x="10828" y="35958"/>
                  <a:pt x="12978" y="41260"/>
                  <a:pt x="17276" y="45140"/>
                </a:cubicBezTo>
                <a:cubicBezTo>
                  <a:pt x="21574" y="49020"/>
                  <a:pt x="27433" y="50960"/>
                  <a:pt x="34853" y="50960"/>
                </a:cubicBezTo>
                <a:lnTo>
                  <a:pt x="77692" y="50960"/>
                </a:lnTo>
                <a:lnTo>
                  <a:pt x="77692" y="63480"/>
                </a:lnTo>
                <a:lnTo>
                  <a:pt x="1895" y="63480"/>
                </a:lnTo>
                <a:lnTo>
                  <a:pt x="1895" y="50960"/>
                </a:lnTo>
                <a:lnTo>
                  <a:pt x="13671" y="50960"/>
                </a:lnTo>
                <a:cubicBezTo>
                  <a:pt x="9091" y="47982"/>
                  <a:pt x="5668" y="44474"/>
                  <a:pt x="3401" y="40436"/>
                </a:cubicBezTo>
                <a:cubicBezTo>
                  <a:pt x="1134" y="36398"/>
                  <a:pt x="0" y="31740"/>
                  <a:pt x="0" y="26461"/>
                </a:cubicBezTo>
                <a:cubicBezTo>
                  <a:pt x="0" y="17754"/>
                  <a:pt x="2701" y="11167"/>
                  <a:pt x="8104" y="6700"/>
                </a:cubicBezTo>
                <a:cubicBezTo>
                  <a:pt x="13507" y="2233"/>
                  <a:pt x="21453" y="0"/>
                  <a:pt x="3194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t">
            <a:extLst xmlns:a="http://schemas.openxmlformats.org/drawingml/2006/main">
              <a:ext uri="{FF2B5EF4-FFF2-40B4-BE49-F238E27FC236}">
                <a16:creationId xmlns:a16="http://schemas.microsoft.com/office/drawing/2014/main" id="{ADDC6AF5-0B9E-4983-86E8-C7C2A4BC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565" y="636175"/>
            <a:ext cx="97318" cy="47305"/>
          </a:xfrm>
          <a:custGeom xmlns:a="http://schemas.openxmlformats.org/drawingml/2006/main">
            <a:pathLst>
              <a:path w="97318" h="47305">
                <a:moveTo>
                  <a:pt x="0" y="25649"/>
                </a:moveTo>
                <a:lnTo>
                  <a:pt x="21521" y="25649"/>
                </a:lnTo>
                <a:lnTo>
                  <a:pt x="21521" y="0"/>
                </a:lnTo>
                <a:lnTo>
                  <a:pt x="31266" y="0"/>
                </a:lnTo>
                <a:lnTo>
                  <a:pt x="31266" y="25649"/>
                </a:lnTo>
                <a:lnTo>
                  <a:pt x="72362" y="25649"/>
                </a:lnTo>
                <a:cubicBezTo>
                  <a:pt x="78536" y="25649"/>
                  <a:pt x="82503" y="24803"/>
                  <a:pt x="84261" y="23111"/>
                </a:cubicBezTo>
                <a:cubicBezTo>
                  <a:pt x="86017" y="21419"/>
                  <a:pt x="86896" y="17979"/>
                  <a:pt x="86896" y="12791"/>
                </a:cubicBezTo>
                <a:lnTo>
                  <a:pt x="86896" y="0"/>
                </a:lnTo>
                <a:lnTo>
                  <a:pt x="97318" y="0"/>
                </a:lnTo>
                <a:lnTo>
                  <a:pt x="97318" y="12791"/>
                </a:lnTo>
                <a:cubicBezTo>
                  <a:pt x="97318" y="22401"/>
                  <a:pt x="95526" y="29033"/>
                  <a:pt x="91942" y="32687"/>
                </a:cubicBezTo>
                <a:cubicBezTo>
                  <a:pt x="88357" y="36342"/>
                  <a:pt x="81830" y="38169"/>
                  <a:pt x="72362" y="38169"/>
                </a:cubicBezTo>
                <a:lnTo>
                  <a:pt x="31266" y="38169"/>
                </a:lnTo>
                <a:lnTo>
                  <a:pt x="31266" y="47305"/>
                </a:lnTo>
                <a:lnTo>
                  <a:pt x="21521" y="47305"/>
                </a:lnTo>
                <a:lnTo>
                  <a:pt x="21521" y="38169"/>
                </a:lnTo>
                <a:lnTo>
                  <a:pt x="0" y="38169"/>
                </a:lnTo>
                <a:lnTo>
                  <a:pt x="0" y="256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Text 1">
            <a:extLst xmlns:a="http://schemas.openxmlformats.org/drawingml/2006/main">
              <a:ext uri="{FF2B5EF4-FFF2-40B4-BE49-F238E27FC236}">
                <a16:creationId xmlns:a16="http://schemas.microsoft.com/office/drawing/2014/main" id="{FADC1A87-CE7B-41DE-8B77-46083634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775" y="557481"/>
            <a:ext cx="101108" cy="60164"/>
          </a:xfrm>
          <a:custGeom xmlns:a="http://schemas.openxmlformats.org/drawingml/2006/main">
            <a:pathLst>
              <a:path w="101108" h="60164">
                <a:moveTo>
                  <a:pt x="89603" y="58201"/>
                </a:moveTo>
                <a:lnTo>
                  <a:pt x="89603" y="35868"/>
                </a:lnTo>
                <a:lnTo>
                  <a:pt x="12452" y="35868"/>
                </a:lnTo>
                <a:lnTo>
                  <a:pt x="17325" y="60164"/>
                </a:lnTo>
                <a:lnTo>
                  <a:pt x="4873" y="60164"/>
                </a:lnTo>
                <a:lnTo>
                  <a:pt x="0" y="36004"/>
                </a:lnTo>
                <a:lnTo>
                  <a:pt x="0" y="22333"/>
                </a:lnTo>
                <a:lnTo>
                  <a:pt x="89603" y="22333"/>
                </a:lnTo>
                <a:lnTo>
                  <a:pt x="89603" y="0"/>
                </a:lnTo>
                <a:lnTo>
                  <a:pt x="101108" y="0"/>
                </a:lnTo>
                <a:lnTo>
                  <a:pt x="101108" y="58201"/>
                </a:lnTo>
                <a:lnTo>
                  <a:pt x="89603" y="582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Text H2V">
            <a:extLst xmlns:a="http://schemas.openxmlformats.org/drawingml/2006/main">
              <a:ext uri="{FF2B5EF4-FFF2-40B4-BE49-F238E27FC236}">
                <a16:creationId xmlns:a16="http://schemas.microsoft.com/office/drawing/2014/main" id="{7D2FD14E-9A0C-4D26-A5E2-4B0EFDD9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133" y="150032"/>
            <a:ext cx="272437" cy="102867"/>
          </a:xfrm>
          <a:custGeom xmlns:a="http://schemas.openxmlformats.org/drawingml/2006/main">
            <a:pathLst>
              <a:path w="272437" h="102867">
                <a:moveTo>
                  <a:pt x="0" y="1760"/>
                </a:moveTo>
                <a:lnTo>
                  <a:pt x="13671" y="1760"/>
                </a:lnTo>
                <a:lnTo>
                  <a:pt x="13671" y="43177"/>
                </a:lnTo>
                <a:lnTo>
                  <a:pt x="63345" y="43177"/>
                </a:lnTo>
                <a:lnTo>
                  <a:pt x="63345" y="1760"/>
                </a:lnTo>
                <a:lnTo>
                  <a:pt x="77015" y="1760"/>
                </a:lnTo>
                <a:lnTo>
                  <a:pt x="77015" y="102867"/>
                </a:lnTo>
                <a:lnTo>
                  <a:pt x="63345" y="102867"/>
                </a:lnTo>
                <a:lnTo>
                  <a:pt x="63345" y="54682"/>
                </a:lnTo>
                <a:lnTo>
                  <a:pt x="13671" y="54682"/>
                </a:lnTo>
                <a:lnTo>
                  <a:pt x="13671" y="102867"/>
                </a:lnTo>
                <a:lnTo>
                  <a:pt x="0" y="102867"/>
                </a:lnTo>
                <a:lnTo>
                  <a:pt x="0" y="1760"/>
                </a:lnTo>
                <a:close/>
                <a:moveTo>
                  <a:pt x="117221" y="91362"/>
                </a:moveTo>
                <a:lnTo>
                  <a:pt x="164932" y="91362"/>
                </a:lnTo>
                <a:lnTo>
                  <a:pt x="164932" y="102867"/>
                </a:lnTo>
                <a:lnTo>
                  <a:pt x="100776" y="102867"/>
                </a:lnTo>
                <a:lnTo>
                  <a:pt x="100776" y="91362"/>
                </a:lnTo>
                <a:cubicBezTo>
                  <a:pt x="105964" y="85994"/>
                  <a:pt x="113036" y="78786"/>
                  <a:pt x="121992" y="69740"/>
                </a:cubicBezTo>
                <a:cubicBezTo>
                  <a:pt x="130948" y="60694"/>
                  <a:pt x="136576" y="54863"/>
                  <a:pt x="138877" y="52246"/>
                </a:cubicBezTo>
                <a:cubicBezTo>
                  <a:pt x="143253" y="47328"/>
                  <a:pt x="146310" y="43166"/>
                  <a:pt x="148047" y="39760"/>
                </a:cubicBezTo>
                <a:cubicBezTo>
                  <a:pt x="149784" y="36353"/>
                  <a:pt x="150653" y="33003"/>
                  <a:pt x="150653" y="29710"/>
                </a:cubicBezTo>
                <a:cubicBezTo>
                  <a:pt x="150653" y="24341"/>
                  <a:pt x="148769" y="19964"/>
                  <a:pt x="145002" y="16581"/>
                </a:cubicBezTo>
                <a:cubicBezTo>
                  <a:pt x="141234" y="13197"/>
                  <a:pt x="136328" y="11505"/>
                  <a:pt x="130282" y="11505"/>
                </a:cubicBezTo>
                <a:cubicBezTo>
                  <a:pt x="125996" y="11505"/>
                  <a:pt x="121473" y="12255"/>
                  <a:pt x="116713" y="13755"/>
                </a:cubicBezTo>
                <a:cubicBezTo>
                  <a:pt x="111953" y="15255"/>
                  <a:pt x="106866" y="17528"/>
                  <a:pt x="101452" y="20573"/>
                </a:cubicBezTo>
                <a:lnTo>
                  <a:pt x="101452" y="6768"/>
                </a:lnTo>
                <a:cubicBezTo>
                  <a:pt x="106957" y="4534"/>
                  <a:pt x="112100" y="2848"/>
                  <a:pt x="116882" y="1709"/>
                </a:cubicBezTo>
                <a:cubicBezTo>
                  <a:pt x="121665" y="570"/>
                  <a:pt x="126041" y="0"/>
                  <a:pt x="130012" y="0"/>
                </a:cubicBezTo>
                <a:cubicBezTo>
                  <a:pt x="140479" y="0"/>
                  <a:pt x="148825" y="2617"/>
                  <a:pt x="155052" y="7850"/>
                </a:cubicBezTo>
                <a:cubicBezTo>
                  <a:pt x="161278" y="13084"/>
                  <a:pt x="164391" y="20077"/>
                  <a:pt x="164391" y="28830"/>
                </a:cubicBezTo>
                <a:cubicBezTo>
                  <a:pt x="164391" y="32981"/>
                  <a:pt x="163613" y="36917"/>
                  <a:pt x="162056" y="40639"/>
                </a:cubicBezTo>
                <a:cubicBezTo>
                  <a:pt x="160500" y="44362"/>
                  <a:pt x="157668" y="48749"/>
                  <a:pt x="153563" y="53802"/>
                </a:cubicBezTo>
                <a:cubicBezTo>
                  <a:pt x="152435" y="55111"/>
                  <a:pt x="148848" y="58889"/>
                  <a:pt x="142802" y="65138"/>
                </a:cubicBezTo>
                <a:cubicBezTo>
                  <a:pt x="136757" y="71387"/>
                  <a:pt x="128229" y="80128"/>
                  <a:pt x="117221" y="91362"/>
                </a:cubicBezTo>
                <a:close/>
                <a:moveTo>
                  <a:pt x="218432" y="102867"/>
                </a:moveTo>
                <a:lnTo>
                  <a:pt x="179857" y="1760"/>
                </a:lnTo>
                <a:lnTo>
                  <a:pt x="194136" y="1760"/>
                </a:lnTo>
                <a:lnTo>
                  <a:pt x="226147" y="86885"/>
                </a:lnTo>
                <a:lnTo>
                  <a:pt x="258225" y="1760"/>
                </a:lnTo>
                <a:lnTo>
                  <a:pt x="272437" y="1760"/>
                </a:lnTo>
                <a:lnTo>
                  <a:pt x="233930" y="102867"/>
                </a:lnTo>
                <a:lnTo>
                  <a:pt x="218432" y="1028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Text M">
            <a:extLst xmlns:a="http://schemas.openxmlformats.org/drawingml/2006/main">
              <a:ext uri="{FF2B5EF4-FFF2-40B4-BE49-F238E27FC236}">
                <a16:creationId xmlns:a16="http://schemas.microsoft.com/office/drawing/2014/main" id="{25F9251B-1400-4BB2-9B17-181B3FAA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73" y="2585710"/>
            <a:ext cx="101108" cy="92445"/>
          </a:xfrm>
          <a:custGeom xmlns:a="http://schemas.openxmlformats.org/drawingml/2006/main">
            <a:pathLst>
              <a:path w="101108" h="92445">
                <a:moveTo>
                  <a:pt x="0" y="92445"/>
                </a:moveTo>
                <a:lnTo>
                  <a:pt x="0" y="72075"/>
                </a:lnTo>
                <a:lnTo>
                  <a:pt x="68759" y="46290"/>
                </a:lnTo>
                <a:lnTo>
                  <a:pt x="0" y="20370"/>
                </a:lnTo>
                <a:lnTo>
                  <a:pt x="0" y="0"/>
                </a:lnTo>
                <a:lnTo>
                  <a:pt x="101108" y="0"/>
                </a:lnTo>
                <a:lnTo>
                  <a:pt x="101108" y="13332"/>
                </a:lnTo>
                <a:lnTo>
                  <a:pt x="12317" y="13332"/>
                </a:lnTo>
                <a:lnTo>
                  <a:pt x="81617" y="39387"/>
                </a:lnTo>
                <a:lnTo>
                  <a:pt x="81617" y="53126"/>
                </a:lnTo>
                <a:lnTo>
                  <a:pt x="12317" y="79181"/>
                </a:lnTo>
                <a:lnTo>
                  <a:pt x="101108" y="79181"/>
                </a:lnTo>
                <a:lnTo>
                  <a:pt x="101108" y="92445"/>
                </a:lnTo>
                <a:lnTo>
                  <a:pt x="0" y="924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Text E">
            <a:extLst xmlns:a="http://schemas.openxmlformats.org/drawingml/2006/main">
              <a:ext uri="{FF2B5EF4-FFF2-40B4-BE49-F238E27FC236}">
                <a16:creationId xmlns:a16="http://schemas.microsoft.com/office/drawing/2014/main" id="{929E3E35-DDA6-44FC-A185-D4E61AFD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73" y="2493439"/>
            <a:ext cx="101108" cy="65104"/>
          </a:xfrm>
          <a:custGeom xmlns:a="http://schemas.openxmlformats.org/drawingml/2006/main">
            <a:pathLst>
              <a:path w="101108" h="65104">
                <a:moveTo>
                  <a:pt x="0" y="65104"/>
                </a:moveTo>
                <a:lnTo>
                  <a:pt x="0" y="1218"/>
                </a:lnTo>
                <a:lnTo>
                  <a:pt x="11505" y="1218"/>
                </a:lnTo>
                <a:lnTo>
                  <a:pt x="11505" y="51434"/>
                </a:lnTo>
                <a:lnTo>
                  <a:pt x="41418" y="51434"/>
                </a:lnTo>
                <a:lnTo>
                  <a:pt x="41418" y="3316"/>
                </a:lnTo>
                <a:lnTo>
                  <a:pt x="52923" y="3316"/>
                </a:lnTo>
                <a:lnTo>
                  <a:pt x="52923" y="51434"/>
                </a:lnTo>
                <a:lnTo>
                  <a:pt x="89603" y="51434"/>
                </a:lnTo>
                <a:lnTo>
                  <a:pt x="89603" y="0"/>
                </a:lnTo>
                <a:lnTo>
                  <a:pt x="101108" y="0"/>
                </a:lnTo>
                <a:lnTo>
                  <a:pt x="101108" y="65104"/>
                </a:lnTo>
                <a:lnTo>
                  <a:pt x="0" y="651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Text M">
            <a:extLst xmlns:a="http://schemas.openxmlformats.org/drawingml/2006/main">
              <a:ext uri="{FF2B5EF4-FFF2-40B4-BE49-F238E27FC236}">
                <a16:creationId xmlns:a16="http://schemas.microsoft.com/office/drawing/2014/main" id="{282AA49F-C676-4F84-B7B4-717623E3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73" y="2378502"/>
            <a:ext cx="101108" cy="92445"/>
          </a:xfrm>
          <a:custGeom xmlns:a="http://schemas.openxmlformats.org/drawingml/2006/main">
            <a:pathLst>
              <a:path w="101108" h="92445">
                <a:moveTo>
                  <a:pt x="0" y="92445"/>
                </a:moveTo>
                <a:lnTo>
                  <a:pt x="0" y="72075"/>
                </a:lnTo>
                <a:lnTo>
                  <a:pt x="68759" y="46290"/>
                </a:lnTo>
                <a:lnTo>
                  <a:pt x="0" y="20370"/>
                </a:lnTo>
                <a:lnTo>
                  <a:pt x="0" y="0"/>
                </a:lnTo>
                <a:lnTo>
                  <a:pt x="101108" y="0"/>
                </a:lnTo>
                <a:lnTo>
                  <a:pt x="101108" y="13332"/>
                </a:lnTo>
                <a:lnTo>
                  <a:pt x="12317" y="13332"/>
                </a:lnTo>
                <a:lnTo>
                  <a:pt x="81617" y="39387"/>
                </a:lnTo>
                <a:lnTo>
                  <a:pt x="81617" y="53126"/>
                </a:lnTo>
                <a:lnTo>
                  <a:pt x="12317" y="79181"/>
                </a:lnTo>
                <a:lnTo>
                  <a:pt x="101108" y="79181"/>
                </a:lnTo>
                <a:lnTo>
                  <a:pt x="101108" y="92445"/>
                </a:lnTo>
                <a:lnTo>
                  <a:pt x="0" y="924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Text C">
            <a:extLst xmlns:a="http://schemas.openxmlformats.org/drawingml/2006/main">
              <a:ext uri="{FF2B5EF4-FFF2-40B4-BE49-F238E27FC236}">
                <a16:creationId xmlns:a16="http://schemas.microsoft.com/office/drawing/2014/main" id="{E4446E62-3FFF-4342-895D-E51636B3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14" y="4145143"/>
            <a:ext cx="104898" cy="81482"/>
          </a:xfrm>
          <a:custGeom xmlns:a="http://schemas.openxmlformats.org/drawingml/2006/main">
            <a:pathLst>
              <a:path w="104898" h="81482">
                <a:moveTo>
                  <a:pt x="9610" y="0"/>
                </a:moveTo>
                <a:lnTo>
                  <a:pt x="24093" y="0"/>
                </a:lnTo>
                <a:cubicBezTo>
                  <a:pt x="19784" y="4602"/>
                  <a:pt x="16564" y="9508"/>
                  <a:pt x="14432" y="14720"/>
                </a:cubicBezTo>
                <a:cubicBezTo>
                  <a:pt x="12300" y="19931"/>
                  <a:pt x="11234" y="25469"/>
                  <a:pt x="11234" y="31334"/>
                </a:cubicBezTo>
                <a:cubicBezTo>
                  <a:pt x="11234" y="42884"/>
                  <a:pt x="14767" y="51727"/>
                  <a:pt x="21834" y="57863"/>
                </a:cubicBezTo>
                <a:cubicBezTo>
                  <a:pt x="28900" y="63999"/>
                  <a:pt x="39117" y="67067"/>
                  <a:pt x="52483" y="67067"/>
                </a:cubicBezTo>
                <a:cubicBezTo>
                  <a:pt x="65804" y="67067"/>
                  <a:pt x="75997" y="63999"/>
                  <a:pt x="83064" y="57863"/>
                </a:cubicBezTo>
                <a:cubicBezTo>
                  <a:pt x="90130" y="51727"/>
                  <a:pt x="93663" y="42884"/>
                  <a:pt x="93663" y="31334"/>
                </a:cubicBezTo>
                <a:cubicBezTo>
                  <a:pt x="93663" y="25469"/>
                  <a:pt x="92598" y="19931"/>
                  <a:pt x="90466" y="14720"/>
                </a:cubicBezTo>
                <a:cubicBezTo>
                  <a:pt x="88334" y="9508"/>
                  <a:pt x="85114" y="4602"/>
                  <a:pt x="80805" y="0"/>
                </a:cubicBezTo>
                <a:lnTo>
                  <a:pt x="95152" y="0"/>
                </a:lnTo>
                <a:cubicBezTo>
                  <a:pt x="98401" y="4782"/>
                  <a:pt x="100837" y="9847"/>
                  <a:pt x="102461" y="15193"/>
                </a:cubicBezTo>
                <a:cubicBezTo>
                  <a:pt x="104086" y="20540"/>
                  <a:pt x="104898" y="26191"/>
                  <a:pt x="104898" y="32146"/>
                </a:cubicBezTo>
                <a:cubicBezTo>
                  <a:pt x="104898" y="47441"/>
                  <a:pt x="100214" y="59487"/>
                  <a:pt x="90846" y="68285"/>
                </a:cubicBezTo>
                <a:cubicBezTo>
                  <a:pt x="81478" y="77083"/>
                  <a:pt x="68690" y="81482"/>
                  <a:pt x="52483" y="81482"/>
                </a:cubicBezTo>
                <a:cubicBezTo>
                  <a:pt x="36231" y="81482"/>
                  <a:pt x="23421" y="77083"/>
                  <a:pt x="14053" y="68285"/>
                </a:cubicBezTo>
                <a:cubicBezTo>
                  <a:pt x="4684" y="59487"/>
                  <a:pt x="0" y="47441"/>
                  <a:pt x="0" y="32146"/>
                </a:cubicBezTo>
                <a:cubicBezTo>
                  <a:pt x="0" y="26100"/>
                  <a:pt x="801" y="20404"/>
                  <a:pt x="2402" y="15058"/>
                </a:cubicBezTo>
                <a:cubicBezTo>
                  <a:pt x="4004" y="9711"/>
                  <a:pt x="6407" y="4692"/>
                  <a:pt x="961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Text O">
            <a:extLst xmlns:a="http://schemas.openxmlformats.org/drawingml/2006/main">
              <a:ext uri="{FF2B5EF4-FFF2-40B4-BE49-F238E27FC236}">
                <a16:creationId xmlns:a16="http://schemas.microsoft.com/office/drawing/2014/main" id="{41BC5D6A-EEED-4EEB-81D4-4977013C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14" y="4036354"/>
            <a:ext cx="104898" cy="93528"/>
          </a:xfrm>
          <a:custGeom xmlns:a="http://schemas.openxmlformats.org/drawingml/2006/main">
            <a:pathLst>
              <a:path w="104898" h="93528">
                <a:moveTo>
                  <a:pt x="11099" y="46696"/>
                </a:moveTo>
                <a:cubicBezTo>
                  <a:pt x="11099" y="56622"/>
                  <a:pt x="14802" y="64506"/>
                  <a:pt x="22208" y="70349"/>
                </a:cubicBezTo>
                <a:cubicBezTo>
                  <a:pt x="29613" y="76192"/>
                  <a:pt x="39705" y="79113"/>
                  <a:pt x="52483" y="79113"/>
                </a:cubicBezTo>
                <a:cubicBezTo>
                  <a:pt x="65216" y="79113"/>
                  <a:pt x="75285" y="76192"/>
                  <a:pt x="82691" y="70349"/>
                </a:cubicBezTo>
                <a:cubicBezTo>
                  <a:pt x="90096" y="64506"/>
                  <a:pt x="93799" y="56622"/>
                  <a:pt x="93799" y="46696"/>
                </a:cubicBezTo>
                <a:cubicBezTo>
                  <a:pt x="93799" y="36771"/>
                  <a:pt x="90096" y="28909"/>
                  <a:pt x="82691" y="23111"/>
                </a:cubicBezTo>
                <a:cubicBezTo>
                  <a:pt x="75285" y="17314"/>
                  <a:pt x="65216" y="14415"/>
                  <a:pt x="52483" y="14415"/>
                </a:cubicBezTo>
                <a:cubicBezTo>
                  <a:pt x="39705" y="14415"/>
                  <a:pt x="29613" y="17314"/>
                  <a:pt x="22208" y="23111"/>
                </a:cubicBezTo>
                <a:cubicBezTo>
                  <a:pt x="14802" y="28909"/>
                  <a:pt x="11099" y="36771"/>
                  <a:pt x="11099" y="46696"/>
                </a:cubicBezTo>
                <a:moveTo>
                  <a:pt x="0" y="46696"/>
                </a:moveTo>
                <a:cubicBezTo>
                  <a:pt x="0" y="32530"/>
                  <a:pt x="4752" y="21205"/>
                  <a:pt x="14256" y="12723"/>
                </a:cubicBezTo>
                <a:cubicBezTo>
                  <a:pt x="23759" y="4241"/>
                  <a:pt x="36501" y="0"/>
                  <a:pt x="52483" y="0"/>
                </a:cubicBezTo>
                <a:cubicBezTo>
                  <a:pt x="68419" y="0"/>
                  <a:pt x="81139" y="4241"/>
                  <a:pt x="90643" y="12723"/>
                </a:cubicBezTo>
                <a:cubicBezTo>
                  <a:pt x="100146" y="21205"/>
                  <a:pt x="104898" y="32530"/>
                  <a:pt x="104898" y="46696"/>
                </a:cubicBezTo>
                <a:cubicBezTo>
                  <a:pt x="104898" y="60908"/>
                  <a:pt x="100158" y="72267"/>
                  <a:pt x="90677" y="80771"/>
                </a:cubicBezTo>
                <a:cubicBezTo>
                  <a:pt x="81196" y="89276"/>
                  <a:pt x="68464" y="93528"/>
                  <a:pt x="52483" y="93528"/>
                </a:cubicBezTo>
                <a:cubicBezTo>
                  <a:pt x="36501" y="93528"/>
                  <a:pt x="23759" y="89276"/>
                  <a:pt x="14256" y="80771"/>
                </a:cubicBezTo>
                <a:cubicBezTo>
                  <a:pt x="4752" y="72267"/>
                  <a:pt x="0" y="60908"/>
                  <a:pt x="0" y="466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Text M">
            <a:extLst xmlns:a="http://schemas.openxmlformats.org/drawingml/2006/main">
              <a:ext uri="{FF2B5EF4-FFF2-40B4-BE49-F238E27FC236}">
                <a16:creationId xmlns:a16="http://schemas.microsoft.com/office/drawing/2014/main" id="{D58A6350-1BCA-47CF-933D-FB056B0A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74" y="3922538"/>
            <a:ext cx="101108" cy="92445"/>
          </a:xfrm>
          <a:custGeom xmlns:a="http://schemas.openxmlformats.org/drawingml/2006/main">
            <a:pathLst>
              <a:path w="101108" h="92445">
                <a:moveTo>
                  <a:pt x="0" y="92445"/>
                </a:moveTo>
                <a:lnTo>
                  <a:pt x="0" y="72075"/>
                </a:lnTo>
                <a:lnTo>
                  <a:pt x="68759" y="46290"/>
                </a:lnTo>
                <a:lnTo>
                  <a:pt x="0" y="20370"/>
                </a:lnTo>
                <a:lnTo>
                  <a:pt x="0" y="0"/>
                </a:lnTo>
                <a:lnTo>
                  <a:pt x="101108" y="0"/>
                </a:lnTo>
                <a:lnTo>
                  <a:pt x="101108" y="13332"/>
                </a:lnTo>
                <a:lnTo>
                  <a:pt x="12317" y="13332"/>
                </a:lnTo>
                <a:lnTo>
                  <a:pt x="81617" y="39387"/>
                </a:lnTo>
                <a:lnTo>
                  <a:pt x="81617" y="53126"/>
                </a:lnTo>
                <a:lnTo>
                  <a:pt x="12317" y="79181"/>
                </a:lnTo>
                <a:lnTo>
                  <a:pt x="101108" y="79181"/>
                </a:lnTo>
                <a:lnTo>
                  <a:pt x="101108" y="92445"/>
                </a:lnTo>
                <a:lnTo>
                  <a:pt x="0" y="924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Text P">
            <a:extLst xmlns:a="http://schemas.openxmlformats.org/drawingml/2006/main">
              <a:ext uri="{FF2B5EF4-FFF2-40B4-BE49-F238E27FC236}">
                <a16:creationId xmlns:a16="http://schemas.microsoft.com/office/drawing/2014/main" id="{9CE78F60-ECF6-48B6-B771-C3D3C316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74" y="3830132"/>
            <a:ext cx="101108" cy="65240"/>
          </a:xfrm>
          <a:custGeom xmlns:a="http://schemas.openxmlformats.org/drawingml/2006/main">
            <a:pathLst>
              <a:path w="101108" h="65240">
                <a:moveTo>
                  <a:pt x="11234" y="51569"/>
                </a:moveTo>
                <a:lnTo>
                  <a:pt x="49268" y="51569"/>
                </a:lnTo>
                <a:lnTo>
                  <a:pt x="49268" y="34379"/>
                </a:lnTo>
                <a:cubicBezTo>
                  <a:pt x="49268" y="28018"/>
                  <a:pt x="47618" y="23100"/>
                  <a:pt x="44319" y="19626"/>
                </a:cubicBezTo>
                <a:cubicBezTo>
                  <a:pt x="41020" y="16152"/>
                  <a:pt x="36319" y="14415"/>
                  <a:pt x="30217" y="14415"/>
                </a:cubicBezTo>
                <a:cubicBezTo>
                  <a:pt x="24160" y="14415"/>
                  <a:pt x="19482" y="16152"/>
                  <a:pt x="16183" y="19626"/>
                </a:cubicBezTo>
                <a:cubicBezTo>
                  <a:pt x="12884" y="23100"/>
                  <a:pt x="11234" y="28018"/>
                  <a:pt x="11234" y="34379"/>
                </a:cubicBezTo>
                <a:lnTo>
                  <a:pt x="11234" y="51569"/>
                </a:lnTo>
                <a:moveTo>
                  <a:pt x="0" y="65240"/>
                </a:moveTo>
                <a:lnTo>
                  <a:pt x="0" y="34379"/>
                </a:lnTo>
                <a:cubicBezTo>
                  <a:pt x="0" y="23055"/>
                  <a:pt x="2563" y="14494"/>
                  <a:pt x="7690" y="8696"/>
                </a:cubicBezTo>
                <a:cubicBezTo>
                  <a:pt x="12816" y="2899"/>
                  <a:pt x="20325" y="0"/>
                  <a:pt x="30217" y="0"/>
                </a:cubicBezTo>
                <a:cubicBezTo>
                  <a:pt x="40199" y="0"/>
                  <a:pt x="47743" y="2899"/>
                  <a:pt x="52846" y="8696"/>
                </a:cubicBezTo>
                <a:cubicBezTo>
                  <a:pt x="57950" y="14494"/>
                  <a:pt x="60502" y="23055"/>
                  <a:pt x="60502" y="34379"/>
                </a:cubicBezTo>
                <a:lnTo>
                  <a:pt x="60502" y="51569"/>
                </a:lnTo>
                <a:lnTo>
                  <a:pt x="101108" y="51569"/>
                </a:lnTo>
                <a:lnTo>
                  <a:pt x="101108" y="65240"/>
                </a:lnTo>
                <a:lnTo>
                  <a:pt x="0" y="652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Text R">
            <a:extLst xmlns:a="http://schemas.openxmlformats.org/drawingml/2006/main">
              <a:ext uri="{FF2B5EF4-FFF2-40B4-BE49-F238E27FC236}">
                <a16:creationId xmlns:a16="http://schemas.microsoft.com/office/drawing/2014/main" id="{1130ADA6-3040-45F8-9BE4-B31D28EE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74" y="5122586"/>
            <a:ext cx="101108" cy="78707"/>
          </a:xfrm>
          <a:custGeom xmlns:a="http://schemas.openxmlformats.org/drawingml/2006/main">
            <a:pathLst>
              <a:path w="101108" h="78707">
                <a:moveTo>
                  <a:pt x="53667" y="30793"/>
                </a:moveTo>
                <a:cubicBezTo>
                  <a:pt x="54661" y="27860"/>
                  <a:pt x="56784" y="25006"/>
                  <a:pt x="60037" y="22232"/>
                </a:cubicBezTo>
                <a:cubicBezTo>
                  <a:pt x="63288" y="19457"/>
                  <a:pt x="67760" y="16671"/>
                  <a:pt x="73452" y="13874"/>
                </a:cubicBezTo>
                <a:lnTo>
                  <a:pt x="101108" y="0"/>
                </a:lnTo>
                <a:lnTo>
                  <a:pt x="101108" y="14686"/>
                </a:lnTo>
                <a:lnTo>
                  <a:pt x="75148" y="27612"/>
                </a:lnTo>
                <a:cubicBezTo>
                  <a:pt x="68369" y="30950"/>
                  <a:pt x="63873" y="34188"/>
                  <a:pt x="61659" y="37323"/>
                </a:cubicBezTo>
                <a:cubicBezTo>
                  <a:pt x="59444" y="40459"/>
                  <a:pt x="58337" y="44734"/>
                  <a:pt x="58337" y="50148"/>
                </a:cubicBezTo>
                <a:lnTo>
                  <a:pt x="58337" y="65037"/>
                </a:lnTo>
                <a:lnTo>
                  <a:pt x="101108" y="65037"/>
                </a:lnTo>
                <a:lnTo>
                  <a:pt x="101108" y="78707"/>
                </a:lnTo>
                <a:lnTo>
                  <a:pt x="0" y="78707"/>
                </a:lnTo>
                <a:lnTo>
                  <a:pt x="0" y="47847"/>
                </a:lnTo>
                <a:cubicBezTo>
                  <a:pt x="0" y="36297"/>
                  <a:pt x="2414" y="27679"/>
                  <a:pt x="7241" y="21995"/>
                </a:cubicBezTo>
                <a:cubicBezTo>
                  <a:pt x="12069" y="16310"/>
                  <a:pt x="19355" y="13467"/>
                  <a:pt x="29101" y="13467"/>
                </a:cubicBezTo>
                <a:cubicBezTo>
                  <a:pt x="35462" y="13467"/>
                  <a:pt x="40741" y="14945"/>
                  <a:pt x="44937" y="17900"/>
                </a:cubicBezTo>
                <a:cubicBezTo>
                  <a:pt x="49133" y="20855"/>
                  <a:pt x="52043" y="25153"/>
                  <a:pt x="53667" y="30793"/>
                </a:cubicBezTo>
                <a:moveTo>
                  <a:pt x="11234" y="65037"/>
                </a:moveTo>
                <a:lnTo>
                  <a:pt x="47102" y="65037"/>
                </a:lnTo>
                <a:lnTo>
                  <a:pt x="47102" y="47847"/>
                </a:lnTo>
                <a:cubicBezTo>
                  <a:pt x="47102" y="41260"/>
                  <a:pt x="45580" y="36286"/>
                  <a:pt x="42534" y="32924"/>
                </a:cubicBezTo>
                <a:cubicBezTo>
                  <a:pt x="39489" y="29563"/>
                  <a:pt x="35011" y="27882"/>
                  <a:pt x="29101" y="27882"/>
                </a:cubicBezTo>
                <a:cubicBezTo>
                  <a:pt x="23190" y="27882"/>
                  <a:pt x="18735" y="29563"/>
                  <a:pt x="15735" y="32924"/>
                </a:cubicBezTo>
                <a:cubicBezTo>
                  <a:pt x="12734" y="36286"/>
                  <a:pt x="11234" y="41260"/>
                  <a:pt x="11234" y="47847"/>
                </a:cubicBezTo>
                <a:lnTo>
                  <a:pt x="11234" y="650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Text E">
            <a:extLst xmlns:a="http://schemas.openxmlformats.org/drawingml/2006/main">
              <a:ext uri="{FF2B5EF4-FFF2-40B4-BE49-F238E27FC236}">
                <a16:creationId xmlns:a16="http://schemas.microsoft.com/office/drawing/2014/main" id="{CA047D50-C956-49B2-90FC-9FEE9C51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74" y="5039862"/>
            <a:ext cx="101108" cy="65104"/>
          </a:xfrm>
          <a:custGeom xmlns:a="http://schemas.openxmlformats.org/drawingml/2006/main">
            <a:pathLst>
              <a:path w="101108" h="65104">
                <a:moveTo>
                  <a:pt x="0" y="65104"/>
                </a:moveTo>
                <a:lnTo>
                  <a:pt x="0" y="1218"/>
                </a:lnTo>
                <a:lnTo>
                  <a:pt x="11505" y="1218"/>
                </a:lnTo>
                <a:lnTo>
                  <a:pt x="11505" y="51434"/>
                </a:lnTo>
                <a:lnTo>
                  <a:pt x="41418" y="51434"/>
                </a:lnTo>
                <a:lnTo>
                  <a:pt x="41418" y="3316"/>
                </a:lnTo>
                <a:lnTo>
                  <a:pt x="52923" y="3316"/>
                </a:lnTo>
                <a:lnTo>
                  <a:pt x="52923" y="51434"/>
                </a:lnTo>
                <a:lnTo>
                  <a:pt x="89603" y="51434"/>
                </a:lnTo>
                <a:lnTo>
                  <a:pt x="89603" y="0"/>
                </a:lnTo>
                <a:lnTo>
                  <a:pt x="101108" y="0"/>
                </a:lnTo>
                <a:lnTo>
                  <a:pt x="101108" y="65104"/>
                </a:lnTo>
                <a:lnTo>
                  <a:pt x="0" y="651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Text G">
            <a:extLst xmlns:a="http://schemas.openxmlformats.org/drawingml/2006/main">
              <a:ext uri="{FF2B5EF4-FFF2-40B4-BE49-F238E27FC236}">
                <a16:creationId xmlns:a16="http://schemas.microsoft.com/office/drawing/2014/main" id="{0E18E692-BA2D-4317-9206-F436B65C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14" y="4934942"/>
            <a:ext cx="104898" cy="88249"/>
          </a:xfrm>
          <a:custGeom xmlns:a="http://schemas.openxmlformats.org/drawingml/2006/main">
            <a:pathLst>
              <a:path w="104898" h="88249">
                <a:moveTo>
                  <a:pt x="88510" y="13535"/>
                </a:moveTo>
                <a:lnTo>
                  <a:pt x="61314" y="13535"/>
                </a:lnTo>
                <a:lnTo>
                  <a:pt x="61314" y="35868"/>
                </a:lnTo>
                <a:lnTo>
                  <a:pt x="50080" y="35868"/>
                </a:lnTo>
                <a:lnTo>
                  <a:pt x="50080" y="0"/>
                </a:lnTo>
                <a:lnTo>
                  <a:pt x="93528" y="0"/>
                </a:lnTo>
                <a:cubicBezTo>
                  <a:pt x="97273" y="5279"/>
                  <a:pt x="100104" y="11099"/>
                  <a:pt x="102021" y="17460"/>
                </a:cubicBezTo>
                <a:cubicBezTo>
                  <a:pt x="103939" y="23822"/>
                  <a:pt x="104898" y="30612"/>
                  <a:pt x="104898" y="37831"/>
                </a:cubicBezTo>
                <a:cubicBezTo>
                  <a:pt x="104898" y="53622"/>
                  <a:pt x="100282" y="65973"/>
                  <a:pt x="91049" y="74883"/>
                </a:cubicBezTo>
                <a:cubicBezTo>
                  <a:pt x="81817" y="83794"/>
                  <a:pt x="68962" y="88249"/>
                  <a:pt x="52483" y="88249"/>
                </a:cubicBezTo>
                <a:cubicBezTo>
                  <a:pt x="35958" y="88249"/>
                  <a:pt x="23080" y="83794"/>
                  <a:pt x="13848" y="74883"/>
                </a:cubicBezTo>
                <a:cubicBezTo>
                  <a:pt x="4616" y="65973"/>
                  <a:pt x="0" y="53622"/>
                  <a:pt x="0" y="37831"/>
                </a:cubicBezTo>
                <a:cubicBezTo>
                  <a:pt x="0" y="31244"/>
                  <a:pt x="812" y="24984"/>
                  <a:pt x="2436" y="19051"/>
                </a:cubicBezTo>
                <a:cubicBezTo>
                  <a:pt x="4061" y="13118"/>
                  <a:pt x="6452" y="7647"/>
                  <a:pt x="9610" y="2639"/>
                </a:cubicBezTo>
                <a:lnTo>
                  <a:pt x="24228" y="2639"/>
                </a:lnTo>
                <a:cubicBezTo>
                  <a:pt x="19919" y="7692"/>
                  <a:pt x="16676" y="13061"/>
                  <a:pt x="14500" y="18746"/>
                </a:cubicBezTo>
                <a:cubicBezTo>
                  <a:pt x="12323" y="24431"/>
                  <a:pt x="11234" y="30409"/>
                  <a:pt x="11234" y="36680"/>
                </a:cubicBezTo>
                <a:cubicBezTo>
                  <a:pt x="11234" y="49042"/>
                  <a:pt x="14688" y="58325"/>
                  <a:pt x="21597" y="64529"/>
                </a:cubicBezTo>
                <a:cubicBezTo>
                  <a:pt x="28506" y="70733"/>
                  <a:pt x="38801" y="73834"/>
                  <a:pt x="52483" y="73834"/>
                </a:cubicBezTo>
                <a:cubicBezTo>
                  <a:pt x="66119" y="73834"/>
                  <a:pt x="76392" y="70733"/>
                  <a:pt x="83301" y="64529"/>
                </a:cubicBezTo>
                <a:cubicBezTo>
                  <a:pt x="90209" y="58325"/>
                  <a:pt x="93663" y="49042"/>
                  <a:pt x="93663" y="36680"/>
                </a:cubicBezTo>
                <a:cubicBezTo>
                  <a:pt x="93663" y="31853"/>
                  <a:pt x="93245" y="27544"/>
                  <a:pt x="92409" y="23754"/>
                </a:cubicBezTo>
                <a:cubicBezTo>
                  <a:pt x="91573" y="19964"/>
                  <a:pt x="90273" y="16558"/>
                  <a:pt x="88510" y="135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5A189C-4222-4EBB-8D30-FAEFE8B4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58" y="917025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1BBE33-983E-486E-A028-9AF1FFE2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58" y="917025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129" name="Text Baseline">
            <a:extLst xmlns:a="http://schemas.openxmlformats.org/drawingml/2006/main">
              <a:ext uri="{FF2B5EF4-FFF2-40B4-BE49-F238E27FC236}">
                <a16:creationId xmlns:a16="http://schemas.microsoft.com/office/drawing/2014/main" id="{37822E8D-6CCC-4671-A866-065C1B75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301" y="967647"/>
            <a:ext cx="566718" cy="107334"/>
          </a:xfrm>
          <a:custGeom xmlns:a="http://schemas.openxmlformats.org/drawingml/2006/main">
            <a:pathLst>
              <a:path w="566718" h="107334">
                <a:moveTo>
                  <a:pt x="13671" y="56983"/>
                </a:moveTo>
                <a:lnTo>
                  <a:pt x="13671" y="94070"/>
                </a:lnTo>
                <a:lnTo>
                  <a:pt x="35598" y="94070"/>
                </a:lnTo>
                <a:cubicBezTo>
                  <a:pt x="42952" y="94070"/>
                  <a:pt x="48400" y="92544"/>
                  <a:pt x="51941" y="89493"/>
                </a:cubicBezTo>
                <a:cubicBezTo>
                  <a:pt x="55483" y="86442"/>
                  <a:pt x="57254" y="81775"/>
                  <a:pt x="57254" y="75492"/>
                </a:cubicBezTo>
                <a:cubicBezTo>
                  <a:pt x="57254" y="69165"/>
                  <a:pt x="55483" y="64498"/>
                  <a:pt x="51941" y="61492"/>
                </a:cubicBezTo>
                <a:cubicBezTo>
                  <a:pt x="48400" y="58486"/>
                  <a:pt x="42952" y="56983"/>
                  <a:pt x="35598" y="56983"/>
                </a:cubicBezTo>
                <a:lnTo>
                  <a:pt x="13671" y="56983"/>
                </a:lnTo>
                <a:moveTo>
                  <a:pt x="13671" y="15430"/>
                </a:moveTo>
                <a:lnTo>
                  <a:pt x="13671" y="45884"/>
                </a:lnTo>
                <a:lnTo>
                  <a:pt x="33906" y="45884"/>
                </a:lnTo>
                <a:cubicBezTo>
                  <a:pt x="40583" y="45884"/>
                  <a:pt x="45557" y="44632"/>
                  <a:pt x="48828" y="42128"/>
                </a:cubicBezTo>
                <a:cubicBezTo>
                  <a:pt x="52099" y="39624"/>
                  <a:pt x="53735" y="35801"/>
                  <a:pt x="53735" y="30657"/>
                </a:cubicBezTo>
                <a:cubicBezTo>
                  <a:pt x="53735" y="25559"/>
                  <a:pt x="52099" y="21747"/>
                  <a:pt x="48828" y="19220"/>
                </a:cubicBezTo>
                <a:cubicBezTo>
                  <a:pt x="45557" y="16693"/>
                  <a:pt x="40583" y="15430"/>
                  <a:pt x="33906" y="15430"/>
                </a:cubicBezTo>
                <a:lnTo>
                  <a:pt x="13671" y="15430"/>
                </a:lnTo>
                <a:moveTo>
                  <a:pt x="0" y="4196"/>
                </a:moveTo>
                <a:lnTo>
                  <a:pt x="34921" y="4196"/>
                </a:lnTo>
                <a:cubicBezTo>
                  <a:pt x="45343" y="4196"/>
                  <a:pt x="53374" y="6362"/>
                  <a:pt x="59013" y="10693"/>
                </a:cubicBezTo>
                <a:cubicBezTo>
                  <a:pt x="64653" y="15024"/>
                  <a:pt x="67473" y="21183"/>
                  <a:pt x="67473" y="29168"/>
                </a:cubicBezTo>
                <a:cubicBezTo>
                  <a:pt x="67473" y="35349"/>
                  <a:pt x="66029" y="40267"/>
                  <a:pt x="63142" y="43922"/>
                </a:cubicBezTo>
                <a:cubicBezTo>
                  <a:pt x="60254" y="47576"/>
                  <a:pt x="56013" y="49855"/>
                  <a:pt x="50419" y="50757"/>
                </a:cubicBezTo>
                <a:cubicBezTo>
                  <a:pt x="57141" y="52202"/>
                  <a:pt x="62363" y="55217"/>
                  <a:pt x="66086" y="59802"/>
                </a:cubicBezTo>
                <a:cubicBezTo>
                  <a:pt x="69808" y="64387"/>
                  <a:pt x="71669" y="70113"/>
                  <a:pt x="71669" y="76979"/>
                </a:cubicBezTo>
                <a:cubicBezTo>
                  <a:pt x="71669" y="86014"/>
                  <a:pt x="68601" y="92994"/>
                  <a:pt x="62465" y="97919"/>
                </a:cubicBezTo>
                <a:cubicBezTo>
                  <a:pt x="56329" y="102842"/>
                  <a:pt x="47599" y="105304"/>
                  <a:pt x="36274" y="105304"/>
                </a:cubicBezTo>
                <a:lnTo>
                  <a:pt x="0" y="105304"/>
                </a:lnTo>
                <a:lnTo>
                  <a:pt x="0" y="4196"/>
                </a:lnTo>
                <a:close/>
                <a:moveTo>
                  <a:pt x="128985" y="67134"/>
                </a:moveTo>
                <a:cubicBezTo>
                  <a:pt x="118924" y="67134"/>
                  <a:pt x="111954" y="68291"/>
                  <a:pt x="108074" y="70603"/>
                </a:cubicBezTo>
                <a:cubicBezTo>
                  <a:pt x="104194" y="72914"/>
                  <a:pt x="102253" y="76857"/>
                  <a:pt x="102253" y="82431"/>
                </a:cubicBezTo>
                <a:cubicBezTo>
                  <a:pt x="102253" y="86873"/>
                  <a:pt x="103709" y="90397"/>
                  <a:pt x="106619" y="93004"/>
                </a:cubicBezTo>
                <a:cubicBezTo>
                  <a:pt x="109529" y="95609"/>
                  <a:pt x="113488" y="96912"/>
                  <a:pt x="118496" y="96912"/>
                </a:cubicBezTo>
                <a:cubicBezTo>
                  <a:pt x="125399" y="96912"/>
                  <a:pt x="130937" y="94453"/>
                  <a:pt x="135110" y="89535"/>
                </a:cubicBezTo>
                <a:cubicBezTo>
                  <a:pt x="139283" y="84616"/>
                  <a:pt x="141370" y="78076"/>
                  <a:pt x="141370" y="69916"/>
                </a:cubicBezTo>
                <a:lnTo>
                  <a:pt x="141370" y="67134"/>
                </a:lnTo>
                <a:lnTo>
                  <a:pt x="128985" y="67134"/>
                </a:lnTo>
                <a:moveTo>
                  <a:pt x="153823" y="61991"/>
                </a:moveTo>
                <a:lnTo>
                  <a:pt x="153823" y="105304"/>
                </a:lnTo>
                <a:lnTo>
                  <a:pt x="141370" y="105304"/>
                </a:lnTo>
                <a:lnTo>
                  <a:pt x="141370" y="93799"/>
                </a:lnTo>
                <a:cubicBezTo>
                  <a:pt x="138528" y="98423"/>
                  <a:pt x="134986" y="101835"/>
                  <a:pt x="130745" y="104035"/>
                </a:cubicBezTo>
                <a:cubicBezTo>
                  <a:pt x="126504" y="106234"/>
                  <a:pt x="121316" y="107334"/>
                  <a:pt x="115180" y="107334"/>
                </a:cubicBezTo>
                <a:cubicBezTo>
                  <a:pt x="107419" y="107334"/>
                  <a:pt x="101250" y="105151"/>
                  <a:pt x="96670" y="100786"/>
                </a:cubicBezTo>
                <a:cubicBezTo>
                  <a:pt x="92091" y="96420"/>
                  <a:pt x="89801" y="90572"/>
                  <a:pt x="89801" y="83243"/>
                </a:cubicBezTo>
                <a:cubicBezTo>
                  <a:pt x="89801" y="74694"/>
                  <a:pt x="92655" y="68248"/>
                  <a:pt x="98362" y="63905"/>
                </a:cubicBezTo>
                <a:cubicBezTo>
                  <a:pt x="104069" y="59561"/>
                  <a:pt x="112585" y="57389"/>
                  <a:pt x="123910" y="57389"/>
                </a:cubicBezTo>
                <a:lnTo>
                  <a:pt x="141370" y="57389"/>
                </a:lnTo>
                <a:lnTo>
                  <a:pt x="141370" y="56171"/>
                </a:lnTo>
                <a:cubicBezTo>
                  <a:pt x="141370" y="50441"/>
                  <a:pt x="139487" y="46008"/>
                  <a:pt x="135719" y="42873"/>
                </a:cubicBezTo>
                <a:cubicBezTo>
                  <a:pt x="131952" y="39737"/>
                  <a:pt x="126662" y="38169"/>
                  <a:pt x="119849" y="38169"/>
                </a:cubicBezTo>
                <a:cubicBezTo>
                  <a:pt x="115518" y="38169"/>
                  <a:pt x="111299" y="38688"/>
                  <a:pt x="107194" y="39726"/>
                </a:cubicBezTo>
                <a:cubicBezTo>
                  <a:pt x="103088" y="40763"/>
                  <a:pt x="99140" y="42320"/>
                  <a:pt x="95351" y="44395"/>
                </a:cubicBezTo>
                <a:lnTo>
                  <a:pt x="95351" y="32890"/>
                </a:lnTo>
                <a:cubicBezTo>
                  <a:pt x="99907" y="31131"/>
                  <a:pt x="104329" y="29811"/>
                  <a:pt x="108615" y="28931"/>
                </a:cubicBezTo>
                <a:cubicBezTo>
                  <a:pt x="112901" y="28052"/>
                  <a:pt x="117074" y="27612"/>
                  <a:pt x="121135" y="27612"/>
                </a:cubicBezTo>
                <a:cubicBezTo>
                  <a:pt x="132099" y="27612"/>
                  <a:pt x="140287" y="30454"/>
                  <a:pt x="145701" y="36139"/>
                </a:cubicBezTo>
                <a:cubicBezTo>
                  <a:pt x="151115" y="41824"/>
                  <a:pt x="153823" y="50441"/>
                  <a:pt x="153823" y="61991"/>
                </a:cubicBezTo>
                <a:close/>
                <a:moveTo>
                  <a:pt x="227821" y="31672"/>
                </a:moveTo>
                <a:lnTo>
                  <a:pt x="227821" y="43448"/>
                </a:lnTo>
                <a:cubicBezTo>
                  <a:pt x="224302" y="41643"/>
                  <a:pt x="220647" y="40290"/>
                  <a:pt x="216857" y="39387"/>
                </a:cubicBezTo>
                <a:cubicBezTo>
                  <a:pt x="213068" y="38485"/>
                  <a:pt x="209142" y="38034"/>
                  <a:pt x="205082" y="38034"/>
                </a:cubicBezTo>
                <a:cubicBezTo>
                  <a:pt x="198901" y="38034"/>
                  <a:pt x="194265" y="38983"/>
                  <a:pt x="191174" y="40883"/>
                </a:cubicBezTo>
                <a:cubicBezTo>
                  <a:pt x="188084" y="42782"/>
                  <a:pt x="186539" y="45630"/>
                  <a:pt x="186539" y="49429"/>
                </a:cubicBezTo>
                <a:cubicBezTo>
                  <a:pt x="186539" y="52322"/>
                  <a:pt x="187644" y="54594"/>
                  <a:pt x="189855" y="56245"/>
                </a:cubicBezTo>
                <a:cubicBezTo>
                  <a:pt x="192066" y="57896"/>
                  <a:pt x="196510" y="59467"/>
                  <a:pt x="203187" y="60959"/>
                </a:cubicBezTo>
                <a:lnTo>
                  <a:pt x="207451" y="61911"/>
                </a:lnTo>
                <a:cubicBezTo>
                  <a:pt x="216294" y="63809"/>
                  <a:pt x="222576" y="66487"/>
                  <a:pt x="226298" y="69945"/>
                </a:cubicBezTo>
                <a:cubicBezTo>
                  <a:pt x="230020" y="73402"/>
                  <a:pt x="231882" y="78227"/>
                  <a:pt x="231882" y="84419"/>
                </a:cubicBezTo>
                <a:cubicBezTo>
                  <a:pt x="231882" y="91470"/>
                  <a:pt x="229096" y="97052"/>
                  <a:pt x="223524" y="101165"/>
                </a:cubicBezTo>
                <a:cubicBezTo>
                  <a:pt x="217952" y="105278"/>
                  <a:pt x="210293" y="107334"/>
                  <a:pt x="200548" y="107334"/>
                </a:cubicBezTo>
                <a:cubicBezTo>
                  <a:pt x="196487" y="107334"/>
                  <a:pt x="192257" y="106939"/>
                  <a:pt x="187858" y="106150"/>
                </a:cubicBezTo>
                <a:cubicBezTo>
                  <a:pt x="183459" y="105360"/>
                  <a:pt x="178824" y="104176"/>
                  <a:pt x="173951" y="102597"/>
                </a:cubicBezTo>
                <a:lnTo>
                  <a:pt x="173951" y="89738"/>
                </a:lnTo>
                <a:cubicBezTo>
                  <a:pt x="178553" y="92129"/>
                  <a:pt x="183087" y="93923"/>
                  <a:pt x="187554" y="95118"/>
                </a:cubicBezTo>
                <a:cubicBezTo>
                  <a:pt x="192020" y="96314"/>
                  <a:pt x="196442" y="96912"/>
                  <a:pt x="200818" y="96912"/>
                </a:cubicBezTo>
                <a:cubicBezTo>
                  <a:pt x="206684" y="96912"/>
                  <a:pt x="211195" y="95906"/>
                  <a:pt x="214353" y="93894"/>
                </a:cubicBezTo>
                <a:cubicBezTo>
                  <a:pt x="217512" y="91882"/>
                  <a:pt x="219091" y="89045"/>
                  <a:pt x="219091" y="85384"/>
                </a:cubicBezTo>
                <a:cubicBezTo>
                  <a:pt x="219091" y="81993"/>
                  <a:pt x="217952" y="79393"/>
                  <a:pt x="215673" y="77584"/>
                </a:cubicBezTo>
                <a:cubicBezTo>
                  <a:pt x="213395" y="75775"/>
                  <a:pt x="208398" y="74035"/>
                  <a:pt x="200683" y="72362"/>
                </a:cubicBezTo>
                <a:lnTo>
                  <a:pt x="196352" y="71345"/>
                </a:lnTo>
                <a:cubicBezTo>
                  <a:pt x="188637" y="69718"/>
                  <a:pt x="183065" y="67221"/>
                  <a:pt x="179636" y="63854"/>
                </a:cubicBezTo>
                <a:cubicBezTo>
                  <a:pt x="176207" y="60486"/>
                  <a:pt x="174492" y="55864"/>
                  <a:pt x="174492" y="49987"/>
                </a:cubicBezTo>
                <a:cubicBezTo>
                  <a:pt x="174492" y="42844"/>
                  <a:pt x="177019" y="37330"/>
                  <a:pt x="182072" y="33442"/>
                </a:cubicBezTo>
                <a:cubicBezTo>
                  <a:pt x="187125" y="29555"/>
                  <a:pt x="194299" y="27612"/>
                  <a:pt x="203593" y="27612"/>
                </a:cubicBezTo>
                <a:cubicBezTo>
                  <a:pt x="208195" y="27612"/>
                  <a:pt x="212526" y="27950"/>
                  <a:pt x="216587" y="28627"/>
                </a:cubicBezTo>
                <a:cubicBezTo>
                  <a:pt x="220647" y="29304"/>
                  <a:pt x="224392" y="30319"/>
                  <a:pt x="227821" y="31672"/>
                </a:cubicBezTo>
                <a:close/>
                <a:moveTo>
                  <a:pt x="316545" y="64292"/>
                </a:moveTo>
                <a:lnTo>
                  <a:pt x="316545" y="70383"/>
                </a:lnTo>
                <a:lnTo>
                  <a:pt x="259291" y="70383"/>
                </a:lnTo>
                <a:cubicBezTo>
                  <a:pt x="259832" y="78978"/>
                  <a:pt x="262415" y="85525"/>
                  <a:pt x="267040" y="90026"/>
                </a:cubicBezTo>
                <a:cubicBezTo>
                  <a:pt x="271664" y="94526"/>
                  <a:pt x="278105" y="96777"/>
                  <a:pt x="286361" y="96777"/>
                </a:cubicBezTo>
                <a:cubicBezTo>
                  <a:pt x="291144" y="96777"/>
                  <a:pt x="295779" y="96190"/>
                  <a:pt x="300269" y="95017"/>
                </a:cubicBezTo>
                <a:cubicBezTo>
                  <a:pt x="304758" y="93844"/>
                  <a:pt x="309213" y="92084"/>
                  <a:pt x="313635" y="89738"/>
                </a:cubicBezTo>
                <a:lnTo>
                  <a:pt x="313635" y="101514"/>
                </a:lnTo>
                <a:cubicBezTo>
                  <a:pt x="309168" y="103409"/>
                  <a:pt x="304589" y="104853"/>
                  <a:pt x="299896" y="105845"/>
                </a:cubicBezTo>
                <a:cubicBezTo>
                  <a:pt x="295204" y="106838"/>
                  <a:pt x="290444" y="107334"/>
                  <a:pt x="285617" y="107334"/>
                </a:cubicBezTo>
                <a:cubicBezTo>
                  <a:pt x="273525" y="107334"/>
                  <a:pt x="263949" y="103809"/>
                  <a:pt x="256888" y="96760"/>
                </a:cubicBezTo>
                <a:cubicBezTo>
                  <a:pt x="249828" y="89709"/>
                  <a:pt x="246297" y="80173"/>
                  <a:pt x="246297" y="68152"/>
                </a:cubicBezTo>
                <a:cubicBezTo>
                  <a:pt x="246297" y="55723"/>
                  <a:pt x="249647" y="45860"/>
                  <a:pt x="256347" y="38560"/>
                </a:cubicBezTo>
                <a:cubicBezTo>
                  <a:pt x="263047" y="31261"/>
                  <a:pt x="272082" y="27612"/>
                  <a:pt x="283451" y="27612"/>
                </a:cubicBezTo>
                <a:cubicBezTo>
                  <a:pt x="293648" y="27612"/>
                  <a:pt x="301712" y="30900"/>
                  <a:pt x="307645" y="37478"/>
                </a:cubicBezTo>
                <a:cubicBezTo>
                  <a:pt x="313578" y="44053"/>
                  <a:pt x="316545" y="52992"/>
                  <a:pt x="316545" y="64292"/>
                </a:cubicBezTo>
                <a:moveTo>
                  <a:pt x="304092" y="60638"/>
                </a:moveTo>
                <a:cubicBezTo>
                  <a:pt x="304002" y="53804"/>
                  <a:pt x="302096" y="48351"/>
                  <a:pt x="298374" y="44279"/>
                </a:cubicBezTo>
                <a:cubicBezTo>
                  <a:pt x="294652" y="40206"/>
                  <a:pt x="289722" y="38169"/>
                  <a:pt x="283587" y="38169"/>
                </a:cubicBezTo>
                <a:cubicBezTo>
                  <a:pt x="276638" y="38169"/>
                  <a:pt x="271078" y="40138"/>
                  <a:pt x="266904" y="44076"/>
                </a:cubicBezTo>
                <a:cubicBezTo>
                  <a:pt x="262731" y="48013"/>
                  <a:pt x="260329" y="53556"/>
                  <a:pt x="259697" y="60705"/>
                </a:cubicBezTo>
                <a:lnTo>
                  <a:pt x="304092" y="60638"/>
                </a:lnTo>
                <a:close/>
                <a:moveTo>
                  <a:pt x="336950" y="0"/>
                </a:moveTo>
                <a:lnTo>
                  <a:pt x="349403" y="0"/>
                </a:lnTo>
                <a:lnTo>
                  <a:pt x="349403" y="105304"/>
                </a:lnTo>
                <a:lnTo>
                  <a:pt x="336950" y="105304"/>
                </a:lnTo>
                <a:lnTo>
                  <a:pt x="336950" y="0"/>
                </a:lnTo>
                <a:close/>
                <a:moveTo>
                  <a:pt x="375481" y="29507"/>
                </a:moveTo>
                <a:lnTo>
                  <a:pt x="387933" y="29507"/>
                </a:lnTo>
                <a:lnTo>
                  <a:pt x="387933" y="105304"/>
                </a:lnTo>
                <a:lnTo>
                  <a:pt x="375481" y="105304"/>
                </a:lnTo>
                <a:lnTo>
                  <a:pt x="375481" y="29507"/>
                </a:lnTo>
                <a:moveTo>
                  <a:pt x="375481" y="0"/>
                </a:moveTo>
                <a:lnTo>
                  <a:pt x="387933" y="0"/>
                </a:lnTo>
                <a:lnTo>
                  <a:pt x="387933" y="15836"/>
                </a:lnTo>
                <a:lnTo>
                  <a:pt x="375481" y="15836"/>
                </a:lnTo>
                <a:lnTo>
                  <a:pt x="375481" y="0"/>
                </a:lnTo>
                <a:close/>
                <a:moveTo>
                  <a:pt x="477018" y="59555"/>
                </a:moveTo>
                <a:lnTo>
                  <a:pt x="477018" y="105304"/>
                </a:lnTo>
                <a:lnTo>
                  <a:pt x="464566" y="105304"/>
                </a:lnTo>
                <a:lnTo>
                  <a:pt x="464566" y="59961"/>
                </a:lnTo>
                <a:cubicBezTo>
                  <a:pt x="464566" y="52765"/>
                  <a:pt x="463167" y="47379"/>
                  <a:pt x="460370" y="43803"/>
                </a:cubicBezTo>
                <a:cubicBezTo>
                  <a:pt x="457573" y="40228"/>
                  <a:pt x="453377" y="38440"/>
                  <a:pt x="447782" y="38440"/>
                </a:cubicBezTo>
                <a:cubicBezTo>
                  <a:pt x="441060" y="38440"/>
                  <a:pt x="435758" y="40589"/>
                  <a:pt x="431878" y="44888"/>
                </a:cubicBezTo>
                <a:cubicBezTo>
                  <a:pt x="427998" y="49186"/>
                  <a:pt x="426058" y="55044"/>
                  <a:pt x="426058" y="62465"/>
                </a:cubicBezTo>
                <a:lnTo>
                  <a:pt x="426058" y="105304"/>
                </a:lnTo>
                <a:lnTo>
                  <a:pt x="413538" y="105304"/>
                </a:lnTo>
                <a:lnTo>
                  <a:pt x="413538" y="29507"/>
                </a:lnTo>
                <a:lnTo>
                  <a:pt x="426058" y="29507"/>
                </a:lnTo>
                <a:lnTo>
                  <a:pt x="426058" y="41282"/>
                </a:lnTo>
                <a:cubicBezTo>
                  <a:pt x="429036" y="36703"/>
                  <a:pt x="432544" y="33280"/>
                  <a:pt x="436582" y="31012"/>
                </a:cubicBezTo>
                <a:cubicBezTo>
                  <a:pt x="440620" y="28745"/>
                  <a:pt x="445278" y="27612"/>
                  <a:pt x="450557" y="27612"/>
                </a:cubicBezTo>
                <a:cubicBezTo>
                  <a:pt x="459265" y="27612"/>
                  <a:pt x="465852" y="30313"/>
                  <a:pt x="470318" y="35716"/>
                </a:cubicBezTo>
                <a:cubicBezTo>
                  <a:pt x="474785" y="41119"/>
                  <a:pt x="477018" y="49065"/>
                  <a:pt x="477018" y="59555"/>
                </a:cubicBezTo>
                <a:close/>
                <a:moveTo>
                  <a:pt x="566718" y="64292"/>
                </a:moveTo>
                <a:lnTo>
                  <a:pt x="566718" y="70383"/>
                </a:lnTo>
                <a:lnTo>
                  <a:pt x="509464" y="70383"/>
                </a:lnTo>
                <a:cubicBezTo>
                  <a:pt x="510006" y="78978"/>
                  <a:pt x="512589" y="85525"/>
                  <a:pt x="517213" y="90026"/>
                </a:cubicBezTo>
                <a:cubicBezTo>
                  <a:pt x="521838" y="94526"/>
                  <a:pt x="528278" y="96777"/>
                  <a:pt x="536535" y="96777"/>
                </a:cubicBezTo>
                <a:cubicBezTo>
                  <a:pt x="541317" y="96777"/>
                  <a:pt x="545953" y="96190"/>
                  <a:pt x="550442" y="95017"/>
                </a:cubicBezTo>
                <a:cubicBezTo>
                  <a:pt x="554931" y="93844"/>
                  <a:pt x="559387" y="92084"/>
                  <a:pt x="563808" y="89738"/>
                </a:cubicBezTo>
                <a:lnTo>
                  <a:pt x="563808" y="101514"/>
                </a:lnTo>
                <a:cubicBezTo>
                  <a:pt x="559341" y="103409"/>
                  <a:pt x="554762" y="104853"/>
                  <a:pt x="550070" y="105845"/>
                </a:cubicBezTo>
                <a:cubicBezTo>
                  <a:pt x="545378" y="106838"/>
                  <a:pt x="540618" y="107334"/>
                  <a:pt x="535790" y="107334"/>
                </a:cubicBezTo>
                <a:cubicBezTo>
                  <a:pt x="523699" y="107334"/>
                  <a:pt x="514123" y="103809"/>
                  <a:pt x="507062" y="96760"/>
                </a:cubicBezTo>
                <a:cubicBezTo>
                  <a:pt x="500001" y="89709"/>
                  <a:pt x="496470" y="80173"/>
                  <a:pt x="496470" y="68152"/>
                </a:cubicBezTo>
                <a:cubicBezTo>
                  <a:pt x="496470" y="55723"/>
                  <a:pt x="499820" y="45860"/>
                  <a:pt x="506520" y="38560"/>
                </a:cubicBezTo>
                <a:cubicBezTo>
                  <a:pt x="513220" y="31261"/>
                  <a:pt x="522255" y="27612"/>
                  <a:pt x="533625" y="27612"/>
                </a:cubicBezTo>
                <a:cubicBezTo>
                  <a:pt x="543821" y="27612"/>
                  <a:pt x="551886" y="30900"/>
                  <a:pt x="557819" y="37478"/>
                </a:cubicBezTo>
                <a:cubicBezTo>
                  <a:pt x="563752" y="44053"/>
                  <a:pt x="566718" y="52992"/>
                  <a:pt x="566718" y="64292"/>
                </a:cubicBezTo>
                <a:moveTo>
                  <a:pt x="554266" y="60638"/>
                </a:moveTo>
                <a:cubicBezTo>
                  <a:pt x="554175" y="53804"/>
                  <a:pt x="552269" y="48351"/>
                  <a:pt x="548547" y="44279"/>
                </a:cubicBezTo>
                <a:cubicBezTo>
                  <a:pt x="544825" y="40206"/>
                  <a:pt x="539896" y="38169"/>
                  <a:pt x="533760" y="38169"/>
                </a:cubicBezTo>
                <a:cubicBezTo>
                  <a:pt x="526812" y="38169"/>
                  <a:pt x="521251" y="40138"/>
                  <a:pt x="517078" y="44076"/>
                </a:cubicBezTo>
                <a:cubicBezTo>
                  <a:pt x="512904" y="48013"/>
                  <a:pt x="510502" y="53556"/>
                  <a:pt x="509870" y="60705"/>
                </a:cubicBezTo>
                <a:lnTo>
                  <a:pt x="554266" y="606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Text A-bit">
            <a:extLst xmlns:a="http://schemas.openxmlformats.org/drawingml/2006/main">
              <a:ext uri="{FF2B5EF4-FFF2-40B4-BE49-F238E27FC236}">
                <a16:creationId xmlns:a16="http://schemas.microsoft.com/office/drawing/2014/main" id="{E4F17614-9DAB-450D-95D0-BFA87F6C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26" y="1314148"/>
            <a:ext cx="318290" cy="107334"/>
          </a:xfrm>
          <a:custGeom xmlns:a="http://schemas.openxmlformats.org/drawingml/2006/main">
            <a:pathLst>
              <a:path w="318290" h="107334">
                <a:moveTo>
                  <a:pt x="46290" y="17663"/>
                </a:moveTo>
                <a:lnTo>
                  <a:pt x="27747" y="67947"/>
                </a:lnTo>
                <a:lnTo>
                  <a:pt x="64901" y="67947"/>
                </a:lnTo>
                <a:lnTo>
                  <a:pt x="46290" y="17663"/>
                </a:lnTo>
                <a:moveTo>
                  <a:pt x="38575" y="4196"/>
                </a:moveTo>
                <a:lnTo>
                  <a:pt x="54073" y="4196"/>
                </a:lnTo>
                <a:lnTo>
                  <a:pt x="92581" y="105304"/>
                </a:lnTo>
                <a:lnTo>
                  <a:pt x="78369" y="105304"/>
                </a:lnTo>
                <a:lnTo>
                  <a:pt x="69165" y="79316"/>
                </a:lnTo>
                <a:lnTo>
                  <a:pt x="23619" y="79316"/>
                </a:lnTo>
                <a:lnTo>
                  <a:pt x="14415" y="105304"/>
                </a:lnTo>
                <a:lnTo>
                  <a:pt x="0" y="105304"/>
                </a:lnTo>
                <a:lnTo>
                  <a:pt x="38575" y="4196"/>
                </a:lnTo>
                <a:close/>
                <a:moveTo>
                  <a:pt x="97453" y="61720"/>
                </a:moveTo>
                <a:lnTo>
                  <a:pt x="133931" y="61720"/>
                </a:lnTo>
                <a:lnTo>
                  <a:pt x="133931" y="72819"/>
                </a:lnTo>
                <a:lnTo>
                  <a:pt x="97453" y="72819"/>
                </a:lnTo>
                <a:lnTo>
                  <a:pt x="97453" y="61720"/>
                </a:lnTo>
                <a:close/>
                <a:moveTo>
                  <a:pt x="208193" y="67473"/>
                </a:moveTo>
                <a:cubicBezTo>
                  <a:pt x="208193" y="58293"/>
                  <a:pt x="206310" y="51092"/>
                  <a:pt x="202542" y="45869"/>
                </a:cubicBezTo>
                <a:cubicBezTo>
                  <a:pt x="198775" y="40646"/>
                  <a:pt x="193598" y="38034"/>
                  <a:pt x="187011" y="38034"/>
                </a:cubicBezTo>
                <a:cubicBezTo>
                  <a:pt x="180424" y="38034"/>
                  <a:pt x="175246" y="40646"/>
                  <a:pt x="171479" y="45869"/>
                </a:cubicBezTo>
                <a:cubicBezTo>
                  <a:pt x="167712" y="51092"/>
                  <a:pt x="165828" y="58293"/>
                  <a:pt x="165828" y="67473"/>
                </a:cubicBezTo>
                <a:cubicBezTo>
                  <a:pt x="165828" y="76653"/>
                  <a:pt x="167712" y="83855"/>
                  <a:pt x="171479" y="89078"/>
                </a:cubicBezTo>
                <a:cubicBezTo>
                  <a:pt x="175246" y="94301"/>
                  <a:pt x="180424" y="96912"/>
                  <a:pt x="187011" y="96912"/>
                </a:cubicBezTo>
                <a:cubicBezTo>
                  <a:pt x="193598" y="96912"/>
                  <a:pt x="198775" y="94301"/>
                  <a:pt x="202542" y="89078"/>
                </a:cubicBezTo>
                <a:cubicBezTo>
                  <a:pt x="206310" y="83855"/>
                  <a:pt x="208193" y="76653"/>
                  <a:pt x="208193" y="67473"/>
                </a:cubicBezTo>
                <a:moveTo>
                  <a:pt x="165828" y="41012"/>
                </a:moveTo>
                <a:cubicBezTo>
                  <a:pt x="168445" y="36477"/>
                  <a:pt x="171750" y="33110"/>
                  <a:pt x="175743" y="30911"/>
                </a:cubicBezTo>
                <a:cubicBezTo>
                  <a:pt x="179736" y="28711"/>
                  <a:pt x="184507" y="27612"/>
                  <a:pt x="190056" y="27612"/>
                </a:cubicBezTo>
                <a:cubicBezTo>
                  <a:pt x="199260" y="27612"/>
                  <a:pt x="206738" y="31273"/>
                  <a:pt x="212491" y="38594"/>
                </a:cubicBezTo>
                <a:cubicBezTo>
                  <a:pt x="218243" y="45916"/>
                  <a:pt x="221119" y="55542"/>
                  <a:pt x="221119" y="67473"/>
                </a:cubicBezTo>
                <a:cubicBezTo>
                  <a:pt x="221119" y="79404"/>
                  <a:pt x="218243" y="89030"/>
                  <a:pt x="212491" y="96351"/>
                </a:cubicBezTo>
                <a:cubicBezTo>
                  <a:pt x="206738" y="103673"/>
                  <a:pt x="199260" y="107334"/>
                  <a:pt x="190056" y="107334"/>
                </a:cubicBezTo>
                <a:cubicBezTo>
                  <a:pt x="184507" y="107334"/>
                  <a:pt x="179736" y="106234"/>
                  <a:pt x="175743" y="104035"/>
                </a:cubicBezTo>
                <a:cubicBezTo>
                  <a:pt x="171750" y="101835"/>
                  <a:pt x="168445" y="98468"/>
                  <a:pt x="165828" y="93934"/>
                </a:cubicBezTo>
                <a:lnTo>
                  <a:pt x="165828" y="105304"/>
                </a:lnTo>
                <a:lnTo>
                  <a:pt x="153308" y="105304"/>
                </a:lnTo>
                <a:lnTo>
                  <a:pt x="153308" y="0"/>
                </a:lnTo>
                <a:lnTo>
                  <a:pt x="165828" y="0"/>
                </a:lnTo>
                <a:lnTo>
                  <a:pt x="165828" y="41012"/>
                </a:lnTo>
                <a:close/>
                <a:moveTo>
                  <a:pt x="241793" y="29507"/>
                </a:moveTo>
                <a:lnTo>
                  <a:pt x="254245" y="29507"/>
                </a:lnTo>
                <a:lnTo>
                  <a:pt x="254245" y="105304"/>
                </a:lnTo>
                <a:lnTo>
                  <a:pt x="241793" y="105304"/>
                </a:lnTo>
                <a:lnTo>
                  <a:pt x="241793" y="29507"/>
                </a:lnTo>
                <a:moveTo>
                  <a:pt x="241793" y="0"/>
                </a:moveTo>
                <a:lnTo>
                  <a:pt x="254245" y="0"/>
                </a:lnTo>
                <a:lnTo>
                  <a:pt x="254245" y="15836"/>
                </a:lnTo>
                <a:lnTo>
                  <a:pt x="241793" y="15836"/>
                </a:lnTo>
                <a:lnTo>
                  <a:pt x="241793" y="0"/>
                </a:lnTo>
                <a:close/>
                <a:moveTo>
                  <a:pt x="292641" y="7986"/>
                </a:moveTo>
                <a:lnTo>
                  <a:pt x="292641" y="29507"/>
                </a:lnTo>
                <a:lnTo>
                  <a:pt x="318290" y="29507"/>
                </a:lnTo>
                <a:lnTo>
                  <a:pt x="318290" y="39252"/>
                </a:lnTo>
                <a:lnTo>
                  <a:pt x="292641" y="39252"/>
                </a:lnTo>
                <a:lnTo>
                  <a:pt x="292641" y="80348"/>
                </a:lnTo>
                <a:cubicBezTo>
                  <a:pt x="292641" y="86522"/>
                  <a:pt x="293487" y="90488"/>
                  <a:pt x="295179" y="92246"/>
                </a:cubicBezTo>
                <a:cubicBezTo>
                  <a:pt x="296871" y="94003"/>
                  <a:pt x="300311" y="94882"/>
                  <a:pt x="305499" y="94882"/>
                </a:cubicBezTo>
                <a:lnTo>
                  <a:pt x="318290" y="94882"/>
                </a:lnTo>
                <a:lnTo>
                  <a:pt x="318290" y="105304"/>
                </a:lnTo>
                <a:lnTo>
                  <a:pt x="305499" y="105304"/>
                </a:lnTo>
                <a:cubicBezTo>
                  <a:pt x="295889" y="105304"/>
                  <a:pt x="289257" y="103512"/>
                  <a:pt x="285603" y="99928"/>
                </a:cubicBezTo>
                <a:cubicBezTo>
                  <a:pt x="281948" y="96342"/>
                  <a:pt x="280121" y="89816"/>
                  <a:pt x="280121" y="80348"/>
                </a:cubicBezTo>
                <a:lnTo>
                  <a:pt x="280121" y="39252"/>
                </a:lnTo>
                <a:lnTo>
                  <a:pt x="270985" y="39252"/>
                </a:lnTo>
                <a:lnTo>
                  <a:pt x="270985" y="29507"/>
                </a:lnTo>
                <a:lnTo>
                  <a:pt x="280121" y="29507"/>
                </a:lnTo>
                <a:lnTo>
                  <a:pt x="280121" y="7986"/>
                </a:lnTo>
                <a:lnTo>
                  <a:pt x="292641" y="79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Text D-bit">
            <a:extLst xmlns:a="http://schemas.openxmlformats.org/drawingml/2006/main">
              <a:ext uri="{FF2B5EF4-FFF2-40B4-BE49-F238E27FC236}">
                <a16:creationId xmlns:a16="http://schemas.microsoft.com/office/drawing/2014/main" id="{8BD94F65-44C3-4E92-AAEE-6CC88028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366" y="1545148"/>
            <a:ext cx="320724" cy="107334"/>
          </a:xfrm>
          <a:custGeom xmlns:a="http://schemas.openxmlformats.org/drawingml/2006/main">
            <a:pathLst>
              <a:path w="320724" h="107334">
                <a:moveTo>
                  <a:pt x="13671" y="15430"/>
                </a:moveTo>
                <a:lnTo>
                  <a:pt x="13671" y="94070"/>
                </a:lnTo>
                <a:lnTo>
                  <a:pt x="30183" y="94070"/>
                </a:lnTo>
                <a:cubicBezTo>
                  <a:pt x="44125" y="94070"/>
                  <a:pt x="54332" y="90908"/>
                  <a:pt x="60807" y="84586"/>
                </a:cubicBezTo>
                <a:cubicBezTo>
                  <a:pt x="67281" y="78264"/>
                  <a:pt x="70518" y="68285"/>
                  <a:pt x="70518" y="54648"/>
                </a:cubicBezTo>
                <a:cubicBezTo>
                  <a:pt x="70518" y="41102"/>
                  <a:pt x="67281" y="31179"/>
                  <a:pt x="60807" y="24879"/>
                </a:cubicBezTo>
                <a:cubicBezTo>
                  <a:pt x="54332" y="18580"/>
                  <a:pt x="44125" y="15430"/>
                  <a:pt x="30183" y="15430"/>
                </a:cubicBezTo>
                <a:lnTo>
                  <a:pt x="13671" y="15430"/>
                </a:lnTo>
                <a:moveTo>
                  <a:pt x="0" y="4196"/>
                </a:moveTo>
                <a:lnTo>
                  <a:pt x="28086" y="4196"/>
                </a:lnTo>
                <a:cubicBezTo>
                  <a:pt x="47666" y="4196"/>
                  <a:pt x="62036" y="8271"/>
                  <a:pt x="71195" y="16420"/>
                </a:cubicBezTo>
                <a:cubicBezTo>
                  <a:pt x="80354" y="24569"/>
                  <a:pt x="84933" y="37312"/>
                  <a:pt x="84933" y="54648"/>
                </a:cubicBezTo>
                <a:cubicBezTo>
                  <a:pt x="84933" y="72075"/>
                  <a:pt x="80331" y="84874"/>
                  <a:pt x="71127" y="93046"/>
                </a:cubicBezTo>
                <a:cubicBezTo>
                  <a:pt x="61923" y="101218"/>
                  <a:pt x="47576" y="105304"/>
                  <a:pt x="28086" y="105304"/>
                </a:cubicBezTo>
                <a:lnTo>
                  <a:pt x="0" y="105304"/>
                </a:lnTo>
                <a:lnTo>
                  <a:pt x="0" y="4196"/>
                </a:lnTo>
                <a:close/>
                <a:moveTo>
                  <a:pt x="99887" y="61720"/>
                </a:moveTo>
                <a:lnTo>
                  <a:pt x="136364" y="61720"/>
                </a:lnTo>
                <a:lnTo>
                  <a:pt x="136364" y="72819"/>
                </a:lnTo>
                <a:lnTo>
                  <a:pt x="99887" y="72819"/>
                </a:lnTo>
                <a:lnTo>
                  <a:pt x="99887" y="61720"/>
                </a:lnTo>
                <a:close/>
                <a:moveTo>
                  <a:pt x="210627" y="67473"/>
                </a:moveTo>
                <a:cubicBezTo>
                  <a:pt x="210627" y="58293"/>
                  <a:pt x="208743" y="51092"/>
                  <a:pt x="204976" y="45869"/>
                </a:cubicBezTo>
                <a:cubicBezTo>
                  <a:pt x="201209" y="40646"/>
                  <a:pt x="196032" y="38034"/>
                  <a:pt x="189444" y="38034"/>
                </a:cubicBezTo>
                <a:cubicBezTo>
                  <a:pt x="182857" y="38034"/>
                  <a:pt x="177680" y="40646"/>
                  <a:pt x="173913" y="45869"/>
                </a:cubicBezTo>
                <a:cubicBezTo>
                  <a:pt x="170146" y="51092"/>
                  <a:pt x="168262" y="58293"/>
                  <a:pt x="168262" y="67473"/>
                </a:cubicBezTo>
                <a:cubicBezTo>
                  <a:pt x="168262" y="76653"/>
                  <a:pt x="170146" y="83855"/>
                  <a:pt x="173913" y="89078"/>
                </a:cubicBezTo>
                <a:cubicBezTo>
                  <a:pt x="177680" y="94301"/>
                  <a:pt x="182857" y="96912"/>
                  <a:pt x="189444" y="96912"/>
                </a:cubicBezTo>
                <a:cubicBezTo>
                  <a:pt x="196032" y="96912"/>
                  <a:pt x="201209" y="94301"/>
                  <a:pt x="204976" y="89078"/>
                </a:cubicBezTo>
                <a:cubicBezTo>
                  <a:pt x="208743" y="83855"/>
                  <a:pt x="210627" y="76653"/>
                  <a:pt x="210627" y="67473"/>
                </a:cubicBezTo>
                <a:moveTo>
                  <a:pt x="168262" y="41012"/>
                </a:moveTo>
                <a:cubicBezTo>
                  <a:pt x="170879" y="36477"/>
                  <a:pt x="174184" y="33110"/>
                  <a:pt x="178176" y="30911"/>
                </a:cubicBezTo>
                <a:cubicBezTo>
                  <a:pt x="182169" y="28711"/>
                  <a:pt x="186940" y="27612"/>
                  <a:pt x="192490" y="27612"/>
                </a:cubicBezTo>
                <a:cubicBezTo>
                  <a:pt x="201694" y="27612"/>
                  <a:pt x="209172" y="31273"/>
                  <a:pt x="214924" y="38594"/>
                </a:cubicBezTo>
                <a:cubicBezTo>
                  <a:pt x="220677" y="45916"/>
                  <a:pt x="223553" y="55542"/>
                  <a:pt x="223553" y="67473"/>
                </a:cubicBezTo>
                <a:cubicBezTo>
                  <a:pt x="223553" y="79404"/>
                  <a:pt x="220677" y="89030"/>
                  <a:pt x="214924" y="96351"/>
                </a:cubicBezTo>
                <a:cubicBezTo>
                  <a:pt x="209172" y="103673"/>
                  <a:pt x="201694" y="107334"/>
                  <a:pt x="192490" y="107334"/>
                </a:cubicBezTo>
                <a:cubicBezTo>
                  <a:pt x="186940" y="107334"/>
                  <a:pt x="182169" y="106234"/>
                  <a:pt x="178176" y="104035"/>
                </a:cubicBezTo>
                <a:cubicBezTo>
                  <a:pt x="174184" y="101835"/>
                  <a:pt x="170879" y="98468"/>
                  <a:pt x="168262" y="93934"/>
                </a:cubicBezTo>
                <a:lnTo>
                  <a:pt x="168262" y="105304"/>
                </a:lnTo>
                <a:lnTo>
                  <a:pt x="155742" y="105304"/>
                </a:lnTo>
                <a:lnTo>
                  <a:pt x="155742" y="0"/>
                </a:lnTo>
                <a:lnTo>
                  <a:pt x="168262" y="0"/>
                </a:lnTo>
                <a:lnTo>
                  <a:pt x="168262" y="41012"/>
                </a:lnTo>
                <a:close/>
                <a:moveTo>
                  <a:pt x="244227" y="29507"/>
                </a:moveTo>
                <a:lnTo>
                  <a:pt x="256679" y="29507"/>
                </a:lnTo>
                <a:lnTo>
                  <a:pt x="256679" y="105304"/>
                </a:lnTo>
                <a:lnTo>
                  <a:pt x="244227" y="105304"/>
                </a:lnTo>
                <a:lnTo>
                  <a:pt x="244227" y="29507"/>
                </a:lnTo>
                <a:moveTo>
                  <a:pt x="244227" y="0"/>
                </a:moveTo>
                <a:lnTo>
                  <a:pt x="256679" y="0"/>
                </a:lnTo>
                <a:lnTo>
                  <a:pt x="256679" y="15836"/>
                </a:lnTo>
                <a:lnTo>
                  <a:pt x="244227" y="15836"/>
                </a:lnTo>
                <a:lnTo>
                  <a:pt x="244227" y="0"/>
                </a:lnTo>
                <a:close/>
                <a:moveTo>
                  <a:pt x="295075" y="7986"/>
                </a:moveTo>
                <a:lnTo>
                  <a:pt x="295075" y="29507"/>
                </a:lnTo>
                <a:lnTo>
                  <a:pt x="320724" y="29507"/>
                </a:lnTo>
                <a:lnTo>
                  <a:pt x="320724" y="39252"/>
                </a:lnTo>
                <a:lnTo>
                  <a:pt x="295075" y="39252"/>
                </a:lnTo>
                <a:lnTo>
                  <a:pt x="295075" y="80348"/>
                </a:lnTo>
                <a:cubicBezTo>
                  <a:pt x="295075" y="86522"/>
                  <a:pt x="295920" y="90488"/>
                  <a:pt x="297612" y="92246"/>
                </a:cubicBezTo>
                <a:cubicBezTo>
                  <a:pt x="299304" y="94003"/>
                  <a:pt x="302744" y="94882"/>
                  <a:pt x="307933" y="94882"/>
                </a:cubicBezTo>
                <a:lnTo>
                  <a:pt x="320724" y="94882"/>
                </a:lnTo>
                <a:lnTo>
                  <a:pt x="320724" y="105304"/>
                </a:lnTo>
                <a:lnTo>
                  <a:pt x="307933" y="105304"/>
                </a:lnTo>
                <a:cubicBezTo>
                  <a:pt x="298323" y="105304"/>
                  <a:pt x="291691" y="103512"/>
                  <a:pt x="288036" y="99928"/>
                </a:cubicBezTo>
                <a:cubicBezTo>
                  <a:pt x="284382" y="96342"/>
                  <a:pt x="282554" y="89816"/>
                  <a:pt x="282554" y="80348"/>
                </a:cubicBezTo>
                <a:lnTo>
                  <a:pt x="282554" y="39252"/>
                </a:lnTo>
                <a:lnTo>
                  <a:pt x="273418" y="39252"/>
                </a:lnTo>
                <a:lnTo>
                  <a:pt x="273418" y="29507"/>
                </a:lnTo>
                <a:lnTo>
                  <a:pt x="282554" y="29507"/>
                </a:lnTo>
                <a:lnTo>
                  <a:pt x="282554" y="7986"/>
                </a:lnTo>
                <a:lnTo>
                  <a:pt x="295075" y="79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Text P-bit">
            <a:extLst xmlns:a="http://schemas.openxmlformats.org/drawingml/2006/main">
              <a:ext uri="{FF2B5EF4-FFF2-40B4-BE49-F238E27FC236}">
                <a16:creationId xmlns:a16="http://schemas.microsoft.com/office/drawing/2014/main" id="{32455CA5-4971-413F-B5ED-7451E7AB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40" y="1776148"/>
            <a:ext cx="294536" cy="107334"/>
          </a:xfrm>
          <a:custGeom xmlns:a="http://schemas.openxmlformats.org/drawingml/2006/main">
            <a:pathLst>
              <a:path w="294536" h="107334">
                <a:moveTo>
                  <a:pt x="13671" y="15430"/>
                </a:moveTo>
                <a:lnTo>
                  <a:pt x="13671" y="53464"/>
                </a:lnTo>
                <a:lnTo>
                  <a:pt x="30860" y="53464"/>
                </a:lnTo>
                <a:cubicBezTo>
                  <a:pt x="37222" y="53464"/>
                  <a:pt x="42140" y="51814"/>
                  <a:pt x="45614" y="48515"/>
                </a:cubicBezTo>
                <a:cubicBezTo>
                  <a:pt x="49088" y="45216"/>
                  <a:pt x="50825" y="40515"/>
                  <a:pt x="50825" y="34413"/>
                </a:cubicBezTo>
                <a:cubicBezTo>
                  <a:pt x="50825" y="28356"/>
                  <a:pt x="49088" y="23678"/>
                  <a:pt x="45614" y="20379"/>
                </a:cubicBezTo>
                <a:cubicBezTo>
                  <a:pt x="42140" y="17080"/>
                  <a:pt x="37222" y="15430"/>
                  <a:pt x="30860" y="15430"/>
                </a:cubicBezTo>
                <a:lnTo>
                  <a:pt x="13671" y="15430"/>
                </a:lnTo>
                <a:moveTo>
                  <a:pt x="0" y="4196"/>
                </a:moveTo>
                <a:lnTo>
                  <a:pt x="30860" y="4196"/>
                </a:lnTo>
                <a:cubicBezTo>
                  <a:pt x="42185" y="4196"/>
                  <a:pt x="50746" y="6759"/>
                  <a:pt x="56543" y="11886"/>
                </a:cubicBezTo>
                <a:cubicBezTo>
                  <a:pt x="62341" y="17012"/>
                  <a:pt x="65240" y="24521"/>
                  <a:pt x="65240" y="34413"/>
                </a:cubicBezTo>
                <a:cubicBezTo>
                  <a:pt x="65240" y="44395"/>
                  <a:pt x="62341" y="51938"/>
                  <a:pt x="56543" y="57042"/>
                </a:cubicBezTo>
                <a:cubicBezTo>
                  <a:pt x="50746" y="62146"/>
                  <a:pt x="42185" y="64698"/>
                  <a:pt x="30860" y="64698"/>
                </a:cubicBezTo>
                <a:lnTo>
                  <a:pt x="13671" y="64698"/>
                </a:lnTo>
                <a:lnTo>
                  <a:pt x="13671" y="105304"/>
                </a:lnTo>
                <a:lnTo>
                  <a:pt x="0" y="105304"/>
                </a:lnTo>
                <a:lnTo>
                  <a:pt x="0" y="4196"/>
                </a:lnTo>
                <a:close/>
                <a:moveTo>
                  <a:pt x="73699" y="61720"/>
                </a:moveTo>
                <a:lnTo>
                  <a:pt x="110176" y="61720"/>
                </a:lnTo>
                <a:lnTo>
                  <a:pt x="110176" y="72819"/>
                </a:lnTo>
                <a:lnTo>
                  <a:pt x="73699" y="72819"/>
                </a:lnTo>
                <a:lnTo>
                  <a:pt x="73699" y="61720"/>
                </a:lnTo>
                <a:close/>
                <a:moveTo>
                  <a:pt x="184439" y="67473"/>
                </a:moveTo>
                <a:cubicBezTo>
                  <a:pt x="184439" y="58293"/>
                  <a:pt x="182555" y="51092"/>
                  <a:pt x="178788" y="45869"/>
                </a:cubicBezTo>
                <a:cubicBezTo>
                  <a:pt x="175021" y="40646"/>
                  <a:pt x="169844" y="38034"/>
                  <a:pt x="163256" y="38034"/>
                </a:cubicBezTo>
                <a:cubicBezTo>
                  <a:pt x="156669" y="38034"/>
                  <a:pt x="151492" y="40646"/>
                  <a:pt x="147725" y="45869"/>
                </a:cubicBezTo>
                <a:cubicBezTo>
                  <a:pt x="143958" y="51092"/>
                  <a:pt x="142074" y="58293"/>
                  <a:pt x="142074" y="67473"/>
                </a:cubicBezTo>
                <a:cubicBezTo>
                  <a:pt x="142074" y="76653"/>
                  <a:pt x="143958" y="83855"/>
                  <a:pt x="147725" y="89078"/>
                </a:cubicBezTo>
                <a:cubicBezTo>
                  <a:pt x="151492" y="94301"/>
                  <a:pt x="156669" y="96912"/>
                  <a:pt x="163256" y="96912"/>
                </a:cubicBezTo>
                <a:cubicBezTo>
                  <a:pt x="169844" y="96912"/>
                  <a:pt x="175021" y="94301"/>
                  <a:pt x="178788" y="89078"/>
                </a:cubicBezTo>
                <a:cubicBezTo>
                  <a:pt x="182555" y="83855"/>
                  <a:pt x="184439" y="76653"/>
                  <a:pt x="184439" y="67473"/>
                </a:cubicBezTo>
                <a:moveTo>
                  <a:pt x="142074" y="41012"/>
                </a:moveTo>
                <a:cubicBezTo>
                  <a:pt x="144691" y="36477"/>
                  <a:pt x="147996" y="33110"/>
                  <a:pt x="151988" y="30911"/>
                </a:cubicBezTo>
                <a:cubicBezTo>
                  <a:pt x="155981" y="28711"/>
                  <a:pt x="160752" y="27612"/>
                  <a:pt x="166302" y="27612"/>
                </a:cubicBezTo>
                <a:cubicBezTo>
                  <a:pt x="175506" y="27612"/>
                  <a:pt x="182984" y="31273"/>
                  <a:pt x="188736" y="38594"/>
                </a:cubicBezTo>
                <a:cubicBezTo>
                  <a:pt x="194489" y="45916"/>
                  <a:pt x="197365" y="55542"/>
                  <a:pt x="197365" y="67473"/>
                </a:cubicBezTo>
                <a:cubicBezTo>
                  <a:pt x="197365" y="79404"/>
                  <a:pt x="194489" y="89030"/>
                  <a:pt x="188736" y="96351"/>
                </a:cubicBezTo>
                <a:cubicBezTo>
                  <a:pt x="182984" y="103673"/>
                  <a:pt x="175506" y="107334"/>
                  <a:pt x="166302" y="107334"/>
                </a:cubicBezTo>
                <a:cubicBezTo>
                  <a:pt x="160752" y="107334"/>
                  <a:pt x="155981" y="106234"/>
                  <a:pt x="151988" y="104035"/>
                </a:cubicBezTo>
                <a:cubicBezTo>
                  <a:pt x="147996" y="101835"/>
                  <a:pt x="144691" y="98468"/>
                  <a:pt x="142074" y="93934"/>
                </a:cubicBezTo>
                <a:lnTo>
                  <a:pt x="142074" y="105304"/>
                </a:lnTo>
                <a:lnTo>
                  <a:pt x="129554" y="105304"/>
                </a:lnTo>
                <a:lnTo>
                  <a:pt x="129554" y="0"/>
                </a:lnTo>
                <a:lnTo>
                  <a:pt x="142074" y="0"/>
                </a:lnTo>
                <a:lnTo>
                  <a:pt x="142074" y="41012"/>
                </a:lnTo>
                <a:close/>
                <a:moveTo>
                  <a:pt x="218039" y="29507"/>
                </a:moveTo>
                <a:lnTo>
                  <a:pt x="230491" y="29507"/>
                </a:lnTo>
                <a:lnTo>
                  <a:pt x="230491" y="105304"/>
                </a:lnTo>
                <a:lnTo>
                  <a:pt x="218039" y="105304"/>
                </a:lnTo>
                <a:lnTo>
                  <a:pt x="218039" y="29507"/>
                </a:lnTo>
                <a:moveTo>
                  <a:pt x="218039" y="0"/>
                </a:moveTo>
                <a:lnTo>
                  <a:pt x="230491" y="0"/>
                </a:lnTo>
                <a:lnTo>
                  <a:pt x="230491" y="15836"/>
                </a:lnTo>
                <a:lnTo>
                  <a:pt x="218039" y="15836"/>
                </a:lnTo>
                <a:lnTo>
                  <a:pt x="218039" y="0"/>
                </a:lnTo>
                <a:close/>
                <a:moveTo>
                  <a:pt x="268887" y="7986"/>
                </a:moveTo>
                <a:lnTo>
                  <a:pt x="268887" y="29507"/>
                </a:lnTo>
                <a:lnTo>
                  <a:pt x="294536" y="29507"/>
                </a:lnTo>
                <a:lnTo>
                  <a:pt x="294536" y="39252"/>
                </a:lnTo>
                <a:lnTo>
                  <a:pt x="268887" y="39252"/>
                </a:lnTo>
                <a:lnTo>
                  <a:pt x="268887" y="80348"/>
                </a:lnTo>
                <a:cubicBezTo>
                  <a:pt x="268887" y="86522"/>
                  <a:pt x="269732" y="90488"/>
                  <a:pt x="271424" y="92246"/>
                </a:cubicBezTo>
                <a:cubicBezTo>
                  <a:pt x="273116" y="94003"/>
                  <a:pt x="276556" y="94882"/>
                  <a:pt x="281745" y="94882"/>
                </a:cubicBezTo>
                <a:lnTo>
                  <a:pt x="294536" y="94882"/>
                </a:lnTo>
                <a:lnTo>
                  <a:pt x="294536" y="105304"/>
                </a:lnTo>
                <a:lnTo>
                  <a:pt x="281745" y="105304"/>
                </a:lnTo>
                <a:cubicBezTo>
                  <a:pt x="272135" y="105304"/>
                  <a:pt x="265503" y="103512"/>
                  <a:pt x="261848" y="99928"/>
                </a:cubicBezTo>
                <a:cubicBezTo>
                  <a:pt x="258194" y="96342"/>
                  <a:pt x="256366" y="89816"/>
                  <a:pt x="256366" y="80348"/>
                </a:cubicBezTo>
                <a:lnTo>
                  <a:pt x="256366" y="39252"/>
                </a:lnTo>
                <a:lnTo>
                  <a:pt x="247230" y="39252"/>
                </a:lnTo>
                <a:lnTo>
                  <a:pt x="247230" y="29507"/>
                </a:lnTo>
                <a:lnTo>
                  <a:pt x="256366" y="29507"/>
                </a:lnTo>
                <a:lnTo>
                  <a:pt x="256366" y="7986"/>
                </a:lnTo>
                <a:lnTo>
                  <a:pt x="268887" y="79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Text R-bit">
            <a:extLst xmlns:a="http://schemas.openxmlformats.org/drawingml/2006/main">
              <a:ext uri="{FF2B5EF4-FFF2-40B4-BE49-F238E27FC236}">
                <a16:creationId xmlns:a16="http://schemas.microsoft.com/office/drawing/2014/main" id="{A4142930-7DEB-4A2C-8082-EC4BB034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487" y="2007149"/>
            <a:ext cx="304687" cy="107334"/>
          </a:xfrm>
          <a:custGeom xmlns:a="http://schemas.openxmlformats.org/drawingml/2006/main">
            <a:pathLst>
              <a:path w="304687" h="107334">
                <a:moveTo>
                  <a:pt x="47915" y="57863"/>
                </a:moveTo>
                <a:cubicBezTo>
                  <a:pt x="50847" y="58857"/>
                  <a:pt x="53701" y="60980"/>
                  <a:pt x="56476" y="64233"/>
                </a:cubicBezTo>
                <a:cubicBezTo>
                  <a:pt x="59250" y="67484"/>
                  <a:pt x="62036" y="71956"/>
                  <a:pt x="64834" y="77648"/>
                </a:cubicBezTo>
                <a:lnTo>
                  <a:pt x="78707" y="105304"/>
                </a:lnTo>
                <a:lnTo>
                  <a:pt x="64021" y="105304"/>
                </a:lnTo>
                <a:lnTo>
                  <a:pt x="51095" y="79344"/>
                </a:lnTo>
                <a:cubicBezTo>
                  <a:pt x="47757" y="72565"/>
                  <a:pt x="44519" y="68069"/>
                  <a:pt x="41384" y="65855"/>
                </a:cubicBezTo>
                <a:cubicBezTo>
                  <a:pt x="38248" y="63640"/>
                  <a:pt x="33973" y="62533"/>
                  <a:pt x="28559" y="62533"/>
                </a:cubicBezTo>
                <a:lnTo>
                  <a:pt x="13671" y="62533"/>
                </a:lnTo>
                <a:lnTo>
                  <a:pt x="13671" y="105304"/>
                </a:lnTo>
                <a:lnTo>
                  <a:pt x="0" y="105304"/>
                </a:lnTo>
                <a:lnTo>
                  <a:pt x="0" y="4196"/>
                </a:lnTo>
                <a:lnTo>
                  <a:pt x="30860" y="4196"/>
                </a:lnTo>
                <a:cubicBezTo>
                  <a:pt x="42410" y="4196"/>
                  <a:pt x="51028" y="6610"/>
                  <a:pt x="56712" y="11437"/>
                </a:cubicBezTo>
                <a:cubicBezTo>
                  <a:pt x="62397" y="16265"/>
                  <a:pt x="65240" y="23551"/>
                  <a:pt x="65240" y="33297"/>
                </a:cubicBezTo>
                <a:cubicBezTo>
                  <a:pt x="65240" y="39658"/>
                  <a:pt x="63762" y="44937"/>
                  <a:pt x="60807" y="49133"/>
                </a:cubicBezTo>
                <a:cubicBezTo>
                  <a:pt x="57852" y="53329"/>
                  <a:pt x="53554" y="56239"/>
                  <a:pt x="47915" y="57863"/>
                </a:cubicBezTo>
                <a:moveTo>
                  <a:pt x="13671" y="15430"/>
                </a:moveTo>
                <a:lnTo>
                  <a:pt x="13671" y="51298"/>
                </a:lnTo>
                <a:lnTo>
                  <a:pt x="30860" y="51298"/>
                </a:lnTo>
                <a:cubicBezTo>
                  <a:pt x="37447" y="51298"/>
                  <a:pt x="42422" y="49776"/>
                  <a:pt x="45783" y="46730"/>
                </a:cubicBezTo>
                <a:cubicBezTo>
                  <a:pt x="49144" y="43685"/>
                  <a:pt x="50825" y="39207"/>
                  <a:pt x="50825" y="33297"/>
                </a:cubicBezTo>
                <a:cubicBezTo>
                  <a:pt x="50825" y="27386"/>
                  <a:pt x="49144" y="22931"/>
                  <a:pt x="45783" y="19931"/>
                </a:cubicBezTo>
                <a:cubicBezTo>
                  <a:pt x="42422" y="16930"/>
                  <a:pt x="37447" y="15430"/>
                  <a:pt x="30860" y="15430"/>
                </a:cubicBezTo>
                <a:lnTo>
                  <a:pt x="13671" y="15430"/>
                </a:lnTo>
                <a:close/>
                <a:moveTo>
                  <a:pt x="83851" y="61720"/>
                </a:moveTo>
                <a:lnTo>
                  <a:pt x="120328" y="61720"/>
                </a:lnTo>
                <a:lnTo>
                  <a:pt x="120328" y="72819"/>
                </a:lnTo>
                <a:lnTo>
                  <a:pt x="83851" y="72819"/>
                </a:lnTo>
                <a:lnTo>
                  <a:pt x="83851" y="61720"/>
                </a:lnTo>
                <a:close/>
                <a:moveTo>
                  <a:pt x="194590" y="67473"/>
                </a:moveTo>
                <a:cubicBezTo>
                  <a:pt x="194590" y="58293"/>
                  <a:pt x="192707" y="51092"/>
                  <a:pt x="188939" y="45869"/>
                </a:cubicBezTo>
                <a:cubicBezTo>
                  <a:pt x="185172" y="40646"/>
                  <a:pt x="179995" y="38034"/>
                  <a:pt x="173408" y="38034"/>
                </a:cubicBezTo>
                <a:cubicBezTo>
                  <a:pt x="166821" y="38034"/>
                  <a:pt x="161644" y="40646"/>
                  <a:pt x="157876" y="45869"/>
                </a:cubicBezTo>
                <a:cubicBezTo>
                  <a:pt x="154109" y="51092"/>
                  <a:pt x="152225" y="58293"/>
                  <a:pt x="152225" y="67473"/>
                </a:cubicBezTo>
                <a:cubicBezTo>
                  <a:pt x="152225" y="76653"/>
                  <a:pt x="154109" y="83855"/>
                  <a:pt x="157876" y="89078"/>
                </a:cubicBezTo>
                <a:cubicBezTo>
                  <a:pt x="161644" y="94301"/>
                  <a:pt x="166821" y="96912"/>
                  <a:pt x="173408" y="96912"/>
                </a:cubicBezTo>
                <a:cubicBezTo>
                  <a:pt x="179995" y="96912"/>
                  <a:pt x="185172" y="94301"/>
                  <a:pt x="188939" y="89078"/>
                </a:cubicBezTo>
                <a:cubicBezTo>
                  <a:pt x="192707" y="83855"/>
                  <a:pt x="194590" y="76653"/>
                  <a:pt x="194590" y="67473"/>
                </a:cubicBezTo>
                <a:moveTo>
                  <a:pt x="152225" y="41012"/>
                </a:moveTo>
                <a:cubicBezTo>
                  <a:pt x="154842" y="36477"/>
                  <a:pt x="158147" y="33110"/>
                  <a:pt x="162140" y="30911"/>
                </a:cubicBezTo>
                <a:cubicBezTo>
                  <a:pt x="166133" y="28711"/>
                  <a:pt x="170904" y="27612"/>
                  <a:pt x="176453" y="27612"/>
                </a:cubicBezTo>
                <a:cubicBezTo>
                  <a:pt x="185657" y="27612"/>
                  <a:pt x="193135" y="31273"/>
                  <a:pt x="198888" y="38594"/>
                </a:cubicBezTo>
                <a:cubicBezTo>
                  <a:pt x="204640" y="45916"/>
                  <a:pt x="207517" y="55542"/>
                  <a:pt x="207517" y="67473"/>
                </a:cubicBezTo>
                <a:cubicBezTo>
                  <a:pt x="207517" y="79404"/>
                  <a:pt x="204640" y="89030"/>
                  <a:pt x="198888" y="96351"/>
                </a:cubicBezTo>
                <a:cubicBezTo>
                  <a:pt x="193135" y="103673"/>
                  <a:pt x="185657" y="107334"/>
                  <a:pt x="176453" y="107334"/>
                </a:cubicBezTo>
                <a:cubicBezTo>
                  <a:pt x="170904" y="107334"/>
                  <a:pt x="166133" y="106234"/>
                  <a:pt x="162140" y="104035"/>
                </a:cubicBezTo>
                <a:cubicBezTo>
                  <a:pt x="158147" y="101835"/>
                  <a:pt x="154842" y="98468"/>
                  <a:pt x="152225" y="93934"/>
                </a:cubicBezTo>
                <a:lnTo>
                  <a:pt x="152225" y="105304"/>
                </a:lnTo>
                <a:lnTo>
                  <a:pt x="139705" y="105304"/>
                </a:lnTo>
                <a:lnTo>
                  <a:pt x="139705" y="0"/>
                </a:lnTo>
                <a:lnTo>
                  <a:pt x="152225" y="0"/>
                </a:lnTo>
                <a:lnTo>
                  <a:pt x="152225" y="41012"/>
                </a:lnTo>
                <a:close/>
                <a:moveTo>
                  <a:pt x="228190" y="29507"/>
                </a:moveTo>
                <a:lnTo>
                  <a:pt x="240642" y="29507"/>
                </a:lnTo>
                <a:lnTo>
                  <a:pt x="240642" y="105304"/>
                </a:lnTo>
                <a:lnTo>
                  <a:pt x="228190" y="105304"/>
                </a:lnTo>
                <a:lnTo>
                  <a:pt x="228190" y="29507"/>
                </a:lnTo>
                <a:moveTo>
                  <a:pt x="228190" y="0"/>
                </a:moveTo>
                <a:lnTo>
                  <a:pt x="240642" y="0"/>
                </a:lnTo>
                <a:lnTo>
                  <a:pt x="240642" y="15836"/>
                </a:lnTo>
                <a:lnTo>
                  <a:pt x="228190" y="15836"/>
                </a:lnTo>
                <a:lnTo>
                  <a:pt x="228190" y="0"/>
                </a:lnTo>
                <a:close/>
                <a:moveTo>
                  <a:pt x="279038" y="7986"/>
                </a:moveTo>
                <a:lnTo>
                  <a:pt x="279038" y="29507"/>
                </a:lnTo>
                <a:lnTo>
                  <a:pt x="304687" y="29507"/>
                </a:lnTo>
                <a:lnTo>
                  <a:pt x="304687" y="39252"/>
                </a:lnTo>
                <a:lnTo>
                  <a:pt x="279038" y="39252"/>
                </a:lnTo>
                <a:lnTo>
                  <a:pt x="279038" y="80348"/>
                </a:lnTo>
                <a:cubicBezTo>
                  <a:pt x="279038" y="86522"/>
                  <a:pt x="279884" y="90488"/>
                  <a:pt x="281576" y="92246"/>
                </a:cubicBezTo>
                <a:cubicBezTo>
                  <a:pt x="283268" y="94003"/>
                  <a:pt x="286708" y="94882"/>
                  <a:pt x="291896" y="94882"/>
                </a:cubicBezTo>
                <a:lnTo>
                  <a:pt x="304687" y="94882"/>
                </a:lnTo>
                <a:lnTo>
                  <a:pt x="304687" y="105304"/>
                </a:lnTo>
                <a:lnTo>
                  <a:pt x="291896" y="105304"/>
                </a:lnTo>
                <a:cubicBezTo>
                  <a:pt x="282286" y="105304"/>
                  <a:pt x="275654" y="103512"/>
                  <a:pt x="272000" y="99928"/>
                </a:cubicBezTo>
                <a:cubicBezTo>
                  <a:pt x="268345" y="96342"/>
                  <a:pt x="266518" y="89816"/>
                  <a:pt x="266518" y="80348"/>
                </a:cubicBezTo>
                <a:lnTo>
                  <a:pt x="266518" y="39252"/>
                </a:lnTo>
                <a:lnTo>
                  <a:pt x="257382" y="39252"/>
                </a:lnTo>
                <a:lnTo>
                  <a:pt x="257382" y="29507"/>
                </a:lnTo>
                <a:lnTo>
                  <a:pt x="266518" y="29507"/>
                </a:lnTo>
                <a:lnTo>
                  <a:pt x="266518" y="7986"/>
                </a:lnTo>
                <a:lnTo>
                  <a:pt x="279038" y="79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Text W-bit">
            <a:extLst xmlns:a="http://schemas.openxmlformats.org/drawingml/2006/main">
              <a:ext uri="{FF2B5EF4-FFF2-40B4-BE49-F238E27FC236}">
                <a16:creationId xmlns:a16="http://schemas.microsoft.com/office/drawing/2014/main" id="{25FC061F-5D48-42BB-8D07-9283FF1D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093" y="2238149"/>
            <a:ext cx="354429" cy="107334"/>
          </a:xfrm>
          <a:custGeom xmlns:a="http://schemas.openxmlformats.org/drawingml/2006/main">
            <a:pathLst>
              <a:path w="354429" h="107334">
                <a:moveTo>
                  <a:pt x="0" y="4196"/>
                </a:moveTo>
                <a:lnTo>
                  <a:pt x="13806" y="4196"/>
                </a:lnTo>
                <a:lnTo>
                  <a:pt x="35056" y="89660"/>
                </a:lnTo>
                <a:lnTo>
                  <a:pt x="56239" y="4196"/>
                </a:lnTo>
                <a:lnTo>
                  <a:pt x="71601" y="4196"/>
                </a:lnTo>
                <a:lnTo>
                  <a:pt x="92851" y="89660"/>
                </a:lnTo>
                <a:lnTo>
                  <a:pt x="114034" y="4196"/>
                </a:lnTo>
                <a:lnTo>
                  <a:pt x="127907" y="4196"/>
                </a:lnTo>
                <a:lnTo>
                  <a:pt x="102529" y="105304"/>
                </a:lnTo>
                <a:lnTo>
                  <a:pt x="85339" y="105304"/>
                </a:lnTo>
                <a:lnTo>
                  <a:pt x="64021" y="17537"/>
                </a:lnTo>
                <a:lnTo>
                  <a:pt x="42500" y="105304"/>
                </a:lnTo>
                <a:lnTo>
                  <a:pt x="25311" y="105304"/>
                </a:lnTo>
                <a:lnTo>
                  <a:pt x="0" y="4196"/>
                </a:lnTo>
                <a:close/>
                <a:moveTo>
                  <a:pt x="133592" y="61720"/>
                </a:moveTo>
                <a:lnTo>
                  <a:pt x="170069" y="61720"/>
                </a:lnTo>
                <a:lnTo>
                  <a:pt x="170069" y="72819"/>
                </a:lnTo>
                <a:lnTo>
                  <a:pt x="133592" y="72819"/>
                </a:lnTo>
                <a:lnTo>
                  <a:pt x="133592" y="61720"/>
                </a:lnTo>
                <a:close/>
                <a:moveTo>
                  <a:pt x="244332" y="67473"/>
                </a:moveTo>
                <a:cubicBezTo>
                  <a:pt x="244332" y="58293"/>
                  <a:pt x="242448" y="51092"/>
                  <a:pt x="238681" y="45869"/>
                </a:cubicBezTo>
                <a:cubicBezTo>
                  <a:pt x="234914" y="40646"/>
                  <a:pt x="229737" y="38034"/>
                  <a:pt x="223150" y="38034"/>
                </a:cubicBezTo>
                <a:cubicBezTo>
                  <a:pt x="216562" y="38034"/>
                  <a:pt x="211385" y="40646"/>
                  <a:pt x="207618" y="45869"/>
                </a:cubicBezTo>
                <a:cubicBezTo>
                  <a:pt x="203851" y="51092"/>
                  <a:pt x="201967" y="58293"/>
                  <a:pt x="201967" y="67473"/>
                </a:cubicBezTo>
                <a:cubicBezTo>
                  <a:pt x="201967" y="76653"/>
                  <a:pt x="203851" y="83855"/>
                  <a:pt x="207618" y="89078"/>
                </a:cubicBezTo>
                <a:cubicBezTo>
                  <a:pt x="211385" y="94301"/>
                  <a:pt x="216562" y="96912"/>
                  <a:pt x="223150" y="96912"/>
                </a:cubicBezTo>
                <a:cubicBezTo>
                  <a:pt x="229737" y="96912"/>
                  <a:pt x="234914" y="94301"/>
                  <a:pt x="238681" y="89078"/>
                </a:cubicBezTo>
                <a:cubicBezTo>
                  <a:pt x="242448" y="83855"/>
                  <a:pt x="244332" y="76653"/>
                  <a:pt x="244332" y="67473"/>
                </a:cubicBezTo>
                <a:moveTo>
                  <a:pt x="201967" y="41012"/>
                </a:moveTo>
                <a:cubicBezTo>
                  <a:pt x="204584" y="36477"/>
                  <a:pt x="207889" y="33110"/>
                  <a:pt x="211882" y="30911"/>
                </a:cubicBezTo>
                <a:cubicBezTo>
                  <a:pt x="215874" y="28711"/>
                  <a:pt x="220646" y="27612"/>
                  <a:pt x="226195" y="27612"/>
                </a:cubicBezTo>
                <a:cubicBezTo>
                  <a:pt x="235399" y="27612"/>
                  <a:pt x="242877" y="31273"/>
                  <a:pt x="248630" y="38594"/>
                </a:cubicBezTo>
                <a:cubicBezTo>
                  <a:pt x="254382" y="45916"/>
                  <a:pt x="257258" y="55542"/>
                  <a:pt x="257258" y="67473"/>
                </a:cubicBezTo>
                <a:cubicBezTo>
                  <a:pt x="257258" y="79404"/>
                  <a:pt x="254382" y="89030"/>
                  <a:pt x="248630" y="96351"/>
                </a:cubicBezTo>
                <a:cubicBezTo>
                  <a:pt x="242877" y="103673"/>
                  <a:pt x="235399" y="107334"/>
                  <a:pt x="226195" y="107334"/>
                </a:cubicBezTo>
                <a:cubicBezTo>
                  <a:pt x="220646" y="107334"/>
                  <a:pt x="215874" y="106234"/>
                  <a:pt x="211882" y="104035"/>
                </a:cubicBezTo>
                <a:cubicBezTo>
                  <a:pt x="207889" y="101835"/>
                  <a:pt x="204584" y="98468"/>
                  <a:pt x="201967" y="93934"/>
                </a:cubicBezTo>
                <a:lnTo>
                  <a:pt x="201967" y="105304"/>
                </a:lnTo>
                <a:lnTo>
                  <a:pt x="189447" y="105304"/>
                </a:lnTo>
                <a:lnTo>
                  <a:pt x="189447" y="0"/>
                </a:lnTo>
                <a:lnTo>
                  <a:pt x="201967" y="0"/>
                </a:lnTo>
                <a:lnTo>
                  <a:pt x="201967" y="41012"/>
                </a:lnTo>
                <a:close/>
                <a:moveTo>
                  <a:pt x="277932" y="29507"/>
                </a:moveTo>
                <a:lnTo>
                  <a:pt x="290384" y="29507"/>
                </a:lnTo>
                <a:lnTo>
                  <a:pt x="290384" y="105304"/>
                </a:lnTo>
                <a:lnTo>
                  <a:pt x="277932" y="105304"/>
                </a:lnTo>
                <a:lnTo>
                  <a:pt x="277932" y="29507"/>
                </a:lnTo>
                <a:moveTo>
                  <a:pt x="277932" y="0"/>
                </a:moveTo>
                <a:lnTo>
                  <a:pt x="290384" y="0"/>
                </a:lnTo>
                <a:lnTo>
                  <a:pt x="290384" y="15836"/>
                </a:lnTo>
                <a:lnTo>
                  <a:pt x="277932" y="15836"/>
                </a:lnTo>
                <a:lnTo>
                  <a:pt x="277932" y="0"/>
                </a:lnTo>
                <a:close/>
                <a:moveTo>
                  <a:pt x="328780" y="7986"/>
                </a:moveTo>
                <a:lnTo>
                  <a:pt x="328780" y="29507"/>
                </a:lnTo>
                <a:lnTo>
                  <a:pt x="354429" y="29507"/>
                </a:lnTo>
                <a:lnTo>
                  <a:pt x="354429" y="39252"/>
                </a:lnTo>
                <a:lnTo>
                  <a:pt x="328780" y="39252"/>
                </a:lnTo>
                <a:lnTo>
                  <a:pt x="328780" y="80348"/>
                </a:lnTo>
                <a:cubicBezTo>
                  <a:pt x="328780" y="86522"/>
                  <a:pt x="329626" y="90488"/>
                  <a:pt x="331318" y="92246"/>
                </a:cubicBezTo>
                <a:cubicBezTo>
                  <a:pt x="333009" y="94003"/>
                  <a:pt x="336450" y="94882"/>
                  <a:pt x="341638" y="94882"/>
                </a:cubicBezTo>
                <a:lnTo>
                  <a:pt x="354429" y="94882"/>
                </a:lnTo>
                <a:lnTo>
                  <a:pt x="354429" y="105304"/>
                </a:lnTo>
                <a:lnTo>
                  <a:pt x="341638" y="105304"/>
                </a:lnTo>
                <a:cubicBezTo>
                  <a:pt x="332028" y="105304"/>
                  <a:pt x="325396" y="103512"/>
                  <a:pt x="321741" y="99928"/>
                </a:cubicBezTo>
                <a:cubicBezTo>
                  <a:pt x="318087" y="96342"/>
                  <a:pt x="316260" y="89816"/>
                  <a:pt x="316260" y="80348"/>
                </a:cubicBezTo>
                <a:lnTo>
                  <a:pt x="316260" y="39252"/>
                </a:lnTo>
                <a:lnTo>
                  <a:pt x="307123" y="39252"/>
                </a:lnTo>
                <a:lnTo>
                  <a:pt x="307123" y="29507"/>
                </a:lnTo>
                <a:lnTo>
                  <a:pt x="316260" y="29507"/>
                </a:lnTo>
                <a:lnTo>
                  <a:pt x="316260" y="7986"/>
                </a:lnTo>
                <a:lnTo>
                  <a:pt x="328780" y="79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Text E/NPTA-bit">
            <a:extLst xmlns:a="http://schemas.openxmlformats.org/drawingml/2006/main">
              <a:ext uri="{FF2B5EF4-FFF2-40B4-BE49-F238E27FC236}">
                <a16:creationId xmlns:a16="http://schemas.microsoft.com/office/drawing/2014/main" id="{7D2EC396-CB23-4B4E-A11F-EA0ECECA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140" y="2708925"/>
            <a:ext cx="693016" cy="108315"/>
          </a:xfrm>
          <a:custGeom xmlns:a="http://schemas.openxmlformats.org/drawingml/2006/main">
            <a:pathLst>
              <a:path w="693016" h="108315">
                <a:moveTo>
                  <a:pt x="0" y="3846"/>
                </a:moveTo>
                <a:lnTo>
                  <a:pt x="58562" y="3846"/>
                </a:lnTo>
                <a:lnTo>
                  <a:pt x="58562" y="14392"/>
                </a:lnTo>
                <a:lnTo>
                  <a:pt x="12531" y="14392"/>
                </a:lnTo>
                <a:lnTo>
                  <a:pt x="12531" y="41812"/>
                </a:lnTo>
                <a:lnTo>
                  <a:pt x="56639" y="41812"/>
                </a:lnTo>
                <a:lnTo>
                  <a:pt x="56639" y="52359"/>
                </a:lnTo>
                <a:lnTo>
                  <a:pt x="12531" y="52359"/>
                </a:lnTo>
                <a:lnTo>
                  <a:pt x="12531" y="85982"/>
                </a:lnTo>
                <a:lnTo>
                  <a:pt x="59679" y="85982"/>
                </a:lnTo>
                <a:lnTo>
                  <a:pt x="59679" y="96528"/>
                </a:lnTo>
                <a:lnTo>
                  <a:pt x="0" y="96528"/>
                </a:lnTo>
                <a:lnTo>
                  <a:pt x="0" y="3846"/>
                </a:lnTo>
                <a:close/>
                <a:moveTo>
                  <a:pt x="100085" y="3846"/>
                </a:moveTo>
                <a:lnTo>
                  <a:pt x="110631" y="3846"/>
                </a:lnTo>
                <a:lnTo>
                  <a:pt x="78373" y="108315"/>
                </a:lnTo>
                <a:lnTo>
                  <a:pt x="67826" y="108315"/>
                </a:lnTo>
                <a:lnTo>
                  <a:pt x="100085" y="3846"/>
                </a:lnTo>
                <a:close/>
                <a:moveTo>
                  <a:pt x="123112" y="3846"/>
                </a:moveTo>
                <a:lnTo>
                  <a:pt x="139985" y="3846"/>
                </a:lnTo>
                <a:lnTo>
                  <a:pt x="181053" y="81382"/>
                </a:lnTo>
                <a:lnTo>
                  <a:pt x="181053" y="3846"/>
                </a:lnTo>
                <a:lnTo>
                  <a:pt x="193212" y="3846"/>
                </a:lnTo>
                <a:lnTo>
                  <a:pt x="193212" y="96528"/>
                </a:lnTo>
                <a:lnTo>
                  <a:pt x="176339" y="96528"/>
                </a:lnTo>
                <a:lnTo>
                  <a:pt x="135271" y="18993"/>
                </a:lnTo>
                <a:lnTo>
                  <a:pt x="135271" y="96528"/>
                </a:lnTo>
                <a:lnTo>
                  <a:pt x="123112" y="96528"/>
                </a:lnTo>
                <a:lnTo>
                  <a:pt x="123112" y="3846"/>
                </a:lnTo>
                <a:close/>
                <a:moveTo>
                  <a:pt x="230676" y="14144"/>
                </a:moveTo>
                <a:lnTo>
                  <a:pt x="230676" y="49009"/>
                </a:lnTo>
                <a:lnTo>
                  <a:pt x="246434" y="49009"/>
                </a:lnTo>
                <a:cubicBezTo>
                  <a:pt x="252265" y="49009"/>
                  <a:pt x="256773" y="47496"/>
                  <a:pt x="259958" y="44472"/>
                </a:cubicBezTo>
                <a:cubicBezTo>
                  <a:pt x="263142" y="41448"/>
                  <a:pt x="264734" y="37139"/>
                  <a:pt x="264734" y="31545"/>
                </a:cubicBezTo>
                <a:cubicBezTo>
                  <a:pt x="264734" y="25993"/>
                  <a:pt x="263142" y="21705"/>
                  <a:pt x="259958" y="18681"/>
                </a:cubicBezTo>
                <a:cubicBezTo>
                  <a:pt x="256773" y="15656"/>
                  <a:pt x="252265" y="14144"/>
                  <a:pt x="246434" y="14144"/>
                </a:cubicBezTo>
                <a:lnTo>
                  <a:pt x="230676" y="14144"/>
                </a:lnTo>
                <a:moveTo>
                  <a:pt x="218145" y="3846"/>
                </a:moveTo>
                <a:lnTo>
                  <a:pt x="246434" y="3846"/>
                </a:lnTo>
                <a:cubicBezTo>
                  <a:pt x="256814" y="3846"/>
                  <a:pt x="264662" y="6196"/>
                  <a:pt x="269976" y="10895"/>
                </a:cubicBezTo>
                <a:cubicBezTo>
                  <a:pt x="275291" y="15594"/>
                  <a:pt x="277948" y="22478"/>
                  <a:pt x="277948" y="31545"/>
                </a:cubicBezTo>
                <a:cubicBezTo>
                  <a:pt x="277948" y="40696"/>
                  <a:pt x="275291" y="47610"/>
                  <a:pt x="269976" y="52289"/>
                </a:cubicBezTo>
                <a:cubicBezTo>
                  <a:pt x="264662" y="56967"/>
                  <a:pt x="256814" y="59307"/>
                  <a:pt x="246434" y="59307"/>
                </a:cubicBezTo>
                <a:lnTo>
                  <a:pt x="230676" y="59307"/>
                </a:lnTo>
                <a:lnTo>
                  <a:pt x="230676" y="96528"/>
                </a:lnTo>
                <a:lnTo>
                  <a:pt x="218145" y="96528"/>
                </a:lnTo>
                <a:lnTo>
                  <a:pt x="218145" y="3846"/>
                </a:lnTo>
                <a:close/>
                <a:moveTo>
                  <a:pt x="281915" y="3846"/>
                </a:moveTo>
                <a:lnTo>
                  <a:pt x="360267" y="3846"/>
                </a:lnTo>
                <a:lnTo>
                  <a:pt x="360267" y="14392"/>
                </a:lnTo>
                <a:lnTo>
                  <a:pt x="327388" y="14392"/>
                </a:lnTo>
                <a:lnTo>
                  <a:pt x="327388" y="96528"/>
                </a:lnTo>
                <a:lnTo>
                  <a:pt x="314794" y="96528"/>
                </a:lnTo>
                <a:lnTo>
                  <a:pt x="314794" y="14392"/>
                </a:lnTo>
                <a:lnTo>
                  <a:pt x="281915" y="14392"/>
                </a:lnTo>
                <a:lnTo>
                  <a:pt x="281915" y="3846"/>
                </a:lnTo>
                <a:close/>
                <a:moveTo>
                  <a:pt x="443742" y="16191"/>
                </a:moveTo>
                <a:lnTo>
                  <a:pt x="426744" y="62284"/>
                </a:lnTo>
                <a:lnTo>
                  <a:pt x="460802" y="62284"/>
                </a:lnTo>
                <a:lnTo>
                  <a:pt x="443742" y="16191"/>
                </a:lnTo>
                <a:moveTo>
                  <a:pt x="436670" y="3846"/>
                </a:moveTo>
                <a:lnTo>
                  <a:pt x="450876" y="3846"/>
                </a:lnTo>
                <a:lnTo>
                  <a:pt x="486175" y="96528"/>
                </a:lnTo>
                <a:lnTo>
                  <a:pt x="473147" y="96528"/>
                </a:lnTo>
                <a:lnTo>
                  <a:pt x="464710" y="72706"/>
                </a:lnTo>
                <a:lnTo>
                  <a:pt x="422960" y="72706"/>
                </a:lnTo>
                <a:lnTo>
                  <a:pt x="414523" y="96528"/>
                </a:lnTo>
                <a:lnTo>
                  <a:pt x="401309" y="96528"/>
                </a:lnTo>
                <a:lnTo>
                  <a:pt x="436670" y="3846"/>
                </a:lnTo>
                <a:close/>
                <a:moveTo>
                  <a:pt x="490583" y="56577"/>
                </a:moveTo>
                <a:lnTo>
                  <a:pt x="524020" y="56577"/>
                </a:lnTo>
                <a:lnTo>
                  <a:pt x="524020" y="66751"/>
                </a:lnTo>
                <a:lnTo>
                  <a:pt x="490583" y="66751"/>
                </a:lnTo>
                <a:lnTo>
                  <a:pt x="490583" y="56577"/>
                </a:lnTo>
                <a:close/>
                <a:moveTo>
                  <a:pt x="592094" y="61850"/>
                </a:moveTo>
                <a:cubicBezTo>
                  <a:pt x="592094" y="53435"/>
                  <a:pt x="590368" y="46834"/>
                  <a:pt x="586914" y="42047"/>
                </a:cubicBezTo>
                <a:cubicBezTo>
                  <a:pt x="583461" y="37259"/>
                  <a:pt x="578715" y="34864"/>
                  <a:pt x="572677" y="34864"/>
                </a:cubicBezTo>
                <a:cubicBezTo>
                  <a:pt x="566639" y="34864"/>
                  <a:pt x="561893" y="37259"/>
                  <a:pt x="558440" y="42047"/>
                </a:cubicBezTo>
                <a:cubicBezTo>
                  <a:pt x="554986" y="46834"/>
                  <a:pt x="553260" y="53435"/>
                  <a:pt x="553260" y="61850"/>
                </a:cubicBezTo>
                <a:cubicBezTo>
                  <a:pt x="553260" y="70265"/>
                  <a:pt x="554986" y="76867"/>
                  <a:pt x="558440" y="81655"/>
                </a:cubicBezTo>
                <a:cubicBezTo>
                  <a:pt x="561893" y="86442"/>
                  <a:pt x="566639" y="88836"/>
                  <a:pt x="572677" y="88836"/>
                </a:cubicBezTo>
                <a:cubicBezTo>
                  <a:pt x="578715" y="88836"/>
                  <a:pt x="583461" y="86442"/>
                  <a:pt x="586914" y="81655"/>
                </a:cubicBezTo>
                <a:cubicBezTo>
                  <a:pt x="590368" y="76867"/>
                  <a:pt x="592094" y="70265"/>
                  <a:pt x="592094" y="61850"/>
                </a:cubicBezTo>
                <a:moveTo>
                  <a:pt x="553260" y="37594"/>
                </a:moveTo>
                <a:cubicBezTo>
                  <a:pt x="555658" y="33438"/>
                  <a:pt x="558688" y="30351"/>
                  <a:pt x="562348" y="28335"/>
                </a:cubicBezTo>
                <a:cubicBezTo>
                  <a:pt x="566008" y="26319"/>
                  <a:pt x="570382" y="25311"/>
                  <a:pt x="575468" y="25311"/>
                </a:cubicBezTo>
                <a:cubicBezTo>
                  <a:pt x="583905" y="25311"/>
                  <a:pt x="590760" y="28667"/>
                  <a:pt x="596034" y="35378"/>
                </a:cubicBezTo>
                <a:cubicBezTo>
                  <a:pt x="601307" y="42090"/>
                  <a:pt x="603943" y="50914"/>
                  <a:pt x="603943" y="61850"/>
                </a:cubicBezTo>
                <a:cubicBezTo>
                  <a:pt x="603943" y="72787"/>
                  <a:pt x="601307" y="81611"/>
                  <a:pt x="596034" y="88322"/>
                </a:cubicBezTo>
                <a:cubicBezTo>
                  <a:pt x="590760" y="95034"/>
                  <a:pt x="583905" y="98389"/>
                  <a:pt x="575468" y="98389"/>
                </a:cubicBezTo>
                <a:cubicBezTo>
                  <a:pt x="570382" y="98389"/>
                  <a:pt x="566008" y="97381"/>
                  <a:pt x="562348" y="95365"/>
                </a:cubicBezTo>
                <a:cubicBezTo>
                  <a:pt x="558688" y="93349"/>
                  <a:pt x="555658" y="90263"/>
                  <a:pt x="553260" y="86106"/>
                </a:cubicBezTo>
                <a:lnTo>
                  <a:pt x="553260" y="96528"/>
                </a:lnTo>
                <a:lnTo>
                  <a:pt x="541783" y="96528"/>
                </a:lnTo>
                <a:lnTo>
                  <a:pt x="541783" y="0"/>
                </a:lnTo>
                <a:lnTo>
                  <a:pt x="553260" y="0"/>
                </a:lnTo>
                <a:lnTo>
                  <a:pt x="553260" y="37594"/>
                </a:lnTo>
                <a:close/>
                <a:moveTo>
                  <a:pt x="622894" y="27048"/>
                </a:moveTo>
                <a:lnTo>
                  <a:pt x="634308" y="27048"/>
                </a:lnTo>
                <a:lnTo>
                  <a:pt x="634308" y="96528"/>
                </a:lnTo>
                <a:lnTo>
                  <a:pt x="622894" y="96528"/>
                </a:lnTo>
                <a:lnTo>
                  <a:pt x="622894" y="27048"/>
                </a:lnTo>
                <a:moveTo>
                  <a:pt x="622894" y="0"/>
                </a:moveTo>
                <a:lnTo>
                  <a:pt x="634308" y="0"/>
                </a:lnTo>
                <a:lnTo>
                  <a:pt x="634308" y="14516"/>
                </a:lnTo>
                <a:lnTo>
                  <a:pt x="622894" y="14516"/>
                </a:lnTo>
                <a:lnTo>
                  <a:pt x="622894" y="0"/>
                </a:lnTo>
                <a:close/>
                <a:moveTo>
                  <a:pt x="669505" y="7320"/>
                </a:moveTo>
                <a:lnTo>
                  <a:pt x="669505" y="27048"/>
                </a:lnTo>
                <a:lnTo>
                  <a:pt x="693016" y="27048"/>
                </a:lnTo>
                <a:lnTo>
                  <a:pt x="693016" y="35981"/>
                </a:lnTo>
                <a:lnTo>
                  <a:pt x="669505" y="35981"/>
                </a:lnTo>
                <a:lnTo>
                  <a:pt x="669505" y="73653"/>
                </a:lnTo>
                <a:cubicBezTo>
                  <a:pt x="669505" y="79312"/>
                  <a:pt x="670280" y="82948"/>
                  <a:pt x="671831" y="84559"/>
                </a:cubicBezTo>
                <a:cubicBezTo>
                  <a:pt x="673382" y="86170"/>
                  <a:pt x="676535" y="86975"/>
                  <a:pt x="681291" y="86975"/>
                </a:cubicBezTo>
                <a:lnTo>
                  <a:pt x="693016" y="86975"/>
                </a:lnTo>
                <a:lnTo>
                  <a:pt x="693016" y="96528"/>
                </a:lnTo>
                <a:lnTo>
                  <a:pt x="681291" y="96528"/>
                </a:lnTo>
                <a:cubicBezTo>
                  <a:pt x="672482" y="96528"/>
                  <a:pt x="666403" y="94886"/>
                  <a:pt x="663053" y="91600"/>
                </a:cubicBezTo>
                <a:cubicBezTo>
                  <a:pt x="659703" y="88314"/>
                  <a:pt x="658028" y="82331"/>
                  <a:pt x="658028" y="73653"/>
                </a:cubicBezTo>
                <a:lnTo>
                  <a:pt x="658028" y="35981"/>
                </a:lnTo>
                <a:lnTo>
                  <a:pt x="649653" y="35981"/>
                </a:lnTo>
                <a:lnTo>
                  <a:pt x="649653" y="27048"/>
                </a:lnTo>
                <a:lnTo>
                  <a:pt x="658028" y="27048"/>
                </a:lnTo>
                <a:lnTo>
                  <a:pt x="658028" y="7320"/>
                </a:lnTo>
                <a:lnTo>
                  <a:pt x="669505" y="73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Text E/NPTD-bit">
            <a:extLst xmlns:a="http://schemas.openxmlformats.org/drawingml/2006/main">
              <a:ext uri="{FF2B5EF4-FFF2-40B4-BE49-F238E27FC236}">
                <a16:creationId xmlns:a16="http://schemas.microsoft.com/office/drawing/2014/main" id="{A3EE8462-27BC-4D86-8A56-C358060A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83" y="2939926"/>
            <a:ext cx="706783" cy="108315"/>
          </a:xfrm>
          <a:custGeom xmlns:a="http://schemas.openxmlformats.org/drawingml/2006/main">
            <a:pathLst>
              <a:path w="706783" h="108315">
                <a:moveTo>
                  <a:pt x="0" y="3846"/>
                </a:moveTo>
                <a:lnTo>
                  <a:pt x="58562" y="3846"/>
                </a:lnTo>
                <a:lnTo>
                  <a:pt x="58562" y="14392"/>
                </a:lnTo>
                <a:lnTo>
                  <a:pt x="12531" y="14392"/>
                </a:lnTo>
                <a:lnTo>
                  <a:pt x="12531" y="41812"/>
                </a:lnTo>
                <a:lnTo>
                  <a:pt x="56639" y="41812"/>
                </a:lnTo>
                <a:lnTo>
                  <a:pt x="56639" y="52359"/>
                </a:lnTo>
                <a:lnTo>
                  <a:pt x="12531" y="52359"/>
                </a:lnTo>
                <a:lnTo>
                  <a:pt x="12531" y="85982"/>
                </a:lnTo>
                <a:lnTo>
                  <a:pt x="59679" y="85982"/>
                </a:lnTo>
                <a:lnTo>
                  <a:pt x="59679" y="96528"/>
                </a:lnTo>
                <a:lnTo>
                  <a:pt x="0" y="96528"/>
                </a:lnTo>
                <a:lnTo>
                  <a:pt x="0" y="3846"/>
                </a:lnTo>
                <a:close/>
                <a:moveTo>
                  <a:pt x="100085" y="3846"/>
                </a:moveTo>
                <a:lnTo>
                  <a:pt x="110631" y="3846"/>
                </a:lnTo>
                <a:lnTo>
                  <a:pt x="78373" y="108315"/>
                </a:lnTo>
                <a:lnTo>
                  <a:pt x="67826" y="108315"/>
                </a:lnTo>
                <a:lnTo>
                  <a:pt x="100085" y="3846"/>
                </a:lnTo>
                <a:close/>
                <a:moveTo>
                  <a:pt x="123112" y="3846"/>
                </a:moveTo>
                <a:lnTo>
                  <a:pt x="139986" y="3846"/>
                </a:lnTo>
                <a:lnTo>
                  <a:pt x="181054" y="81382"/>
                </a:lnTo>
                <a:lnTo>
                  <a:pt x="181054" y="3846"/>
                </a:lnTo>
                <a:lnTo>
                  <a:pt x="193213" y="3846"/>
                </a:lnTo>
                <a:lnTo>
                  <a:pt x="193213" y="96528"/>
                </a:lnTo>
                <a:lnTo>
                  <a:pt x="176339" y="96528"/>
                </a:lnTo>
                <a:lnTo>
                  <a:pt x="135271" y="18993"/>
                </a:lnTo>
                <a:lnTo>
                  <a:pt x="135271" y="96528"/>
                </a:lnTo>
                <a:lnTo>
                  <a:pt x="123112" y="96528"/>
                </a:lnTo>
                <a:lnTo>
                  <a:pt x="123112" y="3846"/>
                </a:lnTo>
                <a:close/>
                <a:moveTo>
                  <a:pt x="230677" y="14144"/>
                </a:moveTo>
                <a:lnTo>
                  <a:pt x="230677" y="49009"/>
                </a:lnTo>
                <a:lnTo>
                  <a:pt x="246434" y="49009"/>
                </a:lnTo>
                <a:cubicBezTo>
                  <a:pt x="252265" y="49009"/>
                  <a:pt x="256773" y="47496"/>
                  <a:pt x="259958" y="44472"/>
                </a:cubicBezTo>
                <a:cubicBezTo>
                  <a:pt x="263142" y="41448"/>
                  <a:pt x="264735" y="37139"/>
                  <a:pt x="264735" y="31545"/>
                </a:cubicBezTo>
                <a:cubicBezTo>
                  <a:pt x="264735" y="25993"/>
                  <a:pt x="263142" y="21705"/>
                  <a:pt x="259958" y="18681"/>
                </a:cubicBezTo>
                <a:cubicBezTo>
                  <a:pt x="256773" y="15656"/>
                  <a:pt x="252265" y="14144"/>
                  <a:pt x="246434" y="14144"/>
                </a:cubicBezTo>
                <a:lnTo>
                  <a:pt x="230677" y="14144"/>
                </a:lnTo>
                <a:moveTo>
                  <a:pt x="218145" y="3846"/>
                </a:moveTo>
                <a:lnTo>
                  <a:pt x="246434" y="3846"/>
                </a:lnTo>
                <a:cubicBezTo>
                  <a:pt x="256815" y="3846"/>
                  <a:pt x="264662" y="6196"/>
                  <a:pt x="269977" y="10895"/>
                </a:cubicBezTo>
                <a:cubicBezTo>
                  <a:pt x="275291" y="15594"/>
                  <a:pt x="277948" y="22478"/>
                  <a:pt x="277948" y="31545"/>
                </a:cubicBezTo>
                <a:cubicBezTo>
                  <a:pt x="277948" y="40696"/>
                  <a:pt x="275291" y="47610"/>
                  <a:pt x="269977" y="52289"/>
                </a:cubicBezTo>
                <a:cubicBezTo>
                  <a:pt x="264662" y="56967"/>
                  <a:pt x="256815" y="59307"/>
                  <a:pt x="246434" y="59307"/>
                </a:cubicBezTo>
                <a:lnTo>
                  <a:pt x="230677" y="59307"/>
                </a:lnTo>
                <a:lnTo>
                  <a:pt x="230677" y="96528"/>
                </a:lnTo>
                <a:lnTo>
                  <a:pt x="218145" y="96528"/>
                </a:lnTo>
                <a:lnTo>
                  <a:pt x="218145" y="3846"/>
                </a:lnTo>
                <a:close/>
                <a:moveTo>
                  <a:pt x="281915" y="3846"/>
                </a:moveTo>
                <a:lnTo>
                  <a:pt x="360267" y="3846"/>
                </a:lnTo>
                <a:lnTo>
                  <a:pt x="360267" y="14392"/>
                </a:lnTo>
                <a:lnTo>
                  <a:pt x="327387" y="14392"/>
                </a:lnTo>
                <a:lnTo>
                  <a:pt x="327387" y="96528"/>
                </a:lnTo>
                <a:lnTo>
                  <a:pt x="314794" y="96528"/>
                </a:lnTo>
                <a:lnTo>
                  <a:pt x="314794" y="14392"/>
                </a:lnTo>
                <a:lnTo>
                  <a:pt x="281915" y="14392"/>
                </a:lnTo>
                <a:lnTo>
                  <a:pt x="281915" y="3846"/>
                </a:lnTo>
                <a:close/>
                <a:moveTo>
                  <a:pt x="425317" y="14144"/>
                </a:moveTo>
                <a:lnTo>
                  <a:pt x="425317" y="86230"/>
                </a:lnTo>
                <a:lnTo>
                  <a:pt x="440454" y="86230"/>
                </a:lnTo>
                <a:cubicBezTo>
                  <a:pt x="453234" y="86230"/>
                  <a:pt x="462591" y="83333"/>
                  <a:pt x="468526" y="77538"/>
                </a:cubicBezTo>
                <a:cubicBezTo>
                  <a:pt x="474461" y="71742"/>
                  <a:pt x="477428" y="62595"/>
                  <a:pt x="477428" y="50094"/>
                </a:cubicBezTo>
                <a:cubicBezTo>
                  <a:pt x="477428" y="37677"/>
                  <a:pt x="474461" y="28581"/>
                  <a:pt x="468526" y="22806"/>
                </a:cubicBezTo>
                <a:cubicBezTo>
                  <a:pt x="462591" y="17032"/>
                  <a:pt x="453234" y="14144"/>
                  <a:pt x="440454" y="14144"/>
                </a:cubicBezTo>
                <a:lnTo>
                  <a:pt x="425317" y="14144"/>
                </a:lnTo>
                <a:moveTo>
                  <a:pt x="412786" y="3846"/>
                </a:moveTo>
                <a:lnTo>
                  <a:pt x="438531" y="3846"/>
                </a:lnTo>
                <a:cubicBezTo>
                  <a:pt x="456480" y="3846"/>
                  <a:pt x="469653" y="7581"/>
                  <a:pt x="478048" y="15052"/>
                </a:cubicBezTo>
                <a:cubicBezTo>
                  <a:pt x="486444" y="22522"/>
                  <a:pt x="490642" y="34203"/>
                  <a:pt x="490642" y="50094"/>
                </a:cubicBezTo>
                <a:cubicBezTo>
                  <a:pt x="490642" y="66069"/>
                  <a:pt x="486423" y="77801"/>
                  <a:pt x="477986" y="85292"/>
                </a:cubicBezTo>
                <a:cubicBezTo>
                  <a:pt x="469549" y="92783"/>
                  <a:pt x="456398" y="96528"/>
                  <a:pt x="438531" y="96528"/>
                </a:cubicBezTo>
                <a:lnTo>
                  <a:pt x="412786" y="96528"/>
                </a:lnTo>
                <a:lnTo>
                  <a:pt x="412786" y="3846"/>
                </a:lnTo>
                <a:close/>
                <a:moveTo>
                  <a:pt x="504349" y="56577"/>
                </a:moveTo>
                <a:lnTo>
                  <a:pt x="537787" y="56577"/>
                </a:lnTo>
                <a:lnTo>
                  <a:pt x="537787" y="66751"/>
                </a:lnTo>
                <a:lnTo>
                  <a:pt x="504349" y="66751"/>
                </a:lnTo>
                <a:lnTo>
                  <a:pt x="504349" y="56577"/>
                </a:lnTo>
                <a:close/>
                <a:moveTo>
                  <a:pt x="605861" y="61850"/>
                </a:moveTo>
                <a:cubicBezTo>
                  <a:pt x="605861" y="53435"/>
                  <a:pt x="604134" y="46834"/>
                  <a:pt x="600681" y="42047"/>
                </a:cubicBezTo>
                <a:cubicBezTo>
                  <a:pt x="597227" y="37259"/>
                  <a:pt x="592481" y="34864"/>
                  <a:pt x="586443" y="34864"/>
                </a:cubicBezTo>
                <a:cubicBezTo>
                  <a:pt x="580405" y="34864"/>
                  <a:pt x="575659" y="37259"/>
                  <a:pt x="572206" y="42047"/>
                </a:cubicBezTo>
                <a:cubicBezTo>
                  <a:pt x="568753" y="46834"/>
                  <a:pt x="567026" y="53435"/>
                  <a:pt x="567026" y="61850"/>
                </a:cubicBezTo>
                <a:cubicBezTo>
                  <a:pt x="567026" y="70265"/>
                  <a:pt x="568753" y="76867"/>
                  <a:pt x="572206" y="81655"/>
                </a:cubicBezTo>
                <a:cubicBezTo>
                  <a:pt x="575659" y="86442"/>
                  <a:pt x="580405" y="88836"/>
                  <a:pt x="586443" y="88836"/>
                </a:cubicBezTo>
                <a:cubicBezTo>
                  <a:pt x="592481" y="88836"/>
                  <a:pt x="597227" y="86442"/>
                  <a:pt x="600681" y="81655"/>
                </a:cubicBezTo>
                <a:cubicBezTo>
                  <a:pt x="604134" y="76867"/>
                  <a:pt x="605861" y="70265"/>
                  <a:pt x="605861" y="61850"/>
                </a:cubicBezTo>
                <a:moveTo>
                  <a:pt x="567026" y="37594"/>
                </a:moveTo>
                <a:cubicBezTo>
                  <a:pt x="569425" y="33438"/>
                  <a:pt x="572454" y="30351"/>
                  <a:pt x="576114" y="28335"/>
                </a:cubicBezTo>
                <a:cubicBezTo>
                  <a:pt x="579774" y="26319"/>
                  <a:pt x="584148" y="25311"/>
                  <a:pt x="589235" y="25311"/>
                </a:cubicBezTo>
                <a:cubicBezTo>
                  <a:pt x="597672" y="25311"/>
                  <a:pt x="604527" y="28667"/>
                  <a:pt x="609800" y="35378"/>
                </a:cubicBezTo>
                <a:cubicBezTo>
                  <a:pt x="615073" y="42090"/>
                  <a:pt x="617710" y="50914"/>
                  <a:pt x="617710" y="61850"/>
                </a:cubicBezTo>
                <a:cubicBezTo>
                  <a:pt x="617710" y="72787"/>
                  <a:pt x="615073" y="81611"/>
                  <a:pt x="609800" y="88322"/>
                </a:cubicBezTo>
                <a:cubicBezTo>
                  <a:pt x="604527" y="95034"/>
                  <a:pt x="597672" y="98389"/>
                  <a:pt x="589235" y="98389"/>
                </a:cubicBezTo>
                <a:cubicBezTo>
                  <a:pt x="584148" y="98389"/>
                  <a:pt x="579774" y="97381"/>
                  <a:pt x="576114" y="95365"/>
                </a:cubicBezTo>
                <a:cubicBezTo>
                  <a:pt x="572454" y="93349"/>
                  <a:pt x="569425" y="90263"/>
                  <a:pt x="567026" y="86106"/>
                </a:cubicBezTo>
                <a:lnTo>
                  <a:pt x="567026" y="96528"/>
                </a:lnTo>
                <a:lnTo>
                  <a:pt x="555549" y="96528"/>
                </a:lnTo>
                <a:lnTo>
                  <a:pt x="555549" y="0"/>
                </a:lnTo>
                <a:lnTo>
                  <a:pt x="567026" y="0"/>
                </a:lnTo>
                <a:lnTo>
                  <a:pt x="567026" y="37594"/>
                </a:lnTo>
                <a:close/>
                <a:moveTo>
                  <a:pt x="636660" y="27048"/>
                </a:moveTo>
                <a:lnTo>
                  <a:pt x="648075" y="27048"/>
                </a:lnTo>
                <a:lnTo>
                  <a:pt x="648075" y="96528"/>
                </a:lnTo>
                <a:lnTo>
                  <a:pt x="636660" y="96528"/>
                </a:lnTo>
                <a:lnTo>
                  <a:pt x="636660" y="27048"/>
                </a:lnTo>
                <a:moveTo>
                  <a:pt x="636660" y="0"/>
                </a:moveTo>
                <a:lnTo>
                  <a:pt x="648075" y="0"/>
                </a:lnTo>
                <a:lnTo>
                  <a:pt x="648075" y="14516"/>
                </a:lnTo>
                <a:lnTo>
                  <a:pt x="636660" y="14516"/>
                </a:lnTo>
                <a:lnTo>
                  <a:pt x="636660" y="0"/>
                </a:lnTo>
                <a:close/>
                <a:moveTo>
                  <a:pt x="683271" y="7320"/>
                </a:moveTo>
                <a:lnTo>
                  <a:pt x="683271" y="27048"/>
                </a:lnTo>
                <a:lnTo>
                  <a:pt x="706783" y="27048"/>
                </a:lnTo>
                <a:lnTo>
                  <a:pt x="706783" y="35981"/>
                </a:lnTo>
                <a:lnTo>
                  <a:pt x="683271" y="35981"/>
                </a:lnTo>
                <a:lnTo>
                  <a:pt x="683271" y="73653"/>
                </a:lnTo>
                <a:cubicBezTo>
                  <a:pt x="683271" y="79312"/>
                  <a:pt x="684047" y="82948"/>
                  <a:pt x="685597" y="84559"/>
                </a:cubicBezTo>
                <a:cubicBezTo>
                  <a:pt x="687148" y="86170"/>
                  <a:pt x="690302" y="86975"/>
                  <a:pt x="695058" y="86975"/>
                </a:cubicBezTo>
                <a:lnTo>
                  <a:pt x="706783" y="86975"/>
                </a:lnTo>
                <a:lnTo>
                  <a:pt x="706783" y="96528"/>
                </a:lnTo>
                <a:lnTo>
                  <a:pt x="695058" y="96528"/>
                </a:lnTo>
                <a:cubicBezTo>
                  <a:pt x="686249" y="96528"/>
                  <a:pt x="680169" y="94886"/>
                  <a:pt x="676819" y="91600"/>
                </a:cubicBezTo>
                <a:cubicBezTo>
                  <a:pt x="673469" y="88314"/>
                  <a:pt x="671794" y="82331"/>
                  <a:pt x="671794" y="73653"/>
                </a:cubicBezTo>
                <a:lnTo>
                  <a:pt x="671794" y="35981"/>
                </a:lnTo>
                <a:lnTo>
                  <a:pt x="663419" y="35981"/>
                </a:lnTo>
                <a:lnTo>
                  <a:pt x="663419" y="27048"/>
                </a:lnTo>
                <a:lnTo>
                  <a:pt x="671794" y="27048"/>
                </a:lnTo>
                <a:lnTo>
                  <a:pt x="671794" y="7320"/>
                </a:lnTo>
                <a:lnTo>
                  <a:pt x="683271" y="73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Text E/NPTP-bit">
            <a:extLst xmlns:a="http://schemas.openxmlformats.org/drawingml/2006/main">
              <a:ext uri="{FF2B5EF4-FFF2-40B4-BE49-F238E27FC236}">
                <a16:creationId xmlns:a16="http://schemas.microsoft.com/office/drawing/2014/main" id="{8F6410A4-4705-474B-8708-BC3D981A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94" y="3170926"/>
            <a:ext cx="682718" cy="108315"/>
          </a:xfrm>
          <a:custGeom xmlns:a="http://schemas.openxmlformats.org/drawingml/2006/main">
            <a:pathLst>
              <a:path w="682718" h="108315">
                <a:moveTo>
                  <a:pt x="0" y="3846"/>
                </a:moveTo>
                <a:lnTo>
                  <a:pt x="58562" y="3846"/>
                </a:lnTo>
                <a:lnTo>
                  <a:pt x="58562" y="14392"/>
                </a:lnTo>
                <a:lnTo>
                  <a:pt x="12531" y="14392"/>
                </a:lnTo>
                <a:lnTo>
                  <a:pt x="12531" y="41812"/>
                </a:lnTo>
                <a:lnTo>
                  <a:pt x="56639" y="41812"/>
                </a:lnTo>
                <a:lnTo>
                  <a:pt x="56639" y="52359"/>
                </a:lnTo>
                <a:lnTo>
                  <a:pt x="12531" y="52359"/>
                </a:lnTo>
                <a:lnTo>
                  <a:pt x="12531" y="85982"/>
                </a:lnTo>
                <a:lnTo>
                  <a:pt x="59679" y="85982"/>
                </a:lnTo>
                <a:lnTo>
                  <a:pt x="59679" y="96528"/>
                </a:lnTo>
                <a:lnTo>
                  <a:pt x="0" y="96528"/>
                </a:lnTo>
                <a:lnTo>
                  <a:pt x="0" y="3846"/>
                </a:lnTo>
                <a:close/>
                <a:moveTo>
                  <a:pt x="100085" y="3846"/>
                </a:moveTo>
                <a:lnTo>
                  <a:pt x="110631" y="3846"/>
                </a:lnTo>
                <a:lnTo>
                  <a:pt x="78373" y="108315"/>
                </a:lnTo>
                <a:lnTo>
                  <a:pt x="67826" y="108315"/>
                </a:lnTo>
                <a:lnTo>
                  <a:pt x="100085" y="3846"/>
                </a:lnTo>
                <a:close/>
                <a:moveTo>
                  <a:pt x="123112" y="3846"/>
                </a:moveTo>
                <a:lnTo>
                  <a:pt x="139986" y="3846"/>
                </a:lnTo>
                <a:lnTo>
                  <a:pt x="181054" y="81382"/>
                </a:lnTo>
                <a:lnTo>
                  <a:pt x="181054" y="3846"/>
                </a:lnTo>
                <a:lnTo>
                  <a:pt x="193213" y="3846"/>
                </a:lnTo>
                <a:lnTo>
                  <a:pt x="193213" y="96528"/>
                </a:lnTo>
                <a:lnTo>
                  <a:pt x="176339" y="96528"/>
                </a:lnTo>
                <a:lnTo>
                  <a:pt x="135271" y="18993"/>
                </a:lnTo>
                <a:lnTo>
                  <a:pt x="135271" y="96528"/>
                </a:lnTo>
                <a:lnTo>
                  <a:pt x="123112" y="96528"/>
                </a:lnTo>
                <a:lnTo>
                  <a:pt x="123112" y="3846"/>
                </a:lnTo>
                <a:close/>
                <a:moveTo>
                  <a:pt x="230676" y="14144"/>
                </a:moveTo>
                <a:lnTo>
                  <a:pt x="230676" y="49009"/>
                </a:lnTo>
                <a:lnTo>
                  <a:pt x="246434" y="49009"/>
                </a:lnTo>
                <a:cubicBezTo>
                  <a:pt x="252265" y="49009"/>
                  <a:pt x="256773" y="47496"/>
                  <a:pt x="259958" y="44472"/>
                </a:cubicBezTo>
                <a:cubicBezTo>
                  <a:pt x="263142" y="41448"/>
                  <a:pt x="264734" y="37139"/>
                  <a:pt x="264734" y="31545"/>
                </a:cubicBezTo>
                <a:cubicBezTo>
                  <a:pt x="264734" y="25993"/>
                  <a:pt x="263142" y="21705"/>
                  <a:pt x="259958" y="18681"/>
                </a:cubicBezTo>
                <a:cubicBezTo>
                  <a:pt x="256773" y="15656"/>
                  <a:pt x="252265" y="14144"/>
                  <a:pt x="246434" y="14144"/>
                </a:cubicBezTo>
                <a:lnTo>
                  <a:pt x="230676" y="14144"/>
                </a:lnTo>
                <a:moveTo>
                  <a:pt x="218145" y="3846"/>
                </a:moveTo>
                <a:lnTo>
                  <a:pt x="246434" y="3846"/>
                </a:lnTo>
                <a:cubicBezTo>
                  <a:pt x="256814" y="3846"/>
                  <a:pt x="264662" y="6196"/>
                  <a:pt x="269976" y="10895"/>
                </a:cubicBezTo>
                <a:cubicBezTo>
                  <a:pt x="275291" y="15594"/>
                  <a:pt x="277948" y="22478"/>
                  <a:pt x="277948" y="31545"/>
                </a:cubicBezTo>
                <a:cubicBezTo>
                  <a:pt x="277948" y="40696"/>
                  <a:pt x="275291" y="47610"/>
                  <a:pt x="269976" y="52289"/>
                </a:cubicBezTo>
                <a:cubicBezTo>
                  <a:pt x="264662" y="56967"/>
                  <a:pt x="256814" y="59307"/>
                  <a:pt x="246434" y="59307"/>
                </a:cubicBezTo>
                <a:lnTo>
                  <a:pt x="230676" y="59307"/>
                </a:lnTo>
                <a:lnTo>
                  <a:pt x="230676" y="96528"/>
                </a:lnTo>
                <a:lnTo>
                  <a:pt x="218145" y="96528"/>
                </a:lnTo>
                <a:lnTo>
                  <a:pt x="218145" y="3846"/>
                </a:lnTo>
                <a:close/>
                <a:moveTo>
                  <a:pt x="281915" y="3846"/>
                </a:moveTo>
                <a:lnTo>
                  <a:pt x="360267" y="3846"/>
                </a:lnTo>
                <a:lnTo>
                  <a:pt x="360267" y="14392"/>
                </a:lnTo>
                <a:lnTo>
                  <a:pt x="327388" y="14392"/>
                </a:lnTo>
                <a:lnTo>
                  <a:pt x="327388" y="96528"/>
                </a:lnTo>
                <a:lnTo>
                  <a:pt x="314794" y="96528"/>
                </a:lnTo>
                <a:lnTo>
                  <a:pt x="314794" y="14392"/>
                </a:lnTo>
                <a:lnTo>
                  <a:pt x="281915" y="14392"/>
                </a:lnTo>
                <a:lnTo>
                  <a:pt x="281915" y="3846"/>
                </a:lnTo>
                <a:close/>
                <a:moveTo>
                  <a:pt x="425317" y="14144"/>
                </a:moveTo>
                <a:lnTo>
                  <a:pt x="425317" y="49009"/>
                </a:lnTo>
                <a:lnTo>
                  <a:pt x="441075" y="49009"/>
                </a:lnTo>
                <a:cubicBezTo>
                  <a:pt x="446906" y="49009"/>
                  <a:pt x="451414" y="47496"/>
                  <a:pt x="454599" y="44472"/>
                </a:cubicBezTo>
                <a:cubicBezTo>
                  <a:pt x="457783" y="41448"/>
                  <a:pt x="459375" y="37139"/>
                  <a:pt x="459375" y="31545"/>
                </a:cubicBezTo>
                <a:cubicBezTo>
                  <a:pt x="459375" y="25993"/>
                  <a:pt x="457783" y="21705"/>
                  <a:pt x="454599" y="18681"/>
                </a:cubicBezTo>
                <a:cubicBezTo>
                  <a:pt x="451414" y="15656"/>
                  <a:pt x="446906" y="14144"/>
                  <a:pt x="441075" y="14144"/>
                </a:cubicBezTo>
                <a:lnTo>
                  <a:pt x="425317" y="14144"/>
                </a:lnTo>
                <a:moveTo>
                  <a:pt x="412786" y="3846"/>
                </a:moveTo>
                <a:lnTo>
                  <a:pt x="441075" y="3846"/>
                </a:lnTo>
                <a:cubicBezTo>
                  <a:pt x="451455" y="3846"/>
                  <a:pt x="459303" y="6196"/>
                  <a:pt x="464617" y="10895"/>
                </a:cubicBezTo>
                <a:cubicBezTo>
                  <a:pt x="469932" y="15594"/>
                  <a:pt x="472589" y="22478"/>
                  <a:pt x="472589" y="31545"/>
                </a:cubicBezTo>
                <a:cubicBezTo>
                  <a:pt x="472589" y="40696"/>
                  <a:pt x="469932" y="47610"/>
                  <a:pt x="464617" y="52289"/>
                </a:cubicBezTo>
                <a:cubicBezTo>
                  <a:pt x="459303" y="56967"/>
                  <a:pt x="451455" y="59307"/>
                  <a:pt x="441075" y="59307"/>
                </a:cubicBezTo>
                <a:lnTo>
                  <a:pt x="425317" y="59307"/>
                </a:lnTo>
                <a:lnTo>
                  <a:pt x="425317" y="96528"/>
                </a:lnTo>
                <a:lnTo>
                  <a:pt x="412786" y="96528"/>
                </a:lnTo>
                <a:lnTo>
                  <a:pt x="412786" y="3846"/>
                </a:lnTo>
                <a:close/>
                <a:moveTo>
                  <a:pt x="480285" y="56577"/>
                </a:moveTo>
                <a:lnTo>
                  <a:pt x="513722" y="56577"/>
                </a:lnTo>
                <a:lnTo>
                  <a:pt x="513722" y="66751"/>
                </a:lnTo>
                <a:lnTo>
                  <a:pt x="480285" y="66751"/>
                </a:lnTo>
                <a:lnTo>
                  <a:pt x="480285" y="56577"/>
                </a:lnTo>
                <a:close/>
                <a:moveTo>
                  <a:pt x="581796" y="61850"/>
                </a:moveTo>
                <a:cubicBezTo>
                  <a:pt x="581796" y="53435"/>
                  <a:pt x="580070" y="46834"/>
                  <a:pt x="576616" y="42047"/>
                </a:cubicBezTo>
                <a:cubicBezTo>
                  <a:pt x="573163" y="37259"/>
                  <a:pt x="568417" y="34864"/>
                  <a:pt x="562379" y="34864"/>
                </a:cubicBezTo>
                <a:cubicBezTo>
                  <a:pt x="556341" y="34864"/>
                  <a:pt x="551595" y="37259"/>
                  <a:pt x="548142" y="42047"/>
                </a:cubicBezTo>
                <a:cubicBezTo>
                  <a:pt x="544688" y="46834"/>
                  <a:pt x="542962" y="53435"/>
                  <a:pt x="542962" y="61850"/>
                </a:cubicBezTo>
                <a:cubicBezTo>
                  <a:pt x="542962" y="70265"/>
                  <a:pt x="544688" y="76867"/>
                  <a:pt x="548142" y="81655"/>
                </a:cubicBezTo>
                <a:cubicBezTo>
                  <a:pt x="551595" y="86442"/>
                  <a:pt x="556341" y="88836"/>
                  <a:pt x="562379" y="88836"/>
                </a:cubicBezTo>
                <a:cubicBezTo>
                  <a:pt x="568417" y="88836"/>
                  <a:pt x="573163" y="86442"/>
                  <a:pt x="576616" y="81655"/>
                </a:cubicBezTo>
                <a:cubicBezTo>
                  <a:pt x="580070" y="76867"/>
                  <a:pt x="581796" y="70265"/>
                  <a:pt x="581796" y="61850"/>
                </a:cubicBezTo>
                <a:moveTo>
                  <a:pt x="542962" y="37594"/>
                </a:moveTo>
                <a:cubicBezTo>
                  <a:pt x="545360" y="33438"/>
                  <a:pt x="548390" y="30351"/>
                  <a:pt x="552050" y="28335"/>
                </a:cubicBezTo>
                <a:cubicBezTo>
                  <a:pt x="555710" y="26319"/>
                  <a:pt x="560084" y="25311"/>
                  <a:pt x="565171" y="25311"/>
                </a:cubicBezTo>
                <a:cubicBezTo>
                  <a:pt x="573607" y="25311"/>
                  <a:pt x="580462" y="28667"/>
                  <a:pt x="585736" y="35378"/>
                </a:cubicBezTo>
                <a:cubicBezTo>
                  <a:pt x="591009" y="42090"/>
                  <a:pt x="593645" y="50914"/>
                  <a:pt x="593645" y="61850"/>
                </a:cubicBezTo>
                <a:cubicBezTo>
                  <a:pt x="593645" y="72787"/>
                  <a:pt x="591009" y="81611"/>
                  <a:pt x="585736" y="88322"/>
                </a:cubicBezTo>
                <a:cubicBezTo>
                  <a:pt x="580462" y="95034"/>
                  <a:pt x="573607" y="98389"/>
                  <a:pt x="565171" y="98389"/>
                </a:cubicBezTo>
                <a:cubicBezTo>
                  <a:pt x="560084" y="98389"/>
                  <a:pt x="555710" y="97381"/>
                  <a:pt x="552050" y="95365"/>
                </a:cubicBezTo>
                <a:cubicBezTo>
                  <a:pt x="548390" y="93349"/>
                  <a:pt x="545360" y="90263"/>
                  <a:pt x="542962" y="86106"/>
                </a:cubicBezTo>
                <a:lnTo>
                  <a:pt x="542962" y="96528"/>
                </a:lnTo>
                <a:lnTo>
                  <a:pt x="531485" y="96528"/>
                </a:lnTo>
                <a:lnTo>
                  <a:pt x="531485" y="0"/>
                </a:lnTo>
                <a:lnTo>
                  <a:pt x="542962" y="0"/>
                </a:lnTo>
                <a:lnTo>
                  <a:pt x="542962" y="37594"/>
                </a:lnTo>
                <a:close/>
                <a:moveTo>
                  <a:pt x="612596" y="27048"/>
                </a:moveTo>
                <a:lnTo>
                  <a:pt x="624011" y="27048"/>
                </a:lnTo>
                <a:lnTo>
                  <a:pt x="624011" y="96528"/>
                </a:lnTo>
                <a:lnTo>
                  <a:pt x="612596" y="96528"/>
                </a:lnTo>
                <a:lnTo>
                  <a:pt x="612596" y="27048"/>
                </a:lnTo>
                <a:moveTo>
                  <a:pt x="612596" y="0"/>
                </a:moveTo>
                <a:lnTo>
                  <a:pt x="624011" y="0"/>
                </a:lnTo>
                <a:lnTo>
                  <a:pt x="624011" y="14516"/>
                </a:lnTo>
                <a:lnTo>
                  <a:pt x="612596" y="14516"/>
                </a:lnTo>
                <a:lnTo>
                  <a:pt x="612596" y="0"/>
                </a:lnTo>
                <a:close/>
                <a:moveTo>
                  <a:pt x="659207" y="7320"/>
                </a:moveTo>
                <a:lnTo>
                  <a:pt x="659207" y="27048"/>
                </a:lnTo>
                <a:lnTo>
                  <a:pt x="682718" y="27048"/>
                </a:lnTo>
                <a:lnTo>
                  <a:pt x="682718" y="35981"/>
                </a:lnTo>
                <a:lnTo>
                  <a:pt x="659207" y="35981"/>
                </a:lnTo>
                <a:lnTo>
                  <a:pt x="659207" y="73653"/>
                </a:lnTo>
                <a:cubicBezTo>
                  <a:pt x="659207" y="79312"/>
                  <a:pt x="659982" y="82948"/>
                  <a:pt x="661533" y="84559"/>
                </a:cubicBezTo>
                <a:cubicBezTo>
                  <a:pt x="663084" y="86170"/>
                  <a:pt x="666237" y="86975"/>
                  <a:pt x="670994" y="86975"/>
                </a:cubicBezTo>
                <a:lnTo>
                  <a:pt x="682718" y="86975"/>
                </a:lnTo>
                <a:lnTo>
                  <a:pt x="682718" y="96528"/>
                </a:lnTo>
                <a:lnTo>
                  <a:pt x="670994" y="96528"/>
                </a:lnTo>
                <a:cubicBezTo>
                  <a:pt x="662184" y="96528"/>
                  <a:pt x="656105" y="94886"/>
                  <a:pt x="652755" y="91600"/>
                </a:cubicBezTo>
                <a:cubicBezTo>
                  <a:pt x="649405" y="88314"/>
                  <a:pt x="647730" y="82331"/>
                  <a:pt x="647730" y="73653"/>
                </a:cubicBezTo>
                <a:lnTo>
                  <a:pt x="647730" y="35981"/>
                </a:lnTo>
                <a:lnTo>
                  <a:pt x="639355" y="35981"/>
                </a:lnTo>
                <a:lnTo>
                  <a:pt x="639355" y="27048"/>
                </a:lnTo>
                <a:lnTo>
                  <a:pt x="647730" y="27048"/>
                </a:lnTo>
                <a:lnTo>
                  <a:pt x="647730" y="7320"/>
                </a:lnTo>
                <a:lnTo>
                  <a:pt x="659207" y="73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Text E/NPTR-bit">
            <a:extLst xmlns:a="http://schemas.openxmlformats.org/drawingml/2006/main">
              <a:ext uri="{FF2B5EF4-FFF2-40B4-BE49-F238E27FC236}">
                <a16:creationId xmlns:a16="http://schemas.microsoft.com/office/drawing/2014/main" id="{77C830D6-0652-4DAA-9A08-36387F2B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01" y="3401927"/>
            <a:ext cx="692024" cy="108315"/>
          </a:xfrm>
          <a:custGeom xmlns:a="http://schemas.openxmlformats.org/drawingml/2006/main">
            <a:pathLst>
              <a:path w="692024" h="108315">
                <a:moveTo>
                  <a:pt x="0" y="3846"/>
                </a:moveTo>
                <a:lnTo>
                  <a:pt x="58562" y="3846"/>
                </a:lnTo>
                <a:lnTo>
                  <a:pt x="58562" y="14392"/>
                </a:lnTo>
                <a:lnTo>
                  <a:pt x="12531" y="14392"/>
                </a:lnTo>
                <a:lnTo>
                  <a:pt x="12531" y="41812"/>
                </a:lnTo>
                <a:lnTo>
                  <a:pt x="56639" y="41812"/>
                </a:lnTo>
                <a:lnTo>
                  <a:pt x="56639" y="52359"/>
                </a:lnTo>
                <a:lnTo>
                  <a:pt x="12531" y="52359"/>
                </a:lnTo>
                <a:lnTo>
                  <a:pt x="12531" y="85982"/>
                </a:lnTo>
                <a:lnTo>
                  <a:pt x="59679" y="85982"/>
                </a:lnTo>
                <a:lnTo>
                  <a:pt x="59679" y="96528"/>
                </a:lnTo>
                <a:lnTo>
                  <a:pt x="0" y="96528"/>
                </a:lnTo>
                <a:lnTo>
                  <a:pt x="0" y="3846"/>
                </a:lnTo>
                <a:close/>
                <a:moveTo>
                  <a:pt x="100085" y="3846"/>
                </a:moveTo>
                <a:lnTo>
                  <a:pt x="110631" y="3846"/>
                </a:lnTo>
                <a:lnTo>
                  <a:pt x="78373" y="108315"/>
                </a:lnTo>
                <a:lnTo>
                  <a:pt x="67826" y="108315"/>
                </a:lnTo>
                <a:lnTo>
                  <a:pt x="100085" y="3846"/>
                </a:lnTo>
                <a:close/>
                <a:moveTo>
                  <a:pt x="123112" y="3846"/>
                </a:moveTo>
                <a:lnTo>
                  <a:pt x="139986" y="3846"/>
                </a:lnTo>
                <a:lnTo>
                  <a:pt x="181054" y="81382"/>
                </a:lnTo>
                <a:lnTo>
                  <a:pt x="181054" y="3846"/>
                </a:lnTo>
                <a:lnTo>
                  <a:pt x="193213" y="3846"/>
                </a:lnTo>
                <a:lnTo>
                  <a:pt x="193213" y="96528"/>
                </a:lnTo>
                <a:lnTo>
                  <a:pt x="176339" y="96528"/>
                </a:lnTo>
                <a:lnTo>
                  <a:pt x="135271" y="18993"/>
                </a:lnTo>
                <a:lnTo>
                  <a:pt x="135271" y="96528"/>
                </a:lnTo>
                <a:lnTo>
                  <a:pt x="123112" y="96528"/>
                </a:lnTo>
                <a:lnTo>
                  <a:pt x="123112" y="3846"/>
                </a:lnTo>
                <a:close/>
                <a:moveTo>
                  <a:pt x="230677" y="14144"/>
                </a:moveTo>
                <a:lnTo>
                  <a:pt x="230677" y="49009"/>
                </a:lnTo>
                <a:lnTo>
                  <a:pt x="246434" y="49009"/>
                </a:lnTo>
                <a:cubicBezTo>
                  <a:pt x="252265" y="49009"/>
                  <a:pt x="256773" y="47496"/>
                  <a:pt x="259958" y="44472"/>
                </a:cubicBezTo>
                <a:cubicBezTo>
                  <a:pt x="263142" y="41448"/>
                  <a:pt x="264735" y="37139"/>
                  <a:pt x="264735" y="31545"/>
                </a:cubicBezTo>
                <a:cubicBezTo>
                  <a:pt x="264735" y="25993"/>
                  <a:pt x="263142" y="21705"/>
                  <a:pt x="259958" y="18681"/>
                </a:cubicBezTo>
                <a:cubicBezTo>
                  <a:pt x="256773" y="15656"/>
                  <a:pt x="252265" y="14144"/>
                  <a:pt x="246434" y="14144"/>
                </a:cubicBezTo>
                <a:lnTo>
                  <a:pt x="230677" y="14144"/>
                </a:lnTo>
                <a:moveTo>
                  <a:pt x="218145" y="3846"/>
                </a:moveTo>
                <a:lnTo>
                  <a:pt x="246434" y="3846"/>
                </a:lnTo>
                <a:cubicBezTo>
                  <a:pt x="256815" y="3846"/>
                  <a:pt x="264662" y="6196"/>
                  <a:pt x="269977" y="10895"/>
                </a:cubicBezTo>
                <a:cubicBezTo>
                  <a:pt x="275291" y="15594"/>
                  <a:pt x="277948" y="22478"/>
                  <a:pt x="277948" y="31545"/>
                </a:cubicBezTo>
                <a:cubicBezTo>
                  <a:pt x="277948" y="40696"/>
                  <a:pt x="275291" y="47610"/>
                  <a:pt x="269977" y="52289"/>
                </a:cubicBezTo>
                <a:cubicBezTo>
                  <a:pt x="264662" y="56967"/>
                  <a:pt x="256815" y="59307"/>
                  <a:pt x="246434" y="59307"/>
                </a:cubicBezTo>
                <a:lnTo>
                  <a:pt x="230677" y="59307"/>
                </a:lnTo>
                <a:lnTo>
                  <a:pt x="230677" y="96528"/>
                </a:lnTo>
                <a:lnTo>
                  <a:pt x="218145" y="96528"/>
                </a:lnTo>
                <a:lnTo>
                  <a:pt x="218145" y="3846"/>
                </a:lnTo>
                <a:close/>
                <a:moveTo>
                  <a:pt x="281915" y="3846"/>
                </a:moveTo>
                <a:lnTo>
                  <a:pt x="360267" y="3846"/>
                </a:lnTo>
                <a:lnTo>
                  <a:pt x="360267" y="14392"/>
                </a:lnTo>
                <a:lnTo>
                  <a:pt x="327388" y="14392"/>
                </a:lnTo>
                <a:lnTo>
                  <a:pt x="327388" y="96528"/>
                </a:lnTo>
                <a:lnTo>
                  <a:pt x="314794" y="96528"/>
                </a:lnTo>
                <a:lnTo>
                  <a:pt x="314794" y="14392"/>
                </a:lnTo>
                <a:lnTo>
                  <a:pt x="281915" y="14392"/>
                </a:lnTo>
                <a:lnTo>
                  <a:pt x="281915" y="3846"/>
                </a:lnTo>
                <a:close/>
                <a:moveTo>
                  <a:pt x="456708" y="53041"/>
                </a:moveTo>
                <a:cubicBezTo>
                  <a:pt x="459396" y="53952"/>
                  <a:pt x="462012" y="55899"/>
                  <a:pt x="464555" y="58880"/>
                </a:cubicBezTo>
                <a:cubicBezTo>
                  <a:pt x="467099" y="61860"/>
                  <a:pt x="469653" y="65959"/>
                  <a:pt x="472217" y="71177"/>
                </a:cubicBezTo>
                <a:lnTo>
                  <a:pt x="484934" y="96528"/>
                </a:lnTo>
                <a:lnTo>
                  <a:pt x="471472" y="96528"/>
                </a:lnTo>
                <a:lnTo>
                  <a:pt x="459624" y="72732"/>
                </a:lnTo>
                <a:cubicBezTo>
                  <a:pt x="456563" y="66518"/>
                  <a:pt x="453596" y="62396"/>
                  <a:pt x="450721" y="60367"/>
                </a:cubicBezTo>
                <a:cubicBezTo>
                  <a:pt x="447847" y="58337"/>
                  <a:pt x="443928" y="57321"/>
                  <a:pt x="438965" y="57321"/>
                </a:cubicBezTo>
                <a:lnTo>
                  <a:pt x="425317" y="57321"/>
                </a:lnTo>
                <a:lnTo>
                  <a:pt x="425317" y="96528"/>
                </a:lnTo>
                <a:lnTo>
                  <a:pt x="412786" y="96528"/>
                </a:lnTo>
                <a:lnTo>
                  <a:pt x="412786" y="3846"/>
                </a:lnTo>
                <a:lnTo>
                  <a:pt x="441075" y="3846"/>
                </a:lnTo>
                <a:cubicBezTo>
                  <a:pt x="451662" y="3846"/>
                  <a:pt x="459561" y="6059"/>
                  <a:pt x="464773" y="10484"/>
                </a:cubicBezTo>
                <a:cubicBezTo>
                  <a:pt x="469984" y="14909"/>
                  <a:pt x="472589" y="21589"/>
                  <a:pt x="472589" y="30522"/>
                </a:cubicBezTo>
                <a:cubicBezTo>
                  <a:pt x="472589" y="36353"/>
                  <a:pt x="471235" y="41192"/>
                  <a:pt x="468526" y="45038"/>
                </a:cubicBezTo>
                <a:cubicBezTo>
                  <a:pt x="465817" y="48885"/>
                  <a:pt x="461878" y="51552"/>
                  <a:pt x="456708" y="53041"/>
                </a:cubicBezTo>
                <a:moveTo>
                  <a:pt x="425317" y="14144"/>
                </a:moveTo>
                <a:lnTo>
                  <a:pt x="425317" y="47023"/>
                </a:lnTo>
                <a:lnTo>
                  <a:pt x="441075" y="47023"/>
                </a:lnTo>
                <a:cubicBezTo>
                  <a:pt x="447113" y="47023"/>
                  <a:pt x="451673" y="45628"/>
                  <a:pt x="454754" y="42836"/>
                </a:cubicBezTo>
                <a:cubicBezTo>
                  <a:pt x="457835" y="40044"/>
                  <a:pt x="459375" y="35940"/>
                  <a:pt x="459375" y="30522"/>
                </a:cubicBezTo>
                <a:cubicBezTo>
                  <a:pt x="459375" y="25104"/>
                  <a:pt x="457835" y="21020"/>
                  <a:pt x="454754" y="18270"/>
                </a:cubicBezTo>
                <a:cubicBezTo>
                  <a:pt x="451673" y="15519"/>
                  <a:pt x="447113" y="14144"/>
                  <a:pt x="441075" y="14144"/>
                </a:cubicBezTo>
                <a:lnTo>
                  <a:pt x="425317" y="14144"/>
                </a:lnTo>
                <a:close/>
                <a:moveTo>
                  <a:pt x="489590" y="56577"/>
                </a:moveTo>
                <a:lnTo>
                  <a:pt x="523028" y="56577"/>
                </a:lnTo>
                <a:lnTo>
                  <a:pt x="523028" y="66751"/>
                </a:lnTo>
                <a:lnTo>
                  <a:pt x="489590" y="66751"/>
                </a:lnTo>
                <a:lnTo>
                  <a:pt x="489590" y="56577"/>
                </a:lnTo>
                <a:close/>
                <a:moveTo>
                  <a:pt x="591102" y="61850"/>
                </a:moveTo>
                <a:cubicBezTo>
                  <a:pt x="591102" y="53435"/>
                  <a:pt x="589375" y="46834"/>
                  <a:pt x="585922" y="42047"/>
                </a:cubicBezTo>
                <a:cubicBezTo>
                  <a:pt x="582468" y="37259"/>
                  <a:pt x="577723" y="34864"/>
                  <a:pt x="571684" y="34864"/>
                </a:cubicBezTo>
                <a:cubicBezTo>
                  <a:pt x="565646" y="34864"/>
                  <a:pt x="560900" y="37259"/>
                  <a:pt x="557447" y="42047"/>
                </a:cubicBezTo>
                <a:cubicBezTo>
                  <a:pt x="553994" y="46834"/>
                  <a:pt x="552267" y="53435"/>
                  <a:pt x="552267" y="61850"/>
                </a:cubicBezTo>
                <a:cubicBezTo>
                  <a:pt x="552267" y="70265"/>
                  <a:pt x="553994" y="76867"/>
                  <a:pt x="557447" y="81655"/>
                </a:cubicBezTo>
                <a:cubicBezTo>
                  <a:pt x="560900" y="86442"/>
                  <a:pt x="565646" y="88836"/>
                  <a:pt x="571684" y="88836"/>
                </a:cubicBezTo>
                <a:cubicBezTo>
                  <a:pt x="577723" y="88836"/>
                  <a:pt x="582468" y="86442"/>
                  <a:pt x="585922" y="81655"/>
                </a:cubicBezTo>
                <a:cubicBezTo>
                  <a:pt x="589375" y="76867"/>
                  <a:pt x="591102" y="70265"/>
                  <a:pt x="591102" y="61850"/>
                </a:cubicBezTo>
                <a:moveTo>
                  <a:pt x="552267" y="37594"/>
                </a:moveTo>
                <a:cubicBezTo>
                  <a:pt x="554666" y="33438"/>
                  <a:pt x="557695" y="30351"/>
                  <a:pt x="561355" y="28335"/>
                </a:cubicBezTo>
                <a:cubicBezTo>
                  <a:pt x="565016" y="26319"/>
                  <a:pt x="569389" y="25311"/>
                  <a:pt x="574476" y="25311"/>
                </a:cubicBezTo>
                <a:cubicBezTo>
                  <a:pt x="582913" y="25311"/>
                  <a:pt x="589768" y="28667"/>
                  <a:pt x="595041" y="35378"/>
                </a:cubicBezTo>
                <a:cubicBezTo>
                  <a:pt x="600314" y="42090"/>
                  <a:pt x="602951" y="50914"/>
                  <a:pt x="602951" y="61850"/>
                </a:cubicBezTo>
                <a:cubicBezTo>
                  <a:pt x="602951" y="72787"/>
                  <a:pt x="600314" y="81611"/>
                  <a:pt x="595041" y="88322"/>
                </a:cubicBezTo>
                <a:cubicBezTo>
                  <a:pt x="589768" y="95034"/>
                  <a:pt x="582913" y="98389"/>
                  <a:pt x="574476" y="98389"/>
                </a:cubicBezTo>
                <a:cubicBezTo>
                  <a:pt x="569389" y="98389"/>
                  <a:pt x="565016" y="97381"/>
                  <a:pt x="561355" y="95365"/>
                </a:cubicBezTo>
                <a:cubicBezTo>
                  <a:pt x="557695" y="93349"/>
                  <a:pt x="554666" y="90263"/>
                  <a:pt x="552267" y="86106"/>
                </a:cubicBezTo>
                <a:lnTo>
                  <a:pt x="552267" y="96528"/>
                </a:lnTo>
                <a:lnTo>
                  <a:pt x="540790" y="96528"/>
                </a:lnTo>
                <a:lnTo>
                  <a:pt x="540790" y="0"/>
                </a:lnTo>
                <a:lnTo>
                  <a:pt x="552267" y="0"/>
                </a:lnTo>
                <a:lnTo>
                  <a:pt x="552267" y="37594"/>
                </a:lnTo>
                <a:close/>
                <a:moveTo>
                  <a:pt x="621901" y="27048"/>
                </a:moveTo>
                <a:lnTo>
                  <a:pt x="633316" y="27048"/>
                </a:lnTo>
                <a:lnTo>
                  <a:pt x="633316" y="96528"/>
                </a:lnTo>
                <a:lnTo>
                  <a:pt x="621901" y="96528"/>
                </a:lnTo>
                <a:lnTo>
                  <a:pt x="621901" y="27048"/>
                </a:lnTo>
                <a:moveTo>
                  <a:pt x="621901" y="0"/>
                </a:moveTo>
                <a:lnTo>
                  <a:pt x="633316" y="0"/>
                </a:lnTo>
                <a:lnTo>
                  <a:pt x="633316" y="14516"/>
                </a:lnTo>
                <a:lnTo>
                  <a:pt x="621901" y="14516"/>
                </a:lnTo>
                <a:lnTo>
                  <a:pt x="621901" y="0"/>
                </a:lnTo>
                <a:close/>
                <a:moveTo>
                  <a:pt x="668512" y="7320"/>
                </a:moveTo>
                <a:lnTo>
                  <a:pt x="668512" y="27048"/>
                </a:lnTo>
                <a:lnTo>
                  <a:pt x="692024" y="27048"/>
                </a:lnTo>
                <a:lnTo>
                  <a:pt x="692024" y="35981"/>
                </a:lnTo>
                <a:lnTo>
                  <a:pt x="668512" y="35981"/>
                </a:lnTo>
                <a:lnTo>
                  <a:pt x="668512" y="73653"/>
                </a:lnTo>
                <a:cubicBezTo>
                  <a:pt x="668512" y="79312"/>
                  <a:pt x="669288" y="82948"/>
                  <a:pt x="670839" y="84559"/>
                </a:cubicBezTo>
                <a:cubicBezTo>
                  <a:pt x="672390" y="86170"/>
                  <a:pt x="675543" y="86975"/>
                  <a:pt x="680299" y="86975"/>
                </a:cubicBezTo>
                <a:lnTo>
                  <a:pt x="692024" y="86975"/>
                </a:lnTo>
                <a:lnTo>
                  <a:pt x="692024" y="96528"/>
                </a:lnTo>
                <a:lnTo>
                  <a:pt x="680299" y="96528"/>
                </a:lnTo>
                <a:cubicBezTo>
                  <a:pt x="671490" y="96528"/>
                  <a:pt x="665410" y="94886"/>
                  <a:pt x="662060" y="91600"/>
                </a:cubicBezTo>
                <a:cubicBezTo>
                  <a:pt x="658711" y="88314"/>
                  <a:pt x="657036" y="82331"/>
                  <a:pt x="657036" y="73653"/>
                </a:cubicBezTo>
                <a:lnTo>
                  <a:pt x="657036" y="35981"/>
                </a:lnTo>
                <a:lnTo>
                  <a:pt x="648661" y="35981"/>
                </a:lnTo>
                <a:lnTo>
                  <a:pt x="648661" y="27048"/>
                </a:lnTo>
                <a:lnTo>
                  <a:pt x="657036" y="27048"/>
                </a:lnTo>
                <a:lnTo>
                  <a:pt x="657036" y="7320"/>
                </a:lnTo>
                <a:lnTo>
                  <a:pt x="668512" y="73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Text E/NPTW-bit">
            <a:extLst xmlns:a="http://schemas.openxmlformats.org/drawingml/2006/main">
              <a:ext uri="{FF2B5EF4-FFF2-40B4-BE49-F238E27FC236}">
                <a16:creationId xmlns:a16="http://schemas.microsoft.com/office/drawing/2014/main" id="{605F52D8-E2D7-4EC4-879F-23992E5A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913" y="3632927"/>
            <a:ext cx="729370" cy="108315"/>
          </a:xfrm>
          <a:custGeom xmlns:a="http://schemas.openxmlformats.org/drawingml/2006/main">
            <a:pathLst>
              <a:path w="729370" h="108315">
                <a:moveTo>
                  <a:pt x="0" y="3846"/>
                </a:moveTo>
                <a:lnTo>
                  <a:pt x="58562" y="3846"/>
                </a:lnTo>
                <a:lnTo>
                  <a:pt x="58562" y="14392"/>
                </a:lnTo>
                <a:lnTo>
                  <a:pt x="12531" y="14392"/>
                </a:lnTo>
                <a:lnTo>
                  <a:pt x="12531" y="41812"/>
                </a:lnTo>
                <a:lnTo>
                  <a:pt x="56639" y="41812"/>
                </a:lnTo>
                <a:lnTo>
                  <a:pt x="56639" y="52359"/>
                </a:lnTo>
                <a:lnTo>
                  <a:pt x="12531" y="52359"/>
                </a:lnTo>
                <a:lnTo>
                  <a:pt x="12531" y="85982"/>
                </a:lnTo>
                <a:lnTo>
                  <a:pt x="59679" y="85982"/>
                </a:lnTo>
                <a:lnTo>
                  <a:pt x="59679" y="96528"/>
                </a:lnTo>
                <a:lnTo>
                  <a:pt x="0" y="96528"/>
                </a:lnTo>
                <a:lnTo>
                  <a:pt x="0" y="3846"/>
                </a:lnTo>
                <a:close/>
                <a:moveTo>
                  <a:pt x="100085" y="3846"/>
                </a:moveTo>
                <a:lnTo>
                  <a:pt x="110631" y="3846"/>
                </a:lnTo>
                <a:lnTo>
                  <a:pt x="78373" y="108315"/>
                </a:lnTo>
                <a:lnTo>
                  <a:pt x="67826" y="108315"/>
                </a:lnTo>
                <a:lnTo>
                  <a:pt x="100085" y="3846"/>
                </a:lnTo>
                <a:close/>
                <a:moveTo>
                  <a:pt x="123112" y="3846"/>
                </a:moveTo>
                <a:lnTo>
                  <a:pt x="139985" y="3846"/>
                </a:lnTo>
                <a:lnTo>
                  <a:pt x="181053" y="81382"/>
                </a:lnTo>
                <a:lnTo>
                  <a:pt x="181053" y="3846"/>
                </a:lnTo>
                <a:lnTo>
                  <a:pt x="193212" y="3846"/>
                </a:lnTo>
                <a:lnTo>
                  <a:pt x="193212" y="96528"/>
                </a:lnTo>
                <a:lnTo>
                  <a:pt x="176339" y="96528"/>
                </a:lnTo>
                <a:lnTo>
                  <a:pt x="135271" y="18993"/>
                </a:lnTo>
                <a:lnTo>
                  <a:pt x="135271" y="96528"/>
                </a:lnTo>
                <a:lnTo>
                  <a:pt x="123112" y="96528"/>
                </a:lnTo>
                <a:lnTo>
                  <a:pt x="123112" y="3846"/>
                </a:lnTo>
                <a:close/>
                <a:moveTo>
                  <a:pt x="230676" y="14144"/>
                </a:moveTo>
                <a:lnTo>
                  <a:pt x="230676" y="49009"/>
                </a:lnTo>
                <a:lnTo>
                  <a:pt x="246434" y="49009"/>
                </a:lnTo>
                <a:cubicBezTo>
                  <a:pt x="252265" y="49009"/>
                  <a:pt x="256773" y="47496"/>
                  <a:pt x="259958" y="44472"/>
                </a:cubicBezTo>
                <a:cubicBezTo>
                  <a:pt x="263142" y="41448"/>
                  <a:pt x="264734" y="37139"/>
                  <a:pt x="264734" y="31545"/>
                </a:cubicBezTo>
                <a:cubicBezTo>
                  <a:pt x="264734" y="25993"/>
                  <a:pt x="263142" y="21705"/>
                  <a:pt x="259958" y="18681"/>
                </a:cubicBezTo>
                <a:cubicBezTo>
                  <a:pt x="256773" y="15656"/>
                  <a:pt x="252265" y="14144"/>
                  <a:pt x="246434" y="14144"/>
                </a:cubicBezTo>
                <a:lnTo>
                  <a:pt x="230676" y="14144"/>
                </a:lnTo>
                <a:moveTo>
                  <a:pt x="218145" y="3846"/>
                </a:moveTo>
                <a:lnTo>
                  <a:pt x="246434" y="3846"/>
                </a:lnTo>
                <a:cubicBezTo>
                  <a:pt x="256814" y="3846"/>
                  <a:pt x="264662" y="6196"/>
                  <a:pt x="269976" y="10895"/>
                </a:cubicBezTo>
                <a:cubicBezTo>
                  <a:pt x="275291" y="15594"/>
                  <a:pt x="277948" y="22478"/>
                  <a:pt x="277948" y="31545"/>
                </a:cubicBezTo>
                <a:cubicBezTo>
                  <a:pt x="277948" y="40696"/>
                  <a:pt x="275291" y="47610"/>
                  <a:pt x="269976" y="52289"/>
                </a:cubicBezTo>
                <a:cubicBezTo>
                  <a:pt x="264662" y="56967"/>
                  <a:pt x="256814" y="59307"/>
                  <a:pt x="246434" y="59307"/>
                </a:cubicBezTo>
                <a:lnTo>
                  <a:pt x="230676" y="59307"/>
                </a:lnTo>
                <a:lnTo>
                  <a:pt x="230676" y="96528"/>
                </a:lnTo>
                <a:lnTo>
                  <a:pt x="218145" y="96528"/>
                </a:lnTo>
                <a:lnTo>
                  <a:pt x="218145" y="3846"/>
                </a:lnTo>
                <a:close/>
                <a:moveTo>
                  <a:pt x="281915" y="3846"/>
                </a:moveTo>
                <a:lnTo>
                  <a:pt x="360267" y="3846"/>
                </a:lnTo>
                <a:lnTo>
                  <a:pt x="360267" y="14392"/>
                </a:lnTo>
                <a:lnTo>
                  <a:pt x="327388" y="14392"/>
                </a:lnTo>
                <a:lnTo>
                  <a:pt x="327388" y="96528"/>
                </a:lnTo>
                <a:lnTo>
                  <a:pt x="314794" y="96528"/>
                </a:lnTo>
                <a:lnTo>
                  <a:pt x="314794" y="14392"/>
                </a:lnTo>
                <a:lnTo>
                  <a:pt x="281915" y="14392"/>
                </a:lnTo>
                <a:lnTo>
                  <a:pt x="281915" y="3846"/>
                </a:lnTo>
                <a:close/>
                <a:moveTo>
                  <a:pt x="404535" y="3846"/>
                </a:moveTo>
                <a:lnTo>
                  <a:pt x="417191" y="3846"/>
                </a:lnTo>
                <a:lnTo>
                  <a:pt x="436670" y="82188"/>
                </a:lnTo>
                <a:lnTo>
                  <a:pt x="456087" y="3846"/>
                </a:lnTo>
                <a:lnTo>
                  <a:pt x="470169" y="3846"/>
                </a:lnTo>
                <a:lnTo>
                  <a:pt x="489649" y="82188"/>
                </a:lnTo>
                <a:lnTo>
                  <a:pt x="509066" y="3846"/>
                </a:lnTo>
                <a:lnTo>
                  <a:pt x="521784" y="3846"/>
                </a:lnTo>
                <a:lnTo>
                  <a:pt x="498520" y="96528"/>
                </a:lnTo>
                <a:lnTo>
                  <a:pt x="482763" y="96528"/>
                </a:lnTo>
                <a:lnTo>
                  <a:pt x="463221" y="16075"/>
                </a:lnTo>
                <a:lnTo>
                  <a:pt x="443494" y="96528"/>
                </a:lnTo>
                <a:lnTo>
                  <a:pt x="427737" y="96528"/>
                </a:lnTo>
                <a:lnTo>
                  <a:pt x="404535" y="3846"/>
                </a:lnTo>
                <a:close/>
                <a:moveTo>
                  <a:pt x="526936" y="56577"/>
                </a:moveTo>
                <a:lnTo>
                  <a:pt x="560373" y="56577"/>
                </a:lnTo>
                <a:lnTo>
                  <a:pt x="560373" y="66751"/>
                </a:lnTo>
                <a:lnTo>
                  <a:pt x="526936" y="66751"/>
                </a:lnTo>
                <a:lnTo>
                  <a:pt x="526936" y="56577"/>
                </a:lnTo>
                <a:close/>
                <a:moveTo>
                  <a:pt x="628447" y="61850"/>
                </a:moveTo>
                <a:cubicBezTo>
                  <a:pt x="628447" y="53435"/>
                  <a:pt x="626721" y="46834"/>
                  <a:pt x="623267" y="42047"/>
                </a:cubicBezTo>
                <a:cubicBezTo>
                  <a:pt x="619814" y="37259"/>
                  <a:pt x="615068" y="34864"/>
                  <a:pt x="609030" y="34864"/>
                </a:cubicBezTo>
                <a:cubicBezTo>
                  <a:pt x="602992" y="34864"/>
                  <a:pt x="598246" y="37259"/>
                  <a:pt x="594793" y="42047"/>
                </a:cubicBezTo>
                <a:cubicBezTo>
                  <a:pt x="591339" y="46834"/>
                  <a:pt x="589613" y="53435"/>
                  <a:pt x="589613" y="61850"/>
                </a:cubicBezTo>
                <a:cubicBezTo>
                  <a:pt x="589613" y="70265"/>
                  <a:pt x="591339" y="76867"/>
                  <a:pt x="594793" y="81655"/>
                </a:cubicBezTo>
                <a:cubicBezTo>
                  <a:pt x="598246" y="86442"/>
                  <a:pt x="602992" y="88836"/>
                  <a:pt x="609030" y="88836"/>
                </a:cubicBezTo>
                <a:cubicBezTo>
                  <a:pt x="615068" y="88836"/>
                  <a:pt x="619814" y="86442"/>
                  <a:pt x="623267" y="81655"/>
                </a:cubicBezTo>
                <a:cubicBezTo>
                  <a:pt x="626721" y="76867"/>
                  <a:pt x="628447" y="70265"/>
                  <a:pt x="628447" y="61850"/>
                </a:cubicBezTo>
                <a:moveTo>
                  <a:pt x="589613" y="37594"/>
                </a:moveTo>
                <a:cubicBezTo>
                  <a:pt x="592011" y="33438"/>
                  <a:pt x="595041" y="30351"/>
                  <a:pt x="598701" y="28335"/>
                </a:cubicBezTo>
                <a:cubicBezTo>
                  <a:pt x="602361" y="26319"/>
                  <a:pt x="606735" y="25311"/>
                  <a:pt x="611822" y="25311"/>
                </a:cubicBezTo>
                <a:cubicBezTo>
                  <a:pt x="620259" y="25311"/>
                  <a:pt x="627114" y="28667"/>
                  <a:pt x="632387" y="35378"/>
                </a:cubicBezTo>
                <a:cubicBezTo>
                  <a:pt x="637660" y="42090"/>
                  <a:pt x="640296" y="50914"/>
                  <a:pt x="640296" y="61850"/>
                </a:cubicBezTo>
                <a:cubicBezTo>
                  <a:pt x="640296" y="72787"/>
                  <a:pt x="637660" y="81611"/>
                  <a:pt x="632387" y="88322"/>
                </a:cubicBezTo>
                <a:cubicBezTo>
                  <a:pt x="627114" y="95034"/>
                  <a:pt x="620259" y="98389"/>
                  <a:pt x="611822" y="98389"/>
                </a:cubicBezTo>
                <a:cubicBezTo>
                  <a:pt x="606735" y="98389"/>
                  <a:pt x="602361" y="97381"/>
                  <a:pt x="598701" y="95365"/>
                </a:cubicBezTo>
                <a:cubicBezTo>
                  <a:pt x="595041" y="93349"/>
                  <a:pt x="592011" y="90263"/>
                  <a:pt x="589613" y="86106"/>
                </a:cubicBezTo>
                <a:lnTo>
                  <a:pt x="589613" y="96528"/>
                </a:lnTo>
                <a:lnTo>
                  <a:pt x="578136" y="96528"/>
                </a:lnTo>
                <a:lnTo>
                  <a:pt x="578136" y="0"/>
                </a:lnTo>
                <a:lnTo>
                  <a:pt x="589613" y="0"/>
                </a:lnTo>
                <a:lnTo>
                  <a:pt x="589613" y="37594"/>
                </a:lnTo>
                <a:close/>
                <a:moveTo>
                  <a:pt x="659247" y="27048"/>
                </a:moveTo>
                <a:lnTo>
                  <a:pt x="670662" y="27048"/>
                </a:lnTo>
                <a:lnTo>
                  <a:pt x="670662" y="96528"/>
                </a:lnTo>
                <a:lnTo>
                  <a:pt x="659247" y="96528"/>
                </a:lnTo>
                <a:lnTo>
                  <a:pt x="659247" y="27048"/>
                </a:lnTo>
                <a:moveTo>
                  <a:pt x="659247" y="0"/>
                </a:moveTo>
                <a:lnTo>
                  <a:pt x="670662" y="0"/>
                </a:lnTo>
                <a:lnTo>
                  <a:pt x="670662" y="14516"/>
                </a:lnTo>
                <a:lnTo>
                  <a:pt x="659247" y="14516"/>
                </a:lnTo>
                <a:lnTo>
                  <a:pt x="659247" y="0"/>
                </a:lnTo>
                <a:close/>
                <a:moveTo>
                  <a:pt x="705858" y="7320"/>
                </a:moveTo>
                <a:lnTo>
                  <a:pt x="705858" y="27048"/>
                </a:lnTo>
                <a:lnTo>
                  <a:pt x="729370" y="27048"/>
                </a:lnTo>
                <a:lnTo>
                  <a:pt x="729370" y="35981"/>
                </a:lnTo>
                <a:lnTo>
                  <a:pt x="705858" y="35981"/>
                </a:lnTo>
                <a:lnTo>
                  <a:pt x="705858" y="73653"/>
                </a:lnTo>
                <a:cubicBezTo>
                  <a:pt x="705858" y="79312"/>
                  <a:pt x="706633" y="82948"/>
                  <a:pt x="708184" y="84559"/>
                </a:cubicBezTo>
                <a:cubicBezTo>
                  <a:pt x="709735" y="86170"/>
                  <a:pt x="712889" y="86975"/>
                  <a:pt x="717645" y="86975"/>
                </a:cubicBezTo>
                <a:lnTo>
                  <a:pt x="729370" y="86975"/>
                </a:lnTo>
                <a:lnTo>
                  <a:pt x="729370" y="96528"/>
                </a:lnTo>
                <a:lnTo>
                  <a:pt x="717645" y="96528"/>
                </a:lnTo>
                <a:cubicBezTo>
                  <a:pt x="708836" y="96528"/>
                  <a:pt x="702756" y="94886"/>
                  <a:pt x="699406" y="91600"/>
                </a:cubicBezTo>
                <a:cubicBezTo>
                  <a:pt x="696056" y="88314"/>
                  <a:pt x="694381" y="82331"/>
                  <a:pt x="694381" y="73653"/>
                </a:cubicBezTo>
                <a:lnTo>
                  <a:pt x="694381" y="35981"/>
                </a:lnTo>
                <a:lnTo>
                  <a:pt x="686006" y="35981"/>
                </a:lnTo>
                <a:lnTo>
                  <a:pt x="686006" y="27048"/>
                </a:lnTo>
                <a:lnTo>
                  <a:pt x="694381" y="27048"/>
                </a:lnTo>
                <a:lnTo>
                  <a:pt x="694381" y="7320"/>
                </a:lnTo>
                <a:lnTo>
                  <a:pt x="705858" y="73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Text U-bit">
            <a:extLst xmlns:a="http://schemas.openxmlformats.org/drawingml/2006/main">
              <a:ext uri="{FF2B5EF4-FFF2-40B4-BE49-F238E27FC236}">
                <a16:creationId xmlns:a16="http://schemas.microsoft.com/office/drawing/2014/main" id="{AF69BC36-8B8D-42D1-8673-1AD19A1E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16" y="2469149"/>
            <a:ext cx="317013" cy="107334"/>
          </a:xfrm>
          <a:custGeom xmlns:a="http://schemas.openxmlformats.org/drawingml/2006/main">
            <a:pathLst>
              <a:path w="317013" h="107334">
                <a:moveTo>
                  <a:pt x="0" y="4196"/>
                </a:moveTo>
                <a:lnTo>
                  <a:pt x="13738" y="4196"/>
                </a:lnTo>
                <a:lnTo>
                  <a:pt x="13738" y="65669"/>
                </a:lnTo>
                <a:cubicBezTo>
                  <a:pt x="13738" y="76513"/>
                  <a:pt x="15701" y="84318"/>
                  <a:pt x="19626" y="89085"/>
                </a:cubicBezTo>
                <a:cubicBezTo>
                  <a:pt x="23551" y="93852"/>
                  <a:pt x="29913" y="96235"/>
                  <a:pt x="38711" y="96235"/>
                </a:cubicBezTo>
                <a:cubicBezTo>
                  <a:pt x="47463" y="96235"/>
                  <a:pt x="53802" y="93852"/>
                  <a:pt x="57728" y="89085"/>
                </a:cubicBezTo>
                <a:cubicBezTo>
                  <a:pt x="61653" y="84318"/>
                  <a:pt x="63615" y="76513"/>
                  <a:pt x="63615" y="65669"/>
                </a:cubicBezTo>
                <a:lnTo>
                  <a:pt x="63615" y="4196"/>
                </a:lnTo>
                <a:lnTo>
                  <a:pt x="77354" y="4196"/>
                </a:lnTo>
                <a:lnTo>
                  <a:pt x="77354" y="67363"/>
                </a:lnTo>
                <a:cubicBezTo>
                  <a:pt x="77354" y="80551"/>
                  <a:pt x="74094" y="90510"/>
                  <a:pt x="67574" y="97240"/>
                </a:cubicBezTo>
                <a:cubicBezTo>
                  <a:pt x="61055" y="103969"/>
                  <a:pt x="51434" y="107334"/>
                  <a:pt x="38711" y="107334"/>
                </a:cubicBezTo>
                <a:cubicBezTo>
                  <a:pt x="25942" y="107334"/>
                  <a:pt x="16299" y="103969"/>
                  <a:pt x="9779" y="97240"/>
                </a:cubicBezTo>
                <a:cubicBezTo>
                  <a:pt x="3260" y="90510"/>
                  <a:pt x="0" y="80551"/>
                  <a:pt x="0" y="67363"/>
                </a:cubicBezTo>
                <a:lnTo>
                  <a:pt x="0" y="4196"/>
                </a:lnTo>
                <a:close/>
                <a:moveTo>
                  <a:pt x="96177" y="61720"/>
                </a:moveTo>
                <a:lnTo>
                  <a:pt x="132654" y="61720"/>
                </a:lnTo>
                <a:lnTo>
                  <a:pt x="132654" y="72819"/>
                </a:lnTo>
                <a:lnTo>
                  <a:pt x="96177" y="72819"/>
                </a:lnTo>
                <a:lnTo>
                  <a:pt x="96177" y="61720"/>
                </a:lnTo>
                <a:close/>
                <a:moveTo>
                  <a:pt x="206917" y="67473"/>
                </a:moveTo>
                <a:cubicBezTo>
                  <a:pt x="206917" y="58293"/>
                  <a:pt x="205033" y="51092"/>
                  <a:pt x="201266" y="45869"/>
                </a:cubicBezTo>
                <a:cubicBezTo>
                  <a:pt x="197498" y="40646"/>
                  <a:pt x="192321" y="38034"/>
                  <a:pt x="185734" y="38034"/>
                </a:cubicBezTo>
                <a:cubicBezTo>
                  <a:pt x="179147" y="38034"/>
                  <a:pt x="173970" y="40646"/>
                  <a:pt x="170202" y="45869"/>
                </a:cubicBezTo>
                <a:cubicBezTo>
                  <a:pt x="166435" y="51092"/>
                  <a:pt x="164552" y="58293"/>
                  <a:pt x="164552" y="67473"/>
                </a:cubicBezTo>
                <a:cubicBezTo>
                  <a:pt x="164552" y="76653"/>
                  <a:pt x="166435" y="83855"/>
                  <a:pt x="170202" y="89078"/>
                </a:cubicBezTo>
                <a:cubicBezTo>
                  <a:pt x="173970" y="94301"/>
                  <a:pt x="179147" y="96912"/>
                  <a:pt x="185734" y="96912"/>
                </a:cubicBezTo>
                <a:cubicBezTo>
                  <a:pt x="192321" y="96912"/>
                  <a:pt x="197498" y="94301"/>
                  <a:pt x="201266" y="89078"/>
                </a:cubicBezTo>
                <a:cubicBezTo>
                  <a:pt x="205033" y="83855"/>
                  <a:pt x="206917" y="76653"/>
                  <a:pt x="206917" y="67473"/>
                </a:cubicBezTo>
                <a:moveTo>
                  <a:pt x="164552" y="41012"/>
                </a:moveTo>
                <a:cubicBezTo>
                  <a:pt x="167168" y="36477"/>
                  <a:pt x="170473" y="33110"/>
                  <a:pt x="174466" y="30911"/>
                </a:cubicBezTo>
                <a:cubicBezTo>
                  <a:pt x="178459" y="28711"/>
                  <a:pt x="183230" y="27612"/>
                  <a:pt x="188780" y="27612"/>
                </a:cubicBezTo>
                <a:cubicBezTo>
                  <a:pt x="197983" y="27612"/>
                  <a:pt x="205462" y="31273"/>
                  <a:pt x="211214" y="38594"/>
                </a:cubicBezTo>
                <a:cubicBezTo>
                  <a:pt x="216967" y="45916"/>
                  <a:pt x="219843" y="55542"/>
                  <a:pt x="219843" y="67473"/>
                </a:cubicBezTo>
                <a:cubicBezTo>
                  <a:pt x="219843" y="79404"/>
                  <a:pt x="216967" y="89030"/>
                  <a:pt x="211214" y="96351"/>
                </a:cubicBezTo>
                <a:cubicBezTo>
                  <a:pt x="205462" y="103673"/>
                  <a:pt x="197983" y="107334"/>
                  <a:pt x="188780" y="107334"/>
                </a:cubicBezTo>
                <a:cubicBezTo>
                  <a:pt x="183230" y="107334"/>
                  <a:pt x="178459" y="106234"/>
                  <a:pt x="174466" y="104035"/>
                </a:cubicBezTo>
                <a:cubicBezTo>
                  <a:pt x="170473" y="101835"/>
                  <a:pt x="167168" y="98468"/>
                  <a:pt x="164552" y="93934"/>
                </a:cubicBezTo>
                <a:lnTo>
                  <a:pt x="164552" y="105304"/>
                </a:lnTo>
                <a:lnTo>
                  <a:pt x="152032" y="105304"/>
                </a:lnTo>
                <a:lnTo>
                  <a:pt x="152032" y="0"/>
                </a:lnTo>
                <a:lnTo>
                  <a:pt x="164552" y="0"/>
                </a:lnTo>
                <a:lnTo>
                  <a:pt x="164552" y="41012"/>
                </a:lnTo>
                <a:close/>
                <a:moveTo>
                  <a:pt x="240516" y="29507"/>
                </a:moveTo>
                <a:lnTo>
                  <a:pt x="252969" y="29507"/>
                </a:lnTo>
                <a:lnTo>
                  <a:pt x="252969" y="105304"/>
                </a:lnTo>
                <a:lnTo>
                  <a:pt x="240516" y="105304"/>
                </a:lnTo>
                <a:lnTo>
                  <a:pt x="240516" y="29507"/>
                </a:lnTo>
                <a:moveTo>
                  <a:pt x="240516" y="0"/>
                </a:moveTo>
                <a:lnTo>
                  <a:pt x="252969" y="0"/>
                </a:lnTo>
                <a:lnTo>
                  <a:pt x="252969" y="15836"/>
                </a:lnTo>
                <a:lnTo>
                  <a:pt x="240516" y="15836"/>
                </a:lnTo>
                <a:lnTo>
                  <a:pt x="240516" y="0"/>
                </a:lnTo>
                <a:close/>
                <a:moveTo>
                  <a:pt x="291364" y="7986"/>
                </a:moveTo>
                <a:lnTo>
                  <a:pt x="291364" y="29507"/>
                </a:lnTo>
                <a:lnTo>
                  <a:pt x="317013" y="29507"/>
                </a:lnTo>
                <a:lnTo>
                  <a:pt x="317013" y="39252"/>
                </a:lnTo>
                <a:lnTo>
                  <a:pt x="291364" y="39252"/>
                </a:lnTo>
                <a:lnTo>
                  <a:pt x="291364" y="80348"/>
                </a:lnTo>
                <a:cubicBezTo>
                  <a:pt x="291364" y="86522"/>
                  <a:pt x="292210" y="90488"/>
                  <a:pt x="293902" y="92246"/>
                </a:cubicBezTo>
                <a:cubicBezTo>
                  <a:pt x="295594" y="94003"/>
                  <a:pt x="299034" y="94882"/>
                  <a:pt x="304223" y="94882"/>
                </a:cubicBezTo>
                <a:lnTo>
                  <a:pt x="317013" y="94882"/>
                </a:lnTo>
                <a:lnTo>
                  <a:pt x="317013" y="105304"/>
                </a:lnTo>
                <a:lnTo>
                  <a:pt x="304223" y="105304"/>
                </a:lnTo>
                <a:cubicBezTo>
                  <a:pt x="294613" y="105304"/>
                  <a:pt x="287980" y="103512"/>
                  <a:pt x="284326" y="99928"/>
                </a:cubicBezTo>
                <a:cubicBezTo>
                  <a:pt x="280671" y="96342"/>
                  <a:pt x="278844" y="89816"/>
                  <a:pt x="278844" y="80348"/>
                </a:cubicBezTo>
                <a:lnTo>
                  <a:pt x="278844" y="39252"/>
                </a:lnTo>
                <a:lnTo>
                  <a:pt x="269708" y="39252"/>
                </a:lnTo>
                <a:lnTo>
                  <a:pt x="269708" y="29507"/>
                </a:lnTo>
                <a:lnTo>
                  <a:pt x="278844" y="29507"/>
                </a:lnTo>
                <a:lnTo>
                  <a:pt x="278844" y="7986"/>
                </a:lnTo>
                <a:lnTo>
                  <a:pt x="291364" y="79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Text I">
            <a:extLst xmlns:a="http://schemas.openxmlformats.org/drawingml/2006/main">
              <a:ext uri="{FF2B5EF4-FFF2-40B4-BE49-F238E27FC236}">
                <a16:creationId xmlns:a16="http://schemas.microsoft.com/office/drawing/2014/main" id="{908BBA8F-5AAE-43EC-8A2A-D1DAAE8D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775" y="788689"/>
            <a:ext cx="101108" cy="13671"/>
          </a:xfrm>
          <a:custGeom xmlns:a="http://schemas.openxmlformats.org/drawingml/2006/main">
            <a:pathLst>
              <a:path w="101108" h="13671">
                <a:moveTo>
                  <a:pt x="0" y="13671"/>
                </a:moveTo>
                <a:lnTo>
                  <a:pt x="0" y="0"/>
                </a:lnTo>
                <a:lnTo>
                  <a:pt x="101108" y="0"/>
                </a:lnTo>
                <a:lnTo>
                  <a:pt x="101108" y="13671"/>
                </a:lnTo>
                <a:lnTo>
                  <a:pt x="0" y="136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Text n">
            <a:extLst xmlns:a="http://schemas.openxmlformats.org/drawingml/2006/main">
              <a:ext uri="{FF2B5EF4-FFF2-40B4-BE49-F238E27FC236}">
                <a16:creationId xmlns:a16="http://schemas.microsoft.com/office/drawing/2014/main" id="{E5D44DB6-53C7-462D-AB2D-A7F159E3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191" y="699008"/>
            <a:ext cx="77692" cy="63480"/>
          </a:xfrm>
          <a:custGeom xmlns:a="http://schemas.openxmlformats.org/drawingml/2006/main">
            <a:pathLst>
              <a:path w="77692" h="63480">
                <a:moveTo>
                  <a:pt x="31943" y="0"/>
                </a:moveTo>
                <a:lnTo>
                  <a:pt x="77692" y="0"/>
                </a:lnTo>
                <a:lnTo>
                  <a:pt x="77692" y="12452"/>
                </a:lnTo>
                <a:lnTo>
                  <a:pt x="32349" y="12452"/>
                </a:lnTo>
                <a:cubicBezTo>
                  <a:pt x="25153" y="12452"/>
                  <a:pt x="19767" y="13851"/>
                  <a:pt x="16191" y="16648"/>
                </a:cubicBezTo>
                <a:cubicBezTo>
                  <a:pt x="12616" y="19446"/>
                  <a:pt x="10828" y="23641"/>
                  <a:pt x="10828" y="29236"/>
                </a:cubicBezTo>
                <a:cubicBezTo>
                  <a:pt x="10828" y="35958"/>
                  <a:pt x="12978" y="41260"/>
                  <a:pt x="17276" y="45140"/>
                </a:cubicBezTo>
                <a:cubicBezTo>
                  <a:pt x="21574" y="49020"/>
                  <a:pt x="27433" y="50960"/>
                  <a:pt x="34853" y="50960"/>
                </a:cubicBezTo>
                <a:lnTo>
                  <a:pt x="77692" y="50960"/>
                </a:lnTo>
                <a:lnTo>
                  <a:pt x="77692" y="63480"/>
                </a:lnTo>
                <a:lnTo>
                  <a:pt x="1895" y="63480"/>
                </a:lnTo>
                <a:lnTo>
                  <a:pt x="1895" y="50960"/>
                </a:lnTo>
                <a:lnTo>
                  <a:pt x="13671" y="50960"/>
                </a:lnTo>
                <a:cubicBezTo>
                  <a:pt x="9091" y="47982"/>
                  <a:pt x="5668" y="44474"/>
                  <a:pt x="3401" y="40436"/>
                </a:cubicBezTo>
                <a:cubicBezTo>
                  <a:pt x="1134" y="36398"/>
                  <a:pt x="0" y="31740"/>
                  <a:pt x="0" y="26461"/>
                </a:cubicBezTo>
                <a:cubicBezTo>
                  <a:pt x="0" y="17754"/>
                  <a:pt x="2701" y="11167"/>
                  <a:pt x="8104" y="6700"/>
                </a:cubicBezTo>
                <a:cubicBezTo>
                  <a:pt x="13507" y="2233"/>
                  <a:pt x="21453" y="0"/>
                  <a:pt x="3194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Text t">
            <a:extLst xmlns:a="http://schemas.openxmlformats.org/drawingml/2006/main">
              <a:ext uri="{FF2B5EF4-FFF2-40B4-BE49-F238E27FC236}">
                <a16:creationId xmlns:a16="http://schemas.microsoft.com/office/drawing/2014/main" id="{0B4358AA-BF00-41EB-8FAB-7DF87EC2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565" y="636175"/>
            <a:ext cx="97318" cy="47305"/>
          </a:xfrm>
          <a:custGeom xmlns:a="http://schemas.openxmlformats.org/drawingml/2006/main">
            <a:pathLst>
              <a:path w="97318" h="47305">
                <a:moveTo>
                  <a:pt x="0" y="25649"/>
                </a:moveTo>
                <a:lnTo>
                  <a:pt x="21521" y="25649"/>
                </a:lnTo>
                <a:lnTo>
                  <a:pt x="21521" y="0"/>
                </a:lnTo>
                <a:lnTo>
                  <a:pt x="31266" y="0"/>
                </a:lnTo>
                <a:lnTo>
                  <a:pt x="31266" y="25649"/>
                </a:lnTo>
                <a:lnTo>
                  <a:pt x="72362" y="25649"/>
                </a:lnTo>
                <a:cubicBezTo>
                  <a:pt x="78536" y="25649"/>
                  <a:pt x="82503" y="24803"/>
                  <a:pt x="84261" y="23111"/>
                </a:cubicBezTo>
                <a:cubicBezTo>
                  <a:pt x="86017" y="21419"/>
                  <a:pt x="86896" y="17979"/>
                  <a:pt x="86896" y="12791"/>
                </a:cubicBezTo>
                <a:lnTo>
                  <a:pt x="86896" y="0"/>
                </a:lnTo>
                <a:lnTo>
                  <a:pt x="97318" y="0"/>
                </a:lnTo>
                <a:lnTo>
                  <a:pt x="97318" y="12791"/>
                </a:lnTo>
                <a:cubicBezTo>
                  <a:pt x="97318" y="22401"/>
                  <a:pt x="95526" y="29033"/>
                  <a:pt x="91942" y="32687"/>
                </a:cubicBezTo>
                <a:cubicBezTo>
                  <a:pt x="88357" y="36342"/>
                  <a:pt x="81830" y="38169"/>
                  <a:pt x="72362" y="38169"/>
                </a:cubicBezTo>
                <a:lnTo>
                  <a:pt x="31266" y="38169"/>
                </a:lnTo>
                <a:lnTo>
                  <a:pt x="31266" y="47305"/>
                </a:lnTo>
                <a:lnTo>
                  <a:pt x="21521" y="47305"/>
                </a:lnTo>
                <a:lnTo>
                  <a:pt x="21521" y="38169"/>
                </a:lnTo>
                <a:lnTo>
                  <a:pt x="0" y="38169"/>
                </a:lnTo>
                <a:lnTo>
                  <a:pt x="0" y="256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Text 2">
            <a:extLst xmlns:a="http://schemas.openxmlformats.org/drawingml/2006/main">
              <a:ext uri="{FF2B5EF4-FFF2-40B4-BE49-F238E27FC236}">
                <a16:creationId xmlns:a16="http://schemas.microsoft.com/office/drawing/2014/main" id="{547AA06A-6868-43BD-9A45-2742AC8A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016" y="558563"/>
            <a:ext cx="102867" cy="64157"/>
          </a:xfrm>
          <a:custGeom xmlns:a="http://schemas.openxmlformats.org/drawingml/2006/main">
            <a:pathLst>
              <a:path w="102867" h="64157">
                <a:moveTo>
                  <a:pt x="91362" y="47712"/>
                </a:moveTo>
                <a:lnTo>
                  <a:pt x="91362" y="0"/>
                </a:lnTo>
                <a:lnTo>
                  <a:pt x="102867" y="0"/>
                </a:lnTo>
                <a:lnTo>
                  <a:pt x="102867" y="64157"/>
                </a:lnTo>
                <a:lnTo>
                  <a:pt x="91362" y="64157"/>
                </a:lnTo>
                <a:cubicBezTo>
                  <a:pt x="85994" y="58968"/>
                  <a:pt x="78786" y="51896"/>
                  <a:pt x="69740" y="42940"/>
                </a:cubicBezTo>
                <a:cubicBezTo>
                  <a:pt x="60694" y="33985"/>
                  <a:pt x="54863" y="28356"/>
                  <a:pt x="52246" y="26055"/>
                </a:cubicBezTo>
                <a:cubicBezTo>
                  <a:pt x="47328" y="21679"/>
                  <a:pt x="43166" y="18622"/>
                  <a:pt x="39760" y="16885"/>
                </a:cubicBezTo>
                <a:cubicBezTo>
                  <a:pt x="36353" y="15148"/>
                  <a:pt x="33003" y="14280"/>
                  <a:pt x="29710" y="14280"/>
                </a:cubicBezTo>
                <a:cubicBezTo>
                  <a:pt x="24341" y="14280"/>
                  <a:pt x="19964" y="16163"/>
                  <a:pt x="16581" y="19931"/>
                </a:cubicBezTo>
                <a:cubicBezTo>
                  <a:pt x="13197" y="23698"/>
                  <a:pt x="11505" y="28604"/>
                  <a:pt x="11505" y="34650"/>
                </a:cubicBezTo>
                <a:cubicBezTo>
                  <a:pt x="11505" y="38936"/>
                  <a:pt x="12255" y="43459"/>
                  <a:pt x="13755" y="48219"/>
                </a:cubicBezTo>
                <a:cubicBezTo>
                  <a:pt x="15255" y="52979"/>
                  <a:pt x="17528" y="58066"/>
                  <a:pt x="20573" y="63480"/>
                </a:cubicBezTo>
                <a:lnTo>
                  <a:pt x="6768" y="63480"/>
                </a:lnTo>
                <a:cubicBezTo>
                  <a:pt x="4534" y="57976"/>
                  <a:pt x="2848" y="52832"/>
                  <a:pt x="1709" y="48050"/>
                </a:cubicBezTo>
                <a:cubicBezTo>
                  <a:pt x="570" y="43267"/>
                  <a:pt x="0" y="38891"/>
                  <a:pt x="0" y="34921"/>
                </a:cubicBezTo>
                <a:cubicBezTo>
                  <a:pt x="0" y="24454"/>
                  <a:pt x="2617" y="16107"/>
                  <a:pt x="7850" y="9881"/>
                </a:cubicBezTo>
                <a:cubicBezTo>
                  <a:pt x="13084" y="3655"/>
                  <a:pt x="20077" y="541"/>
                  <a:pt x="28830" y="541"/>
                </a:cubicBezTo>
                <a:cubicBezTo>
                  <a:pt x="32981" y="541"/>
                  <a:pt x="36917" y="1320"/>
                  <a:pt x="40639" y="2876"/>
                </a:cubicBezTo>
                <a:cubicBezTo>
                  <a:pt x="44362" y="4433"/>
                  <a:pt x="48749" y="7264"/>
                  <a:pt x="53802" y="11370"/>
                </a:cubicBezTo>
                <a:cubicBezTo>
                  <a:pt x="55111" y="12497"/>
                  <a:pt x="58889" y="16084"/>
                  <a:pt x="65138" y="22130"/>
                </a:cubicBezTo>
                <a:cubicBezTo>
                  <a:pt x="71387" y="28176"/>
                  <a:pt x="80128" y="36703"/>
                  <a:pt x="91362" y="477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2393B4-D19C-48F5-8236-2FED0F65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58" y="3920031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6EE799-B534-4149-9791-765EA984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58" y="3920031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147" name="Text Div-by-zero">
            <a:extLst xmlns:a="http://schemas.openxmlformats.org/drawingml/2006/main">
              <a:ext uri="{FF2B5EF4-FFF2-40B4-BE49-F238E27FC236}">
                <a16:creationId xmlns:a16="http://schemas.microsoft.com/office/drawing/2014/main" id="{D423B0A4-8EA4-47CA-A23B-E7DE7B1E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83" y="3990978"/>
            <a:ext cx="702809" cy="122956"/>
          </a:xfrm>
          <a:custGeom xmlns:a="http://schemas.openxmlformats.org/drawingml/2006/main">
            <a:pathLst>
              <a:path w="702809" h="122956">
                <a:moveTo>
                  <a:pt x="12531" y="14144"/>
                </a:moveTo>
                <a:lnTo>
                  <a:pt x="12531" y="86230"/>
                </a:lnTo>
                <a:lnTo>
                  <a:pt x="27668" y="86230"/>
                </a:lnTo>
                <a:cubicBezTo>
                  <a:pt x="40448" y="86230"/>
                  <a:pt x="49805" y="83333"/>
                  <a:pt x="55740" y="77538"/>
                </a:cubicBezTo>
                <a:cubicBezTo>
                  <a:pt x="61674" y="71742"/>
                  <a:pt x="64642" y="62595"/>
                  <a:pt x="64642" y="50094"/>
                </a:cubicBezTo>
                <a:cubicBezTo>
                  <a:pt x="64642" y="37677"/>
                  <a:pt x="61674" y="28581"/>
                  <a:pt x="55740" y="22806"/>
                </a:cubicBezTo>
                <a:cubicBezTo>
                  <a:pt x="49805" y="17032"/>
                  <a:pt x="40448" y="14144"/>
                  <a:pt x="27668" y="14144"/>
                </a:cubicBezTo>
                <a:lnTo>
                  <a:pt x="12531" y="14144"/>
                </a:lnTo>
                <a:moveTo>
                  <a:pt x="0" y="3846"/>
                </a:moveTo>
                <a:lnTo>
                  <a:pt x="25745" y="3846"/>
                </a:lnTo>
                <a:cubicBezTo>
                  <a:pt x="43694" y="3846"/>
                  <a:pt x="56867" y="7581"/>
                  <a:pt x="65262" y="15052"/>
                </a:cubicBezTo>
                <a:cubicBezTo>
                  <a:pt x="73658" y="22522"/>
                  <a:pt x="77855" y="34203"/>
                  <a:pt x="77855" y="50094"/>
                </a:cubicBezTo>
                <a:cubicBezTo>
                  <a:pt x="77855" y="66069"/>
                  <a:pt x="73637" y="77801"/>
                  <a:pt x="65200" y="85292"/>
                </a:cubicBezTo>
                <a:cubicBezTo>
                  <a:pt x="56763" y="92783"/>
                  <a:pt x="43611" y="96528"/>
                  <a:pt x="25745" y="96528"/>
                </a:cubicBezTo>
                <a:lnTo>
                  <a:pt x="0" y="96528"/>
                </a:lnTo>
                <a:lnTo>
                  <a:pt x="0" y="3846"/>
                </a:lnTo>
                <a:close/>
                <a:moveTo>
                  <a:pt x="97332" y="27048"/>
                </a:moveTo>
                <a:lnTo>
                  <a:pt x="108747" y="27048"/>
                </a:lnTo>
                <a:lnTo>
                  <a:pt x="108747" y="96528"/>
                </a:lnTo>
                <a:lnTo>
                  <a:pt x="97332" y="96528"/>
                </a:lnTo>
                <a:lnTo>
                  <a:pt x="97332" y="27048"/>
                </a:lnTo>
                <a:moveTo>
                  <a:pt x="97332" y="0"/>
                </a:moveTo>
                <a:lnTo>
                  <a:pt x="108747" y="0"/>
                </a:lnTo>
                <a:lnTo>
                  <a:pt x="108747" y="14516"/>
                </a:lnTo>
                <a:lnTo>
                  <a:pt x="97332" y="14516"/>
                </a:lnTo>
                <a:lnTo>
                  <a:pt x="97332" y="0"/>
                </a:lnTo>
                <a:close/>
                <a:moveTo>
                  <a:pt x="124464" y="27048"/>
                </a:moveTo>
                <a:lnTo>
                  <a:pt x="136561" y="27048"/>
                </a:lnTo>
                <a:lnTo>
                  <a:pt x="158273" y="85362"/>
                </a:lnTo>
                <a:lnTo>
                  <a:pt x="179986" y="27048"/>
                </a:lnTo>
                <a:lnTo>
                  <a:pt x="192083" y="27048"/>
                </a:lnTo>
                <a:lnTo>
                  <a:pt x="166028" y="96528"/>
                </a:lnTo>
                <a:lnTo>
                  <a:pt x="150519" y="96528"/>
                </a:lnTo>
                <a:lnTo>
                  <a:pt x="124464" y="27048"/>
                </a:lnTo>
                <a:close/>
                <a:moveTo>
                  <a:pt x="198640" y="56577"/>
                </a:moveTo>
                <a:lnTo>
                  <a:pt x="232078" y="56577"/>
                </a:lnTo>
                <a:lnTo>
                  <a:pt x="232078" y="66751"/>
                </a:lnTo>
                <a:lnTo>
                  <a:pt x="198640" y="66751"/>
                </a:lnTo>
                <a:lnTo>
                  <a:pt x="198640" y="56577"/>
                </a:lnTo>
                <a:close/>
                <a:moveTo>
                  <a:pt x="300152" y="61850"/>
                </a:moveTo>
                <a:cubicBezTo>
                  <a:pt x="300152" y="53435"/>
                  <a:pt x="298425" y="46834"/>
                  <a:pt x="294972" y="42047"/>
                </a:cubicBezTo>
                <a:cubicBezTo>
                  <a:pt x="291518" y="37259"/>
                  <a:pt x="286772" y="34864"/>
                  <a:pt x="280734" y="34864"/>
                </a:cubicBezTo>
                <a:cubicBezTo>
                  <a:pt x="274696" y="34864"/>
                  <a:pt x="269950" y="37259"/>
                  <a:pt x="266497" y="42047"/>
                </a:cubicBezTo>
                <a:cubicBezTo>
                  <a:pt x="263044" y="46834"/>
                  <a:pt x="261317" y="53435"/>
                  <a:pt x="261317" y="61850"/>
                </a:cubicBezTo>
                <a:cubicBezTo>
                  <a:pt x="261317" y="70265"/>
                  <a:pt x="263044" y="76867"/>
                  <a:pt x="266497" y="81655"/>
                </a:cubicBezTo>
                <a:cubicBezTo>
                  <a:pt x="269950" y="86442"/>
                  <a:pt x="274696" y="88836"/>
                  <a:pt x="280734" y="88836"/>
                </a:cubicBezTo>
                <a:cubicBezTo>
                  <a:pt x="286772" y="88836"/>
                  <a:pt x="291518" y="86442"/>
                  <a:pt x="294972" y="81655"/>
                </a:cubicBezTo>
                <a:cubicBezTo>
                  <a:pt x="298425" y="76867"/>
                  <a:pt x="300152" y="70265"/>
                  <a:pt x="300152" y="61850"/>
                </a:cubicBezTo>
                <a:moveTo>
                  <a:pt x="261317" y="37594"/>
                </a:moveTo>
                <a:cubicBezTo>
                  <a:pt x="263716" y="33438"/>
                  <a:pt x="266745" y="30351"/>
                  <a:pt x="270405" y="28335"/>
                </a:cubicBezTo>
                <a:cubicBezTo>
                  <a:pt x="274065" y="26319"/>
                  <a:pt x="278439" y="25311"/>
                  <a:pt x="283526" y="25311"/>
                </a:cubicBezTo>
                <a:cubicBezTo>
                  <a:pt x="291963" y="25311"/>
                  <a:pt x="298818" y="28667"/>
                  <a:pt x="304091" y="35378"/>
                </a:cubicBezTo>
                <a:cubicBezTo>
                  <a:pt x="309364" y="42090"/>
                  <a:pt x="312001" y="50914"/>
                  <a:pt x="312001" y="61850"/>
                </a:cubicBezTo>
                <a:cubicBezTo>
                  <a:pt x="312001" y="72787"/>
                  <a:pt x="309364" y="81611"/>
                  <a:pt x="304091" y="88322"/>
                </a:cubicBezTo>
                <a:cubicBezTo>
                  <a:pt x="298818" y="95034"/>
                  <a:pt x="291963" y="98389"/>
                  <a:pt x="283526" y="98389"/>
                </a:cubicBezTo>
                <a:cubicBezTo>
                  <a:pt x="278439" y="98389"/>
                  <a:pt x="274065" y="97381"/>
                  <a:pt x="270405" y="95365"/>
                </a:cubicBezTo>
                <a:cubicBezTo>
                  <a:pt x="266745" y="93349"/>
                  <a:pt x="263716" y="90263"/>
                  <a:pt x="261317" y="86106"/>
                </a:cubicBezTo>
                <a:lnTo>
                  <a:pt x="261317" y="96528"/>
                </a:lnTo>
                <a:lnTo>
                  <a:pt x="249840" y="96528"/>
                </a:lnTo>
                <a:lnTo>
                  <a:pt x="249840" y="0"/>
                </a:lnTo>
                <a:lnTo>
                  <a:pt x="261317" y="0"/>
                </a:lnTo>
                <a:lnTo>
                  <a:pt x="261317" y="37594"/>
                </a:lnTo>
                <a:close/>
                <a:moveTo>
                  <a:pt x="359860" y="102980"/>
                </a:moveTo>
                <a:cubicBezTo>
                  <a:pt x="356634" y="111252"/>
                  <a:pt x="353491" y="116649"/>
                  <a:pt x="350431" y="119172"/>
                </a:cubicBezTo>
                <a:cubicBezTo>
                  <a:pt x="347370" y="121694"/>
                  <a:pt x="343276" y="122956"/>
                  <a:pt x="338148" y="122956"/>
                </a:cubicBezTo>
                <a:lnTo>
                  <a:pt x="329028" y="122956"/>
                </a:lnTo>
                <a:lnTo>
                  <a:pt x="329028" y="113402"/>
                </a:lnTo>
                <a:lnTo>
                  <a:pt x="335728" y="113402"/>
                </a:lnTo>
                <a:cubicBezTo>
                  <a:pt x="338871" y="113402"/>
                  <a:pt x="341311" y="112658"/>
                  <a:pt x="343048" y="111169"/>
                </a:cubicBezTo>
                <a:cubicBezTo>
                  <a:pt x="344786" y="109680"/>
                  <a:pt x="346709" y="106165"/>
                  <a:pt x="348818" y="100623"/>
                </a:cubicBezTo>
                <a:lnTo>
                  <a:pt x="350865" y="95412"/>
                </a:lnTo>
                <a:lnTo>
                  <a:pt x="322763" y="27048"/>
                </a:lnTo>
                <a:lnTo>
                  <a:pt x="334860" y="27048"/>
                </a:lnTo>
                <a:lnTo>
                  <a:pt x="356572" y="81392"/>
                </a:lnTo>
                <a:lnTo>
                  <a:pt x="378285" y="27048"/>
                </a:lnTo>
                <a:lnTo>
                  <a:pt x="390382" y="27048"/>
                </a:lnTo>
                <a:lnTo>
                  <a:pt x="359860" y="102980"/>
                </a:lnTo>
                <a:close/>
                <a:moveTo>
                  <a:pt x="398087" y="56577"/>
                </a:moveTo>
                <a:lnTo>
                  <a:pt x="431524" y="56577"/>
                </a:lnTo>
                <a:lnTo>
                  <a:pt x="431524" y="66751"/>
                </a:lnTo>
                <a:lnTo>
                  <a:pt x="398087" y="66751"/>
                </a:lnTo>
                <a:lnTo>
                  <a:pt x="398087" y="56577"/>
                </a:lnTo>
                <a:close/>
                <a:moveTo>
                  <a:pt x="444758" y="27048"/>
                </a:moveTo>
                <a:lnTo>
                  <a:pt x="498978" y="27048"/>
                </a:lnTo>
                <a:lnTo>
                  <a:pt x="498978" y="37458"/>
                </a:lnTo>
                <a:lnTo>
                  <a:pt x="456049" y="87347"/>
                </a:lnTo>
                <a:lnTo>
                  <a:pt x="498978" y="87347"/>
                </a:lnTo>
                <a:lnTo>
                  <a:pt x="498978" y="96528"/>
                </a:lnTo>
                <a:lnTo>
                  <a:pt x="443207" y="96528"/>
                </a:lnTo>
                <a:lnTo>
                  <a:pt x="443207" y="86118"/>
                </a:lnTo>
                <a:lnTo>
                  <a:pt x="486136" y="36229"/>
                </a:lnTo>
                <a:lnTo>
                  <a:pt x="444758" y="36229"/>
                </a:lnTo>
                <a:lnTo>
                  <a:pt x="444758" y="27048"/>
                </a:lnTo>
                <a:close/>
                <a:moveTo>
                  <a:pt x="575853" y="58934"/>
                </a:moveTo>
                <a:lnTo>
                  <a:pt x="575853" y="64518"/>
                </a:lnTo>
                <a:lnTo>
                  <a:pt x="523370" y="64518"/>
                </a:lnTo>
                <a:cubicBezTo>
                  <a:pt x="523867" y="72396"/>
                  <a:pt x="526234" y="78398"/>
                  <a:pt x="530474" y="82524"/>
                </a:cubicBezTo>
                <a:cubicBezTo>
                  <a:pt x="534713" y="86649"/>
                  <a:pt x="540616" y="88712"/>
                  <a:pt x="548185" y="88712"/>
                </a:cubicBezTo>
                <a:cubicBezTo>
                  <a:pt x="552569" y="88712"/>
                  <a:pt x="556818" y="88174"/>
                  <a:pt x="560933" y="87099"/>
                </a:cubicBezTo>
                <a:cubicBezTo>
                  <a:pt x="565048" y="86024"/>
                  <a:pt x="569132" y="84411"/>
                  <a:pt x="573185" y="82260"/>
                </a:cubicBezTo>
                <a:lnTo>
                  <a:pt x="573185" y="93054"/>
                </a:lnTo>
                <a:cubicBezTo>
                  <a:pt x="569091" y="94791"/>
                  <a:pt x="564893" y="96115"/>
                  <a:pt x="560592" y="97025"/>
                </a:cubicBezTo>
                <a:cubicBezTo>
                  <a:pt x="556291" y="97935"/>
                  <a:pt x="551928" y="98389"/>
                  <a:pt x="547502" y="98389"/>
                </a:cubicBezTo>
                <a:cubicBezTo>
                  <a:pt x="536419" y="98389"/>
                  <a:pt x="527641" y="95158"/>
                  <a:pt x="521168" y="88696"/>
                </a:cubicBezTo>
                <a:cubicBezTo>
                  <a:pt x="514696" y="82233"/>
                  <a:pt x="511459" y="73492"/>
                  <a:pt x="511459" y="62472"/>
                </a:cubicBezTo>
                <a:cubicBezTo>
                  <a:pt x="511459" y="51080"/>
                  <a:pt x="514530" y="42038"/>
                  <a:pt x="520672" y="35347"/>
                </a:cubicBezTo>
                <a:cubicBezTo>
                  <a:pt x="526813" y="28656"/>
                  <a:pt x="535095" y="25311"/>
                  <a:pt x="545517" y="25311"/>
                </a:cubicBezTo>
                <a:cubicBezTo>
                  <a:pt x="554864" y="25311"/>
                  <a:pt x="562257" y="28325"/>
                  <a:pt x="567695" y="34355"/>
                </a:cubicBezTo>
                <a:cubicBezTo>
                  <a:pt x="573134" y="40382"/>
                  <a:pt x="575853" y="48576"/>
                  <a:pt x="575853" y="58934"/>
                </a:cubicBezTo>
                <a:moveTo>
                  <a:pt x="564438" y="55584"/>
                </a:moveTo>
                <a:cubicBezTo>
                  <a:pt x="564356" y="49320"/>
                  <a:pt x="562608" y="44322"/>
                  <a:pt x="559196" y="40589"/>
                </a:cubicBezTo>
                <a:cubicBezTo>
                  <a:pt x="555784" y="36855"/>
                  <a:pt x="551266" y="34988"/>
                  <a:pt x="545641" y="34988"/>
                </a:cubicBezTo>
                <a:cubicBezTo>
                  <a:pt x="539272" y="34988"/>
                  <a:pt x="534175" y="36793"/>
                  <a:pt x="530349" y="40403"/>
                </a:cubicBezTo>
                <a:cubicBezTo>
                  <a:pt x="526524" y="44011"/>
                  <a:pt x="524322" y="49093"/>
                  <a:pt x="523743" y="55647"/>
                </a:cubicBezTo>
                <a:lnTo>
                  <a:pt x="564438" y="55584"/>
                </a:lnTo>
                <a:close/>
                <a:moveTo>
                  <a:pt x="634820" y="37718"/>
                </a:moveTo>
                <a:cubicBezTo>
                  <a:pt x="633538" y="36953"/>
                  <a:pt x="632142" y="36389"/>
                  <a:pt x="630632" y="36028"/>
                </a:cubicBezTo>
                <a:cubicBezTo>
                  <a:pt x="629123" y="35666"/>
                  <a:pt x="627458" y="35485"/>
                  <a:pt x="625638" y="35485"/>
                </a:cubicBezTo>
                <a:cubicBezTo>
                  <a:pt x="619187" y="35485"/>
                  <a:pt x="614234" y="37589"/>
                  <a:pt x="610781" y="41799"/>
                </a:cubicBezTo>
                <a:cubicBezTo>
                  <a:pt x="607327" y="46007"/>
                  <a:pt x="605601" y="52050"/>
                  <a:pt x="605601" y="59927"/>
                </a:cubicBezTo>
                <a:lnTo>
                  <a:pt x="605601" y="96528"/>
                </a:lnTo>
                <a:lnTo>
                  <a:pt x="594124" y="96528"/>
                </a:lnTo>
                <a:lnTo>
                  <a:pt x="594124" y="27048"/>
                </a:lnTo>
                <a:lnTo>
                  <a:pt x="605601" y="27048"/>
                </a:lnTo>
                <a:lnTo>
                  <a:pt x="605601" y="37842"/>
                </a:lnTo>
                <a:cubicBezTo>
                  <a:pt x="607999" y="33603"/>
                  <a:pt x="611122" y="30455"/>
                  <a:pt x="614968" y="28397"/>
                </a:cubicBezTo>
                <a:cubicBezTo>
                  <a:pt x="618814" y="26340"/>
                  <a:pt x="623488" y="25311"/>
                  <a:pt x="628988" y="25311"/>
                </a:cubicBezTo>
                <a:cubicBezTo>
                  <a:pt x="629774" y="25311"/>
                  <a:pt x="630643" y="25362"/>
                  <a:pt x="631594" y="25466"/>
                </a:cubicBezTo>
                <a:cubicBezTo>
                  <a:pt x="632545" y="25569"/>
                  <a:pt x="633600" y="25724"/>
                  <a:pt x="634758" y="25931"/>
                </a:cubicBezTo>
                <a:lnTo>
                  <a:pt x="634820" y="37718"/>
                </a:lnTo>
                <a:close/>
                <a:moveTo>
                  <a:pt x="670922" y="34988"/>
                </a:moveTo>
                <a:cubicBezTo>
                  <a:pt x="664801" y="34988"/>
                  <a:pt x="659962" y="37383"/>
                  <a:pt x="656406" y="42171"/>
                </a:cubicBezTo>
                <a:cubicBezTo>
                  <a:pt x="652849" y="46958"/>
                  <a:pt x="651070" y="53518"/>
                  <a:pt x="651070" y="61850"/>
                </a:cubicBezTo>
                <a:cubicBezTo>
                  <a:pt x="651070" y="70182"/>
                  <a:pt x="652838" y="76743"/>
                  <a:pt x="656374" y="81531"/>
                </a:cubicBezTo>
                <a:cubicBezTo>
                  <a:pt x="659911" y="86318"/>
                  <a:pt x="664760" y="88712"/>
                  <a:pt x="670922" y="88712"/>
                </a:cubicBezTo>
                <a:cubicBezTo>
                  <a:pt x="677002" y="88712"/>
                  <a:pt x="681820" y="86308"/>
                  <a:pt x="685376" y="81500"/>
                </a:cubicBezTo>
                <a:cubicBezTo>
                  <a:pt x="688933" y="76691"/>
                  <a:pt x="690712" y="70141"/>
                  <a:pt x="690712" y="61850"/>
                </a:cubicBezTo>
                <a:cubicBezTo>
                  <a:pt x="690712" y="53601"/>
                  <a:pt x="688933" y="47062"/>
                  <a:pt x="685376" y="42233"/>
                </a:cubicBezTo>
                <a:cubicBezTo>
                  <a:pt x="681820" y="37403"/>
                  <a:pt x="677002" y="34988"/>
                  <a:pt x="670922" y="34988"/>
                </a:cubicBezTo>
                <a:moveTo>
                  <a:pt x="670922" y="25311"/>
                </a:moveTo>
                <a:cubicBezTo>
                  <a:pt x="680848" y="25311"/>
                  <a:pt x="688644" y="28542"/>
                  <a:pt x="694310" y="35006"/>
                </a:cubicBezTo>
                <a:cubicBezTo>
                  <a:pt x="699976" y="41468"/>
                  <a:pt x="702809" y="50416"/>
                  <a:pt x="702809" y="61850"/>
                </a:cubicBezTo>
                <a:cubicBezTo>
                  <a:pt x="702809" y="73243"/>
                  <a:pt x="699976" y="82181"/>
                  <a:pt x="694310" y="88665"/>
                </a:cubicBezTo>
                <a:cubicBezTo>
                  <a:pt x="688644" y="95148"/>
                  <a:pt x="680848" y="98389"/>
                  <a:pt x="670922" y="98389"/>
                </a:cubicBezTo>
                <a:cubicBezTo>
                  <a:pt x="660955" y="98389"/>
                  <a:pt x="653149" y="95148"/>
                  <a:pt x="647503" y="88665"/>
                </a:cubicBezTo>
                <a:cubicBezTo>
                  <a:pt x="641858" y="82181"/>
                  <a:pt x="639035" y="73243"/>
                  <a:pt x="639035" y="61850"/>
                </a:cubicBezTo>
                <a:cubicBezTo>
                  <a:pt x="639035" y="50416"/>
                  <a:pt x="641858" y="41468"/>
                  <a:pt x="647503" y="35006"/>
                </a:cubicBezTo>
                <a:cubicBezTo>
                  <a:pt x="653149" y="28542"/>
                  <a:pt x="660955" y="25311"/>
                  <a:pt x="670922" y="253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Text Register">
            <a:extLst xmlns:a="http://schemas.openxmlformats.org/drawingml/2006/main">
              <a:ext uri="{FF2B5EF4-FFF2-40B4-BE49-F238E27FC236}">
                <a16:creationId xmlns:a16="http://schemas.microsoft.com/office/drawing/2014/main" id="{4077F6A1-D51A-437A-8E8D-992A00F2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13" y="4317153"/>
            <a:ext cx="557019" cy="134134"/>
          </a:xfrm>
          <a:custGeom xmlns:a="http://schemas.openxmlformats.org/drawingml/2006/main">
            <a:pathLst>
              <a:path w="557019" h="134134">
                <a:moveTo>
                  <a:pt x="47915" y="57863"/>
                </a:moveTo>
                <a:cubicBezTo>
                  <a:pt x="50847" y="58857"/>
                  <a:pt x="53701" y="60980"/>
                  <a:pt x="56476" y="64233"/>
                </a:cubicBezTo>
                <a:cubicBezTo>
                  <a:pt x="59250" y="67484"/>
                  <a:pt x="62036" y="71956"/>
                  <a:pt x="64834" y="77648"/>
                </a:cubicBezTo>
                <a:lnTo>
                  <a:pt x="78707" y="105304"/>
                </a:lnTo>
                <a:lnTo>
                  <a:pt x="64021" y="105304"/>
                </a:lnTo>
                <a:lnTo>
                  <a:pt x="51095" y="79344"/>
                </a:lnTo>
                <a:cubicBezTo>
                  <a:pt x="47757" y="72565"/>
                  <a:pt x="44519" y="68069"/>
                  <a:pt x="41384" y="65855"/>
                </a:cubicBezTo>
                <a:cubicBezTo>
                  <a:pt x="38248" y="63640"/>
                  <a:pt x="33973" y="62533"/>
                  <a:pt x="28559" y="62533"/>
                </a:cubicBezTo>
                <a:lnTo>
                  <a:pt x="13671" y="62533"/>
                </a:lnTo>
                <a:lnTo>
                  <a:pt x="13671" y="105304"/>
                </a:lnTo>
                <a:lnTo>
                  <a:pt x="0" y="105304"/>
                </a:lnTo>
                <a:lnTo>
                  <a:pt x="0" y="4196"/>
                </a:lnTo>
                <a:lnTo>
                  <a:pt x="30860" y="4196"/>
                </a:lnTo>
                <a:cubicBezTo>
                  <a:pt x="42410" y="4196"/>
                  <a:pt x="51028" y="6610"/>
                  <a:pt x="56712" y="11437"/>
                </a:cubicBezTo>
                <a:cubicBezTo>
                  <a:pt x="62397" y="16265"/>
                  <a:pt x="65240" y="23551"/>
                  <a:pt x="65240" y="33297"/>
                </a:cubicBezTo>
                <a:cubicBezTo>
                  <a:pt x="65240" y="39658"/>
                  <a:pt x="63762" y="44937"/>
                  <a:pt x="60807" y="49133"/>
                </a:cubicBezTo>
                <a:cubicBezTo>
                  <a:pt x="57852" y="53329"/>
                  <a:pt x="53554" y="56239"/>
                  <a:pt x="47915" y="57863"/>
                </a:cubicBezTo>
                <a:moveTo>
                  <a:pt x="13671" y="15430"/>
                </a:moveTo>
                <a:lnTo>
                  <a:pt x="13671" y="51298"/>
                </a:lnTo>
                <a:lnTo>
                  <a:pt x="30860" y="51298"/>
                </a:lnTo>
                <a:cubicBezTo>
                  <a:pt x="37447" y="51298"/>
                  <a:pt x="42422" y="49776"/>
                  <a:pt x="45783" y="46730"/>
                </a:cubicBezTo>
                <a:cubicBezTo>
                  <a:pt x="49144" y="43685"/>
                  <a:pt x="50825" y="39207"/>
                  <a:pt x="50825" y="33297"/>
                </a:cubicBezTo>
                <a:cubicBezTo>
                  <a:pt x="50825" y="27386"/>
                  <a:pt x="49144" y="22931"/>
                  <a:pt x="45783" y="19931"/>
                </a:cubicBezTo>
                <a:cubicBezTo>
                  <a:pt x="42422" y="16930"/>
                  <a:pt x="37447" y="15430"/>
                  <a:pt x="30860" y="15430"/>
                </a:cubicBezTo>
                <a:lnTo>
                  <a:pt x="13671" y="15430"/>
                </a:lnTo>
                <a:close/>
                <a:moveTo>
                  <a:pt x="154369" y="64292"/>
                </a:moveTo>
                <a:lnTo>
                  <a:pt x="154369" y="70383"/>
                </a:lnTo>
                <a:lnTo>
                  <a:pt x="97115" y="70383"/>
                </a:lnTo>
                <a:cubicBezTo>
                  <a:pt x="97656" y="78978"/>
                  <a:pt x="100239" y="85525"/>
                  <a:pt x="104864" y="90026"/>
                </a:cubicBezTo>
                <a:cubicBezTo>
                  <a:pt x="109488" y="94526"/>
                  <a:pt x="115929" y="96777"/>
                  <a:pt x="124185" y="96777"/>
                </a:cubicBezTo>
                <a:cubicBezTo>
                  <a:pt x="128968" y="96777"/>
                  <a:pt x="133604" y="96190"/>
                  <a:pt x="138093" y="95017"/>
                </a:cubicBezTo>
                <a:cubicBezTo>
                  <a:pt x="142582" y="93844"/>
                  <a:pt x="147037" y="92084"/>
                  <a:pt x="151459" y="89738"/>
                </a:cubicBezTo>
                <a:lnTo>
                  <a:pt x="151459" y="101514"/>
                </a:lnTo>
                <a:cubicBezTo>
                  <a:pt x="146992" y="103409"/>
                  <a:pt x="142413" y="104853"/>
                  <a:pt x="137721" y="105845"/>
                </a:cubicBezTo>
                <a:cubicBezTo>
                  <a:pt x="133028" y="106838"/>
                  <a:pt x="128268" y="107334"/>
                  <a:pt x="123441" y="107334"/>
                </a:cubicBezTo>
                <a:cubicBezTo>
                  <a:pt x="111349" y="107334"/>
                  <a:pt x="101773" y="103809"/>
                  <a:pt x="94712" y="96760"/>
                </a:cubicBezTo>
                <a:cubicBezTo>
                  <a:pt x="87652" y="89709"/>
                  <a:pt x="84121" y="80173"/>
                  <a:pt x="84121" y="68152"/>
                </a:cubicBezTo>
                <a:cubicBezTo>
                  <a:pt x="84121" y="55723"/>
                  <a:pt x="87471" y="45860"/>
                  <a:pt x="94171" y="38560"/>
                </a:cubicBezTo>
                <a:cubicBezTo>
                  <a:pt x="100871" y="31261"/>
                  <a:pt x="109906" y="27612"/>
                  <a:pt x="121275" y="27612"/>
                </a:cubicBezTo>
                <a:cubicBezTo>
                  <a:pt x="131472" y="27612"/>
                  <a:pt x="139536" y="30900"/>
                  <a:pt x="145469" y="37478"/>
                </a:cubicBezTo>
                <a:cubicBezTo>
                  <a:pt x="151402" y="44053"/>
                  <a:pt x="154369" y="52992"/>
                  <a:pt x="154369" y="64292"/>
                </a:cubicBezTo>
                <a:moveTo>
                  <a:pt x="141916" y="60638"/>
                </a:moveTo>
                <a:cubicBezTo>
                  <a:pt x="141826" y="53804"/>
                  <a:pt x="139920" y="48351"/>
                  <a:pt x="136198" y="44279"/>
                </a:cubicBezTo>
                <a:cubicBezTo>
                  <a:pt x="132476" y="40206"/>
                  <a:pt x="127547" y="38169"/>
                  <a:pt x="121411" y="38169"/>
                </a:cubicBezTo>
                <a:cubicBezTo>
                  <a:pt x="114463" y="38169"/>
                  <a:pt x="108902" y="40138"/>
                  <a:pt x="104729" y="44076"/>
                </a:cubicBezTo>
                <a:cubicBezTo>
                  <a:pt x="100555" y="48013"/>
                  <a:pt x="98153" y="53556"/>
                  <a:pt x="97521" y="60705"/>
                </a:cubicBezTo>
                <a:lnTo>
                  <a:pt x="141916" y="60638"/>
                </a:lnTo>
                <a:close/>
                <a:moveTo>
                  <a:pt x="224652" y="66492"/>
                </a:moveTo>
                <a:cubicBezTo>
                  <a:pt x="224652" y="57457"/>
                  <a:pt x="222791" y="50455"/>
                  <a:pt x="219068" y="45487"/>
                </a:cubicBezTo>
                <a:cubicBezTo>
                  <a:pt x="215346" y="40518"/>
                  <a:pt x="210124" y="38034"/>
                  <a:pt x="203401" y="38034"/>
                </a:cubicBezTo>
                <a:cubicBezTo>
                  <a:pt x="196724" y="38034"/>
                  <a:pt x="191524" y="40518"/>
                  <a:pt x="187802" y="45487"/>
                </a:cubicBezTo>
                <a:cubicBezTo>
                  <a:pt x="184080" y="50455"/>
                  <a:pt x="182219" y="57457"/>
                  <a:pt x="182219" y="66492"/>
                </a:cubicBezTo>
                <a:cubicBezTo>
                  <a:pt x="182219" y="75481"/>
                  <a:pt x="184080" y="82460"/>
                  <a:pt x="187802" y="87429"/>
                </a:cubicBezTo>
                <a:cubicBezTo>
                  <a:pt x="191524" y="92397"/>
                  <a:pt x="196724" y="94882"/>
                  <a:pt x="203401" y="94882"/>
                </a:cubicBezTo>
                <a:cubicBezTo>
                  <a:pt x="210124" y="94882"/>
                  <a:pt x="215346" y="92397"/>
                  <a:pt x="219068" y="87429"/>
                </a:cubicBezTo>
                <a:cubicBezTo>
                  <a:pt x="222791" y="82460"/>
                  <a:pt x="224652" y="75481"/>
                  <a:pt x="224652" y="66492"/>
                </a:cubicBezTo>
                <a:moveTo>
                  <a:pt x="237104" y="95897"/>
                </a:moveTo>
                <a:cubicBezTo>
                  <a:pt x="237104" y="108800"/>
                  <a:pt x="234239" y="118399"/>
                  <a:pt x="228509" y="124693"/>
                </a:cubicBezTo>
                <a:cubicBezTo>
                  <a:pt x="222779" y="130987"/>
                  <a:pt x="214004" y="134134"/>
                  <a:pt x="202183" y="134134"/>
                </a:cubicBezTo>
                <a:cubicBezTo>
                  <a:pt x="197807" y="134134"/>
                  <a:pt x="193679" y="133812"/>
                  <a:pt x="189799" y="133169"/>
                </a:cubicBezTo>
                <a:cubicBezTo>
                  <a:pt x="185919" y="132526"/>
                  <a:pt x="182151" y="131539"/>
                  <a:pt x="178497" y="130208"/>
                </a:cubicBezTo>
                <a:lnTo>
                  <a:pt x="178497" y="118027"/>
                </a:lnTo>
                <a:cubicBezTo>
                  <a:pt x="182151" y="120012"/>
                  <a:pt x="185761" y="121478"/>
                  <a:pt x="189325" y="122426"/>
                </a:cubicBezTo>
                <a:cubicBezTo>
                  <a:pt x="192889" y="123373"/>
                  <a:pt x="196521" y="123847"/>
                  <a:pt x="200221" y="123847"/>
                </a:cubicBezTo>
                <a:cubicBezTo>
                  <a:pt x="208387" y="123847"/>
                  <a:pt x="214500" y="121715"/>
                  <a:pt x="218561" y="117452"/>
                </a:cubicBezTo>
                <a:cubicBezTo>
                  <a:pt x="222621" y="113188"/>
                  <a:pt x="224652" y="106747"/>
                  <a:pt x="224652" y="98130"/>
                </a:cubicBezTo>
                <a:lnTo>
                  <a:pt x="224652" y="91904"/>
                </a:lnTo>
                <a:cubicBezTo>
                  <a:pt x="222080" y="96393"/>
                  <a:pt x="218786" y="99749"/>
                  <a:pt x="214771" y="101971"/>
                </a:cubicBezTo>
                <a:cubicBezTo>
                  <a:pt x="210756" y="104193"/>
                  <a:pt x="205951" y="105304"/>
                  <a:pt x="200356" y="105304"/>
                </a:cubicBezTo>
                <a:cubicBezTo>
                  <a:pt x="191062" y="105304"/>
                  <a:pt x="183572" y="101759"/>
                  <a:pt x="177888" y="94670"/>
                </a:cubicBezTo>
                <a:cubicBezTo>
                  <a:pt x="172203" y="87580"/>
                  <a:pt x="169360" y="78187"/>
                  <a:pt x="169360" y="66492"/>
                </a:cubicBezTo>
                <a:cubicBezTo>
                  <a:pt x="169360" y="54751"/>
                  <a:pt x="172203" y="45337"/>
                  <a:pt x="177888" y="38247"/>
                </a:cubicBezTo>
                <a:cubicBezTo>
                  <a:pt x="183572" y="31157"/>
                  <a:pt x="191062" y="27612"/>
                  <a:pt x="200356" y="27612"/>
                </a:cubicBezTo>
                <a:cubicBezTo>
                  <a:pt x="205951" y="27612"/>
                  <a:pt x="210756" y="28723"/>
                  <a:pt x="214771" y="30945"/>
                </a:cubicBezTo>
                <a:cubicBezTo>
                  <a:pt x="218786" y="33167"/>
                  <a:pt x="222080" y="36522"/>
                  <a:pt x="224652" y="41012"/>
                </a:cubicBezTo>
                <a:lnTo>
                  <a:pt x="224652" y="29507"/>
                </a:lnTo>
                <a:lnTo>
                  <a:pt x="237104" y="29507"/>
                </a:lnTo>
                <a:lnTo>
                  <a:pt x="237104" y="95897"/>
                </a:lnTo>
                <a:close/>
                <a:moveTo>
                  <a:pt x="262786" y="29507"/>
                </a:moveTo>
                <a:lnTo>
                  <a:pt x="275238" y="29507"/>
                </a:lnTo>
                <a:lnTo>
                  <a:pt x="275238" y="105304"/>
                </a:lnTo>
                <a:lnTo>
                  <a:pt x="262786" y="105304"/>
                </a:lnTo>
                <a:lnTo>
                  <a:pt x="262786" y="29507"/>
                </a:lnTo>
                <a:moveTo>
                  <a:pt x="262786" y="0"/>
                </a:moveTo>
                <a:lnTo>
                  <a:pt x="275238" y="0"/>
                </a:lnTo>
                <a:lnTo>
                  <a:pt x="275238" y="15836"/>
                </a:lnTo>
                <a:lnTo>
                  <a:pt x="262786" y="15836"/>
                </a:lnTo>
                <a:lnTo>
                  <a:pt x="262786" y="0"/>
                </a:lnTo>
                <a:close/>
                <a:moveTo>
                  <a:pt x="349637" y="31672"/>
                </a:moveTo>
                <a:lnTo>
                  <a:pt x="349637" y="43448"/>
                </a:lnTo>
                <a:cubicBezTo>
                  <a:pt x="346118" y="41643"/>
                  <a:pt x="342463" y="40290"/>
                  <a:pt x="338674" y="39387"/>
                </a:cubicBezTo>
                <a:cubicBezTo>
                  <a:pt x="334884" y="38485"/>
                  <a:pt x="330959" y="38034"/>
                  <a:pt x="326898" y="38034"/>
                </a:cubicBezTo>
                <a:cubicBezTo>
                  <a:pt x="320717" y="38034"/>
                  <a:pt x="316081" y="38983"/>
                  <a:pt x="312991" y="40883"/>
                </a:cubicBezTo>
                <a:cubicBezTo>
                  <a:pt x="309900" y="42782"/>
                  <a:pt x="308355" y="45630"/>
                  <a:pt x="308355" y="49429"/>
                </a:cubicBezTo>
                <a:cubicBezTo>
                  <a:pt x="308355" y="52322"/>
                  <a:pt x="309460" y="54594"/>
                  <a:pt x="311671" y="56245"/>
                </a:cubicBezTo>
                <a:cubicBezTo>
                  <a:pt x="313882" y="57896"/>
                  <a:pt x="318326" y="59467"/>
                  <a:pt x="325003" y="60959"/>
                </a:cubicBezTo>
                <a:lnTo>
                  <a:pt x="329267" y="61911"/>
                </a:lnTo>
                <a:cubicBezTo>
                  <a:pt x="338110" y="63809"/>
                  <a:pt x="344392" y="66487"/>
                  <a:pt x="348114" y="69945"/>
                </a:cubicBezTo>
                <a:cubicBezTo>
                  <a:pt x="351837" y="73402"/>
                  <a:pt x="353698" y="78227"/>
                  <a:pt x="353698" y="84419"/>
                </a:cubicBezTo>
                <a:cubicBezTo>
                  <a:pt x="353698" y="91470"/>
                  <a:pt x="350912" y="97052"/>
                  <a:pt x="345340" y="101165"/>
                </a:cubicBezTo>
                <a:cubicBezTo>
                  <a:pt x="339768" y="105278"/>
                  <a:pt x="332109" y="107334"/>
                  <a:pt x="322364" y="107334"/>
                </a:cubicBezTo>
                <a:cubicBezTo>
                  <a:pt x="318303" y="107334"/>
                  <a:pt x="314073" y="106939"/>
                  <a:pt x="309674" y="106150"/>
                </a:cubicBezTo>
                <a:cubicBezTo>
                  <a:pt x="305276" y="105360"/>
                  <a:pt x="300640" y="104176"/>
                  <a:pt x="295767" y="102597"/>
                </a:cubicBezTo>
                <a:lnTo>
                  <a:pt x="295767" y="89738"/>
                </a:lnTo>
                <a:cubicBezTo>
                  <a:pt x="300369" y="92129"/>
                  <a:pt x="304903" y="93923"/>
                  <a:pt x="309370" y="95118"/>
                </a:cubicBezTo>
                <a:cubicBezTo>
                  <a:pt x="313837" y="96314"/>
                  <a:pt x="318258" y="96912"/>
                  <a:pt x="322634" y="96912"/>
                </a:cubicBezTo>
                <a:cubicBezTo>
                  <a:pt x="328500" y="96912"/>
                  <a:pt x="333011" y="95906"/>
                  <a:pt x="336170" y="93894"/>
                </a:cubicBezTo>
                <a:cubicBezTo>
                  <a:pt x="339328" y="91882"/>
                  <a:pt x="340907" y="89045"/>
                  <a:pt x="340907" y="85384"/>
                </a:cubicBezTo>
                <a:cubicBezTo>
                  <a:pt x="340907" y="81993"/>
                  <a:pt x="339768" y="79393"/>
                  <a:pt x="337489" y="77584"/>
                </a:cubicBezTo>
                <a:cubicBezTo>
                  <a:pt x="335211" y="75775"/>
                  <a:pt x="330214" y="74035"/>
                  <a:pt x="322499" y="72362"/>
                </a:cubicBezTo>
                <a:lnTo>
                  <a:pt x="318168" y="71345"/>
                </a:lnTo>
                <a:cubicBezTo>
                  <a:pt x="310453" y="69718"/>
                  <a:pt x="304881" y="67221"/>
                  <a:pt x="301452" y="63854"/>
                </a:cubicBezTo>
                <a:cubicBezTo>
                  <a:pt x="298023" y="60486"/>
                  <a:pt x="296308" y="55864"/>
                  <a:pt x="296308" y="49987"/>
                </a:cubicBezTo>
                <a:cubicBezTo>
                  <a:pt x="296308" y="42844"/>
                  <a:pt x="298835" y="37330"/>
                  <a:pt x="303888" y="33442"/>
                </a:cubicBezTo>
                <a:cubicBezTo>
                  <a:pt x="308941" y="29555"/>
                  <a:pt x="316115" y="27612"/>
                  <a:pt x="325409" y="27612"/>
                </a:cubicBezTo>
                <a:cubicBezTo>
                  <a:pt x="330011" y="27612"/>
                  <a:pt x="334342" y="27950"/>
                  <a:pt x="338403" y="28627"/>
                </a:cubicBezTo>
                <a:cubicBezTo>
                  <a:pt x="342463" y="29304"/>
                  <a:pt x="346208" y="30319"/>
                  <a:pt x="349637" y="31672"/>
                </a:cubicBezTo>
                <a:close/>
                <a:moveTo>
                  <a:pt x="385844" y="7986"/>
                </a:moveTo>
                <a:lnTo>
                  <a:pt x="385844" y="29507"/>
                </a:lnTo>
                <a:lnTo>
                  <a:pt x="411493" y="29507"/>
                </a:lnTo>
                <a:lnTo>
                  <a:pt x="411493" y="39252"/>
                </a:lnTo>
                <a:lnTo>
                  <a:pt x="385844" y="39252"/>
                </a:lnTo>
                <a:lnTo>
                  <a:pt x="385844" y="80348"/>
                </a:lnTo>
                <a:cubicBezTo>
                  <a:pt x="385844" y="86522"/>
                  <a:pt x="386690" y="90488"/>
                  <a:pt x="388382" y="92246"/>
                </a:cubicBezTo>
                <a:cubicBezTo>
                  <a:pt x="390074" y="94003"/>
                  <a:pt x="393514" y="94882"/>
                  <a:pt x="398702" y="94882"/>
                </a:cubicBezTo>
                <a:lnTo>
                  <a:pt x="411493" y="94882"/>
                </a:lnTo>
                <a:lnTo>
                  <a:pt x="411493" y="105304"/>
                </a:lnTo>
                <a:lnTo>
                  <a:pt x="398702" y="105304"/>
                </a:lnTo>
                <a:cubicBezTo>
                  <a:pt x="389092" y="105304"/>
                  <a:pt x="382460" y="103512"/>
                  <a:pt x="378806" y="99928"/>
                </a:cubicBezTo>
                <a:cubicBezTo>
                  <a:pt x="375151" y="96342"/>
                  <a:pt x="373324" y="89816"/>
                  <a:pt x="373324" y="80348"/>
                </a:cubicBezTo>
                <a:lnTo>
                  <a:pt x="373324" y="39252"/>
                </a:lnTo>
                <a:lnTo>
                  <a:pt x="364188" y="39252"/>
                </a:lnTo>
                <a:lnTo>
                  <a:pt x="364188" y="29507"/>
                </a:lnTo>
                <a:lnTo>
                  <a:pt x="373324" y="29507"/>
                </a:lnTo>
                <a:lnTo>
                  <a:pt x="373324" y="7986"/>
                </a:lnTo>
                <a:lnTo>
                  <a:pt x="385844" y="7986"/>
                </a:lnTo>
                <a:close/>
                <a:moveTo>
                  <a:pt x="492692" y="64292"/>
                </a:moveTo>
                <a:lnTo>
                  <a:pt x="492692" y="70383"/>
                </a:lnTo>
                <a:lnTo>
                  <a:pt x="435438" y="70383"/>
                </a:lnTo>
                <a:cubicBezTo>
                  <a:pt x="435980" y="78978"/>
                  <a:pt x="438562" y="85525"/>
                  <a:pt x="443187" y="90026"/>
                </a:cubicBezTo>
                <a:cubicBezTo>
                  <a:pt x="447812" y="94526"/>
                  <a:pt x="454252" y="96777"/>
                  <a:pt x="462508" y="96777"/>
                </a:cubicBezTo>
                <a:cubicBezTo>
                  <a:pt x="467291" y="96777"/>
                  <a:pt x="471927" y="96190"/>
                  <a:pt x="476416" y="95017"/>
                </a:cubicBezTo>
                <a:cubicBezTo>
                  <a:pt x="480905" y="93844"/>
                  <a:pt x="485360" y="92084"/>
                  <a:pt x="489782" y="89738"/>
                </a:cubicBezTo>
                <a:lnTo>
                  <a:pt x="489782" y="101514"/>
                </a:lnTo>
                <a:cubicBezTo>
                  <a:pt x="485315" y="103409"/>
                  <a:pt x="480736" y="104853"/>
                  <a:pt x="476044" y="105845"/>
                </a:cubicBezTo>
                <a:cubicBezTo>
                  <a:pt x="471351" y="106838"/>
                  <a:pt x="466592" y="107334"/>
                  <a:pt x="461764" y="107334"/>
                </a:cubicBezTo>
                <a:cubicBezTo>
                  <a:pt x="449673" y="107334"/>
                  <a:pt x="440096" y="103809"/>
                  <a:pt x="433036" y="96760"/>
                </a:cubicBezTo>
                <a:cubicBezTo>
                  <a:pt x="425975" y="89709"/>
                  <a:pt x="422444" y="80173"/>
                  <a:pt x="422444" y="68152"/>
                </a:cubicBezTo>
                <a:cubicBezTo>
                  <a:pt x="422444" y="55723"/>
                  <a:pt x="425794" y="45860"/>
                  <a:pt x="432494" y="38560"/>
                </a:cubicBezTo>
                <a:cubicBezTo>
                  <a:pt x="439194" y="31261"/>
                  <a:pt x="448229" y="27612"/>
                  <a:pt x="459598" y="27612"/>
                </a:cubicBezTo>
                <a:cubicBezTo>
                  <a:pt x="469795" y="27612"/>
                  <a:pt x="477860" y="30900"/>
                  <a:pt x="483793" y="37478"/>
                </a:cubicBezTo>
                <a:cubicBezTo>
                  <a:pt x="489725" y="44053"/>
                  <a:pt x="492692" y="52992"/>
                  <a:pt x="492692" y="64292"/>
                </a:cubicBezTo>
                <a:moveTo>
                  <a:pt x="480240" y="60638"/>
                </a:moveTo>
                <a:cubicBezTo>
                  <a:pt x="480149" y="53804"/>
                  <a:pt x="478243" y="48351"/>
                  <a:pt x="474521" y="44279"/>
                </a:cubicBezTo>
                <a:cubicBezTo>
                  <a:pt x="470799" y="40206"/>
                  <a:pt x="465870" y="38169"/>
                  <a:pt x="459734" y="38169"/>
                </a:cubicBezTo>
                <a:cubicBezTo>
                  <a:pt x="452786" y="38169"/>
                  <a:pt x="447225" y="40138"/>
                  <a:pt x="443052" y="44076"/>
                </a:cubicBezTo>
                <a:cubicBezTo>
                  <a:pt x="438878" y="48013"/>
                  <a:pt x="436476" y="53556"/>
                  <a:pt x="435844" y="60705"/>
                </a:cubicBezTo>
                <a:lnTo>
                  <a:pt x="480240" y="60638"/>
                </a:lnTo>
                <a:close/>
                <a:moveTo>
                  <a:pt x="557019" y="41147"/>
                </a:moveTo>
                <a:cubicBezTo>
                  <a:pt x="555621" y="40312"/>
                  <a:pt x="554098" y="39698"/>
                  <a:pt x="552451" y="39303"/>
                </a:cubicBezTo>
                <a:cubicBezTo>
                  <a:pt x="550804" y="38908"/>
                  <a:pt x="548988" y="38711"/>
                  <a:pt x="547003" y="38711"/>
                </a:cubicBezTo>
                <a:cubicBezTo>
                  <a:pt x="539965" y="38711"/>
                  <a:pt x="534562" y="41007"/>
                  <a:pt x="530795" y="45599"/>
                </a:cubicBezTo>
                <a:cubicBezTo>
                  <a:pt x="527028" y="50189"/>
                  <a:pt x="525144" y="56781"/>
                  <a:pt x="525144" y="65375"/>
                </a:cubicBezTo>
                <a:lnTo>
                  <a:pt x="525144" y="105304"/>
                </a:lnTo>
                <a:lnTo>
                  <a:pt x="512624" y="105304"/>
                </a:lnTo>
                <a:lnTo>
                  <a:pt x="512624" y="29507"/>
                </a:lnTo>
                <a:lnTo>
                  <a:pt x="525144" y="29507"/>
                </a:lnTo>
                <a:lnTo>
                  <a:pt x="525144" y="41282"/>
                </a:lnTo>
                <a:cubicBezTo>
                  <a:pt x="527761" y="36658"/>
                  <a:pt x="531167" y="33223"/>
                  <a:pt x="535363" y="30979"/>
                </a:cubicBezTo>
                <a:cubicBezTo>
                  <a:pt x="539559" y="28734"/>
                  <a:pt x="544657" y="27612"/>
                  <a:pt x="550658" y="27612"/>
                </a:cubicBezTo>
                <a:cubicBezTo>
                  <a:pt x="551515" y="27612"/>
                  <a:pt x="552462" y="27668"/>
                  <a:pt x="553500" y="27781"/>
                </a:cubicBezTo>
                <a:cubicBezTo>
                  <a:pt x="554538" y="27894"/>
                  <a:pt x="555688" y="28063"/>
                  <a:pt x="556952" y="28289"/>
                </a:cubicBezTo>
                <a:lnTo>
                  <a:pt x="557019" y="411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Text MSR">
            <a:extLst xmlns:a="http://schemas.openxmlformats.org/drawingml/2006/main">
              <a:ext uri="{FF2B5EF4-FFF2-40B4-BE49-F238E27FC236}">
                <a16:creationId xmlns:a16="http://schemas.microsoft.com/office/drawing/2014/main" id="{52F43423-904C-4300-94EA-225394F0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80" y="4550590"/>
            <a:ext cx="286330" cy="104898"/>
          </a:xfrm>
          <a:custGeom xmlns:a="http://schemas.openxmlformats.org/drawingml/2006/main">
            <a:pathLst>
              <a:path w="286330" h="104898">
                <a:moveTo>
                  <a:pt x="0" y="1760"/>
                </a:moveTo>
                <a:lnTo>
                  <a:pt x="20370" y="1760"/>
                </a:lnTo>
                <a:lnTo>
                  <a:pt x="46155" y="70518"/>
                </a:lnTo>
                <a:lnTo>
                  <a:pt x="72075" y="1760"/>
                </a:lnTo>
                <a:lnTo>
                  <a:pt x="92445" y="1760"/>
                </a:lnTo>
                <a:lnTo>
                  <a:pt x="92445" y="102867"/>
                </a:lnTo>
                <a:lnTo>
                  <a:pt x="79113" y="102867"/>
                </a:lnTo>
                <a:lnTo>
                  <a:pt x="79113" y="14077"/>
                </a:lnTo>
                <a:lnTo>
                  <a:pt x="53058" y="83377"/>
                </a:lnTo>
                <a:lnTo>
                  <a:pt x="39320" y="83377"/>
                </a:lnTo>
                <a:lnTo>
                  <a:pt x="13264" y="14077"/>
                </a:lnTo>
                <a:lnTo>
                  <a:pt x="13264" y="102867"/>
                </a:lnTo>
                <a:lnTo>
                  <a:pt x="0" y="102867"/>
                </a:lnTo>
                <a:lnTo>
                  <a:pt x="0" y="1760"/>
                </a:lnTo>
                <a:close/>
                <a:moveTo>
                  <a:pt x="180182" y="5143"/>
                </a:moveTo>
                <a:lnTo>
                  <a:pt x="180182" y="18543"/>
                </a:lnTo>
                <a:cubicBezTo>
                  <a:pt x="174993" y="16039"/>
                  <a:pt x="170098" y="14172"/>
                  <a:pt x="165496" y="12943"/>
                </a:cubicBezTo>
                <a:cubicBezTo>
                  <a:pt x="160894" y="11714"/>
                  <a:pt x="156450" y="11099"/>
                  <a:pt x="152164" y="11099"/>
                </a:cubicBezTo>
                <a:cubicBezTo>
                  <a:pt x="144720" y="11099"/>
                  <a:pt x="138979" y="12545"/>
                  <a:pt x="134941" y="15436"/>
                </a:cubicBezTo>
                <a:cubicBezTo>
                  <a:pt x="130903" y="18327"/>
                  <a:pt x="128884" y="22437"/>
                  <a:pt x="128884" y="27768"/>
                </a:cubicBezTo>
                <a:cubicBezTo>
                  <a:pt x="128884" y="32241"/>
                  <a:pt x="130226" y="35618"/>
                  <a:pt x="132910" y="37901"/>
                </a:cubicBezTo>
                <a:cubicBezTo>
                  <a:pt x="135595" y="40182"/>
                  <a:pt x="140682" y="42023"/>
                  <a:pt x="148171" y="43423"/>
                </a:cubicBezTo>
                <a:lnTo>
                  <a:pt x="156428" y="45112"/>
                </a:lnTo>
                <a:cubicBezTo>
                  <a:pt x="166624" y="47054"/>
                  <a:pt x="174148" y="50474"/>
                  <a:pt x="178998" y="55372"/>
                </a:cubicBezTo>
                <a:cubicBezTo>
                  <a:pt x="183848" y="60268"/>
                  <a:pt x="186273" y="66824"/>
                  <a:pt x="186273" y="75040"/>
                </a:cubicBezTo>
                <a:cubicBezTo>
                  <a:pt x="186273" y="84835"/>
                  <a:pt x="182990" y="92260"/>
                  <a:pt x="176426" y="97316"/>
                </a:cubicBezTo>
                <a:cubicBezTo>
                  <a:pt x="169861" y="102370"/>
                  <a:pt x="160240" y="104898"/>
                  <a:pt x="147562" y="104898"/>
                </a:cubicBezTo>
                <a:cubicBezTo>
                  <a:pt x="142780" y="104898"/>
                  <a:pt x="137693" y="104351"/>
                  <a:pt x="132301" y="103257"/>
                </a:cubicBezTo>
                <a:cubicBezTo>
                  <a:pt x="126910" y="102162"/>
                  <a:pt x="121326" y="100544"/>
                  <a:pt x="115551" y="98401"/>
                </a:cubicBezTo>
                <a:lnTo>
                  <a:pt x="115551" y="84324"/>
                </a:lnTo>
                <a:cubicBezTo>
                  <a:pt x="121101" y="87460"/>
                  <a:pt x="126538" y="89823"/>
                  <a:pt x="131861" y="91413"/>
                </a:cubicBezTo>
                <a:cubicBezTo>
                  <a:pt x="137185" y="93004"/>
                  <a:pt x="142419" y="93799"/>
                  <a:pt x="147562" y="93799"/>
                </a:cubicBezTo>
                <a:cubicBezTo>
                  <a:pt x="155367" y="93799"/>
                  <a:pt x="161391" y="92263"/>
                  <a:pt x="165632" y="89193"/>
                </a:cubicBezTo>
                <a:cubicBezTo>
                  <a:pt x="169873" y="86120"/>
                  <a:pt x="171993" y="81739"/>
                  <a:pt x="171993" y="76049"/>
                </a:cubicBezTo>
                <a:cubicBezTo>
                  <a:pt x="171993" y="71080"/>
                  <a:pt x="170470" y="67196"/>
                  <a:pt x="167425" y="64396"/>
                </a:cubicBezTo>
                <a:cubicBezTo>
                  <a:pt x="164380" y="61594"/>
                  <a:pt x="159383" y="59493"/>
                  <a:pt x="152435" y="58093"/>
                </a:cubicBezTo>
                <a:lnTo>
                  <a:pt x="144111" y="56471"/>
                </a:lnTo>
                <a:cubicBezTo>
                  <a:pt x="133914" y="54440"/>
                  <a:pt x="126538" y="51257"/>
                  <a:pt x="121981" y="46925"/>
                </a:cubicBezTo>
                <a:cubicBezTo>
                  <a:pt x="117424" y="42591"/>
                  <a:pt x="115145" y="36564"/>
                  <a:pt x="115145" y="28845"/>
                </a:cubicBezTo>
                <a:cubicBezTo>
                  <a:pt x="115145" y="19907"/>
                  <a:pt x="118292" y="12865"/>
                  <a:pt x="124586" y="7719"/>
                </a:cubicBezTo>
                <a:cubicBezTo>
                  <a:pt x="130880" y="2573"/>
                  <a:pt x="139554" y="0"/>
                  <a:pt x="150608" y="0"/>
                </a:cubicBezTo>
                <a:cubicBezTo>
                  <a:pt x="155345" y="0"/>
                  <a:pt x="160172" y="429"/>
                  <a:pt x="165090" y="1286"/>
                </a:cubicBezTo>
                <a:cubicBezTo>
                  <a:pt x="170008" y="2143"/>
                  <a:pt x="175039" y="3429"/>
                  <a:pt x="180182" y="5143"/>
                </a:cubicBezTo>
                <a:close/>
                <a:moveTo>
                  <a:pt x="255538" y="55427"/>
                </a:moveTo>
                <a:cubicBezTo>
                  <a:pt x="258470" y="56421"/>
                  <a:pt x="261324" y="58544"/>
                  <a:pt x="264099" y="61797"/>
                </a:cubicBezTo>
                <a:cubicBezTo>
                  <a:pt x="266873" y="65048"/>
                  <a:pt x="269659" y="69519"/>
                  <a:pt x="272457" y="75211"/>
                </a:cubicBezTo>
                <a:lnTo>
                  <a:pt x="286330" y="102867"/>
                </a:lnTo>
                <a:lnTo>
                  <a:pt x="271644" y="102867"/>
                </a:lnTo>
                <a:lnTo>
                  <a:pt x="258718" y="76907"/>
                </a:lnTo>
                <a:cubicBezTo>
                  <a:pt x="255380" y="70128"/>
                  <a:pt x="252142" y="65632"/>
                  <a:pt x="249007" y="63419"/>
                </a:cubicBezTo>
                <a:cubicBezTo>
                  <a:pt x="245871" y="61204"/>
                  <a:pt x="241596" y="60096"/>
                  <a:pt x="236182" y="60096"/>
                </a:cubicBezTo>
                <a:lnTo>
                  <a:pt x="221294" y="60096"/>
                </a:lnTo>
                <a:lnTo>
                  <a:pt x="221294" y="102867"/>
                </a:lnTo>
                <a:lnTo>
                  <a:pt x="207623" y="102867"/>
                </a:lnTo>
                <a:lnTo>
                  <a:pt x="207623" y="1760"/>
                </a:lnTo>
                <a:lnTo>
                  <a:pt x="238483" y="1760"/>
                </a:lnTo>
                <a:cubicBezTo>
                  <a:pt x="250033" y="1760"/>
                  <a:pt x="258651" y="4173"/>
                  <a:pt x="264335" y="9001"/>
                </a:cubicBezTo>
                <a:cubicBezTo>
                  <a:pt x="270020" y="13828"/>
                  <a:pt x="272863" y="21115"/>
                  <a:pt x="272863" y="30860"/>
                </a:cubicBezTo>
                <a:cubicBezTo>
                  <a:pt x="272863" y="37222"/>
                  <a:pt x="271385" y="42500"/>
                  <a:pt x="268430" y="46696"/>
                </a:cubicBezTo>
                <a:cubicBezTo>
                  <a:pt x="265475" y="50892"/>
                  <a:pt x="261177" y="53802"/>
                  <a:pt x="255538" y="55427"/>
                </a:cubicBezTo>
                <a:moveTo>
                  <a:pt x="221294" y="12994"/>
                </a:moveTo>
                <a:lnTo>
                  <a:pt x="221294" y="48862"/>
                </a:lnTo>
                <a:lnTo>
                  <a:pt x="238483" y="48862"/>
                </a:lnTo>
                <a:cubicBezTo>
                  <a:pt x="245070" y="48862"/>
                  <a:pt x="250045" y="47339"/>
                  <a:pt x="253406" y="44294"/>
                </a:cubicBezTo>
                <a:cubicBezTo>
                  <a:pt x="256767" y="41248"/>
                  <a:pt x="258448" y="36771"/>
                  <a:pt x="258448" y="30860"/>
                </a:cubicBezTo>
                <a:cubicBezTo>
                  <a:pt x="258448" y="24950"/>
                  <a:pt x="256767" y="20495"/>
                  <a:pt x="253406" y="17494"/>
                </a:cubicBezTo>
                <a:cubicBezTo>
                  <a:pt x="250045" y="14494"/>
                  <a:pt x="245070" y="12994"/>
                  <a:pt x="238483" y="12994"/>
                </a:cubicBezTo>
                <a:lnTo>
                  <a:pt x="221294" y="129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Text XSA">
            <a:extLst xmlns:a="http://schemas.openxmlformats.org/drawingml/2006/main">
              <a:ext uri="{FF2B5EF4-FFF2-40B4-BE49-F238E27FC236}">
                <a16:creationId xmlns:a16="http://schemas.microsoft.com/office/drawing/2014/main" id="{0FCE714C-56D2-483F-8B62-8C0628BD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030" y="4781590"/>
            <a:ext cx="275035" cy="104898"/>
          </a:xfrm>
          <a:custGeom xmlns:a="http://schemas.openxmlformats.org/drawingml/2006/main">
            <a:pathLst>
              <a:path w="275035" h="104898">
                <a:moveTo>
                  <a:pt x="4602" y="1760"/>
                </a:moveTo>
                <a:lnTo>
                  <a:pt x="19288" y="1760"/>
                </a:lnTo>
                <a:lnTo>
                  <a:pt x="44395" y="39320"/>
                </a:lnTo>
                <a:lnTo>
                  <a:pt x="69639" y="1760"/>
                </a:lnTo>
                <a:lnTo>
                  <a:pt x="84324" y="1760"/>
                </a:lnTo>
                <a:lnTo>
                  <a:pt x="51840" y="50315"/>
                </a:lnTo>
                <a:lnTo>
                  <a:pt x="86490" y="102867"/>
                </a:lnTo>
                <a:lnTo>
                  <a:pt x="71804" y="102867"/>
                </a:lnTo>
                <a:lnTo>
                  <a:pt x="43380" y="59893"/>
                </a:lnTo>
                <a:lnTo>
                  <a:pt x="14753" y="102867"/>
                </a:lnTo>
                <a:lnTo>
                  <a:pt x="0" y="102867"/>
                </a:lnTo>
                <a:lnTo>
                  <a:pt x="36071" y="48894"/>
                </a:lnTo>
                <a:lnTo>
                  <a:pt x="4602" y="1760"/>
                </a:lnTo>
                <a:close/>
                <a:moveTo>
                  <a:pt x="164986" y="5143"/>
                </a:moveTo>
                <a:lnTo>
                  <a:pt x="164986" y="18543"/>
                </a:lnTo>
                <a:cubicBezTo>
                  <a:pt x="159797" y="16039"/>
                  <a:pt x="154902" y="14172"/>
                  <a:pt x="150300" y="12943"/>
                </a:cubicBezTo>
                <a:cubicBezTo>
                  <a:pt x="145698" y="11714"/>
                  <a:pt x="141254" y="11099"/>
                  <a:pt x="136968" y="11099"/>
                </a:cubicBezTo>
                <a:cubicBezTo>
                  <a:pt x="129524" y="11099"/>
                  <a:pt x="123782" y="12545"/>
                  <a:pt x="119744" y="15436"/>
                </a:cubicBezTo>
                <a:cubicBezTo>
                  <a:pt x="115706" y="18327"/>
                  <a:pt x="113687" y="22437"/>
                  <a:pt x="113687" y="27768"/>
                </a:cubicBezTo>
                <a:cubicBezTo>
                  <a:pt x="113687" y="32241"/>
                  <a:pt x="115030" y="35618"/>
                  <a:pt x="117714" y="37901"/>
                </a:cubicBezTo>
                <a:cubicBezTo>
                  <a:pt x="120399" y="40182"/>
                  <a:pt x="125486" y="42023"/>
                  <a:pt x="132975" y="43423"/>
                </a:cubicBezTo>
                <a:lnTo>
                  <a:pt x="141231" y="45112"/>
                </a:lnTo>
                <a:cubicBezTo>
                  <a:pt x="151428" y="47054"/>
                  <a:pt x="158951" y="50474"/>
                  <a:pt x="163801" y="55372"/>
                </a:cubicBezTo>
                <a:cubicBezTo>
                  <a:pt x="168651" y="60268"/>
                  <a:pt x="171077" y="66824"/>
                  <a:pt x="171077" y="75040"/>
                </a:cubicBezTo>
                <a:cubicBezTo>
                  <a:pt x="171077" y="84835"/>
                  <a:pt x="167794" y="92260"/>
                  <a:pt x="161230" y="97316"/>
                </a:cubicBezTo>
                <a:cubicBezTo>
                  <a:pt x="154665" y="102370"/>
                  <a:pt x="145044" y="104898"/>
                  <a:pt x="132366" y="104898"/>
                </a:cubicBezTo>
                <a:cubicBezTo>
                  <a:pt x="127583" y="104898"/>
                  <a:pt x="122497" y="104351"/>
                  <a:pt x="117105" y="103257"/>
                </a:cubicBezTo>
                <a:cubicBezTo>
                  <a:pt x="111713" y="102162"/>
                  <a:pt x="106130" y="100544"/>
                  <a:pt x="100355" y="98401"/>
                </a:cubicBezTo>
                <a:lnTo>
                  <a:pt x="100355" y="84324"/>
                </a:lnTo>
                <a:cubicBezTo>
                  <a:pt x="105905" y="87460"/>
                  <a:pt x="111341" y="89823"/>
                  <a:pt x="116665" y="91413"/>
                </a:cubicBezTo>
                <a:cubicBezTo>
                  <a:pt x="121989" y="93004"/>
                  <a:pt x="127223" y="93799"/>
                  <a:pt x="132366" y="93799"/>
                </a:cubicBezTo>
                <a:cubicBezTo>
                  <a:pt x="140171" y="93799"/>
                  <a:pt x="146194" y="92263"/>
                  <a:pt x="150435" y="89193"/>
                </a:cubicBezTo>
                <a:cubicBezTo>
                  <a:pt x="154676" y="86120"/>
                  <a:pt x="156797" y="81739"/>
                  <a:pt x="156797" y="76049"/>
                </a:cubicBezTo>
                <a:cubicBezTo>
                  <a:pt x="156797" y="71080"/>
                  <a:pt x="155274" y="67196"/>
                  <a:pt x="152229" y="64396"/>
                </a:cubicBezTo>
                <a:cubicBezTo>
                  <a:pt x="149183" y="61594"/>
                  <a:pt x="144187" y="59493"/>
                  <a:pt x="137239" y="58093"/>
                </a:cubicBezTo>
                <a:lnTo>
                  <a:pt x="128914" y="56471"/>
                </a:lnTo>
                <a:cubicBezTo>
                  <a:pt x="118718" y="54440"/>
                  <a:pt x="111341" y="51257"/>
                  <a:pt x="106784" y="46925"/>
                </a:cubicBezTo>
                <a:cubicBezTo>
                  <a:pt x="102228" y="42591"/>
                  <a:pt x="99949" y="36564"/>
                  <a:pt x="99949" y="28845"/>
                </a:cubicBezTo>
                <a:cubicBezTo>
                  <a:pt x="99949" y="19907"/>
                  <a:pt x="103096" y="12865"/>
                  <a:pt x="109390" y="7719"/>
                </a:cubicBezTo>
                <a:cubicBezTo>
                  <a:pt x="115684" y="2573"/>
                  <a:pt x="124358" y="0"/>
                  <a:pt x="135411" y="0"/>
                </a:cubicBezTo>
                <a:cubicBezTo>
                  <a:pt x="140149" y="0"/>
                  <a:pt x="144976" y="429"/>
                  <a:pt x="149894" y="1286"/>
                </a:cubicBezTo>
                <a:cubicBezTo>
                  <a:pt x="154812" y="2143"/>
                  <a:pt x="159842" y="3429"/>
                  <a:pt x="164986" y="5143"/>
                </a:cubicBezTo>
                <a:close/>
                <a:moveTo>
                  <a:pt x="228745" y="15227"/>
                </a:moveTo>
                <a:lnTo>
                  <a:pt x="210201" y="65510"/>
                </a:lnTo>
                <a:lnTo>
                  <a:pt x="247355" y="65510"/>
                </a:lnTo>
                <a:lnTo>
                  <a:pt x="228745" y="15227"/>
                </a:lnTo>
                <a:moveTo>
                  <a:pt x="221029" y="1760"/>
                </a:moveTo>
                <a:lnTo>
                  <a:pt x="236527" y="1760"/>
                </a:lnTo>
                <a:lnTo>
                  <a:pt x="275035" y="102867"/>
                </a:lnTo>
                <a:lnTo>
                  <a:pt x="260823" y="102867"/>
                </a:lnTo>
                <a:lnTo>
                  <a:pt x="251619" y="76880"/>
                </a:lnTo>
                <a:lnTo>
                  <a:pt x="206073" y="76880"/>
                </a:lnTo>
                <a:lnTo>
                  <a:pt x="196869" y="102867"/>
                </a:lnTo>
                <a:lnTo>
                  <a:pt x="182454" y="102867"/>
                </a:lnTo>
                <a:lnTo>
                  <a:pt x="221029" y="17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Text VE">
            <a:extLst xmlns:a="http://schemas.openxmlformats.org/drawingml/2006/main">
              <a:ext uri="{FF2B5EF4-FFF2-40B4-BE49-F238E27FC236}">
                <a16:creationId xmlns:a16="http://schemas.microsoft.com/office/drawing/2014/main" id="{02DCB707-FE4E-4956-A821-FBB842D3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33" y="4783349"/>
            <a:ext cx="172427" cy="101108"/>
          </a:xfrm>
          <a:custGeom xmlns:a="http://schemas.openxmlformats.org/drawingml/2006/main">
            <a:pathLst>
              <a:path w="172427" h="101108">
                <a:moveTo>
                  <a:pt x="38575" y="101108"/>
                </a:moveTo>
                <a:lnTo>
                  <a:pt x="0" y="0"/>
                </a:lnTo>
                <a:lnTo>
                  <a:pt x="14280" y="0"/>
                </a:lnTo>
                <a:lnTo>
                  <a:pt x="46290" y="85126"/>
                </a:lnTo>
                <a:lnTo>
                  <a:pt x="78369" y="0"/>
                </a:lnTo>
                <a:lnTo>
                  <a:pt x="92581" y="0"/>
                </a:lnTo>
                <a:lnTo>
                  <a:pt x="54073" y="101108"/>
                </a:lnTo>
                <a:lnTo>
                  <a:pt x="38575" y="101108"/>
                </a:lnTo>
                <a:close/>
                <a:moveTo>
                  <a:pt x="107323" y="0"/>
                </a:moveTo>
                <a:lnTo>
                  <a:pt x="171209" y="0"/>
                </a:lnTo>
                <a:lnTo>
                  <a:pt x="171209" y="11505"/>
                </a:lnTo>
                <a:lnTo>
                  <a:pt x="120993" y="11505"/>
                </a:lnTo>
                <a:lnTo>
                  <a:pt x="120993" y="41418"/>
                </a:lnTo>
                <a:lnTo>
                  <a:pt x="169111" y="41418"/>
                </a:lnTo>
                <a:lnTo>
                  <a:pt x="169111" y="52923"/>
                </a:lnTo>
                <a:lnTo>
                  <a:pt x="120993" y="52923"/>
                </a:lnTo>
                <a:lnTo>
                  <a:pt x="120993" y="89603"/>
                </a:lnTo>
                <a:lnTo>
                  <a:pt x="172427" y="89603"/>
                </a:lnTo>
                <a:lnTo>
                  <a:pt x="172427" y="101108"/>
                </a:lnTo>
                <a:lnTo>
                  <a:pt x="107323" y="101108"/>
                </a:lnTo>
                <a:lnTo>
                  <a:pt x="10732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Text UMIP">
            <a:extLst xmlns:a="http://schemas.openxmlformats.org/drawingml/2006/main">
              <a:ext uri="{FF2B5EF4-FFF2-40B4-BE49-F238E27FC236}">
                <a16:creationId xmlns:a16="http://schemas.microsoft.com/office/drawing/2014/main" id="{13A91626-8F8F-42FD-B250-F0E41DC5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089" y="5014350"/>
            <a:ext cx="328751" cy="103138"/>
          </a:xfrm>
          <a:custGeom xmlns:a="http://schemas.openxmlformats.org/drawingml/2006/main">
            <a:pathLst>
              <a:path w="328751" h="103138">
                <a:moveTo>
                  <a:pt x="0" y="0"/>
                </a:moveTo>
                <a:lnTo>
                  <a:pt x="13738" y="0"/>
                </a:lnTo>
                <a:lnTo>
                  <a:pt x="13738" y="61473"/>
                </a:lnTo>
                <a:cubicBezTo>
                  <a:pt x="13738" y="72317"/>
                  <a:pt x="15701" y="80122"/>
                  <a:pt x="19626" y="84889"/>
                </a:cubicBezTo>
                <a:cubicBezTo>
                  <a:pt x="23551" y="89656"/>
                  <a:pt x="29913" y="92039"/>
                  <a:pt x="38711" y="92039"/>
                </a:cubicBezTo>
                <a:cubicBezTo>
                  <a:pt x="47463" y="92039"/>
                  <a:pt x="53802" y="89656"/>
                  <a:pt x="57728" y="84889"/>
                </a:cubicBezTo>
                <a:cubicBezTo>
                  <a:pt x="61653" y="80122"/>
                  <a:pt x="63615" y="72317"/>
                  <a:pt x="63615" y="61473"/>
                </a:cubicBezTo>
                <a:lnTo>
                  <a:pt x="63615" y="0"/>
                </a:lnTo>
                <a:lnTo>
                  <a:pt x="77354" y="0"/>
                </a:lnTo>
                <a:lnTo>
                  <a:pt x="77354" y="63167"/>
                </a:lnTo>
                <a:cubicBezTo>
                  <a:pt x="77354" y="76355"/>
                  <a:pt x="74094" y="86314"/>
                  <a:pt x="67574" y="93044"/>
                </a:cubicBezTo>
                <a:cubicBezTo>
                  <a:pt x="61055" y="99773"/>
                  <a:pt x="51434" y="103138"/>
                  <a:pt x="38711" y="103138"/>
                </a:cubicBezTo>
                <a:cubicBezTo>
                  <a:pt x="25942" y="103138"/>
                  <a:pt x="16299" y="99773"/>
                  <a:pt x="9779" y="93044"/>
                </a:cubicBezTo>
                <a:cubicBezTo>
                  <a:pt x="3260" y="86314"/>
                  <a:pt x="0" y="76355"/>
                  <a:pt x="0" y="63167"/>
                </a:cubicBezTo>
                <a:lnTo>
                  <a:pt x="0" y="0"/>
                </a:lnTo>
                <a:close/>
                <a:moveTo>
                  <a:pt x="103012" y="0"/>
                </a:moveTo>
                <a:lnTo>
                  <a:pt x="123382" y="0"/>
                </a:lnTo>
                <a:lnTo>
                  <a:pt x="149167" y="68759"/>
                </a:lnTo>
                <a:lnTo>
                  <a:pt x="175087" y="0"/>
                </a:lnTo>
                <a:lnTo>
                  <a:pt x="195457" y="0"/>
                </a:lnTo>
                <a:lnTo>
                  <a:pt x="195457" y="101108"/>
                </a:lnTo>
                <a:lnTo>
                  <a:pt x="182125" y="101108"/>
                </a:lnTo>
                <a:lnTo>
                  <a:pt x="182125" y="12317"/>
                </a:lnTo>
                <a:lnTo>
                  <a:pt x="156070" y="81617"/>
                </a:lnTo>
                <a:lnTo>
                  <a:pt x="142332" y="81617"/>
                </a:lnTo>
                <a:lnTo>
                  <a:pt x="116276" y="12317"/>
                </a:lnTo>
                <a:lnTo>
                  <a:pt x="116276" y="101108"/>
                </a:lnTo>
                <a:lnTo>
                  <a:pt x="103012" y="101108"/>
                </a:lnTo>
                <a:lnTo>
                  <a:pt x="103012" y="0"/>
                </a:lnTo>
                <a:close/>
                <a:moveTo>
                  <a:pt x="222624" y="0"/>
                </a:moveTo>
                <a:lnTo>
                  <a:pt x="236294" y="0"/>
                </a:lnTo>
                <a:lnTo>
                  <a:pt x="236294" y="101108"/>
                </a:lnTo>
                <a:lnTo>
                  <a:pt x="222624" y="101108"/>
                </a:lnTo>
                <a:lnTo>
                  <a:pt x="222624" y="0"/>
                </a:lnTo>
                <a:close/>
                <a:moveTo>
                  <a:pt x="277182" y="11234"/>
                </a:moveTo>
                <a:lnTo>
                  <a:pt x="277182" y="49268"/>
                </a:lnTo>
                <a:lnTo>
                  <a:pt x="294371" y="49268"/>
                </a:lnTo>
                <a:cubicBezTo>
                  <a:pt x="300733" y="49268"/>
                  <a:pt x="305651" y="47618"/>
                  <a:pt x="309125" y="44319"/>
                </a:cubicBezTo>
                <a:cubicBezTo>
                  <a:pt x="312599" y="41020"/>
                  <a:pt x="314336" y="36319"/>
                  <a:pt x="314336" y="30217"/>
                </a:cubicBezTo>
                <a:cubicBezTo>
                  <a:pt x="314336" y="24160"/>
                  <a:pt x="312599" y="19482"/>
                  <a:pt x="309125" y="16183"/>
                </a:cubicBezTo>
                <a:cubicBezTo>
                  <a:pt x="305651" y="12884"/>
                  <a:pt x="300733" y="11234"/>
                  <a:pt x="294371" y="11234"/>
                </a:cubicBezTo>
                <a:lnTo>
                  <a:pt x="277182" y="11234"/>
                </a:lnTo>
                <a:moveTo>
                  <a:pt x="263511" y="0"/>
                </a:moveTo>
                <a:lnTo>
                  <a:pt x="294371" y="0"/>
                </a:lnTo>
                <a:cubicBezTo>
                  <a:pt x="305696" y="0"/>
                  <a:pt x="314257" y="2563"/>
                  <a:pt x="320054" y="7690"/>
                </a:cubicBezTo>
                <a:cubicBezTo>
                  <a:pt x="325852" y="12816"/>
                  <a:pt x="328751" y="20325"/>
                  <a:pt x="328751" y="30217"/>
                </a:cubicBezTo>
                <a:cubicBezTo>
                  <a:pt x="328751" y="40199"/>
                  <a:pt x="325852" y="47743"/>
                  <a:pt x="320054" y="52846"/>
                </a:cubicBezTo>
                <a:cubicBezTo>
                  <a:pt x="314257" y="57950"/>
                  <a:pt x="305696" y="60502"/>
                  <a:pt x="294371" y="60502"/>
                </a:cubicBezTo>
                <a:lnTo>
                  <a:pt x="277182" y="60502"/>
                </a:lnTo>
                <a:lnTo>
                  <a:pt x="277182" y="101108"/>
                </a:lnTo>
                <a:lnTo>
                  <a:pt x="263511" y="101108"/>
                </a:lnTo>
                <a:lnTo>
                  <a:pt x="26351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Text FSGS">
            <a:extLst xmlns:a="http://schemas.openxmlformats.org/drawingml/2006/main">
              <a:ext uri="{FF2B5EF4-FFF2-40B4-BE49-F238E27FC236}">
                <a16:creationId xmlns:a16="http://schemas.microsoft.com/office/drawing/2014/main" id="{CCA69E99-BD8A-4090-A2CF-9AA6C799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66" y="5243591"/>
            <a:ext cx="339373" cy="104898"/>
          </a:xfrm>
          <a:custGeom xmlns:a="http://schemas.openxmlformats.org/drawingml/2006/main">
            <a:pathLst>
              <a:path w="339373" h="104898">
                <a:moveTo>
                  <a:pt x="0" y="1760"/>
                </a:moveTo>
                <a:lnTo>
                  <a:pt x="58066" y="1760"/>
                </a:lnTo>
                <a:lnTo>
                  <a:pt x="58066" y="13264"/>
                </a:lnTo>
                <a:lnTo>
                  <a:pt x="13671" y="13264"/>
                </a:lnTo>
                <a:lnTo>
                  <a:pt x="13671" y="43042"/>
                </a:lnTo>
                <a:lnTo>
                  <a:pt x="53735" y="43042"/>
                </a:lnTo>
                <a:lnTo>
                  <a:pt x="53735" y="54547"/>
                </a:lnTo>
                <a:lnTo>
                  <a:pt x="13671" y="54547"/>
                </a:lnTo>
                <a:lnTo>
                  <a:pt x="13671" y="102867"/>
                </a:lnTo>
                <a:lnTo>
                  <a:pt x="0" y="102867"/>
                </a:lnTo>
                <a:lnTo>
                  <a:pt x="0" y="1760"/>
                </a:lnTo>
                <a:close/>
                <a:moveTo>
                  <a:pt x="137856" y="5143"/>
                </a:moveTo>
                <a:lnTo>
                  <a:pt x="137856" y="18543"/>
                </a:lnTo>
                <a:cubicBezTo>
                  <a:pt x="132667" y="16039"/>
                  <a:pt x="127772" y="14172"/>
                  <a:pt x="123170" y="12943"/>
                </a:cubicBezTo>
                <a:cubicBezTo>
                  <a:pt x="118568" y="11714"/>
                  <a:pt x="114124" y="11099"/>
                  <a:pt x="109838" y="11099"/>
                </a:cubicBezTo>
                <a:cubicBezTo>
                  <a:pt x="102394" y="11099"/>
                  <a:pt x="96652" y="12545"/>
                  <a:pt x="92614" y="15436"/>
                </a:cubicBezTo>
                <a:cubicBezTo>
                  <a:pt x="88576" y="18327"/>
                  <a:pt x="86557" y="22437"/>
                  <a:pt x="86557" y="27768"/>
                </a:cubicBezTo>
                <a:cubicBezTo>
                  <a:pt x="86557" y="32241"/>
                  <a:pt x="87900" y="35618"/>
                  <a:pt x="90584" y="37901"/>
                </a:cubicBezTo>
                <a:cubicBezTo>
                  <a:pt x="93269" y="40182"/>
                  <a:pt x="98356" y="42023"/>
                  <a:pt x="105845" y="43423"/>
                </a:cubicBezTo>
                <a:lnTo>
                  <a:pt x="114102" y="45112"/>
                </a:lnTo>
                <a:cubicBezTo>
                  <a:pt x="124298" y="47054"/>
                  <a:pt x="131821" y="50474"/>
                  <a:pt x="136671" y="55372"/>
                </a:cubicBezTo>
                <a:cubicBezTo>
                  <a:pt x="141522" y="60268"/>
                  <a:pt x="143947" y="66824"/>
                  <a:pt x="143947" y="75040"/>
                </a:cubicBezTo>
                <a:cubicBezTo>
                  <a:pt x="143947" y="84835"/>
                  <a:pt x="140664" y="92260"/>
                  <a:pt x="134100" y="97316"/>
                </a:cubicBezTo>
                <a:cubicBezTo>
                  <a:pt x="127535" y="102370"/>
                  <a:pt x="117914" y="104898"/>
                  <a:pt x="105236" y="104898"/>
                </a:cubicBezTo>
                <a:cubicBezTo>
                  <a:pt x="100454" y="104898"/>
                  <a:pt x="95367" y="104351"/>
                  <a:pt x="89975" y="103257"/>
                </a:cubicBezTo>
                <a:cubicBezTo>
                  <a:pt x="84584" y="102162"/>
                  <a:pt x="79000" y="100544"/>
                  <a:pt x="73225" y="98401"/>
                </a:cubicBezTo>
                <a:lnTo>
                  <a:pt x="73225" y="84324"/>
                </a:lnTo>
                <a:cubicBezTo>
                  <a:pt x="78775" y="87460"/>
                  <a:pt x="84211" y="89823"/>
                  <a:pt x="89535" y="91413"/>
                </a:cubicBezTo>
                <a:cubicBezTo>
                  <a:pt x="94859" y="93004"/>
                  <a:pt x="100093" y="93799"/>
                  <a:pt x="105236" y="93799"/>
                </a:cubicBezTo>
                <a:cubicBezTo>
                  <a:pt x="113041" y="93799"/>
                  <a:pt x="119064" y="92263"/>
                  <a:pt x="123305" y="89193"/>
                </a:cubicBezTo>
                <a:cubicBezTo>
                  <a:pt x="127546" y="86120"/>
                  <a:pt x="129667" y="81739"/>
                  <a:pt x="129667" y="76049"/>
                </a:cubicBezTo>
                <a:cubicBezTo>
                  <a:pt x="129667" y="71080"/>
                  <a:pt x="128144" y="67196"/>
                  <a:pt x="125099" y="64396"/>
                </a:cubicBezTo>
                <a:cubicBezTo>
                  <a:pt x="122053" y="61594"/>
                  <a:pt x="117057" y="59493"/>
                  <a:pt x="110109" y="58093"/>
                </a:cubicBezTo>
                <a:lnTo>
                  <a:pt x="101785" y="56471"/>
                </a:lnTo>
                <a:cubicBezTo>
                  <a:pt x="91588" y="54440"/>
                  <a:pt x="84211" y="51257"/>
                  <a:pt x="79654" y="46925"/>
                </a:cubicBezTo>
                <a:cubicBezTo>
                  <a:pt x="75098" y="42591"/>
                  <a:pt x="72819" y="36564"/>
                  <a:pt x="72819" y="28845"/>
                </a:cubicBezTo>
                <a:cubicBezTo>
                  <a:pt x="72819" y="19907"/>
                  <a:pt x="75966" y="12865"/>
                  <a:pt x="82260" y="7719"/>
                </a:cubicBezTo>
                <a:cubicBezTo>
                  <a:pt x="88554" y="2573"/>
                  <a:pt x="97228" y="0"/>
                  <a:pt x="108281" y="0"/>
                </a:cubicBezTo>
                <a:cubicBezTo>
                  <a:pt x="113019" y="0"/>
                  <a:pt x="117846" y="429"/>
                  <a:pt x="122764" y="1286"/>
                </a:cubicBezTo>
                <a:cubicBezTo>
                  <a:pt x="127682" y="2143"/>
                  <a:pt x="132712" y="3429"/>
                  <a:pt x="137856" y="5143"/>
                </a:cubicBezTo>
                <a:close/>
                <a:moveTo>
                  <a:pt x="234191" y="88510"/>
                </a:moveTo>
                <a:lnTo>
                  <a:pt x="234191" y="61314"/>
                </a:lnTo>
                <a:lnTo>
                  <a:pt x="211858" y="61314"/>
                </a:lnTo>
                <a:lnTo>
                  <a:pt x="211858" y="50080"/>
                </a:lnTo>
                <a:lnTo>
                  <a:pt x="247726" y="50080"/>
                </a:lnTo>
                <a:lnTo>
                  <a:pt x="247726" y="93528"/>
                </a:lnTo>
                <a:cubicBezTo>
                  <a:pt x="242448" y="97273"/>
                  <a:pt x="236628" y="100104"/>
                  <a:pt x="230266" y="102021"/>
                </a:cubicBezTo>
                <a:cubicBezTo>
                  <a:pt x="223904" y="103939"/>
                  <a:pt x="217114" y="104898"/>
                  <a:pt x="209896" y="104898"/>
                </a:cubicBezTo>
                <a:cubicBezTo>
                  <a:pt x="194104" y="104898"/>
                  <a:pt x="181754" y="100282"/>
                  <a:pt x="172843" y="91049"/>
                </a:cubicBezTo>
                <a:cubicBezTo>
                  <a:pt x="163932" y="81817"/>
                  <a:pt x="159477" y="68962"/>
                  <a:pt x="159477" y="52483"/>
                </a:cubicBezTo>
                <a:cubicBezTo>
                  <a:pt x="159477" y="35958"/>
                  <a:pt x="163932" y="23080"/>
                  <a:pt x="172843" y="13848"/>
                </a:cubicBezTo>
                <a:cubicBezTo>
                  <a:pt x="181754" y="4616"/>
                  <a:pt x="194104" y="0"/>
                  <a:pt x="209896" y="0"/>
                </a:cubicBezTo>
                <a:cubicBezTo>
                  <a:pt x="216483" y="0"/>
                  <a:pt x="222743" y="812"/>
                  <a:pt x="228676" y="2436"/>
                </a:cubicBezTo>
                <a:cubicBezTo>
                  <a:pt x="234609" y="4061"/>
                  <a:pt x="240079" y="6452"/>
                  <a:pt x="245087" y="9610"/>
                </a:cubicBezTo>
                <a:lnTo>
                  <a:pt x="245087" y="24228"/>
                </a:lnTo>
                <a:cubicBezTo>
                  <a:pt x="240034" y="19919"/>
                  <a:pt x="234665" y="16676"/>
                  <a:pt x="228980" y="14500"/>
                </a:cubicBezTo>
                <a:cubicBezTo>
                  <a:pt x="223295" y="12323"/>
                  <a:pt x="217317" y="11234"/>
                  <a:pt x="211046" y="11234"/>
                </a:cubicBezTo>
                <a:cubicBezTo>
                  <a:pt x="198684" y="11234"/>
                  <a:pt x="189401" y="14688"/>
                  <a:pt x="183197" y="21597"/>
                </a:cubicBezTo>
                <a:cubicBezTo>
                  <a:pt x="176994" y="28506"/>
                  <a:pt x="173892" y="38801"/>
                  <a:pt x="173892" y="52483"/>
                </a:cubicBezTo>
                <a:cubicBezTo>
                  <a:pt x="173892" y="66119"/>
                  <a:pt x="176994" y="76392"/>
                  <a:pt x="183197" y="83301"/>
                </a:cubicBezTo>
                <a:cubicBezTo>
                  <a:pt x="189401" y="90209"/>
                  <a:pt x="198684" y="93663"/>
                  <a:pt x="211046" y="93663"/>
                </a:cubicBezTo>
                <a:cubicBezTo>
                  <a:pt x="215874" y="93663"/>
                  <a:pt x="220182" y="93245"/>
                  <a:pt x="223972" y="92409"/>
                </a:cubicBezTo>
                <a:cubicBezTo>
                  <a:pt x="227762" y="91573"/>
                  <a:pt x="231168" y="90273"/>
                  <a:pt x="234191" y="88510"/>
                </a:cubicBezTo>
                <a:close/>
                <a:moveTo>
                  <a:pt x="333282" y="5143"/>
                </a:moveTo>
                <a:lnTo>
                  <a:pt x="333282" y="18543"/>
                </a:lnTo>
                <a:cubicBezTo>
                  <a:pt x="328094" y="16039"/>
                  <a:pt x="323198" y="14172"/>
                  <a:pt x="318596" y="12943"/>
                </a:cubicBezTo>
                <a:cubicBezTo>
                  <a:pt x="313994" y="11714"/>
                  <a:pt x="309550" y="11099"/>
                  <a:pt x="305264" y="11099"/>
                </a:cubicBezTo>
                <a:cubicBezTo>
                  <a:pt x="297820" y="11099"/>
                  <a:pt x="292079" y="12545"/>
                  <a:pt x="288041" y="15436"/>
                </a:cubicBezTo>
                <a:cubicBezTo>
                  <a:pt x="284003" y="18327"/>
                  <a:pt x="281984" y="22437"/>
                  <a:pt x="281984" y="27768"/>
                </a:cubicBezTo>
                <a:cubicBezTo>
                  <a:pt x="281984" y="32241"/>
                  <a:pt x="283326" y="35618"/>
                  <a:pt x="286010" y="37901"/>
                </a:cubicBezTo>
                <a:cubicBezTo>
                  <a:pt x="288695" y="40182"/>
                  <a:pt x="293782" y="42023"/>
                  <a:pt x="301271" y="43423"/>
                </a:cubicBezTo>
                <a:lnTo>
                  <a:pt x="309528" y="45112"/>
                </a:lnTo>
                <a:cubicBezTo>
                  <a:pt x="319724" y="47054"/>
                  <a:pt x="327248" y="50474"/>
                  <a:pt x="332098" y="55372"/>
                </a:cubicBezTo>
                <a:cubicBezTo>
                  <a:pt x="336948" y="60268"/>
                  <a:pt x="339373" y="66824"/>
                  <a:pt x="339373" y="75040"/>
                </a:cubicBezTo>
                <a:cubicBezTo>
                  <a:pt x="339373" y="84835"/>
                  <a:pt x="336091" y="92260"/>
                  <a:pt x="329526" y="97316"/>
                </a:cubicBezTo>
                <a:cubicBezTo>
                  <a:pt x="322962" y="102370"/>
                  <a:pt x="313340" y="104898"/>
                  <a:pt x="300662" y="104898"/>
                </a:cubicBezTo>
                <a:cubicBezTo>
                  <a:pt x="295880" y="104898"/>
                  <a:pt x="290793" y="104351"/>
                  <a:pt x="285401" y="103257"/>
                </a:cubicBezTo>
                <a:cubicBezTo>
                  <a:pt x="280010" y="102162"/>
                  <a:pt x="274427" y="100544"/>
                  <a:pt x="268652" y="98401"/>
                </a:cubicBezTo>
                <a:lnTo>
                  <a:pt x="268652" y="84324"/>
                </a:lnTo>
                <a:cubicBezTo>
                  <a:pt x="274201" y="87460"/>
                  <a:pt x="279638" y="89823"/>
                  <a:pt x="284961" y="91413"/>
                </a:cubicBezTo>
                <a:cubicBezTo>
                  <a:pt x="290285" y="93004"/>
                  <a:pt x="295519" y="93799"/>
                  <a:pt x="300662" y="93799"/>
                </a:cubicBezTo>
                <a:cubicBezTo>
                  <a:pt x="308468" y="93799"/>
                  <a:pt x="314491" y="92263"/>
                  <a:pt x="318732" y="89193"/>
                </a:cubicBezTo>
                <a:cubicBezTo>
                  <a:pt x="322973" y="86120"/>
                  <a:pt x="325093" y="81739"/>
                  <a:pt x="325093" y="76049"/>
                </a:cubicBezTo>
                <a:cubicBezTo>
                  <a:pt x="325093" y="71080"/>
                  <a:pt x="323571" y="67196"/>
                  <a:pt x="320525" y="64396"/>
                </a:cubicBezTo>
                <a:cubicBezTo>
                  <a:pt x="317480" y="61594"/>
                  <a:pt x="312483" y="59493"/>
                  <a:pt x="305535" y="58093"/>
                </a:cubicBezTo>
                <a:lnTo>
                  <a:pt x="297211" y="56471"/>
                </a:lnTo>
                <a:cubicBezTo>
                  <a:pt x="287014" y="54440"/>
                  <a:pt x="279638" y="51257"/>
                  <a:pt x="275081" y="46925"/>
                </a:cubicBezTo>
                <a:cubicBezTo>
                  <a:pt x="270524" y="42591"/>
                  <a:pt x="268246" y="36564"/>
                  <a:pt x="268246" y="28845"/>
                </a:cubicBezTo>
                <a:cubicBezTo>
                  <a:pt x="268246" y="19907"/>
                  <a:pt x="271392" y="12865"/>
                  <a:pt x="277686" y="7719"/>
                </a:cubicBezTo>
                <a:cubicBezTo>
                  <a:pt x="283980" y="2573"/>
                  <a:pt x="292654" y="0"/>
                  <a:pt x="303708" y="0"/>
                </a:cubicBezTo>
                <a:cubicBezTo>
                  <a:pt x="308445" y="0"/>
                  <a:pt x="313273" y="429"/>
                  <a:pt x="318190" y="1286"/>
                </a:cubicBezTo>
                <a:cubicBezTo>
                  <a:pt x="323108" y="2143"/>
                  <a:pt x="328139" y="3429"/>
                  <a:pt x="333282" y="51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Text VM">
            <a:extLst xmlns:a="http://schemas.openxmlformats.org/drawingml/2006/main">
              <a:ext uri="{FF2B5EF4-FFF2-40B4-BE49-F238E27FC236}">
                <a16:creationId xmlns:a16="http://schemas.microsoft.com/office/drawing/2014/main" id="{9D7A1C19-34EF-4799-950E-01203526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816" y="5476351"/>
            <a:ext cx="199768" cy="101108"/>
          </a:xfrm>
          <a:custGeom xmlns:a="http://schemas.openxmlformats.org/drawingml/2006/main">
            <a:pathLst>
              <a:path w="199768" h="101108">
                <a:moveTo>
                  <a:pt x="38575" y="101108"/>
                </a:moveTo>
                <a:lnTo>
                  <a:pt x="0" y="0"/>
                </a:lnTo>
                <a:lnTo>
                  <a:pt x="14280" y="0"/>
                </a:lnTo>
                <a:lnTo>
                  <a:pt x="46290" y="85126"/>
                </a:lnTo>
                <a:lnTo>
                  <a:pt x="78369" y="0"/>
                </a:lnTo>
                <a:lnTo>
                  <a:pt x="92581" y="0"/>
                </a:lnTo>
                <a:lnTo>
                  <a:pt x="54073" y="101108"/>
                </a:lnTo>
                <a:lnTo>
                  <a:pt x="38575" y="101108"/>
                </a:lnTo>
                <a:close/>
                <a:moveTo>
                  <a:pt x="107323" y="0"/>
                </a:moveTo>
                <a:lnTo>
                  <a:pt x="127693" y="0"/>
                </a:lnTo>
                <a:lnTo>
                  <a:pt x="153477" y="68759"/>
                </a:lnTo>
                <a:lnTo>
                  <a:pt x="179397" y="0"/>
                </a:lnTo>
                <a:lnTo>
                  <a:pt x="199768" y="0"/>
                </a:lnTo>
                <a:lnTo>
                  <a:pt x="199768" y="101108"/>
                </a:lnTo>
                <a:lnTo>
                  <a:pt x="186436" y="101108"/>
                </a:lnTo>
                <a:lnTo>
                  <a:pt x="186436" y="12317"/>
                </a:lnTo>
                <a:lnTo>
                  <a:pt x="160380" y="81617"/>
                </a:lnTo>
                <a:lnTo>
                  <a:pt x="146642" y="81617"/>
                </a:lnTo>
                <a:lnTo>
                  <a:pt x="120587" y="12317"/>
                </a:lnTo>
                <a:lnTo>
                  <a:pt x="120587" y="101108"/>
                </a:lnTo>
                <a:lnTo>
                  <a:pt x="107323" y="101108"/>
                </a:lnTo>
                <a:lnTo>
                  <a:pt x="10732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Text Sec.">
            <a:extLst xmlns:a="http://schemas.openxmlformats.org/drawingml/2006/main">
              <a:ext uri="{FF2B5EF4-FFF2-40B4-BE49-F238E27FC236}">
                <a16:creationId xmlns:a16="http://schemas.microsoft.com/office/drawing/2014/main" id="{89D2A7ED-9ABD-4204-9426-94D594C2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6" y="5705592"/>
            <a:ext cx="269445" cy="104898"/>
          </a:xfrm>
          <a:custGeom xmlns:a="http://schemas.openxmlformats.org/drawingml/2006/main">
            <a:pathLst>
              <a:path w="269445" h="104898">
                <a:moveTo>
                  <a:pt x="65037" y="5143"/>
                </a:moveTo>
                <a:lnTo>
                  <a:pt x="65037" y="18543"/>
                </a:lnTo>
                <a:cubicBezTo>
                  <a:pt x="59848" y="16039"/>
                  <a:pt x="54953" y="14172"/>
                  <a:pt x="50351" y="12943"/>
                </a:cubicBezTo>
                <a:cubicBezTo>
                  <a:pt x="45749" y="11714"/>
                  <a:pt x="41305" y="11099"/>
                  <a:pt x="37019" y="11099"/>
                </a:cubicBezTo>
                <a:cubicBezTo>
                  <a:pt x="29574" y="11099"/>
                  <a:pt x="23833" y="12545"/>
                  <a:pt x="19795" y="15436"/>
                </a:cubicBezTo>
                <a:cubicBezTo>
                  <a:pt x="15757" y="18327"/>
                  <a:pt x="13738" y="22437"/>
                  <a:pt x="13738" y="27768"/>
                </a:cubicBezTo>
                <a:cubicBezTo>
                  <a:pt x="13738" y="32241"/>
                  <a:pt x="15080" y="35618"/>
                  <a:pt x="17765" y="37901"/>
                </a:cubicBezTo>
                <a:cubicBezTo>
                  <a:pt x="20449" y="40182"/>
                  <a:pt x="25536" y="42023"/>
                  <a:pt x="33026" y="43423"/>
                </a:cubicBezTo>
                <a:lnTo>
                  <a:pt x="41282" y="45112"/>
                </a:lnTo>
                <a:cubicBezTo>
                  <a:pt x="51479" y="47054"/>
                  <a:pt x="59002" y="50474"/>
                  <a:pt x="63852" y="55372"/>
                </a:cubicBezTo>
                <a:cubicBezTo>
                  <a:pt x="68702" y="60268"/>
                  <a:pt x="71127" y="66824"/>
                  <a:pt x="71127" y="75040"/>
                </a:cubicBezTo>
                <a:cubicBezTo>
                  <a:pt x="71127" y="84835"/>
                  <a:pt x="67845" y="92260"/>
                  <a:pt x="61281" y="97316"/>
                </a:cubicBezTo>
                <a:cubicBezTo>
                  <a:pt x="54716" y="102370"/>
                  <a:pt x="45095" y="104898"/>
                  <a:pt x="32417" y="104898"/>
                </a:cubicBezTo>
                <a:cubicBezTo>
                  <a:pt x="27634" y="104898"/>
                  <a:pt x="22547" y="104351"/>
                  <a:pt x="17156" y="103257"/>
                </a:cubicBezTo>
                <a:cubicBezTo>
                  <a:pt x="11764" y="102162"/>
                  <a:pt x="6181" y="100544"/>
                  <a:pt x="406" y="98401"/>
                </a:cubicBezTo>
                <a:lnTo>
                  <a:pt x="406" y="84324"/>
                </a:lnTo>
                <a:cubicBezTo>
                  <a:pt x="5955" y="87460"/>
                  <a:pt x="11392" y="89823"/>
                  <a:pt x="16716" y="91413"/>
                </a:cubicBezTo>
                <a:cubicBezTo>
                  <a:pt x="22040" y="93004"/>
                  <a:pt x="27273" y="93799"/>
                  <a:pt x="32417" y="93799"/>
                </a:cubicBezTo>
                <a:cubicBezTo>
                  <a:pt x="40222" y="93799"/>
                  <a:pt x="46245" y="92263"/>
                  <a:pt x="50486" y="89193"/>
                </a:cubicBezTo>
                <a:cubicBezTo>
                  <a:pt x="54727" y="86120"/>
                  <a:pt x="56848" y="81739"/>
                  <a:pt x="56848" y="76049"/>
                </a:cubicBezTo>
                <a:cubicBezTo>
                  <a:pt x="56848" y="71080"/>
                  <a:pt x="55325" y="67196"/>
                  <a:pt x="52280" y="64396"/>
                </a:cubicBezTo>
                <a:cubicBezTo>
                  <a:pt x="49234" y="61594"/>
                  <a:pt x="44237" y="59493"/>
                  <a:pt x="37289" y="58093"/>
                </a:cubicBezTo>
                <a:lnTo>
                  <a:pt x="28965" y="56471"/>
                </a:lnTo>
                <a:cubicBezTo>
                  <a:pt x="18769" y="54440"/>
                  <a:pt x="11392" y="51257"/>
                  <a:pt x="6835" y="46925"/>
                </a:cubicBezTo>
                <a:cubicBezTo>
                  <a:pt x="2278" y="42591"/>
                  <a:pt x="0" y="36564"/>
                  <a:pt x="0" y="28845"/>
                </a:cubicBezTo>
                <a:cubicBezTo>
                  <a:pt x="0" y="19907"/>
                  <a:pt x="3147" y="12865"/>
                  <a:pt x="9441" y="7719"/>
                </a:cubicBezTo>
                <a:cubicBezTo>
                  <a:pt x="15735" y="2573"/>
                  <a:pt x="24408" y="0"/>
                  <a:pt x="35462" y="0"/>
                </a:cubicBezTo>
                <a:cubicBezTo>
                  <a:pt x="40199" y="0"/>
                  <a:pt x="45027" y="429"/>
                  <a:pt x="49945" y="1286"/>
                </a:cubicBezTo>
                <a:cubicBezTo>
                  <a:pt x="54863" y="2143"/>
                  <a:pt x="59893" y="3429"/>
                  <a:pt x="65037" y="5143"/>
                </a:cubicBezTo>
                <a:close/>
                <a:moveTo>
                  <a:pt x="156770" y="61856"/>
                </a:moveTo>
                <a:lnTo>
                  <a:pt x="156770" y="67947"/>
                </a:lnTo>
                <a:lnTo>
                  <a:pt x="99516" y="67947"/>
                </a:lnTo>
                <a:cubicBezTo>
                  <a:pt x="100058" y="76541"/>
                  <a:pt x="102641" y="83089"/>
                  <a:pt x="107265" y="87590"/>
                </a:cubicBezTo>
                <a:cubicBezTo>
                  <a:pt x="111890" y="92090"/>
                  <a:pt x="118330" y="94340"/>
                  <a:pt x="126587" y="94340"/>
                </a:cubicBezTo>
                <a:cubicBezTo>
                  <a:pt x="131369" y="94340"/>
                  <a:pt x="136005" y="93754"/>
                  <a:pt x="140494" y="92581"/>
                </a:cubicBezTo>
                <a:cubicBezTo>
                  <a:pt x="144983" y="91408"/>
                  <a:pt x="149438" y="89648"/>
                  <a:pt x="153860" y="87302"/>
                </a:cubicBezTo>
                <a:lnTo>
                  <a:pt x="153860" y="99078"/>
                </a:lnTo>
                <a:cubicBezTo>
                  <a:pt x="149393" y="100972"/>
                  <a:pt x="144814" y="102416"/>
                  <a:pt x="140122" y="103409"/>
                </a:cubicBezTo>
                <a:cubicBezTo>
                  <a:pt x="135430" y="104401"/>
                  <a:pt x="130670" y="104898"/>
                  <a:pt x="125842" y="104898"/>
                </a:cubicBezTo>
                <a:cubicBezTo>
                  <a:pt x="113751" y="104898"/>
                  <a:pt x="104175" y="101373"/>
                  <a:pt x="97114" y="94323"/>
                </a:cubicBezTo>
                <a:cubicBezTo>
                  <a:pt x="90053" y="87272"/>
                  <a:pt x="86522" y="77736"/>
                  <a:pt x="86522" y="65715"/>
                </a:cubicBezTo>
                <a:cubicBezTo>
                  <a:pt x="86522" y="53287"/>
                  <a:pt x="89872" y="43423"/>
                  <a:pt x="96572" y="36124"/>
                </a:cubicBezTo>
                <a:cubicBezTo>
                  <a:pt x="103272" y="28825"/>
                  <a:pt x="112307" y="25175"/>
                  <a:pt x="123676" y="25175"/>
                </a:cubicBezTo>
                <a:cubicBezTo>
                  <a:pt x="133873" y="25175"/>
                  <a:pt x="141938" y="28464"/>
                  <a:pt x="147871" y="35041"/>
                </a:cubicBezTo>
                <a:cubicBezTo>
                  <a:pt x="153804" y="41617"/>
                  <a:pt x="156770" y="50555"/>
                  <a:pt x="156770" y="61856"/>
                </a:cubicBezTo>
                <a:moveTo>
                  <a:pt x="144318" y="58201"/>
                </a:moveTo>
                <a:cubicBezTo>
                  <a:pt x="144227" y="51367"/>
                  <a:pt x="142321" y="45915"/>
                  <a:pt x="138599" y="41843"/>
                </a:cubicBezTo>
                <a:cubicBezTo>
                  <a:pt x="134877" y="37769"/>
                  <a:pt x="129948" y="35733"/>
                  <a:pt x="123812" y="35733"/>
                </a:cubicBezTo>
                <a:cubicBezTo>
                  <a:pt x="116864" y="35733"/>
                  <a:pt x="111303" y="37702"/>
                  <a:pt x="107130" y="41640"/>
                </a:cubicBezTo>
                <a:cubicBezTo>
                  <a:pt x="102956" y="45576"/>
                  <a:pt x="100554" y="51119"/>
                  <a:pt x="99922" y="58269"/>
                </a:cubicBezTo>
                <a:lnTo>
                  <a:pt x="144318" y="58201"/>
                </a:lnTo>
                <a:close/>
                <a:moveTo>
                  <a:pt x="231722" y="29913"/>
                </a:moveTo>
                <a:lnTo>
                  <a:pt x="231722" y="41553"/>
                </a:lnTo>
                <a:cubicBezTo>
                  <a:pt x="228203" y="39613"/>
                  <a:pt x="224673" y="38158"/>
                  <a:pt x="221131" y="37188"/>
                </a:cubicBezTo>
                <a:cubicBezTo>
                  <a:pt x="217589" y="36218"/>
                  <a:pt x="214014" y="35733"/>
                  <a:pt x="210404" y="35733"/>
                </a:cubicBezTo>
                <a:cubicBezTo>
                  <a:pt x="202328" y="35733"/>
                  <a:pt x="196057" y="38300"/>
                  <a:pt x="191590" y="43433"/>
                </a:cubicBezTo>
                <a:cubicBezTo>
                  <a:pt x="187124" y="48565"/>
                  <a:pt x="184891" y="55766"/>
                  <a:pt x="184891" y="65037"/>
                </a:cubicBezTo>
                <a:cubicBezTo>
                  <a:pt x="184891" y="74307"/>
                  <a:pt x="187124" y="81509"/>
                  <a:pt x="191590" y="86642"/>
                </a:cubicBezTo>
                <a:cubicBezTo>
                  <a:pt x="196057" y="91774"/>
                  <a:pt x="202328" y="94340"/>
                  <a:pt x="210404" y="94340"/>
                </a:cubicBezTo>
                <a:cubicBezTo>
                  <a:pt x="214014" y="94340"/>
                  <a:pt x="217589" y="93855"/>
                  <a:pt x="221131" y="92885"/>
                </a:cubicBezTo>
                <a:cubicBezTo>
                  <a:pt x="224673" y="91915"/>
                  <a:pt x="228203" y="90460"/>
                  <a:pt x="231722" y="88520"/>
                </a:cubicBezTo>
                <a:lnTo>
                  <a:pt x="231722" y="100025"/>
                </a:lnTo>
                <a:cubicBezTo>
                  <a:pt x="228248" y="101649"/>
                  <a:pt x="224650" y="102867"/>
                  <a:pt x="220928" y="103679"/>
                </a:cubicBezTo>
                <a:cubicBezTo>
                  <a:pt x="217206" y="104492"/>
                  <a:pt x="213247" y="104898"/>
                  <a:pt x="209051" y="104898"/>
                </a:cubicBezTo>
                <a:cubicBezTo>
                  <a:pt x="197636" y="104898"/>
                  <a:pt x="188568" y="101305"/>
                  <a:pt x="181845" y="94120"/>
                </a:cubicBezTo>
                <a:cubicBezTo>
                  <a:pt x="175123" y="86934"/>
                  <a:pt x="171761" y="77239"/>
                  <a:pt x="171761" y="65037"/>
                </a:cubicBezTo>
                <a:cubicBezTo>
                  <a:pt x="171761" y="52653"/>
                  <a:pt x="175157" y="42914"/>
                  <a:pt x="181947" y="35820"/>
                </a:cubicBezTo>
                <a:cubicBezTo>
                  <a:pt x="188737" y="28723"/>
                  <a:pt x="198042" y="25175"/>
                  <a:pt x="209863" y="25175"/>
                </a:cubicBezTo>
                <a:cubicBezTo>
                  <a:pt x="213698" y="25175"/>
                  <a:pt x="217443" y="25570"/>
                  <a:pt x="221097" y="26360"/>
                </a:cubicBezTo>
                <a:cubicBezTo>
                  <a:pt x="224752" y="27149"/>
                  <a:pt x="228293" y="28334"/>
                  <a:pt x="231722" y="29913"/>
                </a:cubicBezTo>
                <a:close/>
                <a:moveTo>
                  <a:pt x="255165" y="85678"/>
                </a:moveTo>
                <a:lnTo>
                  <a:pt x="269445" y="85678"/>
                </a:lnTo>
                <a:lnTo>
                  <a:pt x="269445" y="102867"/>
                </a:lnTo>
                <a:lnTo>
                  <a:pt x="255165" y="102867"/>
                </a:lnTo>
                <a:lnTo>
                  <a:pt x="255165" y="856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Text MISC.">
            <a:extLst xmlns:a="http://schemas.openxmlformats.org/drawingml/2006/main">
              <a:ext uri="{FF2B5EF4-FFF2-40B4-BE49-F238E27FC236}">
                <a16:creationId xmlns:a16="http://schemas.microsoft.com/office/drawing/2014/main" id="{460E5CB2-1EB8-4B2F-93CC-3305273D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09" y="5936593"/>
            <a:ext cx="360751" cy="104898"/>
          </a:xfrm>
          <a:custGeom xmlns:a="http://schemas.openxmlformats.org/drawingml/2006/main">
            <a:pathLst>
              <a:path w="360751" h="104898">
                <a:moveTo>
                  <a:pt x="0" y="1760"/>
                </a:moveTo>
                <a:lnTo>
                  <a:pt x="20370" y="1760"/>
                </a:lnTo>
                <a:lnTo>
                  <a:pt x="46155" y="70518"/>
                </a:lnTo>
                <a:lnTo>
                  <a:pt x="72075" y="1760"/>
                </a:lnTo>
                <a:lnTo>
                  <a:pt x="92445" y="1760"/>
                </a:lnTo>
                <a:lnTo>
                  <a:pt x="92445" y="102867"/>
                </a:lnTo>
                <a:lnTo>
                  <a:pt x="79113" y="102867"/>
                </a:lnTo>
                <a:lnTo>
                  <a:pt x="79113" y="14077"/>
                </a:lnTo>
                <a:lnTo>
                  <a:pt x="53058" y="83377"/>
                </a:lnTo>
                <a:lnTo>
                  <a:pt x="39320" y="83377"/>
                </a:lnTo>
                <a:lnTo>
                  <a:pt x="13264" y="14077"/>
                </a:lnTo>
                <a:lnTo>
                  <a:pt x="13264" y="102867"/>
                </a:lnTo>
                <a:lnTo>
                  <a:pt x="0" y="102867"/>
                </a:lnTo>
                <a:lnTo>
                  <a:pt x="0" y="1760"/>
                </a:lnTo>
                <a:close/>
                <a:moveTo>
                  <a:pt x="119612" y="1760"/>
                </a:moveTo>
                <a:lnTo>
                  <a:pt x="133283" y="1760"/>
                </a:lnTo>
                <a:lnTo>
                  <a:pt x="133283" y="102867"/>
                </a:lnTo>
                <a:lnTo>
                  <a:pt x="119612" y="102867"/>
                </a:lnTo>
                <a:lnTo>
                  <a:pt x="119612" y="1760"/>
                </a:lnTo>
                <a:close/>
                <a:moveTo>
                  <a:pt x="221069" y="5143"/>
                </a:moveTo>
                <a:lnTo>
                  <a:pt x="221069" y="18543"/>
                </a:lnTo>
                <a:cubicBezTo>
                  <a:pt x="215880" y="16039"/>
                  <a:pt x="210985" y="14172"/>
                  <a:pt x="206383" y="12943"/>
                </a:cubicBezTo>
                <a:cubicBezTo>
                  <a:pt x="201781" y="11714"/>
                  <a:pt x="197337" y="11099"/>
                  <a:pt x="193051" y="11099"/>
                </a:cubicBezTo>
                <a:cubicBezTo>
                  <a:pt x="185607" y="11099"/>
                  <a:pt x="179866" y="12545"/>
                  <a:pt x="175828" y="15436"/>
                </a:cubicBezTo>
                <a:cubicBezTo>
                  <a:pt x="171790" y="18327"/>
                  <a:pt x="169771" y="22437"/>
                  <a:pt x="169771" y="27768"/>
                </a:cubicBezTo>
                <a:cubicBezTo>
                  <a:pt x="169771" y="32241"/>
                  <a:pt x="171113" y="35618"/>
                  <a:pt x="173797" y="37901"/>
                </a:cubicBezTo>
                <a:cubicBezTo>
                  <a:pt x="176482" y="40182"/>
                  <a:pt x="181569" y="42023"/>
                  <a:pt x="189058" y="43423"/>
                </a:cubicBezTo>
                <a:lnTo>
                  <a:pt x="197315" y="45112"/>
                </a:lnTo>
                <a:cubicBezTo>
                  <a:pt x="207511" y="47054"/>
                  <a:pt x="215034" y="50474"/>
                  <a:pt x="219885" y="55372"/>
                </a:cubicBezTo>
                <a:cubicBezTo>
                  <a:pt x="224735" y="60268"/>
                  <a:pt x="227160" y="66824"/>
                  <a:pt x="227160" y="75040"/>
                </a:cubicBezTo>
                <a:cubicBezTo>
                  <a:pt x="227160" y="84835"/>
                  <a:pt x="223877" y="92260"/>
                  <a:pt x="217313" y="97316"/>
                </a:cubicBezTo>
                <a:cubicBezTo>
                  <a:pt x="210748" y="102370"/>
                  <a:pt x="201127" y="104898"/>
                  <a:pt x="188449" y="104898"/>
                </a:cubicBezTo>
                <a:cubicBezTo>
                  <a:pt x="183667" y="104898"/>
                  <a:pt x="178580" y="104351"/>
                  <a:pt x="173188" y="103257"/>
                </a:cubicBezTo>
                <a:cubicBezTo>
                  <a:pt x="167797" y="102162"/>
                  <a:pt x="162213" y="100544"/>
                  <a:pt x="156438" y="98401"/>
                </a:cubicBezTo>
                <a:lnTo>
                  <a:pt x="156438" y="84324"/>
                </a:lnTo>
                <a:cubicBezTo>
                  <a:pt x="161988" y="87460"/>
                  <a:pt x="167424" y="89823"/>
                  <a:pt x="172748" y="91413"/>
                </a:cubicBezTo>
                <a:cubicBezTo>
                  <a:pt x="178072" y="93004"/>
                  <a:pt x="183306" y="93799"/>
                  <a:pt x="188449" y="93799"/>
                </a:cubicBezTo>
                <a:cubicBezTo>
                  <a:pt x="196254" y="93799"/>
                  <a:pt x="202278" y="92263"/>
                  <a:pt x="206519" y="89193"/>
                </a:cubicBezTo>
                <a:cubicBezTo>
                  <a:pt x="210760" y="86120"/>
                  <a:pt x="212880" y="81739"/>
                  <a:pt x="212880" y="76049"/>
                </a:cubicBezTo>
                <a:cubicBezTo>
                  <a:pt x="212880" y="71080"/>
                  <a:pt x="211357" y="67196"/>
                  <a:pt x="208312" y="64396"/>
                </a:cubicBezTo>
                <a:cubicBezTo>
                  <a:pt x="205267" y="61594"/>
                  <a:pt x="200270" y="59493"/>
                  <a:pt x="193322" y="58093"/>
                </a:cubicBezTo>
                <a:lnTo>
                  <a:pt x="184998" y="56471"/>
                </a:lnTo>
                <a:cubicBezTo>
                  <a:pt x="174801" y="54440"/>
                  <a:pt x="167424" y="51257"/>
                  <a:pt x="162868" y="46925"/>
                </a:cubicBezTo>
                <a:cubicBezTo>
                  <a:pt x="158311" y="42591"/>
                  <a:pt x="156032" y="36564"/>
                  <a:pt x="156032" y="28845"/>
                </a:cubicBezTo>
                <a:cubicBezTo>
                  <a:pt x="156032" y="19907"/>
                  <a:pt x="159179" y="12865"/>
                  <a:pt x="165473" y="7719"/>
                </a:cubicBezTo>
                <a:cubicBezTo>
                  <a:pt x="171767" y="2573"/>
                  <a:pt x="180441" y="0"/>
                  <a:pt x="191495" y="0"/>
                </a:cubicBezTo>
                <a:cubicBezTo>
                  <a:pt x="196232" y="0"/>
                  <a:pt x="201059" y="429"/>
                  <a:pt x="205977" y="1286"/>
                </a:cubicBezTo>
                <a:cubicBezTo>
                  <a:pt x="210895" y="2143"/>
                  <a:pt x="215926" y="3429"/>
                  <a:pt x="221069" y="5143"/>
                </a:cubicBezTo>
                <a:close/>
                <a:moveTo>
                  <a:pt x="324172" y="9610"/>
                </a:moveTo>
                <a:lnTo>
                  <a:pt x="324172" y="24093"/>
                </a:lnTo>
                <a:cubicBezTo>
                  <a:pt x="319570" y="19784"/>
                  <a:pt x="314663" y="16564"/>
                  <a:pt x="309452" y="14432"/>
                </a:cubicBezTo>
                <a:cubicBezTo>
                  <a:pt x="304241" y="12300"/>
                  <a:pt x="298703" y="11234"/>
                  <a:pt x="292838" y="11234"/>
                </a:cubicBezTo>
                <a:cubicBezTo>
                  <a:pt x="281288" y="11234"/>
                  <a:pt x="272445" y="14767"/>
                  <a:pt x="266309" y="21834"/>
                </a:cubicBezTo>
                <a:cubicBezTo>
                  <a:pt x="260173" y="28900"/>
                  <a:pt x="257105" y="39117"/>
                  <a:pt x="257105" y="52483"/>
                </a:cubicBezTo>
                <a:cubicBezTo>
                  <a:pt x="257105" y="65804"/>
                  <a:pt x="260173" y="75997"/>
                  <a:pt x="266309" y="83064"/>
                </a:cubicBezTo>
                <a:cubicBezTo>
                  <a:pt x="272445" y="90130"/>
                  <a:pt x="281288" y="93663"/>
                  <a:pt x="292838" y="93663"/>
                </a:cubicBezTo>
                <a:cubicBezTo>
                  <a:pt x="298703" y="93663"/>
                  <a:pt x="304241" y="92598"/>
                  <a:pt x="309452" y="90466"/>
                </a:cubicBezTo>
                <a:cubicBezTo>
                  <a:pt x="314663" y="88334"/>
                  <a:pt x="319570" y="85114"/>
                  <a:pt x="324172" y="80805"/>
                </a:cubicBezTo>
                <a:lnTo>
                  <a:pt x="324172" y="95152"/>
                </a:lnTo>
                <a:cubicBezTo>
                  <a:pt x="319389" y="98401"/>
                  <a:pt x="314325" y="100837"/>
                  <a:pt x="308979" y="102461"/>
                </a:cubicBezTo>
                <a:cubicBezTo>
                  <a:pt x="303632" y="104086"/>
                  <a:pt x="297981" y="104898"/>
                  <a:pt x="292026" y="104898"/>
                </a:cubicBezTo>
                <a:cubicBezTo>
                  <a:pt x="276731" y="104898"/>
                  <a:pt x="264685" y="100214"/>
                  <a:pt x="255887" y="90846"/>
                </a:cubicBezTo>
                <a:cubicBezTo>
                  <a:pt x="247089" y="81478"/>
                  <a:pt x="242690" y="68690"/>
                  <a:pt x="242690" y="52483"/>
                </a:cubicBezTo>
                <a:cubicBezTo>
                  <a:pt x="242690" y="36231"/>
                  <a:pt x="247089" y="23421"/>
                  <a:pt x="255887" y="14053"/>
                </a:cubicBezTo>
                <a:cubicBezTo>
                  <a:pt x="264685" y="4684"/>
                  <a:pt x="276731" y="0"/>
                  <a:pt x="292026" y="0"/>
                </a:cubicBezTo>
                <a:cubicBezTo>
                  <a:pt x="298072" y="0"/>
                  <a:pt x="303768" y="801"/>
                  <a:pt x="309114" y="2402"/>
                </a:cubicBezTo>
                <a:cubicBezTo>
                  <a:pt x="314460" y="4004"/>
                  <a:pt x="319480" y="6407"/>
                  <a:pt x="324172" y="9610"/>
                </a:cubicBezTo>
                <a:close/>
                <a:moveTo>
                  <a:pt x="346471" y="85678"/>
                </a:moveTo>
                <a:lnTo>
                  <a:pt x="360751" y="85678"/>
                </a:lnTo>
                <a:lnTo>
                  <a:pt x="360751" y="102867"/>
                </a:lnTo>
                <a:lnTo>
                  <a:pt x="346471" y="102867"/>
                </a:lnTo>
                <a:lnTo>
                  <a:pt x="346471" y="856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Text I">
            <a:extLst xmlns:a="http://schemas.openxmlformats.org/drawingml/2006/main">
              <a:ext uri="{FF2B5EF4-FFF2-40B4-BE49-F238E27FC236}">
                <a16:creationId xmlns:a16="http://schemas.microsoft.com/office/drawing/2014/main" id="{803DBF84-A911-4F5F-A773-73B94CDB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776" y="788689"/>
            <a:ext cx="101108" cy="13671"/>
          </a:xfrm>
          <a:custGeom xmlns:a="http://schemas.openxmlformats.org/drawingml/2006/main">
            <a:pathLst>
              <a:path w="101108" h="13671">
                <a:moveTo>
                  <a:pt x="0" y="13671"/>
                </a:moveTo>
                <a:lnTo>
                  <a:pt x="0" y="0"/>
                </a:lnTo>
                <a:lnTo>
                  <a:pt x="101108" y="0"/>
                </a:lnTo>
                <a:lnTo>
                  <a:pt x="101108" y="13671"/>
                </a:lnTo>
                <a:lnTo>
                  <a:pt x="0" y="136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Text n">
            <a:extLst xmlns:a="http://schemas.openxmlformats.org/drawingml/2006/main">
              <a:ext uri="{FF2B5EF4-FFF2-40B4-BE49-F238E27FC236}">
                <a16:creationId xmlns:a16="http://schemas.microsoft.com/office/drawing/2014/main" id="{883BA7D0-B88F-419E-B81D-2BC297C7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192" y="699008"/>
            <a:ext cx="77692" cy="63480"/>
          </a:xfrm>
          <a:custGeom xmlns:a="http://schemas.openxmlformats.org/drawingml/2006/main">
            <a:pathLst>
              <a:path w="77692" h="63480">
                <a:moveTo>
                  <a:pt x="31943" y="0"/>
                </a:moveTo>
                <a:lnTo>
                  <a:pt x="77692" y="0"/>
                </a:lnTo>
                <a:lnTo>
                  <a:pt x="77692" y="12452"/>
                </a:lnTo>
                <a:lnTo>
                  <a:pt x="32349" y="12452"/>
                </a:lnTo>
                <a:cubicBezTo>
                  <a:pt x="25153" y="12452"/>
                  <a:pt x="19767" y="13851"/>
                  <a:pt x="16191" y="16648"/>
                </a:cubicBezTo>
                <a:cubicBezTo>
                  <a:pt x="12616" y="19446"/>
                  <a:pt x="10828" y="23641"/>
                  <a:pt x="10828" y="29236"/>
                </a:cubicBezTo>
                <a:cubicBezTo>
                  <a:pt x="10828" y="35958"/>
                  <a:pt x="12978" y="41260"/>
                  <a:pt x="17276" y="45140"/>
                </a:cubicBezTo>
                <a:cubicBezTo>
                  <a:pt x="21574" y="49020"/>
                  <a:pt x="27433" y="50960"/>
                  <a:pt x="34853" y="50960"/>
                </a:cubicBezTo>
                <a:lnTo>
                  <a:pt x="77692" y="50960"/>
                </a:lnTo>
                <a:lnTo>
                  <a:pt x="77692" y="63480"/>
                </a:lnTo>
                <a:lnTo>
                  <a:pt x="1895" y="63480"/>
                </a:lnTo>
                <a:lnTo>
                  <a:pt x="1895" y="50960"/>
                </a:lnTo>
                <a:lnTo>
                  <a:pt x="13671" y="50960"/>
                </a:lnTo>
                <a:cubicBezTo>
                  <a:pt x="9091" y="47982"/>
                  <a:pt x="5668" y="44474"/>
                  <a:pt x="3401" y="40436"/>
                </a:cubicBezTo>
                <a:cubicBezTo>
                  <a:pt x="1134" y="36398"/>
                  <a:pt x="0" y="31740"/>
                  <a:pt x="0" y="26461"/>
                </a:cubicBezTo>
                <a:cubicBezTo>
                  <a:pt x="0" y="17754"/>
                  <a:pt x="2701" y="11167"/>
                  <a:pt x="8104" y="6700"/>
                </a:cubicBezTo>
                <a:cubicBezTo>
                  <a:pt x="13507" y="2233"/>
                  <a:pt x="21453" y="0"/>
                  <a:pt x="3194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Text t">
            <a:extLst xmlns:a="http://schemas.openxmlformats.org/drawingml/2006/main">
              <a:ext uri="{FF2B5EF4-FFF2-40B4-BE49-F238E27FC236}">
                <a16:creationId xmlns:a16="http://schemas.microsoft.com/office/drawing/2014/main" id="{B8AE9FDD-FE9F-4E01-9745-D300B740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566" y="636175"/>
            <a:ext cx="97318" cy="47305"/>
          </a:xfrm>
          <a:custGeom xmlns:a="http://schemas.openxmlformats.org/drawingml/2006/main">
            <a:pathLst>
              <a:path w="97318" h="47305">
                <a:moveTo>
                  <a:pt x="0" y="25649"/>
                </a:moveTo>
                <a:lnTo>
                  <a:pt x="21521" y="25649"/>
                </a:lnTo>
                <a:lnTo>
                  <a:pt x="21521" y="0"/>
                </a:lnTo>
                <a:lnTo>
                  <a:pt x="31266" y="0"/>
                </a:lnTo>
                <a:lnTo>
                  <a:pt x="31266" y="25649"/>
                </a:lnTo>
                <a:lnTo>
                  <a:pt x="72362" y="25649"/>
                </a:lnTo>
                <a:cubicBezTo>
                  <a:pt x="78536" y="25649"/>
                  <a:pt x="82503" y="24803"/>
                  <a:pt x="84261" y="23111"/>
                </a:cubicBezTo>
                <a:cubicBezTo>
                  <a:pt x="86017" y="21419"/>
                  <a:pt x="86896" y="17979"/>
                  <a:pt x="86896" y="12791"/>
                </a:cubicBezTo>
                <a:lnTo>
                  <a:pt x="86896" y="0"/>
                </a:lnTo>
                <a:lnTo>
                  <a:pt x="97318" y="0"/>
                </a:lnTo>
                <a:lnTo>
                  <a:pt x="97318" y="12791"/>
                </a:lnTo>
                <a:cubicBezTo>
                  <a:pt x="97318" y="22401"/>
                  <a:pt x="95526" y="29033"/>
                  <a:pt x="91942" y="32687"/>
                </a:cubicBezTo>
                <a:cubicBezTo>
                  <a:pt x="88357" y="36342"/>
                  <a:pt x="81830" y="38169"/>
                  <a:pt x="72362" y="38169"/>
                </a:cubicBezTo>
                <a:lnTo>
                  <a:pt x="31266" y="38169"/>
                </a:lnTo>
                <a:lnTo>
                  <a:pt x="31266" y="47305"/>
                </a:lnTo>
                <a:lnTo>
                  <a:pt x="21521" y="47305"/>
                </a:lnTo>
                <a:lnTo>
                  <a:pt x="21521" y="38169"/>
                </a:lnTo>
                <a:lnTo>
                  <a:pt x="0" y="38169"/>
                </a:lnTo>
                <a:lnTo>
                  <a:pt x="0" y="256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Text 3">
            <a:extLst xmlns:a="http://schemas.openxmlformats.org/drawingml/2006/main">
              <a:ext uri="{FF2B5EF4-FFF2-40B4-BE49-F238E27FC236}">
                <a16:creationId xmlns:a16="http://schemas.microsoft.com/office/drawing/2014/main" id="{CFD10E76-E41C-46B3-9A5F-5E7D6F10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3016" y="555789"/>
            <a:ext cx="104898" cy="66525"/>
          </a:xfrm>
          <a:custGeom xmlns:a="http://schemas.openxmlformats.org/drawingml/2006/main">
            <a:pathLst>
              <a:path w="104898" h="66525">
                <a:moveTo>
                  <a:pt x="48321" y="20844"/>
                </a:moveTo>
                <a:cubicBezTo>
                  <a:pt x="49722" y="14302"/>
                  <a:pt x="52639" y="9193"/>
                  <a:pt x="57072" y="5516"/>
                </a:cubicBezTo>
                <a:cubicBezTo>
                  <a:pt x="61503" y="1839"/>
                  <a:pt x="66975" y="0"/>
                  <a:pt x="73488" y="0"/>
                </a:cubicBezTo>
                <a:cubicBezTo>
                  <a:pt x="83482" y="0"/>
                  <a:pt x="91217" y="3429"/>
                  <a:pt x="96690" y="10287"/>
                </a:cubicBezTo>
                <a:cubicBezTo>
                  <a:pt x="102162" y="17145"/>
                  <a:pt x="104898" y="26890"/>
                  <a:pt x="104898" y="39523"/>
                </a:cubicBezTo>
                <a:cubicBezTo>
                  <a:pt x="104898" y="43764"/>
                  <a:pt x="104480" y="48129"/>
                  <a:pt x="103646" y="52618"/>
                </a:cubicBezTo>
                <a:cubicBezTo>
                  <a:pt x="102811" y="57107"/>
                  <a:pt x="101559" y="61743"/>
                  <a:pt x="99890" y="66525"/>
                </a:cubicBezTo>
                <a:lnTo>
                  <a:pt x="86625" y="66525"/>
                </a:lnTo>
                <a:cubicBezTo>
                  <a:pt x="88858" y="62736"/>
                  <a:pt x="90545" y="58585"/>
                  <a:pt x="91684" y="54073"/>
                </a:cubicBezTo>
                <a:cubicBezTo>
                  <a:pt x="92823" y="49561"/>
                  <a:pt x="93393" y="44847"/>
                  <a:pt x="93393" y="39929"/>
                </a:cubicBezTo>
                <a:cubicBezTo>
                  <a:pt x="93393" y="31357"/>
                  <a:pt x="91695" y="24826"/>
                  <a:pt x="88300" y="20337"/>
                </a:cubicBezTo>
                <a:cubicBezTo>
                  <a:pt x="84904" y="15847"/>
                  <a:pt x="79968" y="13603"/>
                  <a:pt x="73494" y="13603"/>
                </a:cubicBezTo>
                <a:cubicBezTo>
                  <a:pt x="67519" y="13603"/>
                  <a:pt x="62845" y="15690"/>
                  <a:pt x="59472" y="19863"/>
                </a:cubicBezTo>
                <a:cubicBezTo>
                  <a:pt x="56098" y="24036"/>
                  <a:pt x="54411" y="29845"/>
                  <a:pt x="54411" y="37289"/>
                </a:cubicBezTo>
                <a:lnTo>
                  <a:pt x="54411" y="49065"/>
                </a:lnTo>
                <a:lnTo>
                  <a:pt x="43177" y="49065"/>
                </a:lnTo>
                <a:lnTo>
                  <a:pt x="43177" y="36748"/>
                </a:lnTo>
                <a:cubicBezTo>
                  <a:pt x="43177" y="30026"/>
                  <a:pt x="41838" y="24882"/>
                  <a:pt x="39159" y="21318"/>
                </a:cubicBezTo>
                <a:cubicBezTo>
                  <a:pt x="36480" y="17754"/>
                  <a:pt x="32620" y="15972"/>
                  <a:pt x="27578" y="15972"/>
                </a:cubicBezTo>
                <a:cubicBezTo>
                  <a:pt x="22401" y="15972"/>
                  <a:pt x="18428" y="17810"/>
                  <a:pt x="15659" y="21487"/>
                </a:cubicBezTo>
                <a:cubicBezTo>
                  <a:pt x="12889" y="25164"/>
                  <a:pt x="11505" y="30432"/>
                  <a:pt x="11505" y="37289"/>
                </a:cubicBezTo>
                <a:cubicBezTo>
                  <a:pt x="11505" y="41034"/>
                  <a:pt x="11911" y="45050"/>
                  <a:pt x="12723" y="49336"/>
                </a:cubicBezTo>
                <a:cubicBezTo>
                  <a:pt x="13535" y="53622"/>
                  <a:pt x="14798" y="58337"/>
                  <a:pt x="16513" y="63480"/>
                </a:cubicBezTo>
                <a:lnTo>
                  <a:pt x="4331" y="63480"/>
                </a:lnTo>
                <a:cubicBezTo>
                  <a:pt x="2888" y="58292"/>
                  <a:pt x="1805" y="53430"/>
                  <a:pt x="1083" y="48896"/>
                </a:cubicBezTo>
                <a:cubicBezTo>
                  <a:pt x="361" y="44362"/>
                  <a:pt x="0" y="40087"/>
                  <a:pt x="0" y="36071"/>
                </a:cubicBezTo>
                <a:cubicBezTo>
                  <a:pt x="0" y="25694"/>
                  <a:pt x="2355" y="17483"/>
                  <a:pt x="7064" y="11437"/>
                </a:cubicBezTo>
                <a:cubicBezTo>
                  <a:pt x="11771" y="5392"/>
                  <a:pt x="18135" y="2369"/>
                  <a:pt x="26155" y="2369"/>
                </a:cubicBezTo>
                <a:cubicBezTo>
                  <a:pt x="31741" y="2369"/>
                  <a:pt x="36460" y="3970"/>
                  <a:pt x="40312" y="7174"/>
                </a:cubicBezTo>
                <a:cubicBezTo>
                  <a:pt x="44163" y="10377"/>
                  <a:pt x="46833" y="14934"/>
                  <a:pt x="48321" y="208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45628F-8DB5-4919-93EE-55BEC733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958" y="917025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EB30DF-21BA-40C0-AF8A-48647318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958" y="917025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77ABB2-C561-43F5-97D3-7A950EA6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958" y="1263526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4A439B-C628-4283-9364-7291D5C8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958" y="1263526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726F18-C006-40ED-AE7E-D2F555FC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958" y="1494526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414F98-A21C-4BB4-AF47-984E8C54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958" y="1494526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7F3A01-4EB1-401C-A2FC-557AA2B8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958" y="1725527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ECCE9E-4E4A-467C-92B5-3E2D3B3F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958" y="1725527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B9C10B-66C1-4332-8C37-4EDB8769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958" y="1956527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007F6F-C886-44AA-B347-5DC8C5D0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958" y="1956527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E3F446-AC64-4F64-AC94-24B3BD1F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958" y="2187528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1267B3-B955-447A-8B97-C35E1765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958" y="2187528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66EA59-FA54-424E-91AB-D4E35CA5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958" y="2649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2FC081-166F-4EE3-BFB1-2A014D4B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958" y="2649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EC4DBF-95C7-465A-B1CB-1FD5CDA7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958" y="2880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F947F4-76FE-472F-8C23-0F23A9B5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958" y="2880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1DEC1B-80DE-4377-B5F1-B0713152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958" y="3111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A92DA8-76FE-4493-A7C4-8DD2F481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958" y="3111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4FB84C-9B39-4FD7-8308-39012681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958" y="3342530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9ACF0A-0911-4331-9323-EAAAD010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958" y="3342530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036364-05A8-459A-9623-01B4C481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958" y="3573530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C90B13-C6D6-4B94-9BAD-EEF383B5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958" y="3573530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77B777-AD86-447E-9B07-BCC293CE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958" y="3920031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35A071-CC90-4D25-A399-97D06136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958" y="3920031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B0EFF0-76D3-4135-8873-E996FD3F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59" y="917025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A94764-9AF0-4E08-A87A-BAE5814E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59" y="917025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BC1FDA-B81F-4D21-836A-93460FA2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59" y="1263526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9BD1F5-C267-4DBC-89A7-48FB17B6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59" y="1263526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3695BC-50DA-42CF-AF37-9FB5A968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59" y="1494526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7B9309-2FD3-466F-AE02-DA4044D8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59" y="1494526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8BDB8A-FF40-4A2A-AE98-76ED22D0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59" y="1725527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1A46AA-4FDC-41B3-AAEA-60F6796E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59" y="1725527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C07594-6920-47A4-AE66-AC9D4D5A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59" y="1956527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D90D8A-0AB7-4DF3-AB80-6BFC3300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59" y="1956527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BEE4EA-FF2F-4A7B-B798-040F191F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59" y="2187528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498827-0663-4E4E-A160-5EA54D89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59" y="2187528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F34DAD-A2B6-47FE-AFDC-BCBEC4B4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59" y="2649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AF82E1-EA4C-4B76-904E-85E627EC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59" y="2649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2986E2-0757-443A-AB92-CD2CA03D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59" y="2880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F4D71A-13F5-4CD5-85AC-F5E72C9C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59" y="2880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E3FDAC-B927-4B8C-B513-5E58CCE3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59" y="3111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BB5BEB-817D-4309-A130-AAB123E6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59" y="3111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302E30-9068-4A42-B43D-C07C893D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59" y="3342530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4192F6-59E9-45E4-94EE-D8049164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59" y="3342530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A3C2FB-D12D-46A3-A0F2-0191D77D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59" y="3573530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830C47-7042-46EF-8EA6-3C3E2A31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59" y="3573530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8F9946-B088-46AF-8126-150D9236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59" y="3920031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A77777-ACD2-47C8-A5B6-813CBFC4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59" y="3920031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AE7622-B18A-42A2-AFE3-1E0495F8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959" y="917025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9EDD6B-B67D-4165-AF61-F158E3C5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959" y="917025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D25651-9D16-4590-B207-CE517DC6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959" y="1263526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D4A9B8-73DD-419B-934D-640B3370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959" y="1263526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003B79-2F06-45B1-AC73-905EDA4E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959" y="1494526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F84F35-2A4F-436B-B3FE-A50F0E87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959" y="1494526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CCD962-E47C-4123-AE47-A92BB7F3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959" y="1725527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161648-BB18-4AF1-BB57-0B280046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959" y="1725527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FB5A31-369A-485E-A9E4-DB746872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959" y="2649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47A6B7-DF9A-435F-85A7-5D12BC29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959" y="2649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5A5576-8C3E-47CF-BAC3-47CAF271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959" y="2880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B15D22-A472-4DF3-8A9E-617093C9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959" y="2880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34E769-FA20-42D4-9B35-9704ABA1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959" y="3111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A5944D-087C-4C54-94E3-D97C217E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959" y="3111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84240B-1D1C-462B-B70F-57E857F3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959" y="917025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40093C-CE00-4364-B6E4-B0BD6254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959" y="917025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CA768A-A884-4EFC-B654-8EE0A9AD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959" y="1263526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48AC70-E361-414A-9D87-43502DC2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959" y="1263526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6B319F-D9C7-4EE0-9955-D2376EA8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959" y="1494526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646925-1925-459A-9B54-56725792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959" y="1494526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D65974-C326-417C-8FBA-244C9AD5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959" y="1725527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366C97-CEBD-45BE-B956-48EB67F5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959" y="1725527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EA4B9C-10D8-4D44-BFB2-838523EE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959" y="1956527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D0C218-1BA6-4FF1-89F0-9FBA7F34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959" y="1956527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2D1E11-DEF0-40BE-9664-40F60975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959" y="2187528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ED20E9-2E32-4233-88F3-072780ED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959" y="2187528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01AFF4-5CFB-46C2-B710-EFE37CE5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959" y="2649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4C71CE-A8F4-4313-9727-61153D55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959" y="2649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7DE263-FE5C-43EC-95E7-0E83FAED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959" y="2880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919C18-70F0-4E80-8CA8-53A47DE2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959" y="2880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E57FF5-C5CC-44E3-A731-18997E83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959" y="3111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E041D7-E84D-4E88-8BBD-3C40FB7F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959" y="3111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20D2CD-6A5C-436C-9DFB-1339886F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959" y="3342530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363F29-85A1-41AE-B173-84385C44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959" y="3342530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0886F2-A256-463C-94EA-692C3026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959" y="3573530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C174A8-C1A0-4930-8BC2-5279BB09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959" y="3573530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E24A1C-1FF4-4533-A73E-D5C6FB1B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959" y="3920031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4C9980-66B8-4292-9CB7-8F293D11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959" y="3920031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FAC81E-45B8-4974-9B8C-48FD44B2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917025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3374F1-3F6B-4B85-8CEA-78CAA75B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917025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BE0317-C25C-4FED-BE0F-D00BCB82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1263526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8B4F4D-689A-4097-AA4B-8F9BD81C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1263526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1DCCBE-A446-44EF-BE00-117566A1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1494526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FA6814-A778-40DC-9A29-FFB720A3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1494526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7D4425-F00F-4BD8-AA7E-45BE27C0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1725527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F14C04-6C4D-469F-8EBB-0C0F231B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1725527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CF6322-FE69-4EB9-9C37-06BEAC67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1956527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4675EA-7203-40A9-9043-D6196266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1956527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DDCE67-028E-4AEA-9F7A-67F9757C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2187528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C4C9E7-1D05-4D97-87A2-D36097A8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2187528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BD84EE-2343-48B3-BEBC-97BD1EEB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2649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8DF0F5-DAFD-4603-BF8F-E7CE2AEF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2649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B6BEA6-BB5E-4ADC-A19F-45EE97CF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2880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B025D7-679E-41D5-88BB-B948EB56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2880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1E62CF-4738-44C9-98D5-EC12A95E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3111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4344FC-DB66-4257-969C-E9DDD1C2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3111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A62002-4CAA-419C-8484-E2EEF554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3342530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3D5835-4F75-413F-9611-B023BB9C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3342530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F7DEDC-1664-46B9-A523-3EBFEF8A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3573530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B3BDCD-A515-476D-AD59-44308CE1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3573530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CB3E12-CE75-490F-AA27-194FBDF7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3920031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262D20-D162-473E-8BCE-A800E902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3920031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96B6AE-988E-43EB-8066-B2DA826B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58" y="4497532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7B7D91-A8C9-4FF2-A3BA-EAB1ACE7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58" y="4497532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F051FD-DD62-4F6E-B3A6-222AFFE3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58" y="4728532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59ACBF-7AB9-4388-8372-ADDF3838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58" y="4728532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FBF1D7-438A-49F9-ABAF-CC3A6A98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958" y="4497532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0773C0-CDBC-4152-A52F-EBA22D01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958" y="4497532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59D7FE-5AF5-4F97-B331-29825D0A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958" y="4728532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1F8CDA-7AEA-4FE4-AE1F-7BBB6E54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958" y="4728532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0BCA09-F846-451F-87EB-C385D5B3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59" y="4497532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03A37D-DFAF-43B9-8196-725623EF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59" y="4497532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200B23-BFAA-442E-9547-B1077512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59" y="4728532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FB2A08-620C-42D9-9206-FECBC3C2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59" y="4728532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1B96DE-A2A7-4911-8247-1554196A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959" y="4497532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04F275-50FA-43DA-9C89-F4989950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959" y="4497532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CF59F2-E0DA-4F03-A3D6-3FD5CB18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959" y="4728532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8268FA-A88A-4958-8EE5-EA0BDD38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959" y="4728532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A0AE28-3615-4D8E-A2F3-E03C5ABA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959" y="4497532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5A6611-4CC3-419D-B70B-BCDC32CE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959" y="4497532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4C5888-D67D-41D8-BEFD-141F8B90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959" y="4728532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2509CE-CA39-43E4-BECA-E11A3561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959" y="4728532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9B63FA-3DC8-4F73-A474-749C7883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4497532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464E49-8B4D-4DC0-807F-FF987E28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4497532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16EAE6-4F72-48F7-AB9F-CAA3EC80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4728532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8C0F90-6BB3-483E-B428-01918DC4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4728532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D550EA-7B68-4CD2-BCD2-B512BC94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58" y="5421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1EC69D-DA08-466D-9054-41713595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58" y="5421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094010-AC20-43A8-AFC0-666111C5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58" y="5883534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A92B0A-4054-4E7B-A333-CF1BD5CA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58" y="5883534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772467-58F1-41CA-B382-CC50607A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958" y="5421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816D83-623B-41AA-9760-51A2F69C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958" y="5421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74AA4E-A3B4-475F-B5D9-782FBF26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958" y="5883534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2EBDEF-AD09-40C6-B987-8F1F32F9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958" y="5883534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BE72BF-67FA-49DC-ABB5-B4A42324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59" y="5421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984B85-C325-440A-A665-9CAE851D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59" y="5421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5D70EF-9F78-49ED-A2F1-E4D10A7A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59" y="5883534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3A82F9-91B9-4BB3-8B6A-3B16E121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59" y="5883534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A15D89-B350-40C2-84E0-B92A76BE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959" y="5421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95CE73-D6C6-41E5-9B21-CAD5FCF5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959" y="5421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ECF708-5805-4593-952D-4AD3E60B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959" y="5883534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F3100B-7580-4B59-8407-113A9276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959" y="5883534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C55916-76BD-49D4-8216-54F0ECDC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959" y="5421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5E2A7C-32E7-4E4F-9F34-6D7E4D0E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959" y="5421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C954E2-0AE5-4D73-86F3-6AE70DBE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959" y="5883534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647EC0-11E5-4FCD-A95F-D497CC6F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959" y="5883534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D954BE-89E5-494A-BA8E-AD9C496A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5421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A0B851-F236-4F82-969B-ABF27900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5421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E818AC-997B-44C2-BA67-40870B57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5883534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FD115D-82BC-44A6-BE1A-7CFD94E2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5883534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319" name="Text A">
            <a:extLst xmlns:a="http://schemas.openxmlformats.org/drawingml/2006/main">
              <a:ext uri="{FF2B5EF4-FFF2-40B4-BE49-F238E27FC236}">
                <a16:creationId xmlns:a16="http://schemas.microsoft.com/office/drawing/2014/main" id="{32347E03-4BAA-4C1B-87D6-292296BD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5776" y="791239"/>
            <a:ext cx="101108" cy="92581"/>
          </a:xfrm>
          <a:custGeom xmlns:a="http://schemas.openxmlformats.org/drawingml/2006/main">
            <a:pathLst>
              <a:path w="101108" h="92581">
                <a:moveTo>
                  <a:pt x="13468" y="46290"/>
                </a:moveTo>
                <a:lnTo>
                  <a:pt x="63751" y="64834"/>
                </a:lnTo>
                <a:lnTo>
                  <a:pt x="63751" y="27679"/>
                </a:lnTo>
                <a:lnTo>
                  <a:pt x="13468" y="46290"/>
                </a:lnTo>
                <a:moveTo>
                  <a:pt x="0" y="54005"/>
                </a:moveTo>
                <a:lnTo>
                  <a:pt x="0" y="38508"/>
                </a:lnTo>
                <a:lnTo>
                  <a:pt x="101108" y="0"/>
                </a:lnTo>
                <a:lnTo>
                  <a:pt x="101108" y="14212"/>
                </a:lnTo>
                <a:lnTo>
                  <a:pt x="75120" y="23416"/>
                </a:lnTo>
                <a:lnTo>
                  <a:pt x="75120" y="68962"/>
                </a:lnTo>
                <a:lnTo>
                  <a:pt x="101108" y="78166"/>
                </a:lnTo>
                <a:lnTo>
                  <a:pt x="101108" y="92581"/>
                </a:lnTo>
                <a:lnTo>
                  <a:pt x="0" y="540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" name="Text M">
            <a:extLst xmlns:a="http://schemas.openxmlformats.org/drawingml/2006/main">
              <a:ext uri="{FF2B5EF4-FFF2-40B4-BE49-F238E27FC236}">
                <a16:creationId xmlns:a16="http://schemas.microsoft.com/office/drawing/2014/main" id="{60E7872B-3C19-4FCF-94D6-9EC9E8C7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5776" y="684051"/>
            <a:ext cx="101108" cy="92445"/>
          </a:xfrm>
          <a:custGeom xmlns:a="http://schemas.openxmlformats.org/drawingml/2006/main">
            <a:pathLst>
              <a:path w="101108" h="92445">
                <a:moveTo>
                  <a:pt x="0" y="92445"/>
                </a:moveTo>
                <a:lnTo>
                  <a:pt x="0" y="72075"/>
                </a:lnTo>
                <a:lnTo>
                  <a:pt x="68759" y="46290"/>
                </a:lnTo>
                <a:lnTo>
                  <a:pt x="0" y="20370"/>
                </a:lnTo>
                <a:lnTo>
                  <a:pt x="0" y="0"/>
                </a:lnTo>
                <a:lnTo>
                  <a:pt x="101108" y="0"/>
                </a:lnTo>
                <a:lnTo>
                  <a:pt x="101108" y="13332"/>
                </a:lnTo>
                <a:lnTo>
                  <a:pt x="12317" y="13332"/>
                </a:lnTo>
                <a:lnTo>
                  <a:pt x="81617" y="39387"/>
                </a:lnTo>
                <a:lnTo>
                  <a:pt x="81617" y="53126"/>
                </a:lnTo>
                <a:lnTo>
                  <a:pt x="12317" y="79181"/>
                </a:lnTo>
                <a:lnTo>
                  <a:pt x="101108" y="79181"/>
                </a:lnTo>
                <a:lnTo>
                  <a:pt x="101108" y="92445"/>
                </a:lnTo>
                <a:lnTo>
                  <a:pt x="0" y="924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" name="Text D">
            <a:extLst xmlns:a="http://schemas.openxmlformats.org/drawingml/2006/main">
              <a:ext uri="{FF2B5EF4-FFF2-40B4-BE49-F238E27FC236}">
                <a16:creationId xmlns:a16="http://schemas.microsoft.com/office/drawing/2014/main" id="{85CDA721-ECE3-4D04-86C7-88BE6502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5776" y="571951"/>
            <a:ext cx="101108" cy="84933"/>
          </a:xfrm>
          <a:custGeom xmlns:a="http://schemas.openxmlformats.org/drawingml/2006/main">
            <a:pathLst>
              <a:path w="101108" h="84933">
                <a:moveTo>
                  <a:pt x="11234" y="71263"/>
                </a:moveTo>
                <a:lnTo>
                  <a:pt x="89874" y="71263"/>
                </a:lnTo>
                <a:lnTo>
                  <a:pt x="89874" y="54750"/>
                </a:lnTo>
                <a:cubicBezTo>
                  <a:pt x="89874" y="40809"/>
                  <a:pt x="86713" y="30601"/>
                  <a:pt x="80391" y="24126"/>
                </a:cubicBezTo>
                <a:cubicBezTo>
                  <a:pt x="74068" y="17652"/>
                  <a:pt x="64089" y="14415"/>
                  <a:pt x="50452" y="14415"/>
                </a:cubicBezTo>
                <a:cubicBezTo>
                  <a:pt x="36906" y="14415"/>
                  <a:pt x="26983" y="17652"/>
                  <a:pt x="20683" y="24126"/>
                </a:cubicBezTo>
                <a:cubicBezTo>
                  <a:pt x="14384" y="30601"/>
                  <a:pt x="11234" y="40809"/>
                  <a:pt x="11234" y="54750"/>
                </a:cubicBezTo>
                <a:lnTo>
                  <a:pt x="11234" y="71263"/>
                </a:lnTo>
                <a:moveTo>
                  <a:pt x="0" y="84933"/>
                </a:moveTo>
                <a:lnTo>
                  <a:pt x="0" y="56848"/>
                </a:lnTo>
                <a:cubicBezTo>
                  <a:pt x="0" y="37267"/>
                  <a:pt x="4075" y="22897"/>
                  <a:pt x="12224" y="13738"/>
                </a:cubicBezTo>
                <a:cubicBezTo>
                  <a:pt x="20373" y="4579"/>
                  <a:pt x="33116" y="0"/>
                  <a:pt x="50452" y="0"/>
                </a:cubicBezTo>
                <a:cubicBezTo>
                  <a:pt x="67879" y="0"/>
                  <a:pt x="80678" y="4602"/>
                  <a:pt x="88850" y="13806"/>
                </a:cubicBezTo>
                <a:cubicBezTo>
                  <a:pt x="97022" y="23010"/>
                  <a:pt x="101108" y="37357"/>
                  <a:pt x="101108" y="56848"/>
                </a:cubicBezTo>
                <a:lnTo>
                  <a:pt x="101108" y="84933"/>
                </a:lnTo>
                <a:lnTo>
                  <a:pt x="0" y="849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" name="Text 1">
            <a:extLst xmlns:a="http://schemas.openxmlformats.org/drawingml/2006/main">
              <a:ext uri="{FF2B5EF4-FFF2-40B4-BE49-F238E27FC236}">
                <a16:creationId xmlns:a16="http://schemas.microsoft.com/office/drawing/2014/main" id="{3D9DC8DD-CE6A-46A7-B351-98EA545B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5776" y="488375"/>
            <a:ext cx="101108" cy="60164"/>
          </a:xfrm>
          <a:custGeom xmlns:a="http://schemas.openxmlformats.org/drawingml/2006/main">
            <a:pathLst>
              <a:path w="101108" h="60164">
                <a:moveTo>
                  <a:pt x="89603" y="58201"/>
                </a:moveTo>
                <a:lnTo>
                  <a:pt x="89603" y="35868"/>
                </a:lnTo>
                <a:lnTo>
                  <a:pt x="12452" y="35868"/>
                </a:lnTo>
                <a:lnTo>
                  <a:pt x="17325" y="60164"/>
                </a:lnTo>
                <a:lnTo>
                  <a:pt x="4873" y="60164"/>
                </a:lnTo>
                <a:lnTo>
                  <a:pt x="0" y="36004"/>
                </a:lnTo>
                <a:lnTo>
                  <a:pt x="0" y="22333"/>
                </a:lnTo>
                <a:lnTo>
                  <a:pt x="89603" y="22333"/>
                </a:lnTo>
                <a:lnTo>
                  <a:pt x="89603" y="0"/>
                </a:lnTo>
                <a:lnTo>
                  <a:pt x="101108" y="0"/>
                </a:lnTo>
                <a:lnTo>
                  <a:pt x="101108" y="58201"/>
                </a:lnTo>
                <a:lnTo>
                  <a:pt x="89603" y="582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" name="Text A">
            <a:extLst xmlns:a="http://schemas.openxmlformats.org/drawingml/2006/main">
              <a:ext uri="{FF2B5EF4-FFF2-40B4-BE49-F238E27FC236}">
                <a16:creationId xmlns:a16="http://schemas.microsoft.com/office/drawing/2014/main" id="{0DC7CDDF-40ED-4406-8A9C-0A58337B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777" y="791239"/>
            <a:ext cx="101108" cy="92581"/>
          </a:xfrm>
          <a:custGeom xmlns:a="http://schemas.openxmlformats.org/drawingml/2006/main">
            <a:pathLst>
              <a:path w="101108" h="92581">
                <a:moveTo>
                  <a:pt x="13468" y="46290"/>
                </a:moveTo>
                <a:lnTo>
                  <a:pt x="63751" y="64834"/>
                </a:lnTo>
                <a:lnTo>
                  <a:pt x="63751" y="27679"/>
                </a:lnTo>
                <a:lnTo>
                  <a:pt x="13468" y="46290"/>
                </a:lnTo>
                <a:moveTo>
                  <a:pt x="0" y="54005"/>
                </a:moveTo>
                <a:lnTo>
                  <a:pt x="0" y="38508"/>
                </a:lnTo>
                <a:lnTo>
                  <a:pt x="101108" y="0"/>
                </a:lnTo>
                <a:lnTo>
                  <a:pt x="101108" y="14212"/>
                </a:lnTo>
                <a:lnTo>
                  <a:pt x="75120" y="23416"/>
                </a:lnTo>
                <a:lnTo>
                  <a:pt x="75120" y="68962"/>
                </a:lnTo>
                <a:lnTo>
                  <a:pt x="101108" y="78166"/>
                </a:lnTo>
                <a:lnTo>
                  <a:pt x="101108" y="92581"/>
                </a:lnTo>
                <a:lnTo>
                  <a:pt x="0" y="540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" name="Text M">
            <a:extLst xmlns:a="http://schemas.openxmlformats.org/drawingml/2006/main">
              <a:ext uri="{FF2B5EF4-FFF2-40B4-BE49-F238E27FC236}">
                <a16:creationId xmlns:a16="http://schemas.microsoft.com/office/drawing/2014/main" id="{E45A31E0-B8C8-421A-87E9-335159EF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777" y="684051"/>
            <a:ext cx="101108" cy="92445"/>
          </a:xfrm>
          <a:custGeom xmlns:a="http://schemas.openxmlformats.org/drawingml/2006/main">
            <a:pathLst>
              <a:path w="101108" h="92445">
                <a:moveTo>
                  <a:pt x="0" y="92445"/>
                </a:moveTo>
                <a:lnTo>
                  <a:pt x="0" y="72075"/>
                </a:lnTo>
                <a:lnTo>
                  <a:pt x="68759" y="46290"/>
                </a:lnTo>
                <a:lnTo>
                  <a:pt x="0" y="20370"/>
                </a:lnTo>
                <a:lnTo>
                  <a:pt x="0" y="0"/>
                </a:lnTo>
                <a:lnTo>
                  <a:pt x="101108" y="0"/>
                </a:lnTo>
                <a:lnTo>
                  <a:pt x="101108" y="13332"/>
                </a:lnTo>
                <a:lnTo>
                  <a:pt x="12317" y="13332"/>
                </a:lnTo>
                <a:lnTo>
                  <a:pt x="81617" y="39387"/>
                </a:lnTo>
                <a:lnTo>
                  <a:pt x="81617" y="53126"/>
                </a:lnTo>
                <a:lnTo>
                  <a:pt x="12317" y="79181"/>
                </a:lnTo>
                <a:lnTo>
                  <a:pt x="101108" y="79181"/>
                </a:lnTo>
                <a:lnTo>
                  <a:pt x="101108" y="92445"/>
                </a:lnTo>
                <a:lnTo>
                  <a:pt x="0" y="924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" name="Text D">
            <a:extLst xmlns:a="http://schemas.openxmlformats.org/drawingml/2006/main">
              <a:ext uri="{FF2B5EF4-FFF2-40B4-BE49-F238E27FC236}">
                <a16:creationId xmlns:a16="http://schemas.microsoft.com/office/drawing/2014/main" id="{4C96221B-EF31-44A2-9FBF-C3F2E2DC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777" y="571952"/>
            <a:ext cx="101108" cy="84933"/>
          </a:xfrm>
          <a:custGeom xmlns:a="http://schemas.openxmlformats.org/drawingml/2006/main">
            <a:pathLst>
              <a:path w="101108" h="84933">
                <a:moveTo>
                  <a:pt x="11234" y="71263"/>
                </a:moveTo>
                <a:lnTo>
                  <a:pt x="89874" y="71263"/>
                </a:lnTo>
                <a:lnTo>
                  <a:pt x="89874" y="54750"/>
                </a:lnTo>
                <a:cubicBezTo>
                  <a:pt x="89874" y="40809"/>
                  <a:pt x="86713" y="30601"/>
                  <a:pt x="80391" y="24126"/>
                </a:cubicBezTo>
                <a:cubicBezTo>
                  <a:pt x="74068" y="17652"/>
                  <a:pt x="64089" y="14415"/>
                  <a:pt x="50452" y="14415"/>
                </a:cubicBezTo>
                <a:cubicBezTo>
                  <a:pt x="36906" y="14415"/>
                  <a:pt x="26983" y="17652"/>
                  <a:pt x="20683" y="24126"/>
                </a:cubicBezTo>
                <a:cubicBezTo>
                  <a:pt x="14384" y="30601"/>
                  <a:pt x="11234" y="40809"/>
                  <a:pt x="11234" y="54750"/>
                </a:cubicBezTo>
                <a:lnTo>
                  <a:pt x="11234" y="71263"/>
                </a:lnTo>
                <a:moveTo>
                  <a:pt x="0" y="84933"/>
                </a:moveTo>
                <a:lnTo>
                  <a:pt x="0" y="56848"/>
                </a:lnTo>
                <a:cubicBezTo>
                  <a:pt x="0" y="37267"/>
                  <a:pt x="4075" y="22897"/>
                  <a:pt x="12224" y="13738"/>
                </a:cubicBezTo>
                <a:cubicBezTo>
                  <a:pt x="20373" y="4579"/>
                  <a:pt x="33116" y="0"/>
                  <a:pt x="50452" y="0"/>
                </a:cubicBezTo>
                <a:cubicBezTo>
                  <a:pt x="67879" y="0"/>
                  <a:pt x="80678" y="4602"/>
                  <a:pt x="88850" y="13806"/>
                </a:cubicBezTo>
                <a:cubicBezTo>
                  <a:pt x="97022" y="23010"/>
                  <a:pt x="101108" y="37357"/>
                  <a:pt x="101108" y="56848"/>
                </a:cubicBezTo>
                <a:lnTo>
                  <a:pt x="101108" y="84933"/>
                </a:lnTo>
                <a:lnTo>
                  <a:pt x="0" y="849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" name="Text 2">
            <a:extLst xmlns:a="http://schemas.openxmlformats.org/drawingml/2006/main">
              <a:ext uri="{FF2B5EF4-FFF2-40B4-BE49-F238E27FC236}">
                <a16:creationId xmlns:a16="http://schemas.microsoft.com/office/drawing/2014/main" id="{5FC9CB8B-5C60-430F-A74D-A9DBE7F7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5017" y="489457"/>
            <a:ext cx="102867" cy="64157"/>
          </a:xfrm>
          <a:custGeom xmlns:a="http://schemas.openxmlformats.org/drawingml/2006/main">
            <a:pathLst>
              <a:path w="102867" h="64157">
                <a:moveTo>
                  <a:pt x="91362" y="47712"/>
                </a:moveTo>
                <a:lnTo>
                  <a:pt x="91362" y="0"/>
                </a:lnTo>
                <a:lnTo>
                  <a:pt x="102867" y="0"/>
                </a:lnTo>
                <a:lnTo>
                  <a:pt x="102867" y="64157"/>
                </a:lnTo>
                <a:lnTo>
                  <a:pt x="91362" y="64157"/>
                </a:lnTo>
                <a:cubicBezTo>
                  <a:pt x="85994" y="58968"/>
                  <a:pt x="78786" y="51896"/>
                  <a:pt x="69740" y="42940"/>
                </a:cubicBezTo>
                <a:cubicBezTo>
                  <a:pt x="60694" y="33985"/>
                  <a:pt x="54863" y="28356"/>
                  <a:pt x="52246" y="26055"/>
                </a:cubicBezTo>
                <a:cubicBezTo>
                  <a:pt x="47328" y="21679"/>
                  <a:pt x="43166" y="18622"/>
                  <a:pt x="39760" y="16885"/>
                </a:cubicBezTo>
                <a:cubicBezTo>
                  <a:pt x="36353" y="15148"/>
                  <a:pt x="33003" y="14280"/>
                  <a:pt x="29710" y="14280"/>
                </a:cubicBezTo>
                <a:cubicBezTo>
                  <a:pt x="24341" y="14280"/>
                  <a:pt x="19964" y="16163"/>
                  <a:pt x="16581" y="19931"/>
                </a:cubicBezTo>
                <a:cubicBezTo>
                  <a:pt x="13197" y="23698"/>
                  <a:pt x="11505" y="28604"/>
                  <a:pt x="11505" y="34650"/>
                </a:cubicBezTo>
                <a:cubicBezTo>
                  <a:pt x="11505" y="38936"/>
                  <a:pt x="12255" y="43459"/>
                  <a:pt x="13755" y="48219"/>
                </a:cubicBezTo>
                <a:cubicBezTo>
                  <a:pt x="15255" y="52979"/>
                  <a:pt x="17528" y="58066"/>
                  <a:pt x="20573" y="63480"/>
                </a:cubicBezTo>
                <a:lnTo>
                  <a:pt x="6768" y="63480"/>
                </a:lnTo>
                <a:cubicBezTo>
                  <a:pt x="4534" y="57976"/>
                  <a:pt x="2848" y="52832"/>
                  <a:pt x="1709" y="48050"/>
                </a:cubicBezTo>
                <a:cubicBezTo>
                  <a:pt x="570" y="43267"/>
                  <a:pt x="0" y="38891"/>
                  <a:pt x="0" y="34921"/>
                </a:cubicBezTo>
                <a:cubicBezTo>
                  <a:pt x="0" y="24454"/>
                  <a:pt x="2617" y="16107"/>
                  <a:pt x="7850" y="9881"/>
                </a:cubicBezTo>
                <a:cubicBezTo>
                  <a:pt x="13084" y="3655"/>
                  <a:pt x="20077" y="541"/>
                  <a:pt x="28830" y="541"/>
                </a:cubicBezTo>
                <a:cubicBezTo>
                  <a:pt x="32981" y="541"/>
                  <a:pt x="36917" y="1320"/>
                  <a:pt x="40639" y="2876"/>
                </a:cubicBezTo>
                <a:cubicBezTo>
                  <a:pt x="44362" y="4433"/>
                  <a:pt x="48749" y="7264"/>
                  <a:pt x="53802" y="11370"/>
                </a:cubicBezTo>
                <a:cubicBezTo>
                  <a:pt x="55111" y="12497"/>
                  <a:pt x="58889" y="16084"/>
                  <a:pt x="65138" y="22130"/>
                </a:cubicBezTo>
                <a:cubicBezTo>
                  <a:pt x="71387" y="28176"/>
                  <a:pt x="80128" y="36703"/>
                  <a:pt x="91362" y="477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" name="Text A">
            <a:extLst xmlns:a="http://schemas.openxmlformats.org/drawingml/2006/main">
              <a:ext uri="{FF2B5EF4-FFF2-40B4-BE49-F238E27FC236}">
                <a16:creationId xmlns:a16="http://schemas.microsoft.com/office/drawing/2014/main" id="{B873E729-CBB3-40EA-A064-172273B4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7777" y="791239"/>
            <a:ext cx="101108" cy="92581"/>
          </a:xfrm>
          <a:custGeom xmlns:a="http://schemas.openxmlformats.org/drawingml/2006/main">
            <a:pathLst>
              <a:path w="101108" h="92581">
                <a:moveTo>
                  <a:pt x="13468" y="46290"/>
                </a:moveTo>
                <a:lnTo>
                  <a:pt x="63751" y="64834"/>
                </a:lnTo>
                <a:lnTo>
                  <a:pt x="63751" y="27679"/>
                </a:lnTo>
                <a:lnTo>
                  <a:pt x="13468" y="46290"/>
                </a:lnTo>
                <a:moveTo>
                  <a:pt x="0" y="54005"/>
                </a:moveTo>
                <a:lnTo>
                  <a:pt x="0" y="38508"/>
                </a:lnTo>
                <a:lnTo>
                  <a:pt x="101108" y="0"/>
                </a:lnTo>
                <a:lnTo>
                  <a:pt x="101108" y="14212"/>
                </a:lnTo>
                <a:lnTo>
                  <a:pt x="75120" y="23416"/>
                </a:lnTo>
                <a:lnTo>
                  <a:pt x="75120" y="68962"/>
                </a:lnTo>
                <a:lnTo>
                  <a:pt x="101108" y="78166"/>
                </a:lnTo>
                <a:lnTo>
                  <a:pt x="101108" y="92581"/>
                </a:lnTo>
                <a:lnTo>
                  <a:pt x="0" y="540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" name="Text M">
            <a:extLst xmlns:a="http://schemas.openxmlformats.org/drawingml/2006/main">
              <a:ext uri="{FF2B5EF4-FFF2-40B4-BE49-F238E27FC236}">
                <a16:creationId xmlns:a16="http://schemas.microsoft.com/office/drawing/2014/main" id="{49C7E8C4-1D8B-4FFD-B8A2-275E0E31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7777" y="684051"/>
            <a:ext cx="101108" cy="92445"/>
          </a:xfrm>
          <a:custGeom xmlns:a="http://schemas.openxmlformats.org/drawingml/2006/main">
            <a:pathLst>
              <a:path w="101108" h="92445">
                <a:moveTo>
                  <a:pt x="0" y="92445"/>
                </a:moveTo>
                <a:lnTo>
                  <a:pt x="0" y="72075"/>
                </a:lnTo>
                <a:lnTo>
                  <a:pt x="68759" y="46290"/>
                </a:lnTo>
                <a:lnTo>
                  <a:pt x="0" y="20370"/>
                </a:lnTo>
                <a:lnTo>
                  <a:pt x="0" y="0"/>
                </a:lnTo>
                <a:lnTo>
                  <a:pt x="101108" y="0"/>
                </a:lnTo>
                <a:lnTo>
                  <a:pt x="101108" y="13332"/>
                </a:lnTo>
                <a:lnTo>
                  <a:pt x="12317" y="13332"/>
                </a:lnTo>
                <a:lnTo>
                  <a:pt x="81617" y="39387"/>
                </a:lnTo>
                <a:lnTo>
                  <a:pt x="81617" y="53126"/>
                </a:lnTo>
                <a:lnTo>
                  <a:pt x="12317" y="79181"/>
                </a:lnTo>
                <a:lnTo>
                  <a:pt x="101108" y="79181"/>
                </a:lnTo>
                <a:lnTo>
                  <a:pt x="101108" y="92445"/>
                </a:lnTo>
                <a:lnTo>
                  <a:pt x="0" y="924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" name="Text D">
            <a:extLst xmlns:a="http://schemas.openxmlformats.org/drawingml/2006/main">
              <a:ext uri="{FF2B5EF4-FFF2-40B4-BE49-F238E27FC236}">
                <a16:creationId xmlns:a16="http://schemas.microsoft.com/office/drawing/2014/main" id="{F5D6C0E6-AAA5-404D-BE8D-B821BC99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7777" y="571951"/>
            <a:ext cx="101108" cy="84933"/>
          </a:xfrm>
          <a:custGeom xmlns:a="http://schemas.openxmlformats.org/drawingml/2006/main">
            <a:pathLst>
              <a:path w="101108" h="84933">
                <a:moveTo>
                  <a:pt x="11234" y="71263"/>
                </a:moveTo>
                <a:lnTo>
                  <a:pt x="89874" y="71263"/>
                </a:lnTo>
                <a:lnTo>
                  <a:pt x="89874" y="54750"/>
                </a:lnTo>
                <a:cubicBezTo>
                  <a:pt x="89874" y="40809"/>
                  <a:pt x="86713" y="30601"/>
                  <a:pt x="80391" y="24126"/>
                </a:cubicBezTo>
                <a:cubicBezTo>
                  <a:pt x="74068" y="17652"/>
                  <a:pt x="64089" y="14415"/>
                  <a:pt x="50452" y="14415"/>
                </a:cubicBezTo>
                <a:cubicBezTo>
                  <a:pt x="36906" y="14415"/>
                  <a:pt x="26983" y="17652"/>
                  <a:pt x="20683" y="24126"/>
                </a:cubicBezTo>
                <a:cubicBezTo>
                  <a:pt x="14384" y="30601"/>
                  <a:pt x="11234" y="40809"/>
                  <a:pt x="11234" y="54750"/>
                </a:cubicBezTo>
                <a:lnTo>
                  <a:pt x="11234" y="71263"/>
                </a:lnTo>
                <a:moveTo>
                  <a:pt x="0" y="84933"/>
                </a:moveTo>
                <a:lnTo>
                  <a:pt x="0" y="56848"/>
                </a:lnTo>
                <a:cubicBezTo>
                  <a:pt x="0" y="37267"/>
                  <a:pt x="4075" y="22897"/>
                  <a:pt x="12224" y="13738"/>
                </a:cubicBezTo>
                <a:cubicBezTo>
                  <a:pt x="20373" y="4579"/>
                  <a:pt x="33116" y="0"/>
                  <a:pt x="50452" y="0"/>
                </a:cubicBezTo>
                <a:cubicBezTo>
                  <a:pt x="67879" y="0"/>
                  <a:pt x="80678" y="4602"/>
                  <a:pt x="88850" y="13806"/>
                </a:cubicBezTo>
                <a:cubicBezTo>
                  <a:pt x="97022" y="23010"/>
                  <a:pt x="101108" y="37357"/>
                  <a:pt x="101108" y="56848"/>
                </a:cubicBezTo>
                <a:lnTo>
                  <a:pt x="101108" y="84933"/>
                </a:lnTo>
                <a:lnTo>
                  <a:pt x="0" y="849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" name="Text 3">
            <a:extLst xmlns:a="http://schemas.openxmlformats.org/drawingml/2006/main">
              <a:ext uri="{FF2B5EF4-FFF2-40B4-BE49-F238E27FC236}">
                <a16:creationId xmlns:a16="http://schemas.microsoft.com/office/drawing/2014/main" id="{3298FEA4-34F5-42EC-BEEB-850D6606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6017" y="486683"/>
            <a:ext cx="104898" cy="66525"/>
          </a:xfrm>
          <a:custGeom xmlns:a="http://schemas.openxmlformats.org/drawingml/2006/main">
            <a:pathLst>
              <a:path w="104898" h="66525">
                <a:moveTo>
                  <a:pt x="48321" y="20844"/>
                </a:moveTo>
                <a:cubicBezTo>
                  <a:pt x="49722" y="14302"/>
                  <a:pt x="52639" y="9193"/>
                  <a:pt x="57072" y="5516"/>
                </a:cubicBezTo>
                <a:cubicBezTo>
                  <a:pt x="61503" y="1839"/>
                  <a:pt x="66975" y="0"/>
                  <a:pt x="73488" y="0"/>
                </a:cubicBezTo>
                <a:cubicBezTo>
                  <a:pt x="83482" y="0"/>
                  <a:pt x="91217" y="3429"/>
                  <a:pt x="96690" y="10287"/>
                </a:cubicBezTo>
                <a:cubicBezTo>
                  <a:pt x="102162" y="17145"/>
                  <a:pt x="104898" y="26890"/>
                  <a:pt x="104898" y="39523"/>
                </a:cubicBezTo>
                <a:cubicBezTo>
                  <a:pt x="104898" y="43764"/>
                  <a:pt x="104480" y="48129"/>
                  <a:pt x="103646" y="52618"/>
                </a:cubicBezTo>
                <a:cubicBezTo>
                  <a:pt x="102811" y="57107"/>
                  <a:pt x="101559" y="61743"/>
                  <a:pt x="99890" y="66525"/>
                </a:cubicBezTo>
                <a:lnTo>
                  <a:pt x="86625" y="66525"/>
                </a:lnTo>
                <a:cubicBezTo>
                  <a:pt x="88858" y="62736"/>
                  <a:pt x="90545" y="58585"/>
                  <a:pt x="91684" y="54073"/>
                </a:cubicBezTo>
                <a:cubicBezTo>
                  <a:pt x="92823" y="49561"/>
                  <a:pt x="93393" y="44847"/>
                  <a:pt x="93393" y="39929"/>
                </a:cubicBezTo>
                <a:cubicBezTo>
                  <a:pt x="93393" y="31357"/>
                  <a:pt x="91695" y="24826"/>
                  <a:pt x="88300" y="20337"/>
                </a:cubicBezTo>
                <a:cubicBezTo>
                  <a:pt x="84904" y="15847"/>
                  <a:pt x="79968" y="13603"/>
                  <a:pt x="73494" y="13603"/>
                </a:cubicBezTo>
                <a:cubicBezTo>
                  <a:pt x="67519" y="13603"/>
                  <a:pt x="62845" y="15690"/>
                  <a:pt x="59472" y="19863"/>
                </a:cubicBezTo>
                <a:cubicBezTo>
                  <a:pt x="56098" y="24036"/>
                  <a:pt x="54411" y="29845"/>
                  <a:pt x="54411" y="37289"/>
                </a:cubicBezTo>
                <a:lnTo>
                  <a:pt x="54411" y="49065"/>
                </a:lnTo>
                <a:lnTo>
                  <a:pt x="43177" y="49065"/>
                </a:lnTo>
                <a:lnTo>
                  <a:pt x="43177" y="36748"/>
                </a:lnTo>
                <a:cubicBezTo>
                  <a:pt x="43177" y="30026"/>
                  <a:pt x="41838" y="24882"/>
                  <a:pt x="39159" y="21318"/>
                </a:cubicBezTo>
                <a:cubicBezTo>
                  <a:pt x="36480" y="17754"/>
                  <a:pt x="32620" y="15972"/>
                  <a:pt x="27578" y="15972"/>
                </a:cubicBezTo>
                <a:cubicBezTo>
                  <a:pt x="22401" y="15972"/>
                  <a:pt x="18428" y="17810"/>
                  <a:pt x="15659" y="21487"/>
                </a:cubicBezTo>
                <a:cubicBezTo>
                  <a:pt x="12889" y="25164"/>
                  <a:pt x="11505" y="30432"/>
                  <a:pt x="11505" y="37289"/>
                </a:cubicBezTo>
                <a:cubicBezTo>
                  <a:pt x="11505" y="41034"/>
                  <a:pt x="11911" y="45050"/>
                  <a:pt x="12723" y="49336"/>
                </a:cubicBezTo>
                <a:cubicBezTo>
                  <a:pt x="13535" y="53622"/>
                  <a:pt x="14798" y="58337"/>
                  <a:pt x="16513" y="63480"/>
                </a:cubicBezTo>
                <a:lnTo>
                  <a:pt x="4331" y="63480"/>
                </a:lnTo>
                <a:cubicBezTo>
                  <a:pt x="2888" y="58292"/>
                  <a:pt x="1805" y="53430"/>
                  <a:pt x="1083" y="48896"/>
                </a:cubicBezTo>
                <a:cubicBezTo>
                  <a:pt x="361" y="44362"/>
                  <a:pt x="0" y="40087"/>
                  <a:pt x="0" y="36071"/>
                </a:cubicBezTo>
                <a:cubicBezTo>
                  <a:pt x="0" y="25694"/>
                  <a:pt x="2355" y="17483"/>
                  <a:pt x="7064" y="11437"/>
                </a:cubicBezTo>
                <a:cubicBezTo>
                  <a:pt x="11771" y="5392"/>
                  <a:pt x="18135" y="2369"/>
                  <a:pt x="26155" y="2369"/>
                </a:cubicBezTo>
                <a:cubicBezTo>
                  <a:pt x="31741" y="2369"/>
                  <a:pt x="36460" y="3970"/>
                  <a:pt x="40312" y="7174"/>
                </a:cubicBezTo>
                <a:cubicBezTo>
                  <a:pt x="44163" y="10377"/>
                  <a:pt x="46833" y="14934"/>
                  <a:pt x="48321" y="208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DFC3EA-DE29-4B29-A895-916E8B2A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58" y="385724"/>
            <a:ext cx="1155002" cy="10"/>
          </a:xfrm>
          <a:custGeom xmlns:a="http://schemas.openxmlformats.org/drawingml/2006/main">
            <a:pathLst>
              <a:path w="1155002" h="1" fill="none">
                <a:moveTo>
                  <a:pt x="0" y="0"/>
                </a:moveTo>
                <a:lnTo>
                  <a:pt x="11550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000000"/>
            </a:solidFill>
            <a:miter/>
          </a:ln>
        </p:spPr>
      </p:sp>
      <p:sp>
        <p:nvSpPr>
          <p:cNvPr id="332" name="Text I">
            <a:extLst xmlns:a="http://schemas.openxmlformats.org/drawingml/2006/main">
              <a:ext uri="{FF2B5EF4-FFF2-40B4-BE49-F238E27FC236}">
                <a16:creationId xmlns:a16="http://schemas.microsoft.com/office/drawing/2014/main" id="{034B8E84-5B97-417A-8F7B-90D98EB9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278" y="788689"/>
            <a:ext cx="101108" cy="13671"/>
          </a:xfrm>
          <a:custGeom xmlns:a="http://schemas.openxmlformats.org/drawingml/2006/main">
            <a:pathLst>
              <a:path w="101108" h="13671">
                <a:moveTo>
                  <a:pt x="0" y="13671"/>
                </a:moveTo>
                <a:lnTo>
                  <a:pt x="0" y="0"/>
                </a:lnTo>
                <a:lnTo>
                  <a:pt x="101108" y="0"/>
                </a:lnTo>
                <a:lnTo>
                  <a:pt x="101108" y="13671"/>
                </a:lnTo>
                <a:lnTo>
                  <a:pt x="0" y="136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" name="Text n">
            <a:extLst xmlns:a="http://schemas.openxmlformats.org/drawingml/2006/main">
              <a:ext uri="{FF2B5EF4-FFF2-40B4-BE49-F238E27FC236}">
                <a16:creationId xmlns:a16="http://schemas.microsoft.com/office/drawing/2014/main" id="{2A99B00D-7374-42A2-B353-ACF5B765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7694" y="699008"/>
            <a:ext cx="77692" cy="63480"/>
          </a:xfrm>
          <a:custGeom xmlns:a="http://schemas.openxmlformats.org/drawingml/2006/main">
            <a:pathLst>
              <a:path w="77692" h="63480">
                <a:moveTo>
                  <a:pt x="31943" y="0"/>
                </a:moveTo>
                <a:lnTo>
                  <a:pt x="77692" y="0"/>
                </a:lnTo>
                <a:lnTo>
                  <a:pt x="77692" y="12452"/>
                </a:lnTo>
                <a:lnTo>
                  <a:pt x="32349" y="12452"/>
                </a:lnTo>
                <a:cubicBezTo>
                  <a:pt x="25153" y="12452"/>
                  <a:pt x="19767" y="13851"/>
                  <a:pt x="16191" y="16648"/>
                </a:cubicBezTo>
                <a:cubicBezTo>
                  <a:pt x="12616" y="19446"/>
                  <a:pt x="10828" y="23641"/>
                  <a:pt x="10828" y="29236"/>
                </a:cubicBezTo>
                <a:cubicBezTo>
                  <a:pt x="10828" y="35958"/>
                  <a:pt x="12978" y="41260"/>
                  <a:pt x="17276" y="45140"/>
                </a:cubicBezTo>
                <a:cubicBezTo>
                  <a:pt x="21574" y="49020"/>
                  <a:pt x="27433" y="50960"/>
                  <a:pt x="34853" y="50960"/>
                </a:cubicBezTo>
                <a:lnTo>
                  <a:pt x="77692" y="50960"/>
                </a:lnTo>
                <a:lnTo>
                  <a:pt x="77692" y="63480"/>
                </a:lnTo>
                <a:lnTo>
                  <a:pt x="1895" y="63480"/>
                </a:lnTo>
                <a:lnTo>
                  <a:pt x="1895" y="50960"/>
                </a:lnTo>
                <a:lnTo>
                  <a:pt x="13671" y="50960"/>
                </a:lnTo>
                <a:cubicBezTo>
                  <a:pt x="9091" y="47982"/>
                  <a:pt x="5668" y="44474"/>
                  <a:pt x="3401" y="40436"/>
                </a:cubicBezTo>
                <a:cubicBezTo>
                  <a:pt x="1134" y="36398"/>
                  <a:pt x="0" y="31740"/>
                  <a:pt x="0" y="26461"/>
                </a:cubicBezTo>
                <a:cubicBezTo>
                  <a:pt x="0" y="17754"/>
                  <a:pt x="2701" y="11167"/>
                  <a:pt x="8104" y="6700"/>
                </a:cubicBezTo>
                <a:cubicBezTo>
                  <a:pt x="13507" y="2233"/>
                  <a:pt x="21453" y="0"/>
                  <a:pt x="3194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" name="Text t">
            <a:extLst xmlns:a="http://schemas.openxmlformats.org/drawingml/2006/main">
              <a:ext uri="{FF2B5EF4-FFF2-40B4-BE49-F238E27FC236}">
                <a16:creationId xmlns:a16="http://schemas.microsoft.com/office/drawing/2014/main" id="{6206FDB3-4ECA-4D27-BF92-210410FA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8068" y="636175"/>
            <a:ext cx="97318" cy="47305"/>
          </a:xfrm>
          <a:custGeom xmlns:a="http://schemas.openxmlformats.org/drawingml/2006/main">
            <a:pathLst>
              <a:path w="97318" h="47305">
                <a:moveTo>
                  <a:pt x="0" y="25649"/>
                </a:moveTo>
                <a:lnTo>
                  <a:pt x="21521" y="25649"/>
                </a:lnTo>
                <a:lnTo>
                  <a:pt x="21521" y="0"/>
                </a:lnTo>
                <a:lnTo>
                  <a:pt x="31266" y="0"/>
                </a:lnTo>
                <a:lnTo>
                  <a:pt x="31266" y="25649"/>
                </a:lnTo>
                <a:lnTo>
                  <a:pt x="72362" y="25649"/>
                </a:lnTo>
                <a:cubicBezTo>
                  <a:pt x="78536" y="25649"/>
                  <a:pt x="82503" y="24803"/>
                  <a:pt x="84261" y="23111"/>
                </a:cubicBezTo>
                <a:cubicBezTo>
                  <a:pt x="86017" y="21419"/>
                  <a:pt x="86896" y="17979"/>
                  <a:pt x="86896" y="12791"/>
                </a:cubicBezTo>
                <a:lnTo>
                  <a:pt x="86896" y="0"/>
                </a:lnTo>
                <a:lnTo>
                  <a:pt x="97318" y="0"/>
                </a:lnTo>
                <a:lnTo>
                  <a:pt x="97318" y="12791"/>
                </a:lnTo>
                <a:cubicBezTo>
                  <a:pt x="97318" y="22401"/>
                  <a:pt x="95526" y="29033"/>
                  <a:pt x="91942" y="32687"/>
                </a:cubicBezTo>
                <a:cubicBezTo>
                  <a:pt x="88357" y="36342"/>
                  <a:pt x="81830" y="38169"/>
                  <a:pt x="72362" y="38169"/>
                </a:cubicBezTo>
                <a:lnTo>
                  <a:pt x="31266" y="38169"/>
                </a:lnTo>
                <a:lnTo>
                  <a:pt x="31266" y="47305"/>
                </a:lnTo>
                <a:lnTo>
                  <a:pt x="21521" y="47305"/>
                </a:lnTo>
                <a:lnTo>
                  <a:pt x="21521" y="38169"/>
                </a:lnTo>
                <a:lnTo>
                  <a:pt x="0" y="38169"/>
                </a:lnTo>
                <a:lnTo>
                  <a:pt x="0" y="256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" name="Text 1">
            <a:extLst xmlns:a="http://schemas.openxmlformats.org/drawingml/2006/main">
              <a:ext uri="{FF2B5EF4-FFF2-40B4-BE49-F238E27FC236}">
                <a16:creationId xmlns:a16="http://schemas.microsoft.com/office/drawing/2014/main" id="{D0DB023F-9ACC-4E8B-9D0B-092F1410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278" y="557481"/>
            <a:ext cx="101108" cy="60164"/>
          </a:xfrm>
          <a:custGeom xmlns:a="http://schemas.openxmlformats.org/drawingml/2006/main">
            <a:pathLst>
              <a:path w="101108" h="60164">
                <a:moveTo>
                  <a:pt x="89603" y="58201"/>
                </a:moveTo>
                <a:lnTo>
                  <a:pt x="89603" y="35868"/>
                </a:lnTo>
                <a:lnTo>
                  <a:pt x="12452" y="35868"/>
                </a:lnTo>
                <a:lnTo>
                  <a:pt x="17325" y="60164"/>
                </a:lnTo>
                <a:lnTo>
                  <a:pt x="4873" y="60164"/>
                </a:lnTo>
                <a:lnTo>
                  <a:pt x="0" y="36004"/>
                </a:lnTo>
                <a:lnTo>
                  <a:pt x="0" y="22333"/>
                </a:lnTo>
                <a:lnTo>
                  <a:pt x="89603" y="22333"/>
                </a:lnTo>
                <a:lnTo>
                  <a:pt x="89603" y="0"/>
                </a:lnTo>
                <a:lnTo>
                  <a:pt x="101108" y="0"/>
                </a:lnTo>
                <a:lnTo>
                  <a:pt x="101108" y="58201"/>
                </a:lnTo>
                <a:lnTo>
                  <a:pt x="89603" y="582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" name="Text V2V">
            <a:extLst xmlns:a="http://schemas.openxmlformats.org/drawingml/2006/main">
              <a:ext uri="{FF2B5EF4-FFF2-40B4-BE49-F238E27FC236}">
                <a16:creationId xmlns:a16="http://schemas.microsoft.com/office/drawing/2014/main" id="{2E6EC7E9-37D7-483A-A0F0-993E5DB0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8808" y="150032"/>
            <a:ext cx="275533" cy="102867"/>
          </a:xfrm>
          <a:custGeom xmlns:a="http://schemas.openxmlformats.org/drawingml/2006/main">
            <a:pathLst>
              <a:path w="275533" h="102867">
                <a:moveTo>
                  <a:pt x="38575" y="102867"/>
                </a:moveTo>
                <a:lnTo>
                  <a:pt x="0" y="1760"/>
                </a:lnTo>
                <a:lnTo>
                  <a:pt x="14280" y="1760"/>
                </a:lnTo>
                <a:lnTo>
                  <a:pt x="46290" y="86885"/>
                </a:lnTo>
                <a:lnTo>
                  <a:pt x="78369" y="1760"/>
                </a:lnTo>
                <a:lnTo>
                  <a:pt x="92581" y="1760"/>
                </a:lnTo>
                <a:lnTo>
                  <a:pt x="54073" y="102867"/>
                </a:lnTo>
                <a:lnTo>
                  <a:pt x="38575" y="102867"/>
                </a:lnTo>
                <a:close/>
                <a:moveTo>
                  <a:pt x="120316" y="91362"/>
                </a:moveTo>
                <a:lnTo>
                  <a:pt x="168028" y="91362"/>
                </a:lnTo>
                <a:lnTo>
                  <a:pt x="168028" y="102867"/>
                </a:lnTo>
                <a:lnTo>
                  <a:pt x="103871" y="102867"/>
                </a:lnTo>
                <a:lnTo>
                  <a:pt x="103871" y="91362"/>
                </a:lnTo>
                <a:cubicBezTo>
                  <a:pt x="109060" y="85994"/>
                  <a:pt x="116132" y="78786"/>
                  <a:pt x="125087" y="69740"/>
                </a:cubicBezTo>
                <a:cubicBezTo>
                  <a:pt x="134043" y="60694"/>
                  <a:pt x="139672" y="54863"/>
                  <a:pt x="141973" y="52246"/>
                </a:cubicBezTo>
                <a:cubicBezTo>
                  <a:pt x="146349" y="47328"/>
                  <a:pt x="149406" y="43166"/>
                  <a:pt x="151143" y="39760"/>
                </a:cubicBezTo>
                <a:cubicBezTo>
                  <a:pt x="152880" y="36353"/>
                  <a:pt x="153748" y="33003"/>
                  <a:pt x="153748" y="29710"/>
                </a:cubicBezTo>
                <a:cubicBezTo>
                  <a:pt x="153748" y="24341"/>
                  <a:pt x="151865" y="19964"/>
                  <a:pt x="148097" y="16581"/>
                </a:cubicBezTo>
                <a:cubicBezTo>
                  <a:pt x="144330" y="13197"/>
                  <a:pt x="139423" y="11505"/>
                  <a:pt x="133378" y="11505"/>
                </a:cubicBezTo>
                <a:cubicBezTo>
                  <a:pt x="129092" y="11505"/>
                  <a:pt x="124569" y="12255"/>
                  <a:pt x="119809" y="13755"/>
                </a:cubicBezTo>
                <a:cubicBezTo>
                  <a:pt x="115049" y="15255"/>
                  <a:pt x="109962" y="17528"/>
                  <a:pt x="104548" y="20573"/>
                </a:cubicBezTo>
                <a:lnTo>
                  <a:pt x="104548" y="6768"/>
                </a:lnTo>
                <a:cubicBezTo>
                  <a:pt x="110052" y="4534"/>
                  <a:pt x="115196" y="2848"/>
                  <a:pt x="119978" y="1709"/>
                </a:cubicBezTo>
                <a:cubicBezTo>
                  <a:pt x="124760" y="570"/>
                  <a:pt x="129137" y="0"/>
                  <a:pt x="133107" y="0"/>
                </a:cubicBezTo>
                <a:cubicBezTo>
                  <a:pt x="143574" y="0"/>
                  <a:pt x="151921" y="2617"/>
                  <a:pt x="158147" y="7850"/>
                </a:cubicBezTo>
                <a:cubicBezTo>
                  <a:pt x="164373" y="13084"/>
                  <a:pt x="167486" y="20077"/>
                  <a:pt x="167486" y="28830"/>
                </a:cubicBezTo>
                <a:cubicBezTo>
                  <a:pt x="167486" y="32981"/>
                  <a:pt x="166708" y="36917"/>
                  <a:pt x="165152" y="40639"/>
                </a:cubicBezTo>
                <a:cubicBezTo>
                  <a:pt x="163595" y="44362"/>
                  <a:pt x="160764" y="48749"/>
                  <a:pt x="156658" y="53802"/>
                </a:cubicBezTo>
                <a:cubicBezTo>
                  <a:pt x="155530" y="55111"/>
                  <a:pt x="151944" y="58889"/>
                  <a:pt x="145898" y="65138"/>
                </a:cubicBezTo>
                <a:cubicBezTo>
                  <a:pt x="139852" y="71387"/>
                  <a:pt x="131325" y="80128"/>
                  <a:pt x="120316" y="91362"/>
                </a:cubicBezTo>
                <a:close/>
                <a:moveTo>
                  <a:pt x="221527" y="102867"/>
                </a:moveTo>
                <a:lnTo>
                  <a:pt x="182952" y="1760"/>
                </a:lnTo>
                <a:lnTo>
                  <a:pt x="197232" y="1760"/>
                </a:lnTo>
                <a:lnTo>
                  <a:pt x="229242" y="86885"/>
                </a:lnTo>
                <a:lnTo>
                  <a:pt x="261321" y="1760"/>
                </a:lnTo>
                <a:lnTo>
                  <a:pt x="275533" y="1760"/>
                </a:lnTo>
                <a:lnTo>
                  <a:pt x="237025" y="102867"/>
                </a:lnTo>
                <a:lnTo>
                  <a:pt x="221527" y="1028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79333D-5C8C-481E-82A4-65555E94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460" y="917025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B215F5-5A21-4495-8269-513E0479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460" y="917025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339" name="Text I">
            <a:extLst xmlns:a="http://schemas.openxmlformats.org/drawingml/2006/main">
              <a:ext uri="{FF2B5EF4-FFF2-40B4-BE49-F238E27FC236}">
                <a16:creationId xmlns:a16="http://schemas.microsoft.com/office/drawing/2014/main" id="{C8034C23-96EE-4DDA-81AF-7519BC44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5278" y="788689"/>
            <a:ext cx="101108" cy="13671"/>
          </a:xfrm>
          <a:custGeom xmlns:a="http://schemas.openxmlformats.org/drawingml/2006/main">
            <a:pathLst>
              <a:path w="101108" h="13671">
                <a:moveTo>
                  <a:pt x="0" y="13671"/>
                </a:moveTo>
                <a:lnTo>
                  <a:pt x="0" y="0"/>
                </a:lnTo>
                <a:lnTo>
                  <a:pt x="101108" y="0"/>
                </a:lnTo>
                <a:lnTo>
                  <a:pt x="101108" y="13671"/>
                </a:lnTo>
                <a:lnTo>
                  <a:pt x="0" y="136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" name="Text n">
            <a:extLst xmlns:a="http://schemas.openxmlformats.org/drawingml/2006/main">
              <a:ext uri="{FF2B5EF4-FFF2-40B4-BE49-F238E27FC236}">
                <a16:creationId xmlns:a16="http://schemas.microsoft.com/office/drawing/2014/main" id="{775982BA-D2CE-4313-8F8A-4917B9C8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694" y="699007"/>
            <a:ext cx="77692" cy="63480"/>
          </a:xfrm>
          <a:custGeom xmlns:a="http://schemas.openxmlformats.org/drawingml/2006/main">
            <a:pathLst>
              <a:path w="77692" h="63480">
                <a:moveTo>
                  <a:pt x="31943" y="0"/>
                </a:moveTo>
                <a:lnTo>
                  <a:pt x="77692" y="0"/>
                </a:lnTo>
                <a:lnTo>
                  <a:pt x="77692" y="12452"/>
                </a:lnTo>
                <a:lnTo>
                  <a:pt x="32349" y="12452"/>
                </a:lnTo>
                <a:cubicBezTo>
                  <a:pt x="25153" y="12452"/>
                  <a:pt x="19767" y="13851"/>
                  <a:pt x="16191" y="16648"/>
                </a:cubicBezTo>
                <a:cubicBezTo>
                  <a:pt x="12616" y="19446"/>
                  <a:pt x="10828" y="23641"/>
                  <a:pt x="10828" y="29236"/>
                </a:cubicBezTo>
                <a:cubicBezTo>
                  <a:pt x="10828" y="35958"/>
                  <a:pt x="12978" y="41260"/>
                  <a:pt x="17276" y="45140"/>
                </a:cubicBezTo>
                <a:cubicBezTo>
                  <a:pt x="21574" y="49020"/>
                  <a:pt x="27433" y="50960"/>
                  <a:pt x="34853" y="50960"/>
                </a:cubicBezTo>
                <a:lnTo>
                  <a:pt x="77692" y="50960"/>
                </a:lnTo>
                <a:lnTo>
                  <a:pt x="77692" y="63480"/>
                </a:lnTo>
                <a:lnTo>
                  <a:pt x="1895" y="63480"/>
                </a:lnTo>
                <a:lnTo>
                  <a:pt x="1895" y="50960"/>
                </a:lnTo>
                <a:lnTo>
                  <a:pt x="13671" y="50960"/>
                </a:lnTo>
                <a:cubicBezTo>
                  <a:pt x="9091" y="47982"/>
                  <a:pt x="5668" y="44474"/>
                  <a:pt x="3401" y="40436"/>
                </a:cubicBezTo>
                <a:cubicBezTo>
                  <a:pt x="1134" y="36398"/>
                  <a:pt x="0" y="31740"/>
                  <a:pt x="0" y="26461"/>
                </a:cubicBezTo>
                <a:cubicBezTo>
                  <a:pt x="0" y="17754"/>
                  <a:pt x="2701" y="11167"/>
                  <a:pt x="8104" y="6700"/>
                </a:cubicBezTo>
                <a:cubicBezTo>
                  <a:pt x="13507" y="2233"/>
                  <a:pt x="21453" y="0"/>
                  <a:pt x="3194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" name="Text t">
            <a:extLst xmlns:a="http://schemas.openxmlformats.org/drawingml/2006/main">
              <a:ext uri="{FF2B5EF4-FFF2-40B4-BE49-F238E27FC236}">
                <a16:creationId xmlns:a16="http://schemas.microsoft.com/office/drawing/2014/main" id="{4E43D1D3-A4C8-41A9-BD87-6D379994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068" y="636175"/>
            <a:ext cx="97318" cy="47305"/>
          </a:xfrm>
          <a:custGeom xmlns:a="http://schemas.openxmlformats.org/drawingml/2006/main">
            <a:pathLst>
              <a:path w="97318" h="47305">
                <a:moveTo>
                  <a:pt x="0" y="25649"/>
                </a:moveTo>
                <a:lnTo>
                  <a:pt x="21521" y="25649"/>
                </a:lnTo>
                <a:lnTo>
                  <a:pt x="21521" y="0"/>
                </a:lnTo>
                <a:lnTo>
                  <a:pt x="31266" y="0"/>
                </a:lnTo>
                <a:lnTo>
                  <a:pt x="31266" y="25649"/>
                </a:lnTo>
                <a:lnTo>
                  <a:pt x="72362" y="25649"/>
                </a:lnTo>
                <a:cubicBezTo>
                  <a:pt x="78536" y="25649"/>
                  <a:pt x="82503" y="24803"/>
                  <a:pt x="84261" y="23111"/>
                </a:cubicBezTo>
                <a:cubicBezTo>
                  <a:pt x="86017" y="21419"/>
                  <a:pt x="86896" y="17979"/>
                  <a:pt x="86896" y="12791"/>
                </a:cubicBezTo>
                <a:lnTo>
                  <a:pt x="86896" y="0"/>
                </a:lnTo>
                <a:lnTo>
                  <a:pt x="97318" y="0"/>
                </a:lnTo>
                <a:lnTo>
                  <a:pt x="97318" y="12791"/>
                </a:lnTo>
                <a:cubicBezTo>
                  <a:pt x="97318" y="22401"/>
                  <a:pt x="95526" y="29033"/>
                  <a:pt x="91942" y="32687"/>
                </a:cubicBezTo>
                <a:cubicBezTo>
                  <a:pt x="88357" y="36342"/>
                  <a:pt x="81830" y="38169"/>
                  <a:pt x="72362" y="38169"/>
                </a:cubicBezTo>
                <a:lnTo>
                  <a:pt x="31266" y="38169"/>
                </a:lnTo>
                <a:lnTo>
                  <a:pt x="31266" y="47305"/>
                </a:lnTo>
                <a:lnTo>
                  <a:pt x="21521" y="47305"/>
                </a:lnTo>
                <a:lnTo>
                  <a:pt x="21521" y="38169"/>
                </a:lnTo>
                <a:lnTo>
                  <a:pt x="0" y="38169"/>
                </a:lnTo>
                <a:lnTo>
                  <a:pt x="0" y="256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" name="Text 2">
            <a:extLst xmlns:a="http://schemas.openxmlformats.org/drawingml/2006/main">
              <a:ext uri="{FF2B5EF4-FFF2-40B4-BE49-F238E27FC236}">
                <a16:creationId xmlns:a16="http://schemas.microsoft.com/office/drawing/2014/main" id="{CB4D68D5-8817-470F-AE93-B26DB103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3519" y="558563"/>
            <a:ext cx="102867" cy="64157"/>
          </a:xfrm>
          <a:custGeom xmlns:a="http://schemas.openxmlformats.org/drawingml/2006/main">
            <a:pathLst>
              <a:path w="102867" h="64157">
                <a:moveTo>
                  <a:pt x="91362" y="47712"/>
                </a:moveTo>
                <a:lnTo>
                  <a:pt x="91362" y="0"/>
                </a:lnTo>
                <a:lnTo>
                  <a:pt x="102867" y="0"/>
                </a:lnTo>
                <a:lnTo>
                  <a:pt x="102867" y="64157"/>
                </a:lnTo>
                <a:lnTo>
                  <a:pt x="91362" y="64157"/>
                </a:lnTo>
                <a:cubicBezTo>
                  <a:pt x="85994" y="58968"/>
                  <a:pt x="78786" y="51896"/>
                  <a:pt x="69740" y="42940"/>
                </a:cubicBezTo>
                <a:cubicBezTo>
                  <a:pt x="60694" y="33985"/>
                  <a:pt x="54863" y="28356"/>
                  <a:pt x="52246" y="26055"/>
                </a:cubicBezTo>
                <a:cubicBezTo>
                  <a:pt x="47328" y="21679"/>
                  <a:pt x="43166" y="18622"/>
                  <a:pt x="39760" y="16885"/>
                </a:cubicBezTo>
                <a:cubicBezTo>
                  <a:pt x="36353" y="15148"/>
                  <a:pt x="33003" y="14280"/>
                  <a:pt x="29710" y="14280"/>
                </a:cubicBezTo>
                <a:cubicBezTo>
                  <a:pt x="24341" y="14280"/>
                  <a:pt x="19964" y="16163"/>
                  <a:pt x="16581" y="19931"/>
                </a:cubicBezTo>
                <a:cubicBezTo>
                  <a:pt x="13197" y="23698"/>
                  <a:pt x="11505" y="28604"/>
                  <a:pt x="11505" y="34650"/>
                </a:cubicBezTo>
                <a:cubicBezTo>
                  <a:pt x="11505" y="38936"/>
                  <a:pt x="12255" y="43459"/>
                  <a:pt x="13755" y="48219"/>
                </a:cubicBezTo>
                <a:cubicBezTo>
                  <a:pt x="15255" y="52979"/>
                  <a:pt x="17528" y="58066"/>
                  <a:pt x="20573" y="63480"/>
                </a:cubicBezTo>
                <a:lnTo>
                  <a:pt x="6768" y="63480"/>
                </a:lnTo>
                <a:cubicBezTo>
                  <a:pt x="4534" y="57976"/>
                  <a:pt x="2848" y="52832"/>
                  <a:pt x="1709" y="48050"/>
                </a:cubicBezTo>
                <a:cubicBezTo>
                  <a:pt x="570" y="43267"/>
                  <a:pt x="0" y="38891"/>
                  <a:pt x="0" y="34921"/>
                </a:cubicBezTo>
                <a:cubicBezTo>
                  <a:pt x="0" y="24454"/>
                  <a:pt x="2617" y="16107"/>
                  <a:pt x="7850" y="9881"/>
                </a:cubicBezTo>
                <a:cubicBezTo>
                  <a:pt x="13084" y="3655"/>
                  <a:pt x="20077" y="541"/>
                  <a:pt x="28830" y="541"/>
                </a:cubicBezTo>
                <a:cubicBezTo>
                  <a:pt x="32981" y="541"/>
                  <a:pt x="36917" y="1320"/>
                  <a:pt x="40639" y="2876"/>
                </a:cubicBezTo>
                <a:cubicBezTo>
                  <a:pt x="44362" y="4433"/>
                  <a:pt x="48749" y="7264"/>
                  <a:pt x="53802" y="11370"/>
                </a:cubicBezTo>
                <a:cubicBezTo>
                  <a:pt x="55111" y="12497"/>
                  <a:pt x="58889" y="16084"/>
                  <a:pt x="65138" y="22130"/>
                </a:cubicBezTo>
                <a:cubicBezTo>
                  <a:pt x="71387" y="28176"/>
                  <a:pt x="80128" y="36703"/>
                  <a:pt x="91362" y="477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0AAFF2-6061-4FFD-9F93-24646AAE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460" y="3920031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F64F65-1264-45D3-9031-6FEFE8D4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460" y="3920031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F1B6DF-83A9-4262-935F-BBDB0EF2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460" y="4266531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AC43A7-0D1E-4350-841D-537660BE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460" y="4266531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347" name="Text I">
            <a:extLst xmlns:a="http://schemas.openxmlformats.org/drawingml/2006/main">
              <a:ext uri="{FF2B5EF4-FFF2-40B4-BE49-F238E27FC236}">
                <a16:creationId xmlns:a16="http://schemas.microsoft.com/office/drawing/2014/main" id="{76DB4FA2-555D-4323-A347-A2883A18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279" y="788689"/>
            <a:ext cx="101108" cy="13671"/>
          </a:xfrm>
          <a:custGeom xmlns:a="http://schemas.openxmlformats.org/drawingml/2006/main">
            <a:pathLst>
              <a:path w="101108" h="13671">
                <a:moveTo>
                  <a:pt x="0" y="13671"/>
                </a:moveTo>
                <a:lnTo>
                  <a:pt x="0" y="0"/>
                </a:lnTo>
                <a:lnTo>
                  <a:pt x="101108" y="0"/>
                </a:lnTo>
                <a:lnTo>
                  <a:pt x="101108" y="13671"/>
                </a:lnTo>
                <a:lnTo>
                  <a:pt x="0" y="136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" name="Text n">
            <a:extLst xmlns:a="http://schemas.openxmlformats.org/drawingml/2006/main">
              <a:ext uri="{FF2B5EF4-FFF2-40B4-BE49-F238E27FC236}">
                <a16:creationId xmlns:a16="http://schemas.microsoft.com/office/drawing/2014/main" id="{3783BD83-8FC2-44E8-B3C2-2B15CD7C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9694" y="699007"/>
            <a:ext cx="77692" cy="63480"/>
          </a:xfrm>
          <a:custGeom xmlns:a="http://schemas.openxmlformats.org/drawingml/2006/main">
            <a:pathLst>
              <a:path w="77692" h="63480">
                <a:moveTo>
                  <a:pt x="31943" y="0"/>
                </a:moveTo>
                <a:lnTo>
                  <a:pt x="77692" y="0"/>
                </a:lnTo>
                <a:lnTo>
                  <a:pt x="77692" y="12452"/>
                </a:lnTo>
                <a:lnTo>
                  <a:pt x="32349" y="12452"/>
                </a:lnTo>
                <a:cubicBezTo>
                  <a:pt x="25153" y="12452"/>
                  <a:pt x="19767" y="13851"/>
                  <a:pt x="16191" y="16648"/>
                </a:cubicBezTo>
                <a:cubicBezTo>
                  <a:pt x="12616" y="19446"/>
                  <a:pt x="10828" y="23641"/>
                  <a:pt x="10828" y="29236"/>
                </a:cubicBezTo>
                <a:cubicBezTo>
                  <a:pt x="10828" y="35958"/>
                  <a:pt x="12978" y="41260"/>
                  <a:pt x="17276" y="45140"/>
                </a:cubicBezTo>
                <a:cubicBezTo>
                  <a:pt x="21574" y="49020"/>
                  <a:pt x="27433" y="50960"/>
                  <a:pt x="34853" y="50960"/>
                </a:cubicBezTo>
                <a:lnTo>
                  <a:pt x="77692" y="50960"/>
                </a:lnTo>
                <a:lnTo>
                  <a:pt x="77692" y="63480"/>
                </a:lnTo>
                <a:lnTo>
                  <a:pt x="1895" y="63480"/>
                </a:lnTo>
                <a:lnTo>
                  <a:pt x="1895" y="50960"/>
                </a:lnTo>
                <a:lnTo>
                  <a:pt x="13671" y="50960"/>
                </a:lnTo>
                <a:cubicBezTo>
                  <a:pt x="9091" y="47982"/>
                  <a:pt x="5668" y="44474"/>
                  <a:pt x="3401" y="40436"/>
                </a:cubicBezTo>
                <a:cubicBezTo>
                  <a:pt x="1134" y="36398"/>
                  <a:pt x="0" y="31740"/>
                  <a:pt x="0" y="26461"/>
                </a:cubicBezTo>
                <a:cubicBezTo>
                  <a:pt x="0" y="17754"/>
                  <a:pt x="2701" y="11167"/>
                  <a:pt x="8104" y="6700"/>
                </a:cubicBezTo>
                <a:cubicBezTo>
                  <a:pt x="13507" y="2233"/>
                  <a:pt x="21453" y="0"/>
                  <a:pt x="3194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" name="Text t">
            <a:extLst xmlns:a="http://schemas.openxmlformats.org/drawingml/2006/main">
              <a:ext uri="{FF2B5EF4-FFF2-40B4-BE49-F238E27FC236}">
                <a16:creationId xmlns:a16="http://schemas.microsoft.com/office/drawing/2014/main" id="{C82B714C-D421-4C65-B5E3-AF6AABFF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0068" y="636175"/>
            <a:ext cx="97318" cy="47305"/>
          </a:xfrm>
          <a:custGeom xmlns:a="http://schemas.openxmlformats.org/drawingml/2006/main">
            <a:pathLst>
              <a:path w="97318" h="47305">
                <a:moveTo>
                  <a:pt x="0" y="25649"/>
                </a:moveTo>
                <a:lnTo>
                  <a:pt x="21521" y="25649"/>
                </a:lnTo>
                <a:lnTo>
                  <a:pt x="21521" y="0"/>
                </a:lnTo>
                <a:lnTo>
                  <a:pt x="31266" y="0"/>
                </a:lnTo>
                <a:lnTo>
                  <a:pt x="31266" y="25649"/>
                </a:lnTo>
                <a:lnTo>
                  <a:pt x="72362" y="25649"/>
                </a:lnTo>
                <a:cubicBezTo>
                  <a:pt x="78536" y="25649"/>
                  <a:pt x="82503" y="24803"/>
                  <a:pt x="84261" y="23111"/>
                </a:cubicBezTo>
                <a:cubicBezTo>
                  <a:pt x="86017" y="21419"/>
                  <a:pt x="86896" y="17979"/>
                  <a:pt x="86896" y="12791"/>
                </a:cubicBezTo>
                <a:lnTo>
                  <a:pt x="86896" y="0"/>
                </a:lnTo>
                <a:lnTo>
                  <a:pt x="97318" y="0"/>
                </a:lnTo>
                <a:lnTo>
                  <a:pt x="97318" y="12791"/>
                </a:lnTo>
                <a:cubicBezTo>
                  <a:pt x="97318" y="22401"/>
                  <a:pt x="95526" y="29033"/>
                  <a:pt x="91942" y="32687"/>
                </a:cubicBezTo>
                <a:cubicBezTo>
                  <a:pt x="88357" y="36342"/>
                  <a:pt x="81830" y="38169"/>
                  <a:pt x="72362" y="38169"/>
                </a:cubicBezTo>
                <a:lnTo>
                  <a:pt x="31266" y="38169"/>
                </a:lnTo>
                <a:lnTo>
                  <a:pt x="31266" y="47305"/>
                </a:lnTo>
                <a:lnTo>
                  <a:pt x="21521" y="47305"/>
                </a:lnTo>
                <a:lnTo>
                  <a:pt x="21521" y="38169"/>
                </a:lnTo>
                <a:lnTo>
                  <a:pt x="0" y="38169"/>
                </a:lnTo>
                <a:lnTo>
                  <a:pt x="0" y="256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" name="Text 3">
            <a:extLst xmlns:a="http://schemas.openxmlformats.org/drawingml/2006/main">
              <a:ext uri="{FF2B5EF4-FFF2-40B4-BE49-F238E27FC236}">
                <a16:creationId xmlns:a16="http://schemas.microsoft.com/office/drawing/2014/main" id="{7EBC4821-77C6-4021-986A-E7BD420D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519" y="555788"/>
            <a:ext cx="104898" cy="66525"/>
          </a:xfrm>
          <a:custGeom xmlns:a="http://schemas.openxmlformats.org/drawingml/2006/main">
            <a:pathLst>
              <a:path w="104898" h="66525">
                <a:moveTo>
                  <a:pt x="48321" y="20844"/>
                </a:moveTo>
                <a:cubicBezTo>
                  <a:pt x="49722" y="14302"/>
                  <a:pt x="52639" y="9193"/>
                  <a:pt x="57072" y="5516"/>
                </a:cubicBezTo>
                <a:cubicBezTo>
                  <a:pt x="61503" y="1839"/>
                  <a:pt x="66975" y="0"/>
                  <a:pt x="73488" y="0"/>
                </a:cubicBezTo>
                <a:cubicBezTo>
                  <a:pt x="83482" y="0"/>
                  <a:pt x="91217" y="3429"/>
                  <a:pt x="96690" y="10287"/>
                </a:cubicBezTo>
                <a:cubicBezTo>
                  <a:pt x="102162" y="17145"/>
                  <a:pt x="104898" y="26890"/>
                  <a:pt x="104898" y="39523"/>
                </a:cubicBezTo>
                <a:cubicBezTo>
                  <a:pt x="104898" y="43764"/>
                  <a:pt x="104480" y="48129"/>
                  <a:pt x="103646" y="52618"/>
                </a:cubicBezTo>
                <a:cubicBezTo>
                  <a:pt x="102811" y="57107"/>
                  <a:pt x="101559" y="61743"/>
                  <a:pt x="99890" y="66525"/>
                </a:cubicBezTo>
                <a:lnTo>
                  <a:pt x="86625" y="66525"/>
                </a:lnTo>
                <a:cubicBezTo>
                  <a:pt x="88858" y="62736"/>
                  <a:pt x="90545" y="58585"/>
                  <a:pt x="91684" y="54073"/>
                </a:cubicBezTo>
                <a:cubicBezTo>
                  <a:pt x="92823" y="49561"/>
                  <a:pt x="93393" y="44847"/>
                  <a:pt x="93393" y="39929"/>
                </a:cubicBezTo>
                <a:cubicBezTo>
                  <a:pt x="93393" y="31357"/>
                  <a:pt x="91695" y="24826"/>
                  <a:pt x="88300" y="20337"/>
                </a:cubicBezTo>
                <a:cubicBezTo>
                  <a:pt x="84904" y="15847"/>
                  <a:pt x="79968" y="13603"/>
                  <a:pt x="73494" y="13603"/>
                </a:cubicBezTo>
                <a:cubicBezTo>
                  <a:pt x="67519" y="13603"/>
                  <a:pt x="62845" y="15690"/>
                  <a:pt x="59472" y="19863"/>
                </a:cubicBezTo>
                <a:cubicBezTo>
                  <a:pt x="56098" y="24036"/>
                  <a:pt x="54411" y="29845"/>
                  <a:pt x="54411" y="37289"/>
                </a:cubicBezTo>
                <a:lnTo>
                  <a:pt x="54411" y="49065"/>
                </a:lnTo>
                <a:lnTo>
                  <a:pt x="43177" y="49065"/>
                </a:lnTo>
                <a:lnTo>
                  <a:pt x="43177" y="36748"/>
                </a:lnTo>
                <a:cubicBezTo>
                  <a:pt x="43177" y="30026"/>
                  <a:pt x="41838" y="24882"/>
                  <a:pt x="39159" y="21318"/>
                </a:cubicBezTo>
                <a:cubicBezTo>
                  <a:pt x="36480" y="17754"/>
                  <a:pt x="32620" y="15972"/>
                  <a:pt x="27578" y="15972"/>
                </a:cubicBezTo>
                <a:cubicBezTo>
                  <a:pt x="22401" y="15972"/>
                  <a:pt x="18428" y="17810"/>
                  <a:pt x="15659" y="21487"/>
                </a:cubicBezTo>
                <a:cubicBezTo>
                  <a:pt x="12889" y="25164"/>
                  <a:pt x="11505" y="30432"/>
                  <a:pt x="11505" y="37289"/>
                </a:cubicBezTo>
                <a:cubicBezTo>
                  <a:pt x="11505" y="41034"/>
                  <a:pt x="11911" y="45050"/>
                  <a:pt x="12723" y="49336"/>
                </a:cubicBezTo>
                <a:cubicBezTo>
                  <a:pt x="13535" y="53622"/>
                  <a:pt x="14798" y="58337"/>
                  <a:pt x="16513" y="63480"/>
                </a:cubicBezTo>
                <a:lnTo>
                  <a:pt x="4331" y="63480"/>
                </a:lnTo>
                <a:cubicBezTo>
                  <a:pt x="2888" y="58292"/>
                  <a:pt x="1805" y="53430"/>
                  <a:pt x="1083" y="48896"/>
                </a:cubicBezTo>
                <a:cubicBezTo>
                  <a:pt x="361" y="44362"/>
                  <a:pt x="0" y="40087"/>
                  <a:pt x="0" y="36071"/>
                </a:cubicBezTo>
                <a:cubicBezTo>
                  <a:pt x="0" y="25694"/>
                  <a:pt x="2355" y="17483"/>
                  <a:pt x="7064" y="11437"/>
                </a:cubicBezTo>
                <a:cubicBezTo>
                  <a:pt x="11771" y="5392"/>
                  <a:pt x="18135" y="2369"/>
                  <a:pt x="26155" y="2369"/>
                </a:cubicBezTo>
                <a:cubicBezTo>
                  <a:pt x="31741" y="2369"/>
                  <a:pt x="36460" y="3970"/>
                  <a:pt x="40312" y="7174"/>
                </a:cubicBezTo>
                <a:cubicBezTo>
                  <a:pt x="44163" y="10377"/>
                  <a:pt x="46833" y="14934"/>
                  <a:pt x="48321" y="208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BE7E22-C727-4C9E-B9BF-DCF72382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461" y="917025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038E41-7682-4F9A-AE12-90E90286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461" y="917025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50E936-E33A-4619-AFD2-CCD3E7B3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461" y="1263526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6C215A-486E-4B74-A3E7-89E8A7AE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461" y="1263526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2A08C8-6B93-47D3-BB6D-3D041CF4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461" y="1494526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5B8C39-AA72-467F-A711-74FF39B1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461" y="1494526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6A422C-B4FD-4FB7-B4EB-B63FD77E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461" y="1725527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AA9EF5-A6DF-42FE-9660-843E557D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461" y="1725527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121D41-9AA1-40D8-A1BE-B645B0F3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461" y="1956527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92DAF6-FBCA-41C7-ADE8-0C9AAC14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461" y="1956527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D82A7D-64B6-4203-A474-B940C857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461" y="2187528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8D811C-194A-49F6-9747-7B5963D3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461" y="2187528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50E36F-6360-4F06-955D-E0CC1196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461" y="2649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17FBED-6F0A-4C00-A1C8-A4A0149B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461" y="2649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46C1BB-6B80-497A-BE0F-42541A0E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461" y="2880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7AA6D3-CC83-429A-9075-68B3D6D3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461" y="2880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E835CE-3941-4E7F-B711-2171D330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461" y="3111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ED7A69-88CE-4390-9127-6C1E54BB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461" y="3111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F30535-BBF4-4BD5-97DC-F2FDD772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461" y="3342530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2A5370-9CF8-4E12-BD57-620333AD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461" y="3342530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F4965D-4FEE-443C-B678-53F55EB9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461" y="3573530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027A14-2BA6-4885-91B4-0B0254D0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461" y="3573530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939219-39AE-4B24-A4F4-6895CED5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461" y="3920031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68D536-EC8F-460B-99FB-1222C138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461" y="3920031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DE4D9D-59DD-4299-A0F0-3B666980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461" y="4266531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09CA46-9D2D-4F95-AD20-AFA98D00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461" y="4266531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C37132-DAD6-4F4B-922E-F7F229C3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461" y="917025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81BC8B-33A8-4DB3-BA52-247E8F07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461" y="917025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200D37-DA2F-45AD-9862-44DCF3C2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461" y="1263526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26CFCB-BE45-494D-9F2F-7D88D138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461" y="1263526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953EF5-8FDF-448E-881D-2A85D29C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461" y="1494526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E13527-12D5-40C7-AB3E-F61D6078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461" y="1494526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AB0F2E-49DB-4CC6-A0DD-9B82DFA8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461" y="1725527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77A0EA-85A1-4A66-916A-7B1CBE2D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461" y="1725527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0CA103-76B3-4007-9A1B-A2247B69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461" y="1956527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7317A7-C838-4F31-96CE-0848E3A6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461" y="1956527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6ABDFF-0F9C-49CA-8DB6-48A5E891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461" y="2187528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0FEE9C-45E6-44C0-AADF-4A443468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461" y="2187528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AB9302-4842-41F3-9E5D-1868D0E8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461" y="2649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8B8C29-2740-4E92-84BA-901E29F2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461" y="2649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09FD34-5B0F-4ED6-91AC-5E69A076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461" y="2880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EB6828-E0FC-4494-8BBA-2F7B9653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461" y="2880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724FEB-5F3F-4089-97FF-E53216D6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461" y="3111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4125E0-C022-4008-A082-E6D55F3E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461" y="3111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46A8E9-A0A7-433C-9A0E-2D85115D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461" y="3342530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AB6485-BF92-45E9-A82A-46BF3AA8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461" y="3342530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3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83DE2F-023A-4333-BD38-64FE125A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461" y="3573530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23BAB4-C067-4D4B-8C16-4270E7B9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461" y="3573530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A45AB2-560E-4F5C-BDCB-61107720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461" y="3920031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274FD5-C29B-4EDC-8DD4-CEAC8418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461" y="3920031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49A381-73DA-4A75-AD16-3CB5487C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461" y="4266531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AD87C7-1E33-4356-BDCA-F19B693F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461" y="4266531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DF9929-6E82-411A-9A26-4A7FB105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462" y="917025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11F625-A2FA-459A-BE89-E177B323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462" y="917025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1ADB68-D64B-44B6-98DA-8E519BA5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462" y="1263526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B18D85-9BB2-40A5-9E18-E8DAB76F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462" y="1263526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E23EC7-1080-4405-A6FC-17234320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462" y="1494526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CF2482-A921-428C-BA70-27A299FB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462" y="1494526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E9FB36-A53C-4B57-BEDD-BF8215F8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462" y="1725527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EC3FD1-1A5C-4F9F-BA77-1BE9FD0A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462" y="1725527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546A2F-62AB-4A3F-8A9E-0C0B8BB8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462" y="1956527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FA6123-3F1C-4A40-A466-6D8BEC5C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462" y="1956527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EA0A12-0520-49F4-BD56-BDE95A89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462" y="2187528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5B468E-E73F-463E-A6AA-BA8B92C3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462" y="2187528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CE6DA9-A3EE-46A1-B319-CB9635C3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462" y="2649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EA5DCB-9C0E-4D1F-96F6-8CC62165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462" y="2649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C2F762-45A8-406B-8307-5A07AEB7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462" y="2880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61C405-46BA-4C40-97CD-B8CFF667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462" y="2880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2EE051-D798-46BF-B33D-F65894ED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462" y="3111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58B54C-AC7B-42AA-B85E-07E36A36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462" y="3111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768907-B173-4B67-BB53-D97DBEDC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462" y="3342530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2379B6-8D72-4344-AC4D-C541BA1A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462" y="3342530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FDA72C-20BB-400A-9AA6-57F4E146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462" y="3573530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CD381E-F5CE-41C7-AD68-0D5BB686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462" y="3573530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B81A0B-8A05-4C74-B478-EB567CAB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462" y="4266531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3DF018-F9E5-4BEF-BCC2-F732381A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462" y="4266531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F6F048-3781-48C4-9B42-1B0CD74C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462" y="917025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46AB87-D853-4ACC-BCB9-A1B99C11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462" y="917025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9A0161-00A4-45A3-BA0B-E5414FAD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462" y="1263526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FBA806-34AF-4C0E-94F0-52A19B53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462" y="1263526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C8877A-0798-4636-9CD2-DC61A766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462" y="1494526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882AAD-820B-4EB0-A9F4-BB8F6758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462" y="1494526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4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FAAF91-A604-4380-8240-E12C4509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462" y="1725527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8CC5C4-0DFC-4656-B896-B9363AC9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462" y="1725527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19E9BB-EFD6-40B2-8DA2-A8F8D002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462" y="1956527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DDAC8C-0792-41D0-8E12-26225C9A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462" y="1956527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34F5AD-B9FE-4263-BC64-EA26F3EE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462" y="2187528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8F1085-1CCA-4838-916C-7A5082DE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462" y="2187528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4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99AB45-D6FA-4AC4-B816-02549640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462" y="2649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B22980-A5A6-4FDC-ADE6-A8DBA017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462" y="2649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0F65B6-64AD-4E28-B50C-3F0C72A2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462" y="2880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923771-1931-4ED4-92BF-9BD09892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462" y="2880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4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62F131-9F25-430E-B767-083D5858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462" y="3111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072048-2187-40F6-BD21-5D2EFF11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462" y="3111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4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4F5716-8D00-4454-B7C2-D9A59725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462" y="3342530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AFDD2A-4ABD-47CD-99A7-F78BCA32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462" y="3342530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7469F2-CB5A-4A64-941C-C31A2420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462" y="3573530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E3BE6B-8C40-45C6-9329-64D7FA56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462" y="3573530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4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A2D42F-7810-4CFE-B48A-A9807A3E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462" y="3920031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D06015-8FAF-4405-85F7-2D24B839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462" y="3920031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4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CFBB8C-15E0-4CB7-9E71-387882C9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462" y="4266531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60EAD6-4C24-483D-9ABE-4E4CFEAB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462" y="4266531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4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6757CF-205E-4EEC-B82D-E84A3E40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462" y="917025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A6137C-4FCE-489E-BC00-BCF6844C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462" y="917025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4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B98CC0-2939-4EA1-A7AD-2046C38B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462" y="1263526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F99DA7-E527-4479-8DED-5AFF6CFC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462" y="1263526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4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5394DB-EA0C-4BA8-ACFA-864EB3C9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462" y="1494526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1E3576-37D7-4A00-BF2D-07239434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462" y="1494526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4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B7C3D0-30C0-46F0-9202-CC942280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462" y="1725527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D6F9E1-1BD4-4162-89ED-0BBC65DB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462" y="1725527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4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ECD52B-1AD8-4BB1-9E1F-23F9BE6B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462" y="1956527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B06DF2-2CCF-44AC-AC5C-034BDEA7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462" y="1956527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4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1E2DD3-D1F4-47F5-AF94-CDBDDCFF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462" y="2649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28E025-0E52-4D83-8E11-6B34BEA1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462" y="2649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4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FB5004-B585-4AD5-B470-2905CEB2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462" y="2880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5244C3-FBB2-4955-8ED3-EB9D6E5E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462" y="2880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4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5271B5-387B-4329-92C1-9813EDB2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462" y="3111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23EBE0-AAAF-4557-B535-E429C9C6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462" y="3111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4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8613CF-2EC3-4514-A713-755DEA53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462" y="3342530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E849D0-A5D8-44C4-A1EF-0D72C28A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462" y="3342530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4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76F6E5-49AD-4D64-B3BB-CC22F41C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462" y="3920031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9E0A63-93E5-4FB1-9D81-D0596755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462" y="3920031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4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469F60-5731-4C6E-8942-7AFBA8E7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462" y="4266531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0A979A-EF85-485A-ADAD-B8F336F1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462" y="4266531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4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24A7EE-56A0-4D4F-A75A-CB5C0596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460" y="4497532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1988C7-E796-4DAC-94F5-084C86B4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460" y="4497532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4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0B460E-5A36-49C0-AF5A-DD7E4D28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460" y="4728532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069FEB-3CF7-4E39-9472-E8B013CF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460" y="4728532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4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801726-4477-46CB-9890-653E990D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460" y="4959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198210-320D-4C0A-8281-FF78767E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460" y="4959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4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B5CDC8-D666-4DED-AC5B-4428E4E8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460" y="5190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A2AE34-69CB-4E6D-B6B5-7E0C2191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460" y="5190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4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BC1458-6ACA-4CE6-9205-4A504E5E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461" y="4497532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405A73-0C23-4C58-8C32-A99E4FED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461" y="4497532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4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5C062F-57C9-4DAD-AC56-A526A920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461" y="4728532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C1BE03-D173-4894-9F6E-AB099908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461" y="4728532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4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B6643A-A514-4CD3-8056-AAB6F53A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461" y="4959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BC6D6D-38FE-4361-B010-9DA82FD6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461" y="4959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4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C7200C-E91F-4807-9AD7-F310D7CE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461" y="5190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580732-6468-4CF4-9C9B-FF17D202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461" y="5190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4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29ADCB-3218-4997-839C-9B85FC3D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461" y="4497532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EAEEA3-6E57-4A1F-BF4D-79DDA53D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461" y="4497532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4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FA448A-C03D-41FF-BEFE-4D37DA48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461" y="4728532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5EFACF-A051-49F4-B802-64266F5C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461" y="4728532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4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60E66B-0B6F-4D65-877D-E948ACAE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461" y="4959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476ADE-C459-400F-A9C0-129787F4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461" y="4959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4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766785-9598-4DE9-8007-8E3FE480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461" y="5190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AC0BDA-80C8-4539-AFC8-6A7CFDB9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461" y="5190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4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8205CA-F204-426C-B472-E0A5C636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462" y="4497532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7CB7BE-5E05-4E0D-906C-C4233AE0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462" y="4497532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5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C78425-1F0A-4A41-871F-98D5E7EB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462" y="4728532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4C2701-898D-4614-9D26-F21AB0C6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462" y="4728532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5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E22871-7559-43D1-8D62-BDCF5F31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462" y="4959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D2DC66-9711-4B1A-9710-38A3431C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462" y="4959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5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21ED76-D04B-4E56-BFBF-1442BB92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462" y="5190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AB4E9B-CEEA-4C3F-991E-39662BCF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462" y="5190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5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8035A1-9FAD-4506-BB2D-3791C93F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462" y="4497532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549EA7-9011-49F5-BE6B-2C1A3AA2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462" y="4497532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5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584A1D-879E-4AED-8556-EE28E52C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462" y="4728532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0E03EC-27E2-4AE7-B6F8-D19BFFC5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462" y="4728532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5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564D88-FB7E-4E33-A792-73341A5B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462" y="4959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710516-2CFE-4E4B-AD8E-4BAAF5CA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462" y="4959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5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A892CE-035E-4816-9E84-B9C337B0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462" y="5190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D91791-B8C5-4765-B360-A4883A12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462" y="5190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5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FF3F69-3BE0-4F3F-913F-8C6057CD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462" y="4497532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E1D7C9-F9B3-416F-80ED-86EE8F7C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462" y="4497532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5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CBFEF7-EADF-4D3E-9D9B-AA5760F5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462" y="4728532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6BF9B0-5E26-4DAE-A90A-E723AA26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462" y="4728532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5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3ED1E0-8290-4DF8-8E8D-1247E771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462" y="4959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E8C4D7-C968-4B9A-831A-F7FED2A0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462" y="4959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5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886D2C-E528-479C-AF2D-24B51309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462" y="5190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7876C6-DAE9-4A3C-956F-73DAC91E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462" y="5190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5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F19097-8A2A-4F36-A7AE-2958CFDD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460" y="5421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E543E1-7197-48BB-8BA6-8707B1D6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460" y="5421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5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D4EF47-702A-4168-AAF4-B475C8EE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460" y="5652534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C98121-1D9F-4E0E-A7FE-794F1EEA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460" y="5652534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5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477D8B-1EF4-4620-9439-B5972845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460" y="5883534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557583-5B8D-4036-9C3C-AF7D3B10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460" y="5883534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5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34EFC2-C97C-4CCC-92D8-BB8BC5A6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461" y="5421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350D92-1E08-46EF-AE06-2574CF6B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461" y="5421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5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EF60A4-7453-4F1F-8F44-53923FD8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461" y="5652534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A93613-3C26-48EC-972D-C081F618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461" y="5652534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5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0121C9-6550-432A-AB15-63482723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461" y="5883534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E703E7-4628-46D3-B4DC-D679281B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461" y="5883534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5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61DD10-D99F-494E-925B-E5ACD9DB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461" y="5421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84F8A7-9B68-47D0-9764-D6409025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461" y="5421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5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15A7F9-3DC5-4835-B98D-318A446C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461" y="5652534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DAFBFA-90E7-4AB1-A1FB-5C1AD8F2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461" y="5652534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5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02FA8D-AFA4-4DCF-8B51-E875B327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461" y="5883534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7F1978-0D4D-4D45-86A8-19FC5823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461" y="5883534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5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AED1E5-62B3-49A2-A13F-8E052187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462" y="5421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DF185E-1FE1-49F5-82FB-A0B75E08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462" y="5421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5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4F1AF8-DE3E-484C-8AFE-B1EEAB2E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462" y="5652534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5012E4-51AE-4EB5-B9A1-62AEA0B5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462" y="5652534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5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801E13-E71A-4438-A707-0242B92D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462" y="5883534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DF649F-341A-4F69-B3A9-945657FA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462" y="5883534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5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0A8256-F5D1-4888-B4EB-BBE9FDA6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462" y="5421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422AEE-14BC-4205-A064-A3CE036E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462" y="5421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5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5A9110-F679-42EF-9DF7-578A0AF1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462" y="5652534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E19EFD-B670-4CB9-929A-E35F78F1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462" y="5652534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5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C50D18-E64C-4C5A-B63D-355000CC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462" y="5883534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657F63-8FF7-4693-93CB-E9B62F59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462" y="5883534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5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D06D1F-554D-4258-A324-6A3247F7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462" y="5421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4FD1F7-1840-44BE-AC8D-9E754F75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462" y="5421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5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7F19C7-C3A2-477D-9FA4-E191ADFB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462" y="5652534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70ADF8-EC27-485F-9763-CB2C455D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462" y="5652534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5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2FD680-D767-4D0C-9699-FD727404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462" y="5883534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AAAD84-4DF9-4E6C-A0B7-70EF3A3F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462" y="5883534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559" name="Text A">
            <a:extLst xmlns:a="http://schemas.openxmlformats.org/drawingml/2006/main">
              <a:ext uri="{FF2B5EF4-FFF2-40B4-BE49-F238E27FC236}">
                <a16:creationId xmlns:a16="http://schemas.microsoft.com/office/drawing/2014/main" id="{6DC006EA-262E-4675-8E10-508A8BE5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7279" y="791239"/>
            <a:ext cx="101108" cy="92581"/>
          </a:xfrm>
          <a:custGeom xmlns:a="http://schemas.openxmlformats.org/drawingml/2006/main">
            <a:pathLst>
              <a:path w="101108" h="92581">
                <a:moveTo>
                  <a:pt x="13468" y="46290"/>
                </a:moveTo>
                <a:lnTo>
                  <a:pt x="63751" y="64834"/>
                </a:lnTo>
                <a:lnTo>
                  <a:pt x="63751" y="27679"/>
                </a:lnTo>
                <a:lnTo>
                  <a:pt x="13468" y="46290"/>
                </a:lnTo>
                <a:moveTo>
                  <a:pt x="0" y="54005"/>
                </a:moveTo>
                <a:lnTo>
                  <a:pt x="0" y="38508"/>
                </a:lnTo>
                <a:lnTo>
                  <a:pt x="101108" y="0"/>
                </a:lnTo>
                <a:lnTo>
                  <a:pt x="101108" y="14212"/>
                </a:lnTo>
                <a:lnTo>
                  <a:pt x="75120" y="23416"/>
                </a:lnTo>
                <a:lnTo>
                  <a:pt x="75120" y="68962"/>
                </a:lnTo>
                <a:lnTo>
                  <a:pt x="101108" y="78166"/>
                </a:lnTo>
                <a:lnTo>
                  <a:pt x="101108" y="92581"/>
                </a:lnTo>
                <a:lnTo>
                  <a:pt x="0" y="540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0" name="Text M">
            <a:extLst xmlns:a="http://schemas.openxmlformats.org/drawingml/2006/main">
              <a:ext uri="{FF2B5EF4-FFF2-40B4-BE49-F238E27FC236}">
                <a16:creationId xmlns:a16="http://schemas.microsoft.com/office/drawing/2014/main" id="{2BD5576C-9ABF-49BC-A71C-F768B962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7279" y="684051"/>
            <a:ext cx="101108" cy="92445"/>
          </a:xfrm>
          <a:custGeom xmlns:a="http://schemas.openxmlformats.org/drawingml/2006/main">
            <a:pathLst>
              <a:path w="101108" h="92445">
                <a:moveTo>
                  <a:pt x="0" y="92445"/>
                </a:moveTo>
                <a:lnTo>
                  <a:pt x="0" y="72075"/>
                </a:lnTo>
                <a:lnTo>
                  <a:pt x="68759" y="46290"/>
                </a:lnTo>
                <a:lnTo>
                  <a:pt x="0" y="20370"/>
                </a:lnTo>
                <a:lnTo>
                  <a:pt x="0" y="0"/>
                </a:lnTo>
                <a:lnTo>
                  <a:pt x="101108" y="0"/>
                </a:lnTo>
                <a:lnTo>
                  <a:pt x="101108" y="13332"/>
                </a:lnTo>
                <a:lnTo>
                  <a:pt x="12317" y="13332"/>
                </a:lnTo>
                <a:lnTo>
                  <a:pt x="81617" y="39387"/>
                </a:lnTo>
                <a:lnTo>
                  <a:pt x="81617" y="53126"/>
                </a:lnTo>
                <a:lnTo>
                  <a:pt x="12317" y="79181"/>
                </a:lnTo>
                <a:lnTo>
                  <a:pt x="101108" y="79181"/>
                </a:lnTo>
                <a:lnTo>
                  <a:pt x="101108" y="92445"/>
                </a:lnTo>
                <a:lnTo>
                  <a:pt x="0" y="924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1" name="Text D">
            <a:extLst xmlns:a="http://schemas.openxmlformats.org/drawingml/2006/main">
              <a:ext uri="{FF2B5EF4-FFF2-40B4-BE49-F238E27FC236}">
                <a16:creationId xmlns:a16="http://schemas.microsoft.com/office/drawing/2014/main" id="{4C7517F9-2AEA-4445-8243-BD46FBC9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7279" y="571951"/>
            <a:ext cx="101108" cy="84933"/>
          </a:xfrm>
          <a:custGeom xmlns:a="http://schemas.openxmlformats.org/drawingml/2006/main">
            <a:pathLst>
              <a:path w="101108" h="84933">
                <a:moveTo>
                  <a:pt x="11234" y="71263"/>
                </a:moveTo>
                <a:lnTo>
                  <a:pt x="89874" y="71263"/>
                </a:lnTo>
                <a:lnTo>
                  <a:pt x="89874" y="54750"/>
                </a:lnTo>
                <a:cubicBezTo>
                  <a:pt x="89874" y="40809"/>
                  <a:pt x="86713" y="30601"/>
                  <a:pt x="80391" y="24126"/>
                </a:cubicBezTo>
                <a:cubicBezTo>
                  <a:pt x="74068" y="17652"/>
                  <a:pt x="64089" y="14415"/>
                  <a:pt x="50452" y="14415"/>
                </a:cubicBezTo>
                <a:cubicBezTo>
                  <a:pt x="36906" y="14415"/>
                  <a:pt x="26983" y="17652"/>
                  <a:pt x="20683" y="24126"/>
                </a:cubicBezTo>
                <a:cubicBezTo>
                  <a:pt x="14384" y="30601"/>
                  <a:pt x="11234" y="40809"/>
                  <a:pt x="11234" y="54750"/>
                </a:cubicBezTo>
                <a:lnTo>
                  <a:pt x="11234" y="71263"/>
                </a:lnTo>
                <a:moveTo>
                  <a:pt x="0" y="84933"/>
                </a:moveTo>
                <a:lnTo>
                  <a:pt x="0" y="56848"/>
                </a:lnTo>
                <a:cubicBezTo>
                  <a:pt x="0" y="37267"/>
                  <a:pt x="4075" y="22897"/>
                  <a:pt x="12224" y="13738"/>
                </a:cubicBezTo>
                <a:cubicBezTo>
                  <a:pt x="20373" y="4579"/>
                  <a:pt x="33116" y="0"/>
                  <a:pt x="50452" y="0"/>
                </a:cubicBezTo>
                <a:cubicBezTo>
                  <a:pt x="67879" y="0"/>
                  <a:pt x="80678" y="4602"/>
                  <a:pt x="88850" y="13806"/>
                </a:cubicBezTo>
                <a:cubicBezTo>
                  <a:pt x="97022" y="23010"/>
                  <a:pt x="101108" y="37357"/>
                  <a:pt x="101108" y="56848"/>
                </a:cubicBezTo>
                <a:lnTo>
                  <a:pt x="101108" y="84933"/>
                </a:lnTo>
                <a:lnTo>
                  <a:pt x="0" y="849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2" name="Text 1">
            <a:extLst xmlns:a="http://schemas.openxmlformats.org/drawingml/2006/main">
              <a:ext uri="{FF2B5EF4-FFF2-40B4-BE49-F238E27FC236}">
                <a16:creationId xmlns:a16="http://schemas.microsoft.com/office/drawing/2014/main" id="{26B4345D-C1F8-4965-8D80-8FC65958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7279" y="488374"/>
            <a:ext cx="101108" cy="60164"/>
          </a:xfrm>
          <a:custGeom xmlns:a="http://schemas.openxmlformats.org/drawingml/2006/main">
            <a:pathLst>
              <a:path w="101108" h="60164">
                <a:moveTo>
                  <a:pt x="89603" y="58201"/>
                </a:moveTo>
                <a:lnTo>
                  <a:pt x="89603" y="35868"/>
                </a:lnTo>
                <a:lnTo>
                  <a:pt x="12452" y="35868"/>
                </a:lnTo>
                <a:lnTo>
                  <a:pt x="17325" y="60164"/>
                </a:lnTo>
                <a:lnTo>
                  <a:pt x="4873" y="60164"/>
                </a:lnTo>
                <a:lnTo>
                  <a:pt x="0" y="36004"/>
                </a:lnTo>
                <a:lnTo>
                  <a:pt x="0" y="22333"/>
                </a:lnTo>
                <a:lnTo>
                  <a:pt x="89603" y="22333"/>
                </a:lnTo>
                <a:lnTo>
                  <a:pt x="89603" y="0"/>
                </a:lnTo>
                <a:lnTo>
                  <a:pt x="101108" y="0"/>
                </a:lnTo>
                <a:lnTo>
                  <a:pt x="101108" y="58201"/>
                </a:lnTo>
                <a:lnTo>
                  <a:pt x="89603" y="582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3" name="Text A">
            <a:extLst xmlns:a="http://schemas.openxmlformats.org/drawingml/2006/main">
              <a:ext uri="{FF2B5EF4-FFF2-40B4-BE49-F238E27FC236}">
                <a16:creationId xmlns:a16="http://schemas.microsoft.com/office/drawing/2014/main" id="{4FA50B7A-7B24-4911-B045-82F89DAF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8279" y="791238"/>
            <a:ext cx="101108" cy="92581"/>
          </a:xfrm>
          <a:custGeom xmlns:a="http://schemas.openxmlformats.org/drawingml/2006/main">
            <a:pathLst>
              <a:path w="101108" h="92581">
                <a:moveTo>
                  <a:pt x="13468" y="46290"/>
                </a:moveTo>
                <a:lnTo>
                  <a:pt x="63751" y="64834"/>
                </a:lnTo>
                <a:lnTo>
                  <a:pt x="63751" y="27679"/>
                </a:lnTo>
                <a:lnTo>
                  <a:pt x="13468" y="46290"/>
                </a:lnTo>
                <a:moveTo>
                  <a:pt x="0" y="54005"/>
                </a:moveTo>
                <a:lnTo>
                  <a:pt x="0" y="38508"/>
                </a:lnTo>
                <a:lnTo>
                  <a:pt x="101108" y="0"/>
                </a:lnTo>
                <a:lnTo>
                  <a:pt x="101108" y="14212"/>
                </a:lnTo>
                <a:lnTo>
                  <a:pt x="75120" y="23416"/>
                </a:lnTo>
                <a:lnTo>
                  <a:pt x="75120" y="68962"/>
                </a:lnTo>
                <a:lnTo>
                  <a:pt x="101108" y="78166"/>
                </a:lnTo>
                <a:lnTo>
                  <a:pt x="101108" y="92581"/>
                </a:lnTo>
                <a:lnTo>
                  <a:pt x="0" y="540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4" name="Text M">
            <a:extLst xmlns:a="http://schemas.openxmlformats.org/drawingml/2006/main">
              <a:ext uri="{FF2B5EF4-FFF2-40B4-BE49-F238E27FC236}">
                <a16:creationId xmlns:a16="http://schemas.microsoft.com/office/drawing/2014/main" id="{A63EA069-4679-44D9-AE7B-A2C62A09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8279" y="684051"/>
            <a:ext cx="101108" cy="92445"/>
          </a:xfrm>
          <a:custGeom xmlns:a="http://schemas.openxmlformats.org/drawingml/2006/main">
            <a:pathLst>
              <a:path w="101108" h="92445">
                <a:moveTo>
                  <a:pt x="0" y="92445"/>
                </a:moveTo>
                <a:lnTo>
                  <a:pt x="0" y="72075"/>
                </a:lnTo>
                <a:lnTo>
                  <a:pt x="68759" y="46290"/>
                </a:lnTo>
                <a:lnTo>
                  <a:pt x="0" y="20370"/>
                </a:lnTo>
                <a:lnTo>
                  <a:pt x="0" y="0"/>
                </a:lnTo>
                <a:lnTo>
                  <a:pt x="101108" y="0"/>
                </a:lnTo>
                <a:lnTo>
                  <a:pt x="101108" y="13332"/>
                </a:lnTo>
                <a:lnTo>
                  <a:pt x="12317" y="13332"/>
                </a:lnTo>
                <a:lnTo>
                  <a:pt x="81617" y="39387"/>
                </a:lnTo>
                <a:lnTo>
                  <a:pt x="81617" y="53126"/>
                </a:lnTo>
                <a:lnTo>
                  <a:pt x="12317" y="79181"/>
                </a:lnTo>
                <a:lnTo>
                  <a:pt x="101108" y="79181"/>
                </a:lnTo>
                <a:lnTo>
                  <a:pt x="101108" y="92445"/>
                </a:lnTo>
                <a:lnTo>
                  <a:pt x="0" y="924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5" name="Text D">
            <a:extLst xmlns:a="http://schemas.openxmlformats.org/drawingml/2006/main">
              <a:ext uri="{FF2B5EF4-FFF2-40B4-BE49-F238E27FC236}">
                <a16:creationId xmlns:a16="http://schemas.microsoft.com/office/drawing/2014/main" id="{67C7707E-F2B4-4C52-AD57-D0600B93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8279" y="571951"/>
            <a:ext cx="101108" cy="84933"/>
          </a:xfrm>
          <a:custGeom xmlns:a="http://schemas.openxmlformats.org/drawingml/2006/main">
            <a:pathLst>
              <a:path w="101108" h="84933">
                <a:moveTo>
                  <a:pt x="11234" y="71263"/>
                </a:moveTo>
                <a:lnTo>
                  <a:pt x="89874" y="71263"/>
                </a:lnTo>
                <a:lnTo>
                  <a:pt x="89874" y="54750"/>
                </a:lnTo>
                <a:cubicBezTo>
                  <a:pt x="89874" y="40809"/>
                  <a:pt x="86713" y="30601"/>
                  <a:pt x="80391" y="24126"/>
                </a:cubicBezTo>
                <a:cubicBezTo>
                  <a:pt x="74068" y="17652"/>
                  <a:pt x="64089" y="14415"/>
                  <a:pt x="50452" y="14415"/>
                </a:cubicBezTo>
                <a:cubicBezTo>
                  <a:pt x="36906" y="14415"/>
                  <a:pt x="26983" y="17652"/>
                  <a:pt x="20683" y="24126"/>
                </a:cubicBezTo>
                <a:cubicBezTo>
                  <a:pt x="14384" y="30601"/>
                  <a:pt x="11234" y="40809"/>
                  <a:pt x="11234" y="54750"/>
                </a:cubicBezTo>
                <a:lnTo>
                  <a:pt x="11234" y="71263"/>
                </a:lnTo>
                <a:moveTo>
                  <a:pt x="0" y="84933"/>
                </a:moveTo>
                <a:lnTo>
                  <a:pt x="0" y="56848"/>
                </a:lnTo>
                <a:cubicBezTo>
                  <a:pt x="0" y="37267"/>
                  <a:pt x="4075" y="22897"/>
                  <a:pt x="12224" y="13738"/>
                </a:cubicBezTo>
                <a:cubicBezTo>
                  <a:pt x="20373" y="4579"/>
                  <a:pt x="33116" y="0"/>
                  <a:pt x="50452" y="0"/>
                </a:cubicBezTo>
                <a:cubicBezTo>
                  <a:pt x="67879" y="0"/>
                  <a:pt x="80678" y="4602"/>
                  <a:pt x="88850" y="13806"/>
                </a:cubicBezTo>
                <a:cubicBezTo>
                  <a:pt x="97022" y="23010"/>
                  <a:pt x="101108" y="37357"/>
                  <a:pt x="101108" y="56848"/>
                </a:cubicBezTo>
                <a:lnTo>
                  <a:pt x="101108" y="84933"/>
                </a:lnTo>
                <a:lnTo>
                  <a:pt x="0" y="849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6" name="Text 2">
            <a:extLst xmlns:a="http://schemas.openxmlformats.org/drawingml/2006/main">
              <a:ext uri="{FF2B5EF4-FFF2-40B4-BE49-F238E27FC236}">
                <a16:creationId xmlns:a16="http://schemas.microsoft.com/office/drawing/2014/main" id="{FE41F9A2-6C50-4752-82F3-DBB090AF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520" y="489457"/>
            <a:ext cx="102867" cy="64157"/>
          </a:xfrm>
          <a:custGeom xmlns:a="http://schemas.openxmlformats.org/drawingml/2006/main">
            <a:pathLst>
              <a:path w="102867" h="64157">
                <a:moveTo>
                  <a:pt x="91362" y="47712"/>
                </a:moveTo>
                <a:lnTo>
                  <a:pt x="91362" y="0"/>
                </a:lnTo>
                <a:lnTo>
                  <a:pt x="102867" y="0"/>
                </a:lnTo>
                <a:lnTo>
                  <a:pt x="102867" y="64157"/>
                </a:lnTo>
                <a:lnTo>
                  <a:pt x="91362" y="64157"/>
                </a:lnTo>
                <a:cubicBezTo>
                  <a:pt x="85994" y="58968"/>
                  <a:pt x="78786" y="51896"/>
                  <a:pt x="69740" y="42940"/>
                </a:cubicBezTo>
                <a:cubicBezTo>
                  <a:pt x="60694" y="33985"/>
                  <a:pt x="54863" y="28356"/>
                  <a:pt x="52246" y="26055"/>
                </a:cubicBezTo>
                <a:cubicBezTo>
                  <a:pt x="47328" y="21679"/>
                  <a:pt x="43166" y="18622"/>
                  <a:pt x="39760" y="16885"/>
                </a:cubicBezTo>
                <a:cubicBezTo>
                  <a:pt x="36353" y="15148"/>
                  <a:pt x="33003" y="14280"/>
                  <a:pt x="29710" y="14280"/>
                </a:cubicBezTo>
                <a:cubicBezTo>
                  <a:pt x="24341" y="14280"/>
                  <a:pt x="19964" y="16163"/>
                  <a:pt x="16581" y="19931"/>
                </a:cubicBezTo>
                <a:cubicBezTo>
                  <a:pt x="13197" y="23698"/>
                  <a:pt x="11505" y="28604"/>
                  <a:pt x="11505" y="34650"/>
                </a:cubicBezTo>
                <a:cubicBezTo>
                  <a:pt x="11505" y="38936"/>
                  <a:pt x="12255" y="43459"/>
                  <a:pt x="13755" y="48219"/>
                </a:cubicBezTo>
                <a:cubicBezTo>
                  <a:pt x="15255" y="52979"/>
                  <a:pt x="17528" y="58066"/>
                  <a:pt x="20573" y="63480"/>
                </a:cubicBezTo>
                <a:lnTo>
                  <a:pt x="6768" y="63480"/>
                </a:lnTo>
                <a:cubicBezTo>
                  <a:pt x="4534" y="57976"/>
                  <a:pt x="2848" y="52832"/>
                  <a:pt x="1709" y="48050"/>
                </a:cubicBezTo>
                <a:cubicBezTo>
                  <a:pt x="570" y="43267"/>
                  <a:pt x="0" y="38891"/>
                  <a:pt x="0" y="34921"/>
                </a:cubicBezTo>
                <a:cubicBezTo>
                  <a:pt x="0" y="24454"/>
                  <a:pt x="2617" y="16107"/>
                  <a:pt x="7850" y="9881"/>
                </a:cubicBezTo>
                <a:cubicBezTo>
                  <a:pt x="13084" y="3655"/>
                  <a:pt x="20077" y="541"/>
                  <a:pt x="28830" y="541"/>
                </a:cubicBezTo>
                <a:cubicBezTo>
                  <a:pt x="32981" y="541"/>
                  <a:pt x="36917" y="1320"/>
                  <a:pt x="40639" y="2876"/>
                </a:cubicBezTo>
                <a:cubicBezTo>
                  <a:pt x="44362" y="4433"/>
                  <a:pt x="48749" y="7264"/>
                  <a:pt x="53802" y="11370"/>
                </a:cubicBezTo>
                <a:cubicBezTo>
                  <a:pt x="55111" y="12497"/>
                  <a:pt x="58889" y="16084"/>
                  <a:pt x="65138" y="22130"/>
                </a:cubicBezTo>
                <a:cubicBezTo>
                  <a:pt x="71387" y="28176"/>
                  <a:pt x="80128" y="36703"/>
                  <a:pt x="91362" y="477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7" name="Text A">
            <a:extLst xmlns:a="http://schemas.openxmlformats.org/drawingml/2006/main">
              <a:ext uri="{FF2B5EF4-FFF2-40B4-BE49-F238E27FC236}">
                <a16:creationId xmlns:a16="http://schemas.microsoft.com/office/drawing/2014/main" id="{6C8E7729-DBE4-4180-98B0-DE5C948A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9280" y="791238"/>
            <a:ext cx="101108" cy="92581"/>
          </a:xfrm>
          <a:custGeom xmlns:a="http://schemas.openxmlformats.org/drawingml/2006/main">
            <a:pathLst>
              <a:path w="101108" h="92581">
                <a:moveTo>
                  <a:pt x="13468" y="46290"/>
                </a:moveTo>
                <a:lnTo>
                  <a:pt x="63751" y="64834"/>
                </a:lnTo>
                <a:lnTo>
                  <a:pt x="63751" y="27679"/>
                </a:lnTo>
                <a:lnTo>
                  <a:pt x="13468" y="46290"/>
                </a:lnTo>
                <a:moveTo>
                  <a:pt x="0" y="54005"/>
                </a:moveTo>
                <a:lnTo>
                  <a:pt x="0" y="38508"/>
                </a:lnTo>
                <a:lnTo>
                  <a:pt x="101108" y="0"/>
                </a:lnTo>
                <a:lnTo>
                  <a:pt x="101108" y="14212"/>
                </a:lnTo>
                <a:lnTo>
                  <a:pt x="75120" y="23416"/>
                </a:lnTo>
                <a:lnTo>
                  <a:pt x="75120" y="68962"/>
                </a:lnTo>
                <a:lnTo>
                  <a:pt x="101108" y="78166"/>
                </a:lnTo>
                <a:lnTo>
                  <a:pt x="101108" y="92581"/>
                </a:lnTo>
                <a:lnTo>
                  <a:pt x="0" y="540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8" name="Text M">
            <a:extLst xmlns:a="http://schemas.openxmlformats.org/drawingml/2006/main">
              <a:ext uri="{FF2B5EF4-FFF2-40B4-BE49-F238E27FC236}">
                <a16:creationId xmlns:a16="http://schemas.microsoft.com/office/drawing/2014/main" id="{98ED1083-D252-4859-A1DB-F44A7E6C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9280" y="684051"/>
            <a:ext cx="101108" cy="92445"/>
          </a:xfrm>
          <a:custGeom xmlns:a="http://schemas.openxmlformats.org/drawingml/2006/main">
            <a:pathLst>
              <a:path w="101108" h="92445">
                <a:moveTo>
                  <a:pt x="0" y="92445"/>
                </a:moveTo>
                <a:lnTo>
                  <a:pt x="0" y="72075"/>
                </a:lnTo>
                <a:lnTo>
                  <a:pt x="68759" y="46290"/>
                </a:lnTo>
                <a:lnTo>
                  <a:pt x="0" y="20370"/>
                </a:lnTo>
                <a:lnTo>
                  <a:pt x="0" y="0"/>
                </a:lnTo>
                <a:lnTo>
                  <a:pt x="101108" y="0"/>
                </a:lnTo>
                <a:lnTo>
                  <a:pt x="101108" y="13332"/>
                </a:lnTo>
                <a:lnTo>
                  <a:pt x="12317" y="13332"/>
                </a:lnTo>
                <a:lnTo>
                  <a:pt x="81617" y="39387"/>
                </a:lnTo>
                <a:lnTo>
                  <a:pt x="81617" y="53126"/>
                </a:lnTo>
                <a:lnTo>
                  <a:pt x="12317" y="79181"/>
                </a:lnTo>
                <a:lnTo>
                  <a:pt x="101108" y="79181"/>
                </a:lnTo>
                <a:lnTo>
                  <a:pt x="101108" y="92445"/>
                </a:lnTo>
                <a:lnTo>
                  <a:pt x="0" y="924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9" name="Text D">
            <a:extLst xmlns:a="http://schemas.openxmlformats.org/drawingml/2006/main">
              <a:ext uri="{FF2B5EF4-FFF2-40B4-BE49-F238E27FC236}">
                <a16:creationId xmlns:a16="http://schemas.microsoft.com/office/drawing/2014/main" id="{2D79D598-F3ED-456A-A7A1-C6E27C19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9280" y="571951"/>
            <a:ext cx="101108" cy="84933"/>
          </a:xfrm>
          <a:custGeom xmlns:a="http://schemas.openxmlformats.org/drawingml/2006/main">
            <a:pathLst>
              <a:path w="101108" h="84933">
                <a:moveTo>
                  <a:pt x="11234" y="71263"/>
                </a:moveTo>
                <a:lnTo>
                  <a:pt x="89874" y="71263"/>
                </a:lnTo>
                <a:lnTo>
                  <a:pt x="89874" y="54750"/>
                </a:lnTo>
                <a:cubicBezTo>
                  <a:pt x="89874" y="40809"/>
                  <a:pt x="86713" y="30601"/>
                  <a:pt x="80391" y="24126"/>
                </a:cubicBezTo>
                <a:cubicBezTo>
                  <a:pt x="74068" y="17652"/>
                  <a:pt x="64089" y="14415"/>
                  <a:pt x="50452" y="14415"/>
                </a:cubicBezTo>
                <a:cubicBezTo>
                  <a:pt x="36906" y="14415"/>
                  <a:pt x="26983" y="17652"/>
                  <a:pt x="20683" y="24126"/>
                </a:cubicBezTo>
                <a:cubicBezTo>
                  <a:pt x="14384" y="30601"/>
                  <a:pt x="11234" y="40809"/>
                  <a:pt x="11234" y="54750"/>
                </a:cubicBezTo>
                <a:lnTo>
                  <a:pt x="11234" y="71263"/>
                </a:lnTo>
                <a:moveTo>
                  <a:pt x="0" y="84933"/>
                </a:moveTo>
                <a:lnTo>
                  <a:pt x="0" y="56848"/>
                </a:lnTo>
                <a:cubicBezTo>
                  <a:pt x="0" y="37267"/>
                  <a:pt x="4075" y="22897"/>
                  <a:pt x="12224" y="13738"/>
                </a:cubicBezTo>
                <a:cubicBezTo>
                  <a:pt x="20373" y="4579"/>
                  <a:pt x="33116" y="0"/>
                  <a:pt x="50452" y="0"/>
                </a:cubicBezTo>
                <a:cubicBezTo>
                  <a:pt x="67879" y="0"/>
                  <a:pt x="80678" y="4602"/>
                  <a:pt x="88850" y="13806"/>
                </a:cubicBezTo>
                <a:cubicBezTo>
                  <a:pt x="97022" y="23010"/>
                  <a:pt x="101108" y="37357"/>
                  <a:pt x="101108" y="56848"/>
                </a:cubicBezTo>
                <a:lnTo>
                  <a:pt x="101108" y="84933"/>
                </a:lnTo>
                <a:lnTo>
                  <a:pt x="0" y="849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0" name="Text 3">
            <a:extLst xmlns:a="http://schemas.openxmlformats.org/drawingml/2006/main">
              <a:ext uri="{FF2B5EF4-FFF2-40B4-BE49-F238E27FC236}">
                <a16:creationId xmlns:a16="http://schemas.microsoft.com/office/drawing/2014/main" id="{403B6EAF-59F8-4007-A2BD-7ACCC493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7520" y="486682"/>
            <a:ext cx="104898" cy="66525"/>
          </a:xfrm>
          <a:custGeom xmlns:a="http://schemas.openxmlformats.org/drawingml/2006/main">
            <a:pathLst>
              <a:path w="104898" h="66525">
                <a:moveTo>
                  <a:pt x="48321" y="20844"/>
                </a:moveTo>
                <a:cubicBezTo>
                  <a:pt x="49722" y="14302"/>
                  <a:pt x="52639" y="9193"/>
                  <a:pt x="57072" y="5516"/>
                </a:cubicBezTo>
                <a:cubicBezTo>
                  <a:pt x="61503" y="1839"/>
                  <a:pt x="66975" y="0"/>
                  <a:pt x="73488" y="0"/>
                </a:cubicBezTo>
                <a:cubicBezTo>
                  <a:pt x="83482" y="0"/>
                  <a:pt x="91217" y="3429"/>
                  <a:pt x="96690" y="10287"/>
                </a:cubicBezTo>
                <a:cubicBezTo>
                  <a:pt x="102162" y="17145"/>
                  <a:pt x="104898" y="26890"/>
                  <a:pt x="104898" y="39523"/>
                </a:cubicBezTo>
                <a:cubicBezTo>
                  <a:pt x="104898" y="43764"/>
                  <a:pt x="104480" y="48129"/>
                  <a:pt x="103646" y="52618"/>
                </a:cubicBezTo>
                <a:cubicBezTo>
                  <a:pt x="102811" y="57107"/>
                  <a:pt x="101559" y="61743"/>
                  <a:pt x="99890" y="66525"/>
                </a:cubicBezTo>
                <a:lnTo>
                  <a:pt x="86625" y="66525"/>
                </a:lnTo>
                <a:cubicBezTo>
                  <a:pt x="88858" y="62736"/>
                  <a:pt x="90545" y="58585"/>
                  <a:pt x="91684" y="54073"/>
                </a:cubicBezTo>
                <a:cubicBezTo>
                  <a:pt x="92823" y="49561"/>
                  <a:pt x="93393" y="44847"/>
                  <a:pt x="93393" y="39929"/>
                </a:cubicBezTo>
                <a:cubicBezTo>
                  <a:pt x="93393" y="31357"/>
                  <a:pt x="91695" y="24826"/>
                  <a:pt x="88300" y="20337"/>
                </a:cubicBezTo>
                <a:cubicBezTo>
                  <a:pt x="84904" y="15847"/>
                  <a:pt x="79968" y="13603"/>
                  <a:pt x="73494" y="13603"/>
                </a:cubicBezTo>
                <a:cubicBezTo>
                  <a:pt x="67519" y="13603"/>
                  <a:pt x="62845" y="15690"/>
                  <a:pt x="59472" y="19863"/>
                </a:cubicBezTo>
                <a:cubicBezTo>
                  <a:pt x="56098" y="24036"/>
                  <a:pt x="54411" y="29845"/>
                  <a:pt x="54411" y="37289"/>
                </a:cubicBezTo>
                <a:lnTo>
                  <a:pt x="54411" y="49065"/>
                </a:lnTo>
                <a:lnTo>
                  <a:pt x="43177" y="49065"/>
                </a:lnTo>
                <a:lnTo>
                  <a:pt x="43177" y="36748"/>
                </a:lnTo>
                <a:cubicBezTo>
                  <a:pt x="43177" y="30026"/>
                  <a:pt x="41838" y="24882"/>
                  <a:pt x="39159" y="21318"/>
                </a:cubicBezTo>
                <a:cubicBezTo>
                  <a:pt x="36480" y="17754"/>
                  <a:pt x="32620" y="15972"/>
                  <a:pt x="27578" y="15972"/>
                </a:cubicBezTo>
                <a:cubicBezTo>
                  <a:pt x="22401" y="15972"/>
                  <a:pt x="18428" y="17810"/>
                  <a:pt x="15659" y="21487"/>
                </a:cubicBezTo>
                <a:cubicBezTo>
                  <a:pt x="12889" y="25164"/>
                  <a:pt x="11505" y="30432"/>
                  <a:pt x="11505" y="37289"/>
                </a:cubicBezTo>
                <a:cubicBezTo>
                  <a:pt x="11505" y="41034"/>
                  <a:pt x="11911" y="45050"/>
                  <a:pt x="12723" y="49336"/>
                </a:cubicBezTo>
                <a:cubicBezTo>
                  <a:pt x="13535" y="53622"/>
                  <a:pt x="14798" y="58337"/>
                  <a:pt x="16513" y="63480"/>
                </a:cubicBezTo>
                <a:lnTo>
                  <a:pt x="4331" y="63480"/>
                </a:lnTo>
                <a:cubicBezTo>
                  <a:pt x="2888" y="58292"/>
                  <a:pt x="1805" y="53430"/>
                  <a:pt x="1083" y="48896"/>
                </a:cubicBezTo>
                <a:cubicBezTo>
                  <a:pt x="361" y="44362"/>
                  <a:pt x="0" y="40087"/>
                  <a:pt x="0" y="36071"/>
                </a:cubicBezTo>
                <a:cubicBezTo>
                  <a:pt x="0" y="25694"/>
                  <a:pt x="2355" y="17483"/>
                  <a:pt x="7064" y="11437"/>
                </a:cubicBezTo>
                <a:cubicBezTo>
                  <a:pt x="11771" y="5392"/>
                  <a:pt x="18135" y="2369"/>
                  <a:pt x="26155" y="2369"/>
                </a:cubicBezTo>
                <a:cubicBezTo>
                  <a:pt x="31741" y="2369"/>
                  <a:pt x="36460" y="3970"/>
                  <a:pt x="40312" y="7174"/>
                </a:cubicBezTo>
                <a:cubicBezTo>
                  <a:pt x="44163" y="10377"/>
                  <a:pt x="46833" y="14934"/>
                  <a:pt x="48321" y="208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BE9977-0343-4B19-9B29-8F89EF3D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961" y="385724"/>
            <a:ext cx="1155002" cy="10"/>
          </a:xfrm>
          <a:custGeom xmlns:a="http://schemas.openxmlformats.org/drawingml/2006/main">
            <a:pathLst>
              <a:path w="1155002" h="1" fill="none">
                <a:moveTo>
                  <a:pt x="0" y="0"/>
                </a:moveTo>
                <a:lnTo>
                  <a:pt x="11550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000000"/>
            </a:solidFill>
            <a:miter/>
          </a:ln>
        </p:spPr>
      </p:sp>
      <p:sp>
        <p:nvSpPr>
          <p:cNvPr id="572" name="Text I">
            <a:extLst xmlns:a="http://schemas.openxmlformats.org/drawingml/2006/main">
              <a:ext uri="{FF2B5EF4-FFF2-40B4-BE49-F238E27FC236}">
                <a16:creationId xmlns:a16="http://schemas.microsoft.com/office/drawing/2014/main" id="{DE95576C-A9D3-4692-9F6F-F793E759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5780" y="788689"/>
            <a:ext cx="101108" cy="13671"/>
          </a:xfrm>
          <a:custGeom xmlns:a="http://schemas.openxmlformats.org/drawingml/2006/main">
            <a:pathLst>
              <a:path w="101108" h="13671">
                <a:moveTo>
                  <a:pt x="0" y="13671"/>
                </a:moveTo>
                <a:lnTo>
                  <a:pt x="0" y="0"/>
                </a:lnTo>
                <a:lnTo>
                  <a:pt x="101108" y="0"/>
                </a:lnTo>
                <a:lnTo>
                  <a:pt x="101108" y="13671"/>
                </a:lnTo>
                <a:lnTo>
                  <a:pt x="0" y="136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3" name="Text n">
            <a:extLst xmlns:a="http://schemas.openxmlformats.org/drawingml/2006/main">
              <a:ext uri="{FF2B5EF4-FFF2-40B4-BE49-F238E27FC236}">
                <a16:creationId xmlns:a16="http://schemas.microsoft.com/office/drawing/2014/main" id="{F20D4101-58CE-491D-B9C7-1F003740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9196" y="699008"/>
            <a:ext cx="77692" cy="63480"/>
          </a:xfrm>
          <a:custGeom xmlns:a="http://schemas.openxmlformats.org/drawingml/2006/main">
            <a:pathLst>
              <a:path w="77692" h="63480">
                <a:moveTo>
                  <a:pt x="31943" y="0"/>
                </a:moveTo>
                <a:lnTo>
                  <a:pt x="77692" y="0"/>
                </a:lnTo>
                <a:lnTo>
                  <a:pt x="77692" y="12452"/>
                </a:lnTo>
                <a:lnTo>
                  <a:pt x="32349" y="12452"/>
                </a:lnTo>
                <a:cubicBezTo>
                  <a:pt x="25153" y="12452"/>
                  <a:pt x="19767" y="13851"/>
                  <a:pt x="16191" y="16648"/>
                </a:cubicBezTo>
                <a:cubicBezTo>
                  <a:pt x="12616" y="19446"/>
                  <a:pt x="10828" y="23641"/>
                  <a:pt x="10828" y="29236"/>
                </a:cubicBezTo>
                <a:cubicBezTo>
                  <a:pt x="10828" y="35958"/>
                  <a:pt x="12978" y="41260"/>
                  <a:pt x="17276" y="45140"/>
                </a:cubicBezTo>
                <a:cubicBezTo>
                  <a:pt x="21574" y="49020"/>
                  <a:pt x="27433" y="50960"/>
                  <a:pt x="34853" y="50960"/>
                </a:cubicBezTo>
                <a:lnTo>
                  <a:pt x="77692" y="50960"/>
                </a:lnTo>
                <a:lnTo>
                  <a:pt x="77692" y="63480"/>
                </a:lnTo>
                <a:lnTo>
                  <a:pt x="1895" y="63480"/>
                </a:lnTo>
                <a:lnTo>
                  <a:pt x="1895" y="50960"/>
                </a:lnTo>
                <a:lnTo>
                  <a:pt x="13671" y="50960"/>
                </a:lnTo>
                <a:cubicBezTo>
                  <a:pt x="9091" y="47982"/>
                  <a:pt x="5668" y="44474"/>
                  <a:pt x="3401" y="40436"/>
                </a:cubicBezTo>
                <a:cubicBezTo>
                  <a:pt x="1134" y="36398"/>
                  <a:pt x="0" y="31740"/>
                  <a:pt x="0" y="26461"/>
                </a:cubicBezTo>
                <a:cubicBezTo>
                  <a:pt x="0" y="17754"/>
                  <a:pt x="2701" y="11167"/>
                  <a:pt x="8104" y="6700"/>
                </a:cubicBezTo>
                <a:cubicBezTo>
                  <a:pt x="13507" y="2233"/>
                  <a:pt x="21453" y="0"/>
                  <a:pt x="3194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4" name="Text t">
            <a:extLst xmlns:a="http://schemas.openxmlformats.org/drawingml/2006/main">
              <a:ext uri="{FF2B5EF4-FFF2-40B4-BE49-F238E27FC236}">
                <a16:creationId xmlns:a16="http://schemas.microsoft.com/office/drawing/2014/main" id="{E2FFE863-E76B-490A-8900-B49D731B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9570" y="636176"/>
            <a:ext cx="97318" cy="47305"/>
          </a:xfrm>
          <a:custGeom xmlns:a="http://schemas.openxmlformats.org/drawingml/2006/main">
            <a:pathLst>
              <a:path w="97318" h="47305">
                <a:moveTo>
                  <a:pt x="0" y="25649"/>
                </a:moveTo>
                <a:lnTo>
                  <a:pt x="21521" y="25649"/>
                </a:lnTo>
                <a:lnTo>
                  <a:pt x="21521" y="0"/>
                </a:lnTo>
                <a:lnTo>
                  <a:pt x="31266" y="0"/>
                </a:lnTo>
                <a:lnTo>
                  <a:pt x="31266" y="25649"/>
                </a:lnTo>
                <a:lnTo>
                  <a:pt x="72362" y="25649"/>
                </a:lnTo>
                <a:cubicBezTo>
                  <a:pt x="78536" y="25649"/>
                  <a:pt x="82503" y="24803"/>
                  <a:pt x="84261" y="23111"/>
                </a:cubicBezTo>
                <a:cubicBezTo>
                  <a:pt x="86017" y="21419"/>
                  <a:pt x="86896" y="17979"/>
                  <a:pt x="86896" y="12791"/>
                </a:cubicBezTo>
                <a:lnTo>
                  <a:pt x="86896" y="0"/>
                </a:lnTo>
                <a:lnTo>
                  <a:pt x="97318" y="0"/>
                </a:lnTo>
                <a:lnTo>
                  <a:pt x="97318" y="12791"/>
                </a:lnTo>
                <a:cubicBezTo>
                  <a:pt x="97318" y="22401"/>
                  <a:pt x="95526" y="29033"/>
                  <a:pt x="91942" y="32687"/>
                </a:cubicBezTo>
                <a:cubicBezTo>
                  <a:pt x="88357" y="36342"/>
                  <a:pt x="81830" y="38169"/>
                  <a:pt x="72362" y="38169"/>
                </a:cubicBezTo>
                <a:lnTo>
                  <a:pt x="31266" y="38169"/>
                </a:lnTo>
                <a:lnTo>
                  <a:pt x="31266" y="47305"/>
                </a:lnTo>
                <a:lnTo>
                  <a:pt x="21521" y="47305"/>
                </a:lnTo>
                <a:lnTo>
                  <a:pt x="21521" y="38169"/>
                </a:lnTo>
                <a:lnTo>
                  <a:pt x="0" y="38169"/>
                </a:lnTo>
                <a:lnTo>
                  <a:pt x="0" y="256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5" name="Text 1">
            <a:extLst xmlns:a="http://schemas.openxmlformats.org/drawingml/2006/main">
              <a:ext uri="{FF2B5EF4-FFF2-40B4-BE49-F238E27FC236}">
                <a16:creationId xmlns:a16="http://schemas.microsoft.com/office/drawing/2014/main" id="{8F2796F3-7D7C-4C18-B0C1-050F690F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5780" y="557481"/>
            <a:ext cx="101108" cy="60164"/>
          </a:xfrm>
          <a:custGeom xmlns:a="http://schemas.openxmlformats.org/drawingml/2006/main">
            <a:pathLst>
              <a:path w="101108" h="60164">
                <a:moveTo>
                  <a:pt x="89603" y="58201"/>
                </a:moveTo>
                <a:lnTo>
                  <a:pt x="89603" y="35868"/>
                </a:lnTo>
                <a:lnTo>
                  <a:pt x="12452" y="35868"/>
                </a:lnTo>
                <a:lnTo>
                  <a:pt x="17325" y="60164"/>
                </a:lnTo>
                <a:lnTo>
                  <a:pt x="4873" y="60164"/>
                </a:lnTo>
                <a:lnTo>
                  <a:pt x="0" y="36004"/>
                </a:lnTo>
                <a:lnTo>
                  <a:pt x="0" y="22333"/>
                </a:lnTo>
                <a:lnTo>
                  <a:pt x="89603" y="22333"/>
                </a:lnTo>
                <a:lnTo>
                  <a:pt x="89603" y="0"/>
                </a:lnTo>
                <a:lnTo>
                  <a:pt x="101108" y="0"/>
                </a:lnTo>
                <a:lnTo>
                  <a:pt x="101108" y="58201"/>
                </a:lnTo>
                <a:lnTo>
                  <a:pt x="89603" y="582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6" name="Text K2U">
            <a:extLst xmlns:a="http://schemas.openxmlformats.org/drawingml/2006/main">
              <a:ext uri="{FF2B5EF4-FFF2-40B4-BE49-F238E27FC236}">
                <a16:creationId xmlns:a16="http://schemas.microsoft.com/office/drawing/2014/main" id="{EC5C2043-7C8E-4513-89A3-F7945F14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1387" y="150032"/>
            <a:ext cx="254869" cy="104898"/>
          </a:xfrm>
          <a:custGeom xmlns:a="http://schemas.openxmlformats.org/drawingml/2006/main">
            <a:pathLst>
              <a:path w="254869" h="104898">
                <a:moveTo>
                  <a:pt x="0" y="1760"/>
                </a:moveTo>
                <a:lnTo>
                  <a:pt x="13671" y="1760"/>
                </a:lnTo>
                <a:lnTo>
                  <a:pt x="13671" y="44493"/>
                </a:lnTo>
                <a:lnTo>
                  <a:pt x="59013" y="1760"/>
                </a:lnTo>
                <a:lnTo>
                  <a:pt x="76609" y="1760"/>
                </a:lnTo>
                <a:lnTo>
                  <a:pt x="26461" y="48894"/>
                </a:lnTo>
                <a:lnTo>
                  <a:pt x="80196" y="102867"/>
                </a:lnTo>
                <a:lnTo>
                  <a:pt x="62194" y="102867"/>
                </a:lnTo>
                <a:lnTo>
                  <a:pt x="13671" y="54177"/>
                </a:lnTo>
                <a:lnTo>
                  <a:pt x="13671" y="102867"/>
                </a:lnTo>
                <a:lnTo>
                  <a:pt x="0" y="102867"/>
                </a:lnTo>
                <a:lnTo>
                  <a:pt x="0" y="1760"/>
                </a:lnTo>
                <a:close/>
                <a:moveTo>
                  <a:pt x="103915" y="91362"/>
                </a:moveTo>
                <a:lnTo>
                  <a:pt x="151627" y="91362"/>
                </a:lnTo>
                <a:lnTo>
                  <a:pt x="151627" y="102867"/>
                </a:lnTo>
                <a:lnTo>
                  <a:pt x="87470" y="102867"/>
                </a:lnTo>
                <a:lnTo>
                  <a:pt x="87470" y="91362"/>
                </a:lnTo>
                <a:cubicBezTo>
                  <a:pt x="92659" y="85994"/>
                  <a:pt x="99731" y="78786"/>
                  <a:pt x="108687" y="69740"/>
                </a:cubicBezTo>
                <a:cubicBezTo>
                  <a:pt x="117642" y="60694"/>
                  <a:pt x="123271" y="54863"/>
                  <a:pt x="125572" y="52246"/>
                </a:cubicBezTo>
                <a:cubicBezTo>
                  <a:pt x="129948" y="47328"/>
                  <a:pt x="133005" y="43166"/>
                  <a:pt x="134742" y="39760"/>
                </a:cubicBezTo>
                <a:cubicBezTo>
                  <a:pt x="136479" y="36353"/>
                  <a:pt x="137347" y="33003"/>
                  <a:pt x="137347" y="29710"/>
                </a:cubicBezTo>
                <a:cubicBezTo>
                  <a:pt x="137347" y="24341"/>
                  <a:pt x="135464" y="19964"/>
                  <a:pt x="131696" y="16581"/>
                </a:cubicBezTo>
                <a:cubicBezTo>
                  <a:pt x="127929" y="13197"/>
                  <a:pt x="123023" y="11505"/>
                  <a:pt x="116977" y="11505"/>
                </a:cubicBezTo>
                <a:cubicBezTo>
                  <a:pt x="112691" y="11505"/>
                  <a:pt x="108168" y="12255"/>
                  <a:pt x="103408" y="13755"/>
                </a:cubicBezTo>
                <a:cubicBezTo>
                  <a:pt x="98648" y="15255"/>
                  <a:pt x="93561" y="17528"/>
                  <a:pt x="88147" y="20573"/>
                </a:cubicBezTo>
                <a:lnTo>
                  <a:pt x="88147" y="6768"/>
                </a:lnTo>
                <a:cubicBezTo>
                  <a:pt x="93651" y="4534"/>
                  <a:pt x="98795" y="2848"/>
                  <a:pt x="103577" y="1709"/>
                </a:cubicBezTo>
                <a:cubicBezTo>
                  <a:pt x="108359" y="570"/>
                  <a:pt x="112736" y="0"/>
                  <a:pt x="116706" y="0"/>
                </a:cubicBezTo>
                <a:cubicBezTo>
                  <a:pt x="127173" y="0"/>
                  <a:pt x="135520" y="2617"/>
                  <a:pt x="141746" y="7850"/>
                </a:cubicBezTo>
                <a:cubicBezTo>
                  <a:pt x="147972" y="13084"/>
                  <a:pt x="151086" y="20077"/>
                  <a:pt x="151086" y="28830"/>
                </a:cubicBezTo>
                <a:cubicBezTo>
                  <a:pt x="151086" y="32981"/>
                  <a:pt x="150307" y="36917"/>
                  <a:pt x="148751" y="40639"/>
                </a:cubicBezTo>
                <a:cubicBezTo>
                  <a:pt x="147194" y="44362"/>
                  <a:pt x="144363" y="48749"/>
                  <a:pt x="140257" y="53802"/>
                </a:cubicBezTo>
                <a:cubicBezTo>
                  <a:pt x="139129" y="55111"/>
                  <a:pt x="135543" y="58889"/>
                  <a:pt x="129497" y="65138"/>
                </a:cubicBezTo>
                <a:cubicBezTo>
                  <a:pt x="123451" y="71387"/>
                  <a:pt x="114924" y="80128"/>
                  <a:pt x="103915" y="91362"/>
                </a:cubicBezTo>
                <a:close/>
                <a:moveTo>
                  <a:pt x="177515" y="1760"/>
                </a:moveTo>
                <a:lnTo>
                  <a:pt x="191253" y="1760"/>
                </a:lnTo>
                <a:lnTo>
                  <a:pt x="191253" y="63233"/>
                </a:lnTo>
                <a:cubicBezTo>
                  <a:pt x="191253" y="74076"/>
                  <a:pt x="193216" y="81881"/>
                  <a:pt x="197141" y="86648"/>
                </a:cubicBezTo>
                <a:cubicBezTo>
                  <a:pt x="201066" y="91415"/>
                  <a:pt x="207428" y="93799"/>
                  <a:pt x="216226" y="93799"/>
                </a:cubicBezTo>
                <a:cubicBezTo>
                  <a:pt x="224979" y="93799"/>
                  <a:pt x="231318" y="91415"/>
                  <a:pt x="235243" y="86648"/>
                </a:cubicBezTo>
                <a:cubicBezTo>
                  <a:pt x="239168" y="81881"/>
                  <a:pt x="241131" y="74076"/>
                  <a:pt x="241131" y="63233"/>
                </a:cubicBezTo>
                <a:lnTo>
                  <a:pt x="241131" y="1760"/>
                </a:lnTo>
                <a:lnTo>
                  <a:pt x="254869" y="1760"/>
                </a:lnTo>
                <a:lnTo>
                  <a:pt x="254869" y="64927"/>
                </a:lnTo>
                <a:cubicBezTo>
                  <a:pt x="254869" y="78115"/>
                  <a:pt x="251609" y="88074"/>
                  <a:pt x="245090" y="94803"/>
                </a:cubicBezTo>
                <a:cubicBezTo>
                  <a:pt x="238570" y="101533"/>
                  <a:pt x="228949" y="104898"/>
                  <a:pt x="216226" y="104898"/>
                </a:cubicBezTo>
                <a:cubicBezTo>
                  <a:pt x="203458" y="104898"/>
                  <a:pt x="193814" y="101533"/>
                  <a:pt x="187294" y="94803"/>
                </a:cubicBezTo>
                <a:cubicBezTo>
                  <a:pt x="180775" y="88074"/>
                  <a:pt x="177515" y="78115"/>
                  <a:pt x="177515" y="64927"/>
                </a:cubicBezTo>
                <a:lnTo>
                  <a:pt x="177515" y="17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5D4E4F-B39F-4579-9E3C-6386EEA7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963" y="917025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BD55BE-983A-44E3-812E-7C4F4B7C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963" y="917025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579" name="Text I">
            <a:extLst xmlns:a="http://schemas.openxmlformats.org/drawingml/2006/main">
              <a:ext uri="{FF2B5EF4-FFF2-40B4-BE49-F238E27FC236}">
                <a16:creationId xmlns:a16="http://schemas.microsoft.com/office/drawing/2014/main" id="{9CFB6382-C4A6-43A7-9C1A-00B32BAF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6781" y="788690"/>
            <a:ext cx="101108" cy="13671"/>
          </a:xfrm>
          <a:custGeom xmlns:a="http://schemas.openxmlformats.org/drawingml/2006/main">
            <a:pathLst>
              <a:path w="101108" h="13671">
                <a:moveTo>
                  <a:pt x="0" y="13671"/>
                </a:moveTo>
                <a:lnTo>
                  <a:pt x="0" y="0"/>
                </a:lnTo>
                <a:lnTo>
                  <a:pt x="101108" y="0"/>
                </a:lnTo>
                <a:lnTo>
                  <a:pt x="101108" y="13671"/>
                </a:lnTo>
                <a:lnTo>
                  <a:pt x="0" y="136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0" name="Text n">
            <a:extLst xmlns:a="http://schemas.openxmlformats.org/drawingml/2006/main">
              <a:ext uri="{FF2B5EF4-FFF2-40B4-BE49-F238E27FC236}">
                <a16:creationId xmlns:a16="http://schemas.microsoft.com/office/drawing/2014/main" id="{F41DFF6B-6CA4-40E2-B1FF-5E632407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196" y="699009"/>
            <a:ext cx="77692" cy="63480"/>
          </a:xfrm>
          <a:custGeom xmlns:a="http://schemas.openxmlformats.org/drawingml/2006/main">
            <a:pathLst>
              <a:path w="77692" h="63480">
                <a:moveTo>
                  <a:pt x="31943" y="0"/>
                </a:moveTo>
                <a:lnTo>
                  <a:pt x="77692" y="0"/>
                </a:lnTo>
                <a:lnTo>
                  <a:pt x="77692" y="12452"/>
                </a:lnTo>
                <a:lnTo>
                  <a:pt x="32349" y="12452"/>
                </a:lnTo>
                <a:cubicBezTo>
                  <a:pt x="25153" y="12452"/>
                  <a:pt x="19767" y="13851"/>
                  <a:pt x="16191" y="16648"/>
                </a:cubicBezTo>
                <a:cubicBezTo>
                  <a:pt x="12616" y="19446"/>
                  <a:pt x="10828" y="23641"/>
                  <a:pt x="10828" y="29236"/>
                </a:cubicBezTo>
                <a:cubicBezTo>
                  <a:pt x="10828" y="35958"/>
                  <a:pt x="12978" y="41260"/>
                  <a:pt x="17276" y="45140"/>
                </a:cubicBezTo>
                <a:cubicBezTo>
                  <a:pt x="21574" y="49020"/>
                  <a:pt x="27433" y="50960"/>
                  <a:pt x="34853" y="50960"/>
                </a:cubicBezTo>
                <a:lnTo>
                  <a:pt x="77692" y="50960"/>
                </a:lnTo>
                <a:lnTo>
                  <a:pt x="77692" y="63480"/>
                </a:lnTo>
                <a:lnTo>
                  <a:pt x="1895" y="63480"/>
                </a:lnTo>
                <a:lnTo>
                  <a:pt x="1895" y="50960"/>
                </a:lnTo>
                <a:lnTo>
                  <a:pt x="13671" y="50960"/>
                </a:lnTo>
                <a:cubicBezTo>
                  <a:pt x="9091" y="47982"/>
                  <a:pt x="5668" y="44474"/>
                  <a:pt x="3401" y="40436"/>
                </a:cubicBezTo>
                <a:cubicBezTo>
                  <a:pt x="1134" y="36398"/>
                  <a:pt x="0" y="31740"/>
                  <a:pt x="0" y="26461"/>
                </a:cubicBezTo>
                <a:cubicBezTo>
                  <a:pt x="0" y="17754"/>
                  <a:pt x="2701" y="11167"/>
                  <a:pt x="8104" y="6700"/>
                </a:cubicBezTo>
                <a:cubicBezTo>
                  <a:pt x="13507" y="2233"/>
                  <a:pt x="21453" y="0"/>
                  <a:pt x="3194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1" name="Text t">
            <a:extLst xmlns:a="http://schemas.openxmlformats.org/drawingml/2006/main">
              <a:ext uri="{FF2B5EF4-FFF2-40B4-BE49-F238E27FC236}">
                <a16:creationId xmlns:a16="http://schemas.microsoft.com/office/drawing/2014/main" id="{2FEC04E7-5064-4102-A404-B7ADC457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0" y="636176"/>
            <a:ext cx="97318" cy="47305"/>
          </a:xfrm>
          <a:custGeom xmlns:a="http://schemas.openxmlformats.org/drawingml/2006/main">
            <a:pathLst>
              <a:path w="97318" h="47305">
                <a:moveTo>
                  <a:pt x="0" y="25649"/>
                </a:moveTo>
                <a:lnTo>
                  <a:pt x="21521" y="25649"/>
                </a:lnTo>
                <a:lnTo>
                  <a:pt x="21521" y="0"/>
                </a:lnTo>
                <a:lnTo>
                  <a:pt x="31266" y="0"/>
                </a:lnTo>
                <a:lnTo>
                  <a:pt x="31266" y="25649"/>
                </a:lnTo>
                <a:lnTo>
                  <a:pt x="72362" y="25649"/>
                </a:lnTo>
                <a:cubicBezTo>
                  <a:pt x="78536" y="25649"/>
                  <a:pt x="82503" y="24803"/>
                  <a:pt x="84261" y="23111"/>
                </a:cubicBezTo>
                <a:cubicBezTo>
                  <a:pt x="86017" y="21419"/>
                  <a:pt x="86896" y="17979"/>
                  <a:pt x="86896" y="12791"/>
                </a:cubicBezTo>
                <a:lnTo>
                  <a:pt x="86896" y="0"/>
                </a:lnTo>
                <a:lnTo>
                  <a:pt x="97318" y="0"/>
                </a:lnTo>
                <a:lnTo>
                  <a:pt x="97318" y="12791"/>
                </a:lnTo>
                <a:cubicBezTo>
                  <a:pt x="97318" y="22401"/>
                  <a:pt x="95526" y="29033"/>
                  <a:pt x="91942" y="32687"/>
                </a:cubicBezTo>
                <a:cubicBezTo>
                  <a:pt x="88357" y="36342"/>
                  <a:pt x="81830" y="38169"/>
                  <a:pt x="72362" y="38169"/>
                </a:cubicBezTo>
                <a:lnTo>
                  <a:pt x="31266" y="38169"/>
                </a:lnTo>
                <a:lnTo>
                  <a:pt x="31266" y="47305"/>
                </a:lnTo>
                <a:lnTo>
                  <a:pt x="21521" y="47305"/>
                </a:lnTo>
                <a:lnTo>
                  <a:pt x="21521" y="38169"/>
                </a:lnTo>
                <a:lnTo>
                  <a:pt x="0" y="38169"/>
                </a:lnTo>
                <a:lnTo>
                  <a:pt x="0" y="256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2" name="Text 2">
            <a:extLst xmlns:a="http://schemas.openxmlformats.org/drawingml/2006/main">
              <a:ext uri="{FF2B5EF4-FFF2-40B4-BE49-F238E27FC236}">
                <a16:creationId xmlns:a16="http://schemas.microsoft.com/office/drawing/2014/main" id="{373A043F-E06F-4883-AFD3-1B72E64F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5021" y="558565"/>
            <a:ext cx="102867" cy="64157"/>
          </a:xfrm>
          <a:custGeom xmlns:a="http://schemas.openxmlformats.org/drawingml/2006/main">
            <a:pathLst>
              <a:path w="102867" h="64157">
                <a:moveTo>
                  <a:pt x="91362" y="47712"/>
                </a:moveTo>
                <a:lnTo>
                  <a:pt x="91362" y="0"/>
                </a:lnTo>
                <a:lnTo>
                  <a:pt x="102867" y="0"/>
                </a:lnTo>
                <a:lnTo>
                  <a:pt x="102867" y="64157"/>
                </a:lnTo>
                <a:lnTo>
                  <a:pt x="91362" y="64157"/>
                </a:lnTo>
                <a:cubicBezTo>
                  <a:pt x="85994" y="58968"/>
                  <a:pt x="78786" y="51896"/>
                  <a:pt x="69740" y="42940"/>
                </a:cubicBezTo>
                <a:cubicBezTo>
                  <a:pt x="60694" y="33985"/>
                  <a:pt x="54863" y="28356"/>
                  <a:pt x="52246" y="26055"/>
                </a:cubicBezTo>
                <a:cubicBezTo>
                  <a:pt x="47328" y="21679"/>
                  <a:pt x="43166" y="18622"/>
                  <a:pt x="39760" y="16885"/>
                </a:cubicBezTo>
                <a:cubicBezTo>
                  <a:pt x="36353" y="15148"/>
                  <a:pt x="33003" y="14280"/>
                  <a:pt x="29710" y="14280"/>
                </a:cubicBezTo>
                <a:cubicBezTo>
                  <a:pt x="24341" y="14280"/>
                  <a:pt x="19964" y="16163"/>
                  <a:pt x="16581" y="19931"/>
                </a:cubicBezTo>
                <a:cubicBezTo>
                  <a:pt x="13197" y="23698"/>
                  <a:pt x="11505" y="28604"/>
                  <a:pt x="11505" y="34650"/>
                </a:cubicBezTo>
                <a:cubicBezTo>
                  <a:pt x="11505" y="38936"/>
                  <a:pt x="12255" y="43459"/>
                  <a:pt x="13755" y="48219"/>
                </a:cubicBezTo>
                <a:cubicBezTo>
                  <a:pt x="15255" y="52979"/>
                  <a:pt x="17528" y="58066"/>
                  <a:pt x="20573" y="63480"/>
                </a:cubicBezTo>
                <a:lnTo>
                  <a:pt x="6768" y="63480"/>
                </a:lnTo>
                <a:cubicBezTo>
                  <a:pt x="4534" y="57976"/>
                  <a:pt x="2848" y="52832"/>
                  <a:pt x="1709" y="48050"/>
                </a:cubicBezTo>
                <a:cubicBezTo>
                  <a:pt x="570" y="43267"/>
                  <a:pt x="0" y="38891"/>
                  <a:pt x="0" y="34921"/>
                </a:cubicBezTo>
                <a:cubicBezTo>
                  <a:pt x="0" y="24454"/>
                  <a:pt x="2617" y="16107"/>
                  <a:pt x="7850" y="9881"/>
                </a:cubicBezTo>
                <a:cubicBezTo>
                  <a:pt x="13084" y="3655"/>
                  <a:pt x="20077" y="541"/>
                  <a:pt x="28830" y="541"/>
                </a:cubicBezTo>
                <a:cubicBezTo>
                  <a:pt x="32981" y="541"/>
                  <a:pt x="36917" y="1320"/>
                  <a:pt x="40639" y="2876"/>
                </a:cubicBezTo>
                <a:cubicBezTo>
                  <a:pt x="44362" y="4433"/>
                  <a:pt x="48749" y="7264"/>
                  <a:pt x="53802" y="11370"/>
                </a:cubicBezTo>
                <a:cubicBezTo>
                  <a:pt x="55111" y="12497"/>
                  <a:pt x="58889" y="16084"/>
                  <a:pt x="65138" y="22130"/>
                </a:cubicBezTo>
                <a:cubicBezTo>
                  <a:pt x="71387" y="28176"/>
                  <a:pt x="80128" y="36703"/>
                  <a:pt x="91362" y="477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E03A5B-EC01-4D50-8914-74229EB6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963" y="3920031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876E70-DA12-491A-B280-38B0D248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963" y="3920031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585" name="Text I">
            <a:extLst xmlns:a="http://schemas.openxmlformats.org/drawingml/2006/main">
              <a:ext uri="{FF2B5EF4-FFF2-40B4-BE49-F238E27FC236}">
                <a16:creationId xmlns:a16="http://schemas.microsoft.com/office/drawing/2014/main" id="{EF2D00C9-4A07-480B-8685-A49CEDF1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81" y="788689"/>
            <a:ext cx="101108" cy="13671"/>
          </a:xfrm>
          <a:custGeom xmlns:a="http://schemas.openxmlformats.org/drawingml/2006/main">
            <a:pathLst>
              <a:path w="101108" h="13671">
                <a:moveTo>
                  <a:pt x="0" y="13671"/>
                </a:moveTo>
                <a:lnTo>
                  <a:pt x="0" y="0"/>
                </a:lnTo>
                <a:lnTo>
                  <a:pt x="101108" y="0"/>
                </a:lnTo>
                <a:lnTo>
                  <a:pt x="101108" y="13671"/>
                </a:lnTo>
                <a:lnTo>
                  <a:pt x="0" y="136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6" name="Text n">
            <a:extLst xmlns:a="http://schemas.openxmlformats.org/drawingml/2006/main">
              <a:ext uri="{FF2B5EF4-FFF2-40B4-BE49-F238E27FC236}">
                <a16:creationId xmlns:a16="http://schemas.microsoft.com/office/drawing/2014/main" id="{A7342A68-6AFC-4BC4-AAF8-D30CD946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197" y="699008"/>
            <a:ext cx="77692" cy="63480"/>
          </a:xfrm>
          <a:custGeom xmlns:a="http://schemas.openxmlformats.org/drawingml/2006/main">
            <a:pathLst>
              <a:path w="77692" h="63480">
                <a:moveTo>
                  <a:pt x="31943" y="0"/>
                </a:moveTo>
                <a:lnTo>
                  <a:pt x="77692" y="0"/>
                </a:lnTo>
                <a:lnTo>
                  <a:pt x="77692" y="12452"/>
                </a:lnTo>
                <a:lnTo>
                  <a:pt x="32349" y="12452"/>
                </a:lnTo>
                <a:cubicBezTo>
                  <a:pt x="25153" y="12452"/>
                  <a:pt x="19767" y="13851"/>
                  <a:pt x="16191" y="16648"/>
                </a:cubicBezTo>
                <a:cubicBezTo>
                  <a:pt x="12616" y="19446"/>
                  <a:pt x="10828" y="23641"/>
                  <a:pt x="10828" y="29236"/>
                </a:cubicBezTo>
                <a:cubicBezTo>
                  <a:pt x="10828" y="35958"/>
                  <a:pt x="12978" y="41260"/>
                  <a:pt x="17276" y="45140"/>
                </a:cubicBezTo>
                <a:cubicBezTo>
                  <a:pt x="21574" y="49020"/>
                  <a:pt x="27433" y="50960"/>
                  <a:pt x="34853" y="50960"/>
                </a:cubicBezTo>
                <a:lnTo>
                  <a:pt x="77692" y="50960"/>
                </a:lnTo>
                <a:lnTo>
                  <a:pt x="77692" y="63480"/>
                </a:lnTo>
                <a:lnTo>
                  <a:pt x="1895" y="63480"/>
                </a:lnTo>
                <a:lnTo>
                  <a:pt x="1895" y="50960"/>
                </a:lnTo>
                <a:lnTo>
                  <a:pt x="13671" y="50960"/>
                </a:lnTo>
                <a:cubicBezTo>
                  <a:pt x="9091" y="47982"/>
                  <a:pt x="5668" y="44474"/>
                  <a:pt x="3401" y="40436"/>
                </a:cubicBezTo>
                <a:cubicBezTo>
                  <a:pt x="1134" y="36398"/>
                  <a:pt x="0" y="31740"/>
                  <a:pt x="0" y="26461"/>
                </a:cubicBezTo>
                <a:cubicBezTo>
                  <a:pt x="0" y="17754"/>
                  <a:pt x="2701" y="11167"/>
                  <a:pt x="8104" y="6700"/>
                </a:cubicBezTo>
                <a:cubicBezTo>
                  <a:pt x="13507" y="2233"/>
                  <a:pt x="21453" y="0"/>
                  <a:pt x="3194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7" name="Text t">
            <a:extLst xmlns:a="http://schemas.openxmlformats.org/drawingml/2006/main">
              <a:ext uri="{FF2B5EF4-FFF2-40B4-BE49-F238E27FC236}">
                <a16:creationId xmlns:a16="http://schemas.microsoft.com/office/drawing/2014/main" id="{2FBBAECB-A766-4390-A587-BBADE148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571" y="636176"/>
            <a:ext cx="97318" cy="47305"/>
          </a:xfrm>
          <a:custGeom xmlns:a="http://schemas.openxmlformats.org/drawingml/2006/main">
            <a:pathLst>
              <a:path w="97318" h="47305">
                <a:moveTo>
                  <a:pt x="0" y="25649"/>
                </a:moveTo>
                <a:lnTo>
                  <a:pt x="21521" y="25649"/>
                </a:lnTo>
                <a:lnTo>
                  <a:pt x="21521" y="0"/>
                </a:lnTo>
                <a:lnTo>
                  <a:pt x="31266" y="0"/>
                </a:lnTo>
                <a:lnTo>
                  <a:pt x="31266" y="25649"/>
                </a:lnTo>
                <a:lnTo>
                  <a:pt x="72362" y="25649"/>
                </a:lnTo>
                <a:cubicBezTo>
                  <a:pt x="78536" y="25649"/>
                  <a:pt x="82503" y="24803"/>
                  <a:pt x="84261" y="23111"/>
                </a:cubicBezTo>
                <a:cubicBezTo>
                  <a:pt x="86017" y="21419"/>
                  <a:pt x="86896" y="17979"/>
                  <a:pt x="86896" y="12791"/>
                </a:cubicBezTo>
                <a:lnTo>
                  <a:pt x="86896" y="0"/>
                </a:lnTo>
                <a:lnTo>
                  <a:pt x="97318" y="0"/>
                </a:lnTo>
                <a:lnTo>
                  <a:pt x="97318" y="12791"/>
                </a:lnTo>
                <a:cubicBezTo>
                  <a:pt x="97318" y="22401"/>
                  <a:pt x="95526" y="29033"/>
                  <a:pt x="91942" y="32687"/>
                </a:cubicBezTo>
                <a:cubicBezTo>
                  <a:pt x="88357" y="36342"/>
                  <a:pt x="81830" y="38169"/>
                  <a:pt x="72362" y="38169"/>
                </a:cubicBezTo>
                <a:lnTo>
                  <a:pt x="31266" y="38169"/>
                </a:lnTo>
                <a:lnTo>
                  <a:pt x="31266" y="47305"/>
                </a:lnTo>
                <a:lnTo>
                  <a:pt x="21521" y="47305"/>
                </a:lnTo>
                <a:lnTo>
                  <a:pt x="21521" y="38169"/>
                </a:lnTo>
                <a:lnTo>
                  <a:pt x="0" y="38169"/>
                </a:lnTo>
                <a:lnTo>
                  <a:pt x="0" y="256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8" name="Text 3">
            <a:extLst xmlns:a="http://schemas.openxmlformats.org/drawingml/2006/main">
              <a:ext uri="{FF2B5EF4-FFF2-40B4-BE49-F238E27FC236}">
                <a16:creationId xmlns:a16="http://schemas.microsoft.com/office/drawing/2014/main" id="{F76ECFAF-24B6-4ABD-AF47-EA605DBF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022" y="555790"/>
            <a:ext cx="104898" cy="66525"/>
          </a:xfrm>
          <a:custGeom xmlns:a="http://schemas.openxmlformats.org/drawingml/2006/main">
            <a:pathLst>
              <a:path w="104898" h="66525">
                <a:moveTo>
                  <a:pt x="48321" y="20844"/>
                </a:moveTo>
                <a:cubicBezTo>
                  <a:pt x="49722" y="14302"/>
                  <a:pt x="52639" y="9193"/>
                  <a:pt x="57072" y="5516"/>
                </a:cubicBezTo>
                <a:cubicBezTo>
                  <a:pt x="61503" y="1839"/>
                  <a:pt x="66975" y="0"/>
                  <a:pt x="73488" y="0"/>
                </a:cubicBezTo>
                <a:cubicBezTo>
                  <a:pt x="83482" y="0"/>
                  <a:pt x="91217" y="3429"/>
                  <a:pt x="96690" y="10287"/>
                </a:cubicBezTo>
                <a:cubicBezTo>
                  <a:pt x="102162" y="17145"/>
                  <a:pt x="104898" y="26890"/>
                  <a:pt x="104898" y="39523"/>
                </a:cubicBezTo>
                <a:cubicBezTo>
                  <a:pt x="104898" y="43764"/>
                  <a:pt x="104480" y="48129"/>
                  <a:pt x="103646" y="52618"/>
                </a:cubicBezTo>
                <a:cubicBezTo>
                  <a:pt x="102811" y="57107"/>
                  <a:pt x="101559" y="61743"/>
                  <a:pt x="99890" y="66525"/>
                </a:cubicBezTo>
                <a:lnTo>
                  <a:pt x="86625" y="66525"/>
                </a:lnTo>
                <a:cubicBezTo>
                  <a:pt x="88858" y="62736"/>
                  <a:pt x="90545" y="58585"/>
                  <a:pt x="91684" y="54073"/>
                </a:cubicBezTo>
                <a:cubicBezTo>
                  <a:pt x="92823" y="49561"/>
                  <a:pt x="93393" y="44847"/>
                  <a:pt x="93393" y="39929"/>
                </a:cubicBezTo>
                <a:cubicBezTo>
                  <a:pt x="93393" y="31357"/>
                  <a:pt x="91695" y="24826"/>
                  <a:pt x="88300" y="20337"/>
                </a:cubicBezTo>
                <a:cubicBezTo>
                  <a:pt x="84904" y="15847"/>
                  <a:pt x="79968" y="13603"/>
                  <a:pt x="73494" y="13603"/>
                </a:cubicBezTo>
                <a:cubicBezTo>
                  <a:pt x="67519" y="13603"/>
                  <a:pt x="62845" y="15690"/>
                  <a:pt x="59472" y="19863"/>
                </a:cubicBezTo>
                <a:cubicBezTo>
                  <a:pt x="56098" y="24036"/>
                  <a:pt x="54411" y="29845"/>
                  <a:pt x="54411" y="37289"/>
                </a:cubicBezTo>
                <a:lnTo>
                  <a:pt x="54411" y="49065"/>
                </a:lnTo>
                <a:lnTo>
                  <a:pt x="43177" y="49065"/>
                </a:lnTo>
                <a:lnTo>
                  <a:pt x="43177" y="36748"/>
                </a:lnTo>
                <a:cubicBezTo>
                  <a:pt x="43177" y="30026"/>
                  <a:pt x="41838" y="24882"/>
                  <a:pt x="39159" y="21318"/>
                </a:cubicBezTo>
                <a:cubicBezTo>
                  <a:pt x="36480" y="17754"/>
                  <a:pt x="32620" y="15972"/>
                  <a:pt x="27578" y="15972"/>
                </a:cubicBezTo>
                <a:cubicBezTo>
                  <a:pt x="22401" y="15972"/>
                  <a:pt x="18428" y="17810"/>
                  <a:pt x="15659" y="21487"/>
                </a:cubicBezTo>
                <a:cubicBezTo>
                  <a:pt x="12889" y="25164"/>
                  <a:pt x="11505" y="30432"/>
                  <a:pt x="11505" y="37289"/>
                </a:cubicBezTo>
                <a:cubicBezTo>
                  <a:pt x="11505" y="41034"/>
                  <a:pt x="11911" y="45050"/>
                  <a:pt x="12723" y="49336"/>
                </a:cubicBezTo>
                <a:cubicBezTo>
                  <a:pt x="13535" y="53622"/>
                  <a:pt x="14798" y="58337"/>
                  <a:pt x="16513" y="63480"/>
                </a:cubicBezTo>
                <a:lnTo>
                  <a:pt x="4331" y="63480"/>
                </a:lnTo>
                <a:cubicBezTo>
                  <a:pt x="2888" y="58292"/>
                  <a:pt x="1805" y="53430"/>
                  <a:pt x="1083" y="48896"/>
                </a:cubicBezTo>
                <a:cubicBezTo>
                  <a:pt x="361" y="44362"/>
                  <a:pt x="0" y="40087"/>
                  <a:pt x="0" y="36071"/>
                </a:cubicBezTo>
                <a:cubicBezTo>
                  <a:pt x="0" y="25694"/>
                  <a:pt x="2355" y="17483"/>
                  <a:pt x="7064" y="11437"/>
                </a:cubicBezTo>
                <a:cubicBezTo>
                  <a:pt x="11771" y="5392"/>
                  <a:pt x="18135" y="2369"/>
                  <a:pt x="26155" y="2369"/>
                </a:cubicBezTo>
                <a:cubicBezTo>
                  <a:pt x="31741" y="2369"/>
                  <a:pt x="36460" y="3970"/>
                  <a:pt x="40312" y="7174"/>
                </a:cubicBezTo>
                <a:cubicBezTo>
                  <a:pt x="44163" y="10377"/>
                  <a:pt x="46833" y="14934"/>
                  <a:pt x="48321" y="208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287CEA-C98E-480C-AF20-3117CDCB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963" y="917025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6D1D40-440B-452D-81C8-4F3B53B6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963" y="917025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5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421260-6661-4E1D-B846-884FB897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963" y="1263526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EEE7F7-CDD9-40FD-A002-C1FFC548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963" y="1263526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5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CADE63-75EA-4E34-B33C-F3E379DB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963" y="1494526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E01914-B201-4E17-8986-7F8A5723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963" y="1494526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5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F67F11-1712-42B6-AB50-160E64B2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963" y="1725527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360B8B-A723-4F70-AFB9-201E9F2E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963" y="1725527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5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1FFEF7-90FD-4783-9589-93ABDDC0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963" y="1956527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DE16A3-C9CA-49A3-A6B6-34A19C85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963" y="1956527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5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8BA3B9-EAEC-4161-843D-2C64D481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963" y="2187528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1541A4-3356-4067-A396-6122A9B6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963" y="2187528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6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D1F144-99AB-439A-B307-F2CA4A9F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963" y="2418528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2309B1-9FB6-4C00-B74D-9C7DF0A5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963" y="2418528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6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4BF9A7-4E3D-4238-9F8B-13D9AB15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963" y="2649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0E3B69-6727-4E45-AEF0-66A86CA2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963" y="2649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6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12F876-920B-415E-B707-0347CEF5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963" y="2880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03A0E6-2470-42AF-A9DE-7B4AB2DB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963" y="2880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6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A7DF36-46D7-48EC-AC2E-07F3334D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963" y="3111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328EE7-A1FC-4CD8-930B-44F6D955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963" y="3111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6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E78EED-9FEA-4433-97DE-426803CA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963" y="3342530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3A09C1-FB08-4DA2-9656-30746CDF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963" y="3342530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6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7BE574-5353-488B-9E0C-57BB03E0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963" y="3573530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70E9F9-3B83-481E-A4FF-19CAFE87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963" y="3573530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6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2426B8-60E2-4BFD-9099-EA28B669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963" y="3920031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A5D965-3632-4F08-9D99-96A22FB1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963" y="3920031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6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29584A-8AAA-43F2-8C9F-5A341E5C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964" y="917025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4DB345-1C7E-49DF-9F41-B7D0DEE1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964" y="917025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6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EC325B-9E06-4393-A734-7529BD35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964" y="1263526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2B2722-29C7-487A-B1FF-5F0FA5FC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964" y="1263526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6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358767-C01B-4E1F-9397-3937B272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964" y="1494526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01F1AF-3A0A-4B8D-80A3-FF3025A2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964" y="1494526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6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F2299E-9ECD-4358-A03B-8ECF42C9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964" y="1725527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51E365-CB43-43DB-8059-A15DBAD9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964" y="1725527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6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8FD5F2-5FB1-491C-A37E-2C21CE70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964" y="1956527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A50323-6847-4412-8F8C-0A5B17FE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964" y="1956527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6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EBFA3C-2435-4DA8-9334-5A42DE72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964" y="2187528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FE1C96-7905-4DB8-9E03-75356AC9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964" y="2187528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6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4A4A9A-4054-4F41-961B-3A606748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964" y="2418528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BCF864-C0CF-459A-BFF8-638D3604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964" y="2418528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6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F91B5B-7FB7-4FB6-9853-CA664089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964" y="2649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90C1E9-7DA8-472B-9879-DCD60010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964" y="2649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6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F4A53C-EF64-4F98-BE7C-4FD18BDE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964" y="2880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EFA7BB-6F1B-43A4-BFFF-54FFB4E3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964" y="2880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6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0E0CAC-2394-4236-BEF8-FB9997C0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964" y="3111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85C8D0-248E-43DF-98D4-D67A5281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964" y="3111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6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8360F5-25B3-4657-976B-5C7A8EB8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964" y="3342530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9ED22E-AD49-4354-A83F-ACADFD73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964" y="3342530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6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B25D68-7C47-44D6-BED8-F649B7BA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964" y="3573530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CF78FC-6D86-4172-8A65-91CF492C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964" y="3573530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6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BA3837-E523-4906-BB85-54996A01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964" y="3920031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F71000-54AA-49DE-A8B0-98437D14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964" y="3920031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6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9B3237-973B-48E6-A935-3F78C3D4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964" y="917025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3C04EA-B8C7-441B-A40E-41D67701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964" y="917025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6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BECDB8-F517-415A-B3B8-397BCB3C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964" y="1263526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77EC6C-5558-4CF2-B883-E1BBC4DE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964" y="1263526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6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F67132-D9A9-45B9-B145-951D3FF1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964" y="1494526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69692C-ACAE-4954-84A5-8631BB99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964" y="1494526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6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7C9DA9-8843-41D8-88DB-16A2C2DB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964" y="1725527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C26BCF-C6AE-4390-8C50-C3ABCFA2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964" y="1725527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6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E7119D-2466-4E57-9359-DA3A2C1F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964" y="1956527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2343B1-517D-41FE-84EB-EBF29130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964" y="1956527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6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D5F365-94C8-4201-AE34-E2B39E3E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964" y="2187528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EC717B-5AEF-4526-B3E2-967496F5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964" y="2187528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6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67ED6C-32A5-417E-A76A-1BE75618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964" y="2418528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5BA6FF-589E-42C0-8422-CC648DBE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964" y="2418528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6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CB1DAB-B479-45C5-9691-6C9C0F81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964" y="2649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459E6C-A2A4-47D8-B43D-5604B903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964" y="2649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6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E1F073-3FA8-4CBB-A8A8-41111C30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964" y="2880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570573-7EF3-4117-B57E-85609320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964" y="2880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6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5A0C92-C0A1-410E-A07C-88A77FB3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964" y="3111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D8F3FD-402F-46CB-B9D2-5DA1ABFB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964" y="3111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6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2405A8-EEB8-470C-8853-1A64AC8B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964" y="3342530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B7D9EC-D11C-4549-855B-48AF2314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964" y="3342530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6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3E7636-F59D-4F8E-A9DE-AC650C73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964" y="3573530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F29958-0D85-467E-85C4-464E8F58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964" y="3573530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6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5B02A0-326F-42F9-BFCD-76A8DFDD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965" y="917025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89F8D5-1B17-4CDA-84EA-4F073297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965" y="917025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6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2499EE-46B8-45DC-8CED-522DB9C4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965" y="1263526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74C5EF-AE5C-49A2-8347-80E86535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965" y="1263526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6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73B864-14C0-43BE-9ED9-DF6CC59E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965" y="1494526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34405F-4B5C-4911-B70E-BC684655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965" y="1494526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6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D4A094-0597-4283-B8A1-72F649A5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965" y="1725527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2FCAD0-F739-44C7-B075-FB66E35C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965" y="1725527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6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FFB6BC-DCDA-4644-9BFC-FE7B872F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965" y="1956527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0813E1-FA05-48FF-8AC2-7E991D16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965" y="1956527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6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CF3A61-89D9-4F9E-890A-39B64172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965" y="2187528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4195E9-0390-4AA2-92BD-57C22AE8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965" y="2187528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6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D88F07-2181-4EE4-A1FC-5CF9F13C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965" y="2418528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671E3B-3BA5-4BBD-B5C0-91C5491E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965" y="2418528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6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F6F82E-F2FA-4BF7-8707-1141E032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965" y="2649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3BF0C9-49E6-40CA-A32E-646555A0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965" y="2649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6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7C14B0-3DD1-47CA-96C3-C81E33F7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965" y="2880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0EF136-F2A5-43A6-969B-72F80ED2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965" y="2880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6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71B1D4-B981-4681-A7C6-B9F08EE1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965" y="3111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372102-02BD-4DDC-AD97-4A816F39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965" y="3111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6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2F0BC6-2E68-40DE-9053-5F954B17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965" y="3342530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53CAAD-66A4-4108-91C5-5CEA6386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965" y="3342530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6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358F1A-4C3C-4321-819F-0F28323F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965" y="3573530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744E7F-CA75-42C4-8B8F-D8513900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965" y="3573530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6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2395FA-4F83-4029-8ED9-B7872BD6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965" y="3920031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854920-0571-431C-8339-A34B886D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965" y="3920031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6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ECE177-A463-42FA-B526-1865D849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965" y="917025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D5B6E0-463B-4208-8EBC-8C618EBB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965" y="917025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6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6E5055-7A8B-47C4-AEF5-4BD07C55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965" y="1263526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423D4F-7B3C-4AB4-B2E4-411C2852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965" y="1263526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6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601BDA-CC78-4188-AB9E-D680A217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965" y="1494526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65B7A5-C01D-4B93-93F6-04AC0572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965" y="1494526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6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8E97F5-58C7-4A67-994D-C1C23409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965" y="1725527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7ED2FD-A092-4375-9687-D2D0C672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965" y="1725527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6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2A8EF1-AE57-4D1E-8C22-036AF779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965" y="1956527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83FC73-F961-4FCA-AE18-F17C7EF2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965" y="1956527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7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2AB38C-A8B6-4A18-ABC1-34E5D2B0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965" y="2187528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1B0ACD-234D-4FB0-BDA7-5C1D5C9E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965" y="2187528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7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971D0D-E00E-4AEB-8A1C-5A19FFD6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965" y="2649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279627-9239-4237-B6A2-7C2B6703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965" y="2649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7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80F50E-E9A0-42C6-9A4F-D9D66249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965" y="2880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CF4DA6-9A59-414E-A510-3528B25D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965" y="2880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7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8AAA17-FCA5-48A7-80F5-4999309B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965" y="3111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D0ADEC-8499-49F2-A523-12EABF96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965" y="3111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7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6966BA-CCF5-4C56-A61D-BD4EF579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965" y="3342530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2A1768-A3AA-4032-9670-C66A099A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965" y="3342530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7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6309A1-DD73-422E-9B2E-DC2F28B3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965" y="3573530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EF06E5-E08F-425F-AB5D-2F99A52A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965" y="3573530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7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6C56C7-3BD1-454C-951F-8170E3D6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965" y="3920031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A5DCF2-4DD5-4345-9944-7F2F7E29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965" y="3920031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7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AF15F9-BAE7-4388-8F0E-9EB28DE3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963" y="4497532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6C6DBF-41CD-42A5-8E16-1E0EA629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963" y="4497532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7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793204-830B-427F-853C-1343E0CE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963" y="4728532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47D453-6E60-4D6B-8416-15538ECC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963" y="4728532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7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2D726F-A527-4EFA-AC45-3B9AD806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963" y="4497532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14377E-CEEC-4F9A-B86F-B926F7B7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963" y="4497532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7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FAD077-7EEB-4CAE-B422-3718A80A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963" y="4728532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C815E9-7323-451F-AD84-CBF71C95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963" y="4728532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7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131E41-B764-4141-909A-F740FE56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964" y="4497532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17C33F-4A3B-4597-8E45-D7BFA3A3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964" y="4497532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7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7142B7-8F91-4317-BA8E-525C7A0F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964" y="4728532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F7A825-31B2-4D5D-8F7A-5B96032E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964" y="4728532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7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75549D-68E2-4029-9A57-1E6A31DB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964" y="4959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CC4697-9711-4643-8236-A8A332F6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964" y="4959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7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BAA7F8-7399-443B-9CD9-F2AC0971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964" y="4497532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8708D6-CB2D-48CE-9A78-A2B8D61C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964" y="4497532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7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A3C907-ABE5-44C2-9707-4DC6666B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964" y="4728532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0F79BF-99F7-48CA-A801-1DDD98AA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964" y="4728532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7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96C35D-61EE-402F-B138-1150F082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965" y="4497532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9ABCEA-9C58-4B1E-ACBA-0A6481E1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965" y="4497532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7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4E0FE2-1C83-4DDA-BBC2-339B359F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965" y="4728532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31511E-7173-4E14-A751-088BD786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965" y="4728532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7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B09F06-40B9-44F1-975D-D5ACFBD5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965" y="4497532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29F7B3-0A47-4D65-827D-AD79C98A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965" y="4497532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7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F7A6A8-EE26-4F08-9ABF-5F25E1E3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965" y="4728532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A3FB77-2672-4DFD-A06E-7EE50DC2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965" y="4728532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7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F1B5B1-A62A-4CAE-8426-CCFD52E8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963" y="5421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D1A8B7-E6FE-437B-87CB-D624F0A9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963" y="5421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7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80462A-C13B-43FB-A949-13BEDE06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963" y="5652534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41E9DF-C97F-44CB-A011-AE9D069D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963" y="5652534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7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902535-D06E-4D70-9984-D4754E4E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963" y="5421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05DD66-6610-43CF-8464-C609F229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963" y="5421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7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C0CA51-BCA2-4011-B1E3-BDA1FB04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963" y="5652534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7E39A5-611A-4263-B182-D4119D5D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963" y="5652534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7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2ED2EC-EE8A-4EBE-BC14-79877FCE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964" y="5421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880772-1EFA-4ECC-B9E4-01DEDD47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964" y="5421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7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12034F-F871-40A0-B3ED-50F8C6FD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964" y="5652534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41E04D-D13B-4253-87EB-52F51AF7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964" y="5652534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7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380E80-384E-4EDB-9AA1-A4BB6906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964" y="5421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AE5141-35F0-4D20-B25C-5C919309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964" y="5421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7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91F1AE-02EB-49E0-ADE5-3D9D810D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964" y="5652534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FCA029-97F1-4786-B42D-2DE8976E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964" y="5652534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7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80D676-6D38-42C8-A765-C4AC3AC1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965" y="5421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6AB216-25FE-49F5-9451-4A68DD13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965" y="5421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7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8D59B1-33B2-489B-866F-8EB4606B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965" y="5652534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80A351-6685-4D2E-BA77-922390E8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965" y="5652534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7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263D83-066F-4965-B3FA-8D7596DF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965" y="5421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FA5C1B-D9B8-4CEE-B94B-209C69F2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965" y="5421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7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8E6633-29FF-4306-BCA0-8E4D93CE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965" y="5652534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658C31-E529-4F4C-BCB1-97008B21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965" y="5652534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765" name="Text A">
            <a:extLst xmlns:a="http://schemas.openxmlformats.org/drawingml/2006/main">
              <a:ext uri="{FF2B5EF4-FFF2-40B4-BE49-F238E27FC236}">
                <a16:creationId xmlns:a16="http://schemas.microsoft.com/office/drawing/2014/main" id="{412BF3B1-DDC2-47EC-87AD-B96A709D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781" y="791239"/>
            <a:ext cx="101108" cy="92581"/>
          </a:xfrm>
          <a:custGeom xmlns:a="http://schemas.openxmlformats.org/drawingml/2006/main">
            <a:pathLst>
              <a:path w="101108" h="92581">
                <a:moveTo>
                  <a:pt x="13468" y="46290"/>
                </a:moveTo>
                <a:lnTo>
                  <a:pt x="63751" y="64834"/>
                </a:lnTo>
                <a:lnTo>
                  <a:pt x="63751" y="27679"/>
                </a:lnTo>
                <a:lnTo>
                  <a:pt x="13468" y="46290"/>
                </a:lnTo>
                <a:moveTo>
                  <a:pt x="0" y="54005"/>
                </a:moveTo>
                <a:lnTo>
                  <a:pt x="0" y="38508"/>
                </a:lnTo>
                <a:lnTo>
                  <a:pt x="101108" y="0"/>
                </a:lnTo>
                <a:lnTo>
                  <a:pt x="101108" y="14212"/>
                </a:lnTo>
                <a:lnTo>
                  <a:pt x="75120" y="23416"/>
                </a:lnTo>
                <a:lnTo>
                  <a:pt x="75120" y="68962"/>
                </a:lnTo>
                <a:lnTo>
                  <a:pt x="101108" y="78166"/>
                </a:lnTo>
                <a:lnTo>
                  <a:pt x="101108" y="92581"/>
                </a:lnTo>
                <a:lnTo>
                  <a:pt x="0" y="540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6" name="Text M">
            <a:extLst xmlns:a="http://schemas.openxmlformats.org/drawingml/2006/main">
              <a:ext uri="{FF2B5EF4-FFF2-40B4-BE49-F238E27FC236}">
                <a16:creationId xmlns:a16="http://schemas.microsoft.com/office/drawing/2014/main" id="{36FB2457-483D-4F5E-AFAE-01778B21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781" y="684051"/>
            <a:ext cx="101108" cy="92445"/>
          </a:xfrm>
          <a:custGeom xmlns:a="http://schemas.openxmlformats.org/drawingml/2006/main">
            <a:pathLst>
              <a:path w="101108" h="92445">
                <a:moveTo>
                  <a:pt x="0" y="92445"/>
                </a:moveTo>
                <a:lnTo>
                  <a:pt x="0" y="72075"/>
                </a:lnTo>
                <a:lnTo>
                  <a:pt x="68759" y="46290"/>
                </a:lnTo>
                <a:lnTo>
                  <a:pt x="0" y="20370"/>
                </a:lnTo>
                <a:lnTo>
                  <a:pt x="0" y="0"/>
                </a:lnTo>
                <a:lnTo>
                  <a:pt x="101108" y="0"/>
                </a:lnTo>
                <a:lnTo>
                  <a:pt x="101108" y="13332"/>
                </a:lnTo>
                <a:lnTo>
                  <a:pt x="12317" y="13332"/>
                </a:lnTo>
                <a:lnTo>
                  <a:pt x="81617" y="39387"/>
                </a:lnTo>
                <a:lnTo>
                  <a:pt x="81617" y="53126"/>
                </a:lnTo>
                <a:lnTo>
                  <a:pt x="12317" y="79181"/>
                </a:lnTo>
                <a:lnTo>
                  <a:pt x="101108" y="79181"/>
                </a:lnTo>
                <a:lnTo>
                  <a:pt x="101108" y="92445"/>
                </a:lnTo>
                <a:lnTo>
                  <a:pt x="0" y="924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7" name="Text D">
            <a:extLst xmlns:a="http://schemas.openxmlformats.org/drawingml/2006/main">
              <a:ext uri="{FF2B5EF4-FFF2-40B4-BE49-F238E27FC236}">
                <a16:creationId xmlns:a16="http://schemas.microsoft.com/office/drawing/2014/main" id="{52A18CF1-06E3-4B50-B02F-9C7618CB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781" y="571951"/>
            <a:ext cx="101108" cy="84933"/>
          </a:xfrm>
          <a:custGeom xmlns:a="http://schemas.openxmlformats.org/drawingml/2006/main">
            <a:pathLst>
              <a:path w="101108" h="84933">
                <a:moveTo>
                  <a:pt x="11234" y="71263"/>
                </a:moveTo>
                <a:lnTo>
                  <a:pt x="89874" y="71263"/>
                </a:lnTo>
                <a:lnTo>
                  <a:pt x="89874" y="54750"/>
                </a:lnTo>
                <a:cubicBezTo>
                  <a:pt x="89874" y="40809"/>
                  <a:pt x="86713" y="30601"/>
                  <a:pt x="80391" y="24126"/>
                </a:cubicBezTo>
                <a:cubicBezTo>
                  <a:pt x="74068" y="17652"/>
                  <a:pt x="64089" y="14415"/>
                  <a:pt x="50452" y="14415"/>
                </a:cubicBezTo>
                <a:cubicBezTo>
                  <a:pt x="36906" y="14415"/>
                  <a:pt x="26983" y="17652"/>
                  <a:pt x="20683" y="24126"/>
                </a:cubicBezTo>
                <a:cubicBezTo>
                  <a:pt x="14384" y="30601"/>
                  <a:pt x="11234" y="40809"/>
                  <a:pt x="11234" y="54750"/>
                </a:cubicBezTo>
                <a:lnTo>
                  <a:pt x="11234" y="71263"/>
                </a:lnTo>
                <a:moveTo>
                  <a:pt x="0" y="84933"/>
                </a:moveTo>
                <a:lnTo>
                  <a:pt x="0" y="56848"/>
                </a:lnTo>
                <a:cubicBezTo>
                  <a:pt x="0" y="37267"/>
                  <a:pt x="4075" y="22897"/>
                  <a:pt x="12224" y="13738"/>
                </a:cubicBezTo>
                <a:cubicBezTo>
                  <a:pt x="20373" y="4579"/>
                  <a:pt x="33116" y="0"/>
                  <a:pt x="50452" y="0"/>
                </a:cubicBezTo>
                <a:cubicBezTo>
                  <a:pt x="67879" y="0"/>
                  <a:pt x="80678" y="4602"/>
                  <a:pt x="88850" y="13806"/>
                </a:cubicBezTo>
                <a:cubicBezTo>
                  <a:pt x="97022" y="23010"/>
                  <a:pt x="101108" y="37357"/>
                  <a:pt x="101108" y="56848"/>
                </a:cubicBezTo>
                <a:lnTo>
                  <a:pt x="101108" y="84933"/>
                </a:lnTo>
                <a:lnTo>
                  <a:pt x="0" y="849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8" name="Text 1">
            <a:extLst xmlns:a="http://schemas.openxmlformats.org/drawingml/2006/main">
              <a:ext uri="{FF2B5EF4-FFF2-40B4-BE49-F238E27FC236}">
                <a16:creationId xmlns:a16="http://schemas.microsoft.com/office/drawing/2014/main" id="{4EACCCCD-FBDB-483A-8D5D-6CF33C36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781" y="488374"/>
            <a:ext cx="101108" cy="60164"/>
          </a:xfrm>
          <a:custGeom xmlns:a="http://schemas.openxmlformats.org/drawingml/2006/main">
            <a:pathLst>
              <a:path w="101108" h="60164">
                <a:moveTo>
                  <a:pt x="89603" y="58201"/>
                </a:moveTo>
                <a:lnTo>
                  <a:pt x="89603" y="35868"/>
                </a:lnTo>
                <a:lnTo>
                  <a:pt x="12452" y="35868"/>
                </a:lnTo>
                <a:lnTo>
                  <a:pt x="17325" y="60164"/>
                </a:lnTo>
                <a:lnTo>
                  <a:pt x="4873" y="60164"/>
                </a:lnTo>
                <a:lnTo>
                  <a:pt x="0" y="36004"/>
                </a:lnTo>
                <a:lnTo>
                  <a:pt x="0" y="22333"/>
                </a:lnTo>
                <a:lnTo>
                  <a:pt x="89603" y="22333"/>
                </a:lnTo>
                <a:lnTo>
                  <a:pt x="89603" y="0"/>
                </a:lnTo>
                <a:lnTo>
                  <a:pt x="101108" y="0"/>
                </a:lnTo>
                <a:lnTo>
                  <a:pt x="101108" y="58201"/>
                </a:lnTo>
                <a:lnTo>
                  <a:pt x="89603" y="582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9" name="Text A">
            <a:extLst xmlns:a="http://schemas.openxmlformats.org/drawingml/2006/main">
              <a:ext uri="{FF2B5EF4-FFF2-40B4-BE49-F238E27FC236}">
                <a16:creationId xmlns:a16="http://schemas.microsoft.com/office/drawing/2014/main" id="{5916CC0A-978E-447F-8EBC-0EB6183C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782" y="791238"/>
            <a:ext cx="101108" cy="92581"/>
          </a:xfrm>
          <a:custGeom xmlns:a="http://schemas.openxmlformats.org/drawingml/2006/main">
            <a:pathLst>
              <a:path w="101108" h="92581">
                <a:moveTo>
                  <a:pt x="13468" y="46290"/>
                </a:moveTo>
                <a:lnTo>
                  <a:pt x="63751" y="64834"/>
                </a:lnTo>
                <a:lnTo>
                  <a:pt x="63751" y="27679"/>
                </a:lnTo>
                <a:lnTo>
                  <a:pt x="13468" y="46290"/>
                </a:lnTo>
                <a:moveTo>
                  <a:pt x="0" y="54005"/>
                </a:moveTo>
                <a:lnTo>
                  <a:pt x="0" y="38508"/>
                </a:lnTo>
                <a:lnTo>
                  <a:pt x="101108" y="0"/>
                </a:lnTo>
                <a:lnTo>
                  <a:pt x="101108" y="14212"/>
                </a:lnTo>
                <a:lnTo>
                  <a:pt x="75120" y="23416"/>
                </a:lnTo>
                <a:lnTo>
                  <a:pt x="75120" y="68962"/>
                </a:lnTo>
                <a:lnTo>
                  <a:pt x="101108" y="78166"/>
                </a:lnTo>
                <a:lnTo>
                  <a:pt x="101108" y="92581"/>
                </a:lnTo>
                <a:lnTo>
                  <a:pt x="0" y="540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0" name="Text M">
            <a:extLst xmlns:a="http://schemas.openxmlformats.org/drawingml/2006/main">
              <a:ext uri="{FF2B5EF4-FFF2-40B4-BE49-F238E27FC236}">
                <a16:creationId xmlns:a16="http://schemas.microsoft.com/office/drawing/2014/main" id="{593E3E47-BF45-4FBE-B6EB-F91D45FB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782" y="684051"/>
            <a:ext cx="101108" cy="92445"/>
          </a:xfrm>
          <a:custGeom xmlns:a="http://schemas.openxmlformats.org/drawingml/2006/main">
            <a:pathLst>
              <a:path w="101108" h="92445">
                <a:moveTo>
                  <a:pt x="0" y="92445"/>
                </a:moveTo>
                <a:lnTo>
                  <a:pt x="0" y="72075"/>
                </a:lnTo>
                <a:lnTo>
                  <a:pt x="68759" y="46290"/>
                </a:lnTo>
                <a:lnTo>
                  <a:pt x="0" y="20370"/>
                </a:lnTo>
                <a:lnTo>
                  <a:pt x="0" y="0"/>
                </a:lnTo>
                <a:lnTo>
                  <a:pt x="101108" y="0"/>
                </a:lnTo>
                <a:lnTo>
                  <a:pt x="101108" y="13332"/>
                </a:lnTo>
                <a:lnTo>
                  <a:pt x="12317" y="13332"/>
                </a:lnTo>
                <a:lnTo>
                  <a:pt x="81617" y="39387"/>
                </a:lnTo>
                <a:lnTo>
                  <a:pt x="81617" y="53126"/>
                </a:lnTo>
                <a:lnTo>
                  <a:pt x="12317" y="79181"/>
                </a:lnTo>
                <a:lnTo>
                  <a:pt x="101108" y="79181"/>
                </a:lnTo>
                <a:lnTo>
                  <a:pt x="101108" y="92445"/>
                </a:lnTo>
                <a:lnTo>
                  <a:pt x="0" y="924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1" name="Text D">
            <a:extLst xmlns:a="http://schemas.openxmlformats.org/drawingml/2006/main">
              <a:ext uri="{FF2B5EF4-FFF2-40B4-BE49-F238E27FC236}">
                <a16:creationId xmlns:a16="http://schemas.microsoft.com/office/drawing/2014/main" id="{D257BC6F-8B05-4642-8843-2640E0B8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782" y="571950"/>
            <a:ext cx="101108" cy="84933"/>
          </a:xfrm>
          <a:custGeom xmlns:a="http://schemas.openxmlformats.org/drawingml/2006/main">
            <a:pathLst>
              <a:path w="101108" h="84933">
                <a:moveTo>
                  <a:pt x="11234" y="71263"/>
                </a:moveTo>
                <a:lnTo>
                  <a:pt x="89874" y="71263"/>
                </a:lnTo>
                <a:lnTo>
                  <a:pt x="89874" y="54750"/>
                </a:lnTo>
                <a:cubicBezTo>
                  <a:pt x="89874" y="40809"/>
                  <a:pt x="86713" y="30601"/>
                  <a:pt x="80391" y="24126"/>
                </a:cubicBezTo>
                <a:cubicBezTo>
                  <a:pt x="74068" y="17652"/>
                  <a:pt x="64089" y="14415"/>
                  <a:pt x="50452" y="14415"/>
                </a:cubicBezTo>
                <a:cubicBezTo>
                  <a:pt x="36906" y="14415"/>
                  <a:pt x="26983" y="17652"/>
                  <a:pt x="20683" y="24126"/>
                </a:cubicBezTo>
                <a:cubicBezTo>
                  <a:pt x="14384" y="30601"/>
                  <a:pt x="11234" y="40809"/>
                  <a:pt x="11234" y="54750"/>
                </a:cubicBezTo>
                <a:lnTo>
                  <a:pt x="11234" y="71263"/>
                </a:lnTo>
                <a:moveTo>
                  <a:pt x="0" y="84933"/>
                </a:moveTo>
                <a:lnTo>
                  <a:pt x="0" y="56848"/>
                </a:lnTo>
                <a:cubicBezTo>
                  <a:pt x="0" y="37267"/>
                  <a:pt x="4075" y="22897"/>
                  <a:pt x="12224" y="13738"/>
                </a:cubicBezTo>
                <a:cubicBezTo>
                  <a:pt x="20373" y="4579"/>
                  <a:pt x="33116" y="0"/>
                  <a:pt x="50452" y="0"/>
                </a:cubicBezTo>
                <a:cubicBezTo>
                  <a:pt x="67879" y="0"/>
                  <a:pt x="80678" y="4602"/>
                  <a:pt x="88850" y="13806"/>
                </a:cubicBezTo>
                <a:cubicBezTo>
                  <a:pt x="97022" y="23010"/>
                  <a:pt x="101108" y="37357"/>
                  <a:pt x="101108" y="56848"/>
                </a:cubicBezTo>
                <a:lnTo>
                  <a:pt x="101108" y="84933"/>
                </a:lnTo>
                <a:lnTo>
                  <a:pt x="0" y="849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2" name="Text 2">
            <a:extLst xmlns:a="http://schemas.openxmlformats.org/drawingml/2006/main">
              <a:ext uri="{FF2B5EF4-FFF2-40B4-BE49-F238E27FC236}">
                <a16:creationId xmlns:a16="http://schemas.microsoft.com/office/drawing/2014/main" id="{725E1409-0B46-4815-BBDE-6DA98C80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022" y="489456"/>
            <a:ext cx="102867" cy="64157"/>
          </a:xfrm>
          <a:custGeom xmlns:a="http://schemas.openxmlformats.org/drawingml/2006/main">
            <a:pathLst>
              <a:path w="102867" h="64157">
                <a:moveTo>
                  <a:pt x="91362" y="47712"/>
                </a:moveTo>
                <a:lnTo>
                  <a:pt x="91362" y="0"/>
                </a:lnTo>
                <a:lnTo>
                  <a:pt x="102867" y="0"/>
                </a:lnTo>
                <a:lnTo>
                  <a:pt x="102867" y="64157"/>
                </a:lnTo>
                <a:lnTo>
                  <a:pt x="91362" y="64157"/>
                </a:lnTo>
                <a:cubicBezTo>
                  <a:pt x="85994" y="58968"/>
                  <a:pt x="78786" y="51896"/>
                  <a:pt x="69740" y="42940"/>
                </a:cubicBezTo>
                <a:cubicBezTo>
                  <a:pt x="60694" y="33985"/>
                  <a:pt x="54863" y="28356"/>
                  <a:pt x="52246" y="26055"/>
                </a:cubicBezTo>
                <a:cubicBezTo>
                  <a:pt x="47328" y="21679"/>
                  <a:pt x="43166" y="18622"/>
                  <a:pt x="39760" y="16885"/>
                </a:cubicBezTo>
                <a:cubicBezTo>
                  <a:pt x="36353" y="15148"/>
                  <a:pt x="33003" y="14280"/>
                  <a:pt x="29710" y="14280"/>
                </a:cubicBezTo>
                <a:cubicBezTo>
                  <a:pt x="24341" y="14280"/>
                  <a:pt x="19964" y="16163"/>
                  <a:pt x="16581" y="19931"/>
                </a:cubicBezTo>
                <a:cubicBezTo>
                  <a:pt x="13197" y="23698"/>
                  <a:pt x="11505" y="28604"/>
                  <a:pt x="11505" y="34650"/>
                </a:cubicBezTo>
                <a:cubicBezTo>
                  <a:pt x="11505" y="38936"/>
                  <a:pt x="12255" y="43459"/>
                  <a:pt x="13755" y="48219"/>
                </a:cubicBezTo>
                <a:cubicBezTo>
                  <a:pt x="15255" y="52979"/>
                  <a:pt x="17528" y="58066"/>
                  <a:pt x="20573" y="63480"/>
                </a:cubicBezTo>
                <a:lnTo>
                  <a:pt x="6768" y="63480"/>
                </a:lnTo>
                <a:cubicBezTo>
                  <a:pt x="4534" y="57976"/>
                  <a:pt x="2848" y="52832"/>
                  <a:pt x="1709" y="48050"/>
                </a:cubicBezTo>
                <a:cubicBezTo>
                  <a:pt x="570" y="43267"/>
                  <a:pt x="0" y="38891"/>
                  <a:pt x="0" y="34921"/>
                </a:cubicBezTo>
                <a:cubicBezTo>
                  <a:pt x="0" y="24454"/>
                  <a:pt x="2617" y="16107"/>
                  <a:pt x="7850" y="9881"/>
                </a:cubicBezTo>
                <a:cubicBezTo>
                  <a:pt x="13084" y="3655"/>
                  <a:pt x="20077" y="541"/>
                  <a:pt x="28830" y="541"/>
                </a:cubicBezTo>
                <a:cubicBezTo>
                  <a:pt x="32981" y="541"/>
                  <a:pt x="36917" y="1320"/>
                  <a:pt x="40639" y="2876"/>
                </a:cubicBezTo>
                <a:cubicBezTo>
                  <a:pt x="44362" y="4433"/>
                  <a:pt x="48749" y="7264"/>
                  <a:pt x="53802" y="11370"/>
                </a:cubicBezTo>
                <a:cubicBezTo>
                  <a:pt x="55111" y="12497"/>
                  <a:pt x="58889" y="16084"/>
                  <a:pt x="65138" y="22130"/>
                </a:cubicBezTo>
                <a:cubicBezTo>
                  <a:pt x="71387" y="28176"/>
                  <a:pt x="80128" y="36703"/>
                  <a:pt x="91362" y="477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3" name="Text A">
            <a:extLst xmlns:a="http://schemas.openxmlformats.org/drawingml/2006/main">
              <a:ext uri="{FF2B5EF4-FFF2-40B4-BE49-F238E27FC236}">
                <a16:creationId xmlns:a16="http://schemas.microsoft.com/office/drawing/2014/main" id="{79595EB6-3047-4D98-8E3D-9C7BF6D9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783" y="791239"/>
            <a:ext cx="101108" cy="92581"/>
          </a:xfrm>
          <a:custGeom xmlns:a="http://schemas.openxmlformats.org/drawingml/2006/main">
            <a:pathLst>
              <a:path w="101108" h="92581">
                <a:moveTo>
                  <a:pt x="13468" y="46290"/>
                </a:moveTo>
                <a:lnTo>
                  <a:pt x="63751" y="64834"/>
                </a:lnTo>
                <a:lnTo>
                  <a:pt x="63751" y="27679"/>
                </a:lnTo>
                <a:lnTo>
                  <a:pt x="13468" y="46290"/>
                </a:lnTo>
                <a:moveTo>
                  <a:pt x="0" y="54005"/>
                </a:moveTo>
                <a:lnTo>
                  <a:pt x="0" y="38508"/>
                </a:lnTo>
                <a:lnTo>
                  <a:pt x="101108" y="0"/>
                </a:lnTo>
                <a:lnTo>
                  <a:pt x="101108" y="14212"/>
                </a:lnTo>
                <a:lnTo>
                  <a:pt x="75120" y="23416"/>
                </a:lnTo>
                <a:lnTo>
                  <a:pt x="75120" y="68962"/>
                </a:lnTo>
                <a:lnTo>
                  <a:pt x="101108" y="78166"/>
                </a:lnTo>
                <a:lnTo>
                  <a:pt x="101108" y="92581"/>
                </a:lnTo>
                <a:lnTo>
                  <a:pt x="0" y="540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4" name="Text M">
            <a:extLst xmlns:a="http://schemas.openxmlformats.org/drawingml/2006/main">
              <a:ext uri="{FF2B5EF4-FFF2-40B4-BE49-F238E27FC236}">
                <a16:creationId xmlns:a16="http://schemas.microsoft.com/office/drawing/2014/main" id="{798AEDC9-9B88-4416-9EAC-C93EAAC7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783" y="684052"/>
            <a:ext cx="101108" cy="92445"/>
          </a:xfrm>
          <a:custGeom xmlns:a="http://schemas.openxmlformats.org/drawingml/2006/main">
            <a:pathLst>
              <a:path w="101108" h="92445">
                <a:moveTo>
                  <a:pt x="0" y="92445"/>
                </a:moveTo>
                <a:lnTo>
                  <a:pt x="0" y="72075"/>
                </a:lnTo>
                <a:lnTo>
                  <a:pt x="68759" y="46290"/>
                </a:lnTo>
                <a:lnTo>
                  <a:pt x="0" y="20370"/>
                </a:lnTo>
                <a:lnTo>
                  <a:pt x="0" y="0"/>
                </a:lnTo>
                <a:lnTo>
                  <a:pt x="101108" y="0"/>
                </a:lnTo>
                <a:lnTo>
                  <a:pt x="101108" y="13332"/>
                </a:lnTo>
                <a:lnTo>
                  <a:pt x="12317" y="13332"/>
                </a:lnTo>
                <a:lnTo>
                  <a:pt x="81617" y="39387"/>
                </a:lnTo>
                <a:lnTo>
                  <a:pt x="81617" y="53126"/>
                </a:lnTo>
                <a:lnTo>
                  <a:pt x="12317" y="79181"/>
                </a:lnTo>
                <a:lnTo>
                  <a:pt x="101108" y="79181"/>
                </a:lnTo>
                <a:lnTo>
                  <a:pt x="101108" y="92445"/>
                </a:lnTo>
                <a:lnTo>
                  <a:pt x="0" y="924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5" name="Text D">
            <a:extLst xmlns:a="http://schemas.openxmlformats.org/drawingml/2006/main">
              <a:ext uri="{FF2B5EF4-FFF2-40B4-BE49-F238E27FC236}">
                <a16:creationId xmlns:a16="http://schemas.microsoft.com/office/drawing/2014/main" id="{9B3B4256-0DCA-4A36-BE51-4BB6B1FF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783" y="571952"/>
            <a:ext cx="101108" cy="84933"/>
          </a:xfrm>
          <a:custGeom xmlns:a="http://schemas.openxmlformats.org/drawingml/2006/main">
            <a:pathLst>
              <a:path w="101108" h="84933">
                <a:moveTo>
                  <a:pt x="11234" y="71263"/>
                </a:moveTo>
                <a:lnTo>
                  <a:pt x="89874" y="71263"/>
                </a:lnTo>
                <a:lnTo>
                  <a:pt x="89874" y="54750"/>
                </a:lnTo>
                <a:cubicBezTo>
                  <a:pt x="89874" y="40809"/>
                  <a:pt x="86713" y="30601"/>
                  <a:pt x="80391" y="24126"/>
                </a:cubicBezTo>
                <a:cubicBezTo>
                  <a:pt x="74068" y="17652"/>
                  <a:pt x="64089" y="14415"/>
                  <a:pt x="50452" y="14415"/>
                </a:cubicBezTo>
                <a:cubicBezTo>
                  <a:pt x="36906" y="14415"/>
                  <a:pt x="26983" y="17652"/>
                  <a:pt x="20683" y="24126"/>
                </a:cubicBezTo>
                <a:cubicBezTo>
                  <a:pt x="14384" y="30601"/>
                  <a:pt x="11234" y="40809"/>
                  <a:pt x="11234" y="54750"/>
                </a:cubicBezTo>
                <a:lnTo>
                  <a:pt x="11234" y="71263"/>
                </a:lnTo>
                <a:moveTo>
                  <a:pt x="0" y="84933"/>
                </a:moveTo>
                <a:lnTo>
                  <a:pt x="0" y="56848"/>
                </a:lnTo>
                <a:cubicBezTo>
                  <a:pt x="0" y="37267"/>
                  <a:pt x="4075" y="22897"/>
                  <a:pt x="12224" y="13738"/>
                </a:cubicBezTo>
                <a:cubicBezTo>
                  <a:pt x="20373" y="4579"/>
                  <a:pt x="33116" y="0"/>
                  <a:pt x="50452" y="0"/>
                </a:cubicBezTo>
                <a:cubicBezTo>
                  <a:pt x="67879" y="0"/>
                  <a:pt x="80678" y="4602"/>
                  <a:pt x="88850" y="13806"/>
                </a:cubicBezTo>
                <a:cubicBezTo>
                  <a:pt x="97022" y="23010"/>
                  <a:pt x="101108" y="37357"/>
                  <a:pt x="101108" y="56848"/>
                </a:cubicBezTo>
                <a:lnTo>
                  <a:pt x="101108" y="84933"/>
                </a:lnTo>
                <a:lnTo>
                  <a:pt x="0" y="849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6" name="Text 3">
            <a:extLst xmlns:a="http://schemas.openxmlformats.org/drawingml/2006/main">
              <a:ext uri="{FF2B5EF4-FFF2-40B4-BE49-F238E27FC236}">
                <a16:creationId xmlns:a16="http://schemas.microsoft.com/office/drawing/2014/main" id="{D5553EA7-2708-4FDD-81F1-99007BB0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9023" y="486683"/>
            <a:ext cx="104898" cy="66525"/>
          </a:xfrm>
          <a:custGeom xmlns:a="http://schemas.openxmlformats.org/drawingml/2006/main">
            <a:pathLst>
              <a:path w="104898" h="66525">
                <a:moveTo>
                  <a:pt x="48321" y="20844"/>
                </a:moveTo>
                <a:cubicBezTo>
                  <a:pt x="49722" y="14302"/>
                  <a:pt x="52639" y="9193"/>
                  <a:pt x="57072" y="5516"/>
                </a:cubicBezTo>
                <a:cubicBezTo>
                  <a:pt x="61503" y="1839"/>
                  <a:pt x="66975" y="0"/>
                  <a:pt x="73488" y="0"/>
                </a:cubicBezTo>
                <a:cubicBezTo>
                  <a:pt x="83482" y="0"/>
                  <a:pt x="91217" y="3429"/>
                  <a:pt x="96690" y="10287"/>
                </a:cubicBezTo>
                <a:cubicBezTo>
                  <a:pt x="102162" y="17145"/>
                  <a:pt x="104898" y="26890"/>
                  <a:pt x="104898" y="39523"/>
                </a:cubicBezTo>
                <a:cubicBezTo>
                  <a:pt x="104898" y="43764"/>
                  <a:pt x="104480" y="48129"/>
                  <a:pt x="103646" y="52618"/>
                </a:cubicBezTo>
                <a:cubicBezTo>
                  <a:pt x="102811" y="57107"/>
                  <a:pt x="101559" y="61743"/>
                  <a:pt x="99890" y="66525"/>
                </a:cubicBezTo>
                <a:lnTo>
                  <a:pt x="86625" y="66525"/>
                </a:lnTo>
                <a:cubicBezTo>
                  <a:pt x="88858" y="62736"/>
                  <a:pt x="90545" y="58585"/>
                  <a:pt x="91684" y="54073"/>
                </a:cubicBezTo>
                <a:cubicBezTo>
                  <a:pt x="92823" y="49561"/>
                  <a:pt x="93393" y="44847"/>
                  <a:pt x="93393" y="39929"/>
                </a:cubicBezTo>
                <a:cubicBezTo>
                  <a:pt x="93393" y="31357"/>
                  <a:pt x="91695" y="24826"/>
                  <a:pt x="88300" y="20337"/>
                </a:cubicBezTo>
                <a:cubicBezTo>
                  <a:pt x="84904" y="15847"/>
                  <a:pt x="79968" y="13603"/>
                  <a:pt x="73494" y="13603"/>
                </a:cubicBezTo>
                <a:cubicBezTo>
                  <a:pt x="67519" y="13603"/>
                  <a:pt x="62845" y="15690"/>
                  <a:pt x="59472" y="19863"/>
                </a:cubicBezTo>
                <a:cubicBezTo>
                  <a:pt x="56098" y="24036"/>
                  <a:pt x="54411" y="29845"/>
                  <a:pt x="54411" y="37289"/>
                </a:cubicBezTo>
                <a:lnTo>
                  <a:pt x="54411" y="49065"/>
                </a:lnTo>
                <a:lnTo>
                  <a:pt x="43177" y="49065"/>
                </a:lnTo>
                <a:lnTo>
                  <a:pt x="43177" y="36748"/>
                </a:lnTo>
                <a:cubicBezTo>
                  <a:pt x="43177" y="30026"/>
                  <a:pt x="41838" y="24882"/>
                  <a:pt x="39159" y="21318"/>
                </a:cubicBezTo>
                <a:cubicBezTo>
                  <a:pt x="36480" y="17754"/>
                  <a:pt x="32620" y="15972"/>
                  <a:pt x="27578" y="15972"/>
                </a:cubicBezTo>
                <a:cubicBezTo>
                  <a:pt x="22401" y="15972"/>
                  <a:pt x="18428" y="17810"/>
                  <a:pt x="15659" y="21487"/>
                </a:cubicBezTo>
                <a:cubicBezTo>
                  <a:pt x="12889" y="25164"/>
                  <a:pt x="11505" y="30432"/>
                  <a:pt x="11505" y="37289"/>
                </a:cubicBezTo>
                <a:cubicBezTo>
                  <a:pt x="11505" y="41034"/>
                  <a:pt x="11911" y="45050"/>
                  <a:pt x="12723" y="49336"/>
                </a:cubicBezTo>
                <a:cubicBezTo>
                  <a:pt x="13535" y="53622"/>
                  <a:pt x="14798" y="58337"/>
                  <a:pt x="16513" y="63480"/>
                </a:cubicBezTo>
                <a:lnTo>
                  <a:pt x="4331" y="63480"/>
                </a:lnTo>
                <a:cubicBezTo>
                  <a:pt x="2888" y="58292"/>
                  <a:pt x="1805" y="53430"/>
                  <a:pt x="1083" y="48896"/>
                </a:cubicBezTo>
                <a:cubicBezTo>
                  <a:pt x="361" y="44362"/>
                  <a:pt x="0" y="40087"/>
                  <a:pt x="0" y="36071"/>
                </a:cubicBezTo>
                <a:cubicBezTo>
                  <a:pt x="0" y="25694"/>
                  <a:pt x="2355" y="17483"/>
                  <a:pt x="7064" y="11437"/>
                </a:cubicBezTo>
                <a:cubicBezTo>
                  <a:pt x="11771" y="5392"/>
                  <a:pt x="18135" y="2369"/>
                  <a:pt x="26155" y="2369"/>
                </a:cubicBezTo>
                <a:cubicBezTo>
                  <a:pt x="31741" y="2369"/>
                  <a:pt x="36460" y="3970"/>
                  <a:pt x="40312" y="7174"/>
                </a:cubicBezTo>
                <a:cubicBezTo>
                  <a:pt x="44163" y="10377"/>
                  <a:pt x="46833" y="14934"/>
                  <a:pt x="48321" y="208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A96CB9-F997-417D-96A4-5F7CD9DC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6463" y="385724"/>
            <a:ext cx="1155002" cy="10"/>
          </a:xfrm>
          <a:custGeom xmlns:a="http://schemas.openxmlformats.org/drawingml/2006/main">
            <a:pathLst>
              <a:path w="1155002" h="1" fill="none">
                <a:moveTo>
                  <a:pt x="0" y="0"/>
                </a:moveTo>
                <a:lnTo>
                  <a:pt x="11550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000000"/>
            </a:solidFill>
            <a:miter/>
          </a:ln>
        </p:spPr>
      </p:sp>
      <p:sp>
        <p:nvSpPr>
          <p:cNvPr id="778" name="Text I">
            <a:extLst xmlns:a="http://schemas.openxmlformats.org/drawingml/2006/main">
              <a:ext uri="{FF2B5EF4-FFF2-40B4-BE49-F238E27FC236}">
                <a16:creationId xmlns:a16="http://schemas.microsoft.com/office/drawing/2014/main" id="{BEB753F8-4523-46D5-B1B8-1C42BB00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283" y="788689"/>
            <a:ext cx="101108" cy="13671"/>
          </a:xfrm>
          <a:custGeom xmlns:a="http://schemas.openxmlformats.org/drawingml/2006/main">
            <a:pathLst>
              <a:path w="101108" h="13671">
                <a:moveTo>
                  <a:pt x="0" y="13671"/>
                </a:moveTo>
                <a:lnTo>
                  <a:pt x="0" y="0"/>
                </a:lnTo>
                <a:lnTo>
                  <a:pt x="101108" y="0"/>
                </a:lnTo>
                <a:lnTo>
                  <a:pt x="101108" y="13671"/>
                </a:lnTo>
                <a:lnTo>
                  <a:pt x="0" y="136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9" name="Text n">
            <a:extLst xmlns:a="http://schemas.openxmlformats.org/drawingml/2006/main">
              <a:ext uri="{FF2B5EF4-FFF2-40B4-BE49-F238E27FC236}">
                <a16:creationId xmlns:a16="http://schemas.microsoft.com/office/drawing/2014/main" id="{B556F8E7-39E2-4A25-862A-F8E51861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699" y="699008"/>
            <a:ext cx="77692" cy="63480"/>
          </a:xfrm>
          <a:custGeom xmlns:a="http://schemas.openxmlformats.org/drawingml/2006/main">
            <a:pathLst>
              <a:path w="77692" h="63480">
                <a:moveTo>
                  <a:pt x="31943" y="0"/>
                </a:moveTo>
                <a:lnTo>
                  <a:pt x="77692" y="0"/>
                </a:lnTo>
                <a:lnTo>
                  <a:pt x="77692" y="12452"/>
                </a:lnTo>
                <a:lnTo>
                  <a:pt x="32349" y="12452"/>
                </a:lnTo>
                <a:cubicBezTo>
                  <a:pt x="25153" y="12452"/>
                  <a:pt x="19767" y="13851"/>
                  <a:pt x="16191" y="16648"/>
                </a:cubicBezTo>
                <a:cubicBezTo>
                  <a:pt x="12616" y="19446"/>
                  <a:pt x="10828" y="23641"/>
                  <a:pt x="10828" y="29236"/>
                </a:cubicBezTo>
                <a:cubicBezTo>
                  <a:pt x="10828" y="35958"/>
                  <a:pt x="12978" y="41260"/>
                  <a:pt x="17276" y="45140"/>
                </a:cubicBezTo>
                <a:cubicBezTo>
                  <a:pt x="21574" y="49020"/>
                  <a:pt x="27433" y="50960"/>
                  <a:pt x="34853" y="50960"/>
                </a:cubicBezTo>
                <a:lnTo>
                  <a:pt x="77692" y="50960"/>
                </a:lnTo>
                <a:lnTo>
                  <a:pt x="77692" y="63480"/>
                </a:lnTo>
                <a:lnTo>
                  <a:pt x="1895" y="63480"/>
                </a:lnTo>
                <a:lnTo>
                  <a:pt x="1895" y="50960"/>
                </a:lnTo>
                <a:lnTo>
                  <a:pt x="13671" y="50960"/>
                </a:lnTo>
                <a:cubicBezTo>
                  <a:pt x="9091" y="47982"/>
                  <a:pt x="5668" y="44474"/>
                  <a:pt x="3401" y="40436"/>
                </a:cubicBezTo>
                <a:cubicBezTo>
                  <a:pt x="1134" y="36398"/>
                  <a:pt x="0" y="31740"/>
                  <a:pt x="0" y="26461"/>
                </a:cubicBezTo>
                <a:cubicBezTo>
                  <a:pt x="0" y="17754"/>
                  <a:pt x="2701" y="11167"/>
                  <a:pt x="8104" y="6700"/>
                </a:cubicBezTo>
                <a:cubicBezTo>
                  <a:pt x="13507" y="2233"/>
                  <a:pt x="21453" y="0"/>
                  <a:pt x="3194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0" name="Text t">
            <a:extLst xmlns:a="http://schemas.openxmlformats.org/drawingml/2006/main">
              <a:ext uri="{FF2B5EF4-FFF2-40B4-BE49-F238E27FC236}">
                <a16:creationId xmlns:a16="http://schemas.microsoft.com/office/drawing/2014/main" id="{C4BFB82A-F7B6-4909-9909-3CDC144B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073" y="636176"/>
            <a:ext cx="97318" cy="47305"/>
          </a:xfrm>
          <a:custGeom xmlns:a="http://schemas.openxmlformats.org/drawingml/2006/main">
            <a:pathLst>
              <a:path w="97318" h="47305">
                <a:moveTo>
                  <a:pt x="0" y="25649"/>
                </a:moveTo>
                <a:lnTo>
                  <a:pt x="21521" y="25649"/>
                </a:lnTo>
                <a:lnTo>
                  <a:pt x="21521" y="0"/>
                </a:lnTo>
                <a:lnTo>
                  <a:pt x="31266" y="0"/>
                </a:lnTo>
                <a:lnTo>
                  <a:pt x="31266" y="25649"/>
                </a:lnTo>
                <a:lnTo>
                  <a:pt x="72362" y="25649"/>
                </a:lnTo>
                <a:cubicBezTo>
                  <a:pt x="78536" y="25649"/>
                  <a:pt x="82503" y="24803"/>
                  <a:pt x="84261" y="23111"/>
                </a:cubicBezTo>
                <a:cubicBezTo>
                  <a:pt x="86017" y="21419"/>
                  <a:pt x="86896" y="17979"/>
                  <a:pt x="86896" y="12791"/>
                </a:cubicBezTo>
                <a:lnTo>
                  <a:pt x="86896" y="0"/>
                </a:lnTo>
                <a:lnTo>
                  <a:pt x="97318" y="0"/>
                </a:lnTo>
                <a:lnTo>
                  <a:pt x="97318" y="12791"/>
                </a:lnTo>
                <a:cubicBezTo>
                  <a:pt x="97318" y="22401"/>
                  <a:pt x="95526" y="29033"/>
                  <a:pt x="91942" y="32687"/>
                </a:cubicBezTo>
                <a:cubicBezTo>
                  <a:pt x="88357" y="36342"/>
                  <a:pt x="81830" y="38169"/>
                  <a:pt x="72362" y="38169"/>
                </a:cubicBezTo>
                <a:lnTo>
                  <a:pt x="31266" y="38169"/>
                </a:lnTo>
                <a:lnTo>
                  <a:pt x="31266" y="47305"/>
                </a:lnTo>
                <a:lnTo>
                  <a:pt x="21521" y="47305"/>
                </a:lnTo>
                <a:lnTo>
                  <a:pt x="21521" y="38169"/>
                </a:lnTo>
                <a:lnTo>
                  <a:pt x="0" y="38169"/>
                </a:lnTo>
                <a:lnTo>
                  <a:pt x="0" y="256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1" name="Text 1">
            <a:extLst xmlns:a="http://schemas.openxmlformats.org/drawingml/2006/main">
              <a:ext uri="{FF2B5EF4-FFF2-40B4-BE49-F238E27FC236}">
                <a16:creationId xmlns:a16="http://schemas.microsoft.com/office/drawing/2014/main" id="{4EE689C6-1DAA-4545-8013-7505F221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283" y="557481"/>
            <a:ext cx="101108" cy="60164"/>
          </a:xfrm>
          <a:custGeom xmlns:a="http://schemas.openxmlformats.org/drawingml/2006/main">
            <a:pathLst>
              <a:path w="101108" h="60164">
                <a:moveTo>
                  <a:pt x="89603" y="58201"/>
                </a:moveTo>
                <a:lnTo>
                  <a:pt x="89603" y="35868"/>
                </a:lnTo>
                <a:lnTo>
                  <a:pt x="12452" y="35868"/>
                </a:lnTo>
                <a:lnTo>
                  <a:pt x="17325" y="60164"/>
                </a:lnTo>
                <a:lnTo>
                  <a:pt x="4873" y="60164"/>
                </a:lnTo>
                <a:lnTo>
                  <a:pt x="0" y="36004"/>
                </a:lnTo>
                <a:lnTo>
                  <a:pt x="0" y="22333"/>
                </a:lnTo>
                <a:lnTo>
                  <a:pt x="89603" y="22333"/>
                </a:lnTo>
                <a:lnTo>
                  <a:pt x="89603" y="0"/>
                </a:lnTo>
                <a:lnTo>
                  <a:pt x="101108" y="0"/>
                </a:lnTo>
                <a:lnTo>
                  <a:pt x="101108" y="58201"/>
                </a:lnTo>
                <a:lnTo>
                  <a:pt x="89603" y="582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2" name="Text U2U">
            <a:extLst xmlns:a="http://schemas.openxmlformats.org/drawingml/2006/main">
              <a:ext uri="{FF2B5EF4-FFF2-40B4-BE49-F238E27FC236}">
                <a16:creationId xmlns:a16="http://schemas.microsoft.com/office/drawing/2014/main" id="{CF973A1B-C238-42FF-A5C1-1993DB5D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6100" y="150032"/>
            <a:ext cx="266958" cy="104898"/>
          </a:xfrm>
          <a:custGeom xmlns:a="http://schemas.openxmlformats.org/drawingml/2006/main">
            <a:pathLst>
              <a:path w="266958" h="104898">
                <a:moveTo>
                  <a:pt x="0" y="1760"/>
                </a:moveTo>
                <a:lnTo>
                  <a:pt x="13738" y="1760"/>
                </a:lnTo>
                <a:lnTo>
                  <a:pt x="13738" y="63233"/>
                </a:lnTo>
                <a:cubicBezTo>
                  <a:pt x="13738" y="74076"/>
                  <a:pt x="15701" y="81881"/>
                  <a:pt x="19626" y="86648"/>
                </a:cubicBezTo>
                <a:cubicBezTo>
                  <a:pt x="23551" y="91415"/>
                  <a:pt x="29913" y="93799"/>
                  <a:pt x="38711" y="93799"/>
                </a:cubicBezTo>
                <a:cubicBezTo>
                  <a:pt x="47463" y="93799"/>
                  <a:pt x="53802" y="91415"/>
                  <a:pt x="57728" y="86648"/>
                </a:cubicBezTo>
                <a:cubicBezTo>
                  <a:pt x="61653" y="81881"/>
                  <a:pt x="63615" y="74076"/>
                  <a:pt x="63615" y="63233"/>
                </a:cubicBezTo>
                <a:lnTo>
                  <a:pt x="63615" y="1760"/>
                </a:lnTo>
                <a:lnTo>
                  <a:pt x="77354" y="1760"/>
                </a:lnTo>
                <a:lnTo>
                  <a:pt x="77354" y="64927"/>
                </a:lnTo>
                <a:cubicBezTo>
                  <a:pt x="77354" y="78115"/>
                  <a:pt x="74094" y="88074"/>
                  <a:pt x="67574" y="94803"/>
                </a:cubicBezTo>
                <a:cubicBezTo>
                  <a:pt x="61055" y="101533"/>
                  <a:pt x="51434" y="104898"/>
                  <a:pt x="38711" y="104898"/>
                </a:cubicBezTo>
                <a:cubicBezTo>
                  <a:pt x="25942" y="104898"/>
                  <a:pt x="16299" y="101533"/>
                  <a:pt x="9779" y="94803"/>
                </a:cubicBezTo>
                <a:cubicBezTo>
                  <a:pt x="3260" y="88074"/>
                  <a:pt x="0" y="78115"/>
                  <a:pt x="0" y="64927"/>
                </a:cubicBezTo>
                <a:lnTo>
                  <a:pt x="0" y="1760"/>
                </a:lnTo>
                <a:close/>
                <a:moveTo>
                  <a:pt x="116006" y="91362"/>
                </a:moveTo>
                <a:lnTo>
                  <a:pt x="163717" y="91362"/>
                </a:lnTo>
                <a:lnTo>
                  <a:pt x="163717" y="102867"/>
                </a:lnTo>
                <a:lnTo>
                  <a:pt x="99561" y="102867"/>
                </a:lnTo>
                <a:lnTo>
                  <a:pt x="99561" y="91362"/>
                </a:lnTo>
                <a:cubicBezTo>
                  <a:pt x="104749" y="85994"/>
                  <a:pt x="111821" y="78786"/>
                  <a:pt x="120777" y="69740"/>
                </a:cubicBezTo>
                <a:cubicBezTo>
                  <a:pt x="129733" y="60694"/>
                  <a:pt x="135361" y="54863"/>
                  <a:pt x="137662" y="52246"/>
                </a:cubicBezTo>
                <a:cubicBezTo>
                  <a:pt x="142039" y="47328"/>
                  <a:pt x="145095" y="43166"/>
                  <a:pt x="146832" y="39760"/>
                </a:cubicBezTo>
                <a:cubicBezTo>
                  <a:pt x="148569" y="36353"/>
                  <a:pt x="149438" y="33003"/>
                  <a:pt x="149438" y="29710"/>
                </a:cubicBezTo>
                <a:cubicBezTo>
                  <a:pt x="149438" y="24341"/>
                  <a:pt x="147554" y="19964"/>
                  <a:pt x="143787" y="16581"/>
                </a:cubicBezTo>
                <a:cubicBezTo>
                  <a:pt x="140020" y="13197"/>
                  <a:pt x="135113" y="11505"/>
                  <a:pt x="129067" y="11505"/>
                </a:cubicBezTo>
                <a:cubicBezTo>
                  <a:pt x="124781" y="11505"/>
                  <a:pt x="120258" y="12255"/>
                  <a:pt x="115498" y="13755"/>
                </a:cubicBezTo>
                <a:cubicBezTo>
                  <a:pt x="110738" y="15255"/>
                  <a:pt x="105651" y="17528"/>
                  <a:pt x="100237" y="20573"/>
                </a:cubicBezTo>
                <a:lnTo>
                  <a:pt x="100237" y="6768"/>
                </a:lnTo>
                <a:cubicBezTo>
                  <a:pt x="105742" y="4534"/>
                  <a:pt x="110885" y="2848"/>
                  <a:pt x="115667" y="1709"/>
                </a:cubicBezTo>
                <a:cubicBezTo>
                  <a:pt x="120450" y="570"/>
                  <a:pt x="124826" y="0"/>
                  <a:pt x="128797" y="0"/>
                </a:cubicBezTo>
                <a:cubicBezTo>
                  <a:pt x="139264" y="0"/>
                  <a:pt x="147611" y="2617"/>
                  <a:pt x="153837" y="7850"/>
                </a:cubicBezTo>
                <a:cubicBezTo>
                  <a:pt x="160063" y="13084"/>
                  <a:pt x="163176" y="20077"/>
                  <a:pt x="163176" y="28830"/>
                </a:cubicBezTo>
                <a:cubicBezTo>
                  <a:pt x="163176" y="32981"/>
                  <a:pt x="162398" y="36917"/>
                  <a:pt x="160841" y="40639"/>
                </a:cubicBezTo>
                <a:cubicBezTo>
                  <a:pt x="159285" y="44362"/>
                  <a:pt x="156453" y="48749"/>
                  <a:pt x="152348" y="53802"/>
                </a:cubicBezTo>
                <a:cubicBezTo>
                  <a:pt x="151220" y="55111"/>
                  <a:pt x="147633" y="58889"/>
                  <a:pt x="141587" y="65138"/>
                </a:cubicBezTo>
                <a:cubicBezTo>
                  <a:pt x="135542" y="71387"/>
                  <a:pt x="127014" y="80128"/>
                  <a:pt x="116006" y="91362"/>
                </a:cubicBezTo>
                <a:close/>
                <a:moveTo>
                  <a:pt x="189605" y="1760"/>
                </a:moveTo>
                <a:lnTo>
                  <a:pt x="203343" y="1760"/>
                </a:lnTo>
                <a:lnTo>
                  <a:pt x="203343" y="63233"/>
                </a:lnTo>
                <a:cubicBezTo>
                  <a:pt x="203343" y="74076"/>
                  <a:pt x="205306" y="81881"/>
                  <a:pt x="209231" y="86648"/>
                </a:cubicBezTo>
                <a:cubicBezTo>
                  <a:pt x="213156" y="91415"/>
                  <a:pt x="219518" y="93799"/>
                  <a:pt x="228315" y="93799"/>
                </a:cubicBezTo>
                <a:cubicBezTo>
                  <a:pt x="237068" y="93799"/>
                  <a:pt x="243407" y="91415"/>
                  <a:pt x="247332" y="86648"/>
                </a:cubicBezTo>
                <a:cubicBezTo>
                  <a:pt x="251258" y="81881"/>
                  <a:pt x="253220" y="74076"/>
                  <a:pt x="253220" y="63233"/>
                </a:cubicBezTo>
                <a:lnTo>
                  <a:pt x="253220" y="1760"/>
                </a:lnTo>
                <a:lnTo>
                  <a:pt x="266958" y="1760"/>
                </a:lnTo>
                <a:lnTo>
                  <a:pt x="266958" y="64927"/>
                </a:lnTo>
                <a:cubicBezTo>
                  <a:pt x="266958" y="78115"/>
                  <a:pt x="263699" y="88074"/>
                  <a:pt x="257179" y="94803"/>
                </a:cubicBezTo>
                <a:cubicBezTo>
                  <a:pt x="250660" y="101533"/>
                  <a:pt x="241039" y="104898"/>
                  <a:pt x="228315" y="104898"/>
                </a:cubicBezTo>
                <a:cubicBezTo>
                  <a:pt x="215547" y="104898"/>
                  <a:pt x="205903" y="101533"/>
                  <a:pt x="199384" y="94803"/>
                </a:cubicBezTo>
                <a:cubicBezTo>
                  <a:pt x="192865" y="88074"/>
                  <a:pt x="189605" y="78115"/>
                  <a:pt x="189605" y="64927"/>
                </a:cubicBezTo>
                <a:lnTo>
                  <a:pt x="189605" y="17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BE3AB8-5D21-46F9-9EC1-0D9571F0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466" y="917025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11E5B8-0615-4768-ADC1-ED3721C3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466" y="917025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785" name="Text I">
            <a:extLst xmlns:a="http://schemas.openxmlformats.org/drawingml/2006/main">
              <a:ext uri="{FF2B5EF4-FFF2-40B4-BE49-F238E27FC236}">
                <a16:creationId xmlns:a16="http://schemas.microsoft.com/office/drawing/2014/main" id="{2F7BCCE4-96DA-49BC-B59D-5D8524F8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284" y="788689"/>
            <a:ext cx="101108" cy="13671"/>
          </a:xfrm>
          <a:custGeom xmlns:a="http://schemas.openxmlformats.org/drawingml/2006/main">
            <a:pathLst>
              <a:path w="101108" h="13671">
                <a:moveTo>
                  <a:pt x="0" y="13671"/>
                </a:moveTo>
                <a:lnTo>
                  <a:pt x="0" y="0"/>
                </a:lnTo>
                <a:lnTo>
                  <a:pt x="101108" y="0"/>
                </a:lnTo>
                <a:lnTo>
                  <a:pt x="101108" y="13671"/>
                </a:lnTo>
                <a:lnTo>
                  <a:pt x="0" y="136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6" name="Text n">
            <a:extLst xmlns:a="http://schemas.openxmlformats.org/drawingml/2006/main">
              <a:ext uri="{FF2B5EF4-FFF2-40B4-BE49-F238E27FC236}">
                <a16:creationId xmlns:a16="http://schemas.microsoft.com/office/drawing/2014/main" id="{12632B3F-2451-410F-BC9C-C9C9F210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1699" y="699007"/>
            <a:ext cx="77692" cy="63480"/>
          </a:xfrm>
          <a:custGeom xmlns:a="http://schemas.openxmlformats.org/drawingml/2006/main">
            <a:pathLst>
              <a:path w="77692" h="63480">
                <a:moveTo>
                  <a:pt x="31943" y="0"/>
                </a:moveTo>
                <a:lnTo>
                  <a:pt x="77692" y="0"/>
                </a:lnTo>
                <a:lnTo>
                  <a:pt x="77692" y="12452"/>
                </a:lnTo>
                <a:lnTo>
                  <a:pt x="32349" y="12452"/>
                </a:lnTo>
                <a:cubicBezTo>
                  <a:pt x="25153" y="12452"/>
                  <a:pt x="19767" y="13851"/>
                  <a:pt x="16191" y="16648"/>
                </a:cubicBezTo>
                <a:cubicBezTo>
                  <a:pt x="12616" y="19446"/>
                  <a:pt x="10828" y="23641"/>
                  <a:pt x="10828" y="29236"/>
                </a:cubicBezTo>
                <a:cubicBezTo>
                  <a:pt x="10828" y="35958"/>
                  <a:pt x="12978" y="41260"/>
                  <a:pt x="17276" y="45140"/>
                </a:cubicBezTo>
                <a:cubicBezTo>
                  <a:pt x="21574" y="49020"/>
                  <a:pt x="27433" y="50960"/>
                  <a:pt x="34853" y="50960"/>
                </a:cubicBezTo>
                <a:lnTo>
                  <a:pt x="77692" y="50960"/>
                </a:lnTo>
                <a:lnTo>
                  <a:pt x="77692" y="63480"/>
                </a:lnTo>
                <a:lnTo>
                  <a:pt x="1895" y="63480"/>
                </a:lnTo>
                <a:lnTo>
                  <a:pt x="1895" y="50960"/>
                </a:lnTo>
                <a:lnTo>
                  <a:pt x="13671" y="50960"/>
                </a:lnTo>
                <a:cubicBezTo>
                  <a:pt x="9091" y="47982"/>
                  <a:pt x="5668" y="44474"/>
                  <a:pt x="3401" y="40436"/>
                </a:cubicBezTo>
                <a:cubicBezTo>
                  <a:pt x="1134" y="36398"/>
                  <a:pt x="0" y="31740"/>
                  <a:pt x="0" y="26461"/>
                </a:cubicBezTo>
                <a:cubicBezTo>
                  <a:pt x="0" y="17754"/>
                  <a:pt x="2701" y="11167"/>
                  <a:pt x="8104" y="6700"/>
                </a:cubicBezTo>
                <a:cubicBezTo>
                  <a:pt x="13507" y="2233"/>
                  <a:pt x="21453" y="0"/>
                  <a:pt x="3194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7" name="Text t">
            <a:extLst xmlns:a="http://schemas.openxmlformats.org/drawingml/2006/main">
              <a:ext uri="{FF2B5EF4-FFF2-40B4-BE49-F238E27FC236}">
                <a16:creationId xmlns:a16="http://schemas.microsoft.com/office/drawing/2014/main" id="{4FC9E5DA-5AC3-42B8-AD82-3DE809BA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073" y="636175"/>
            <a:ext cx="97318" cy="47305"/>
          </a:xfrm>
          <a:custGeom xmlns:a="http://schemas.openxmlformats.org/drawingml/2006/main">
            <a:pathLst>
              <a:path w="97318" h="47305">
                <a:moveTo>
                  <a:pt x="0" y="25649"/>
                </a:moveTo>
                <a:lnTo>
                  <a:pt x="21521" y="25649"/>
                </a:lnTo>
                <a:lnTo>
                  <a:pt x="21521" y="0"/>
                </a:lnTo>
                <a:lnTo>
                  <a:pt x="31266" y="0"/>
                </a:lnTo>
                <a:lnTo>
                  <a:pt x="31266" y="25649"/>
                </a:lnTo>
                <a:lnTo>
                  <a:pt x="72362" y="25649"/>
                </a:lnTo>
                <a:cubicBezTo>
                  <a:pt x="78536" y="25649"/>
                  <a:pt x="82503" y="24803"/>
                  <a:pt x="84261" y="23111"/>
                </a:cubicBezTo>
                <a:cubicBezTo>
                  <a:pt x="86017" y="21419"/>
                  <a:pt x="86896" y="17979"/>
                  <a:pt x="86896" y="12791"/>
                </a:cubicBezTo>
                <a:lnTo>
                  <a:pt x="86896" y="0"/>
                </a:lnTo>
                <a:lnTo>
                  <a:pt x="97318" y="0"/>
                </a:lnTo>
                <a:lnTo>
                  <a:pt x="97318" y="12791"/>
                </a:lnTo>
                <a:cubicBezTo>
                  <a:pt x="97318" y="22401"/>
                  <a:pt x="95526" y="29033"/>
                  <a:pt x="91942" y="32687"/>
                </a:cubicBezTo>
                <a:cubicBezTo>
                  <a:pt x="88357" y="36342"/>
                  <a:pt x="81830" y="38169"/>
                  <a:pt x="72362" y="38169"/>
                </a:cubicBezTo>
                <a:lnTo>
                  <a:pt x="31266" y="38169"/>
                </a:lnTo>
                <a:lnTo>
                  <a:pt x="31266" y="47305"/>
                </a:lnTo>
                <a:lnTo>
                  <a:pt x="21521" y="47305"/>
                </a:lnTo>
                <a:lnTo>
                  <a:pt x="21521" y="38169"/>
                </a:lnTo>
                <a:lnTo>
                  <a:pt x="0" y="38169"/>
                </a:lnTo>
                <a:lnTo>
                  <a:pt x="0" y="256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8" name="Text 2">
            <a:extLst xmlns:a="http://schemas.openxmlformats.org/drawingml/2006/main">
              <a:ext uri="{FF2B5EF4-FFF2-40B4-BE49-F238E27FC236}">
                <a16:creationId xmlns:a16="http://schemas.microsoft.com/office/drawing/2014/main" id="{17282214-9A2E-4BD0-884E-44555655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524" y="558564"/>
            <a:ext cx="102867" cy="64157"/>
          </a:xfrm>
          <a:custGeom xmlns:a="http://schemas.openxmlformats.org/drawingml/2006/main">
            <a:pathLst>
              <a:path w="102867" h="64157">
                <a:moveTo>
                  <a:pt x="91362" y="47712"/>
                </a:moveTo>
                <a:lnTo>
                  <a:pt x="91362" y="0"/>
                </a:lnTo>
                <a:lnTo>
                  <a:pt x="102867" y="0"/>
                </a:lnTo>
                <a:lnTo>
                  <a:pt x="102867" y="64157"/>
                </a:lnTo>
                <a:lnTo>
                  <a:pt x="91362" y="64157"/>
                </a:lnTo>
                <a:cubicBezTo>
                  <a:pt x="85994" y="58968"/>
                  <a:pt x="78786" y="51896"/>
                  <a:pt x="69740" y="42940"/>
                </a:cubicBezTo>
                <a:cubicBezTo>
                  <a:pt x="60694" y="33985"/>
                  <a:pt x="54863" y="28356"/>
                  <a:pt x="52246" y="26055"/>
                </a:cubicBezTo>
                <a:cubicBezTo>
                  <a:pt x="47328" y="21679"/>
                  <a:pt x="43166" y="18622"/>
                  <a:pt x="39760" y="16885"/>
                </a:cubicBezTo>
                <a:cubicBezTo>
                  <a:pt x="36353" y="15148"/>
                  <a:pt x="33003" y="14280"/>
                  <a:pt x="29710" y="14280"/>
                </a:cubicBezTo>
                <a:cubicBezTo>
                  <a:pt x="24341" y="14280"/>
                  <a:pt x="19964" y="16163"/>
                  <a:pt x="16581" y="19931"/>
                </a:cubicBezTo>
                <a:cubicBezTo>
                  <a:pt x="13197" y="23698"/>
                  <a:pt x="11505" y="28604"/>
                  <a:pt x="11505" y="34650"/>
                </a:cubicBezTo>
                <a:cubicBezTo>
                  <a:pt x="11505" y="38936"/>
                  <a:pt x="12255" y="43459"/>
                  <a:pt x="13755" y="48219"/>
                </a:cubicBezTo>
                <a:cubicBezTo>
                  <a:pt x="15255" y="52979"/>
                  <a:pt x="17528" y="58066"/>
                  <a:pt x="20573" y="63480"/>
                </a:cubicBezTo>
                <a:lnTo>
                  <a:pt x="6768" y="63480"/>
                </a:lnTo>
                <a:cubicBezTo>
                  <a:pt x="4534" y="57976"/>
                  <a:pt x="2848" y="52832"/>
                  <a:pt x="1709" y="48050"/>
                </a:cubicBezTo>
                <a:cubicBezTo>
                  <a:pt x="570" y="43267"/>
                  <a:pt x="0" y="38891"/>
                  <a:pt x="0" y="34921"/>
                </a:cubicBezTo>
                <a:cubicBezTo>
                  <a:pt x="0" y="24454"/>
                  <a:pt x="2617" y="16107"/>
                  <a:pt x="7850" y="9881"/>
                </a:cubicBezTo>
                <a:cubicBezTo>
                  <a:pt x="13084" y="3655"/>
                  <a:pt x="20077" y="541"/>
                  <a:pt x="28830" y="541"/>
                </a:cubicBezTo>
                <a:cubicBezTo>
                  <a:pt x="32981" y="541"/>
                  <a:pt x="36917" y="1320"/>
                  <a:pt x="40639" y="2876"/>
                </a:cubicBezTo>
                <a:cubicBezTo>
                  <a:pt x="44362" y="4433"/>
                  <a:pt x="48749" y="7264"/>
                  <a:pt x="53802" y="11370"/>
                </a:cubicBezTo>
                <a:cubicBezTo>
                  <a:pt x="55111" y="12497"/>
                  <a:pt x="58889" y="16084"/>
                  <a:pt x="65138" y="22130"/>
                </a:cubicBezTo>
                <a:cubicBezTo>
                  <a:pt x="71387" y="28176"/>
                  <a:pt x="80128" y="36703"/>
                  <a:pt x="91362" y="477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54A011-576E-40F7-A19C-0854EE4F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466" y="3920031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1BC02A-5D4A-4FAF-9AE1-199D03C4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466" y="3920031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7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E4D01A-94AF-4041-B5B3-03734CD3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466" y="4266531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26A2C8-0EA1-4393-8ACB-4E732446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466" y="4266531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793" name="Text I">
            <a:extLst xmlns:a="http://schemas.openxmlformats.org/drawingml/2006/main">
              <a:ext uri="{FF2B5EF4-FFF2-40B4-BE49-F238E27FC236}">
                <a16:creationId xmlns:a16="http://schemas.microsoft.com/office/drawing/2014/main" id="{7678B0CF-0AA3-4B06-82A2-8FC621E8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9284" y="788689"/>
            <a:ext cx="101108" cy="13671"/>
          </a:xfrm>
          <a:custGeom xmlns:a="http://schemas.openxmlformats.org/drawingml/2006/main">
            <a:pathLst>
              <a:path w="101108" h="13671">
                <a:moveTo>
                  <a:pt x="0" y="13671"/>
                </a:moveTo>
                <a:lnTo>
                  <a:pt x="0" y="0"/>
                </a:lnTo>
                <a:lnTo>
                  <a:pt x="101108" y="0"/>
                </a:lnTo>
                <a:lnTo>
                  <a:pt x="101108" y="13671"/>
                </a:lnTo>
                <a:lnTo>
                  <a:pt x="0" y="136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4" name="Text n">
            <a:extLst xmlns:a="http://schemas.openxmlformats.org/drawingml/2006/main">
              <a:ext uri="{FF2B5EF4-FFF2-40B4-BE49-F238E27FC236}">
                <a16:creationId xmlns:a16="http://schemas.microsoft.com/office/drawing/2014/main" id="{84E8517C-9A5C-4C19-A09B-E6BBB3EF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2700" y="699008"/>
            <a:ext cx="77692" cy="63480"/>
          </a:xfrm>
          <a:custGeom xmlns:a="http://schemas.openxmlformats.org/drawingml/2006/main">
            <a:pathLst>
              <a:path w="77692" h="63480">
                <a:moveTo>
                  <a:pt x="31943" y="0"/>
                </a:moveTo>
                <a:lnTo>
                  <a:pt x="77692" y="0"/>
                </a:lnTo>
                <a:lnTo>
                  <a:pt x="77692" y="12452"/>
                </a:lnTo>
                <a:lnTo>
                  <a:pt x="32349" y="12452"/>
                </a:lnTo>
                <a:cubicBezTo>
                  <a:pt x="25153" y="12452"/>
                  <a:pt x="19767" y="13851"/>
                  <a:pt x="16191" y="16648"/>
                </a:cubicBezTo>
                <a:cubicBezTo>
                  <a:pt x="12616" y="19446"/>
                  <a:pt x="10828" y="23641"/>
                  <a:pt x="10828" y="29236"/>
                </a:cubicBezTo>
                <a:cubicBezTo>
                  <a:pt x="10828" y="35958"/>
                  <a:pt x="12978" y="41260"/>
                  <a:pt x="17276" y="45140"/>
                </a:cubicBezTo>
                <a:cubicBezTo>
                  <a:pt x="21574" y="49020"/>
                  <a:pt x="27433" y="50960"/>
                  <a:pt x="34853" y="50960"/>
                </a:cubicBezTo>
                <a:lnTo>
                  <a:pt x="77692" y="50960"/>
                </a:lnTo>
                <a:lnTo>
                  <a:pt x="77692" y="63480"/>
                </a:lnTo>
                <a:lnTo>
                  <a:pt x="1895" y="63480"/>
                </a:lnTo>
                <a:lnTo>
                  <a:pt x="1895" y="50960"/>
                </a:lnTo>
                <a:lnTo>
                  <a:pt x="13671" y="50960"/>
                </a:lnTo>
                <a:cubicBezTo>
                  <a:pt x="9091" y="47982"/>
                  <a:pt x="5668" y="44474"/>
                  <a:pt x="3401" y="40436"/>
                </a:cubicBezTo>
                <a:cubicBezTo>
                  <a:pt x="1134" y="36398"/>
                  <a:pt x="0" y="31740"/>
                  <a:pt x="0" y="26461"/>
                </a:cubicBezTo>
                <a:cubicBezTo>
                  <a:pt x="0" y="17754"/>
                  <a:pt x="2701" y="11167"/>
                  <a:pt x="8104" y="6700"/>
                </a:cubicBezTo>
                <a:cubicBezTo>
                  <a:pt x="13507" y="2233"/>
                  <a:pt x="21453" y="0"/>
                  <a:pt x="3194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5" name="Text t">
            <a:extLst xmlns:a="http://schemas.openxmlformats.org/drawingml/2006/main">
              <a:ext uri="{FF2B5EF4-FFF2-40B4-BE49-F238E27FC236}">
                <a16:creationId xmlns:a16="http://schemas.microsoft.com/office/drawing/2014/main" id="{2F7DC8FD-FBCB-4916-8796-69C09754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3074" y="636175"/>
            <a:ext cx="97318" cy="47305"/>
          </a:xfrm>
          <a:custGeom xmlns:a="http://schemas.openxmlformats.org/drawingml/2006/main">
            <a:pathLst>
              <a:path w="97318" h="47305">
                <a:moveTo>
                  <a:pt x="0" y="25649"/>
                </a:moveTo>
                <a:lnTo>
                  <a:pt x="21521" y="25649"/>
                </a:lnTo>
                <a:lnTo>
                  <a:pt x="21521" y="0"/>
                </a:lnTo>
                <a:lnTo>
                  <a:pt x="31266" y="0"/>
                </a:lnTo>
                <a:lnTo>
                  <a:pt x="31266" y="25649"/>
                </a:lnTo>
                <a:lnTo>
                  <a:pt x="72362" y="25649"/>
                </a:lnTo>
                <a:cubicBezTo>
                  <a:pt x="78536" y="25649"/>
                  <a:pt x="82503" y="24803"/>
                  <a:pt x="84261" y="23111"/>
                </a:cubicBezTo>
                <a:cubicBezTo>
                  <a:pt x="86017" y="21419"/>
                  <a:pt x="86896" y="17979"/>
                  <a:pt x="86896" y="12791"/>
                </a:cubicBezTo>
                <a:lnTo>
                  <a:pt x="86896" y="0"/>
                </a:lnTo>
                <a:lnTo>
                  <a:pt x="97318" y="0"/>
                </a:lnTo>
                <a:lnTo>
                  <a:pt x="97318" y="12791"/>
                </a:lnTo>
                <a:cubicBezTo>
                  <a:pt x="97318" y="22401"/>
                  <a:pt x="95526" y="29033"/>
                  <a:pt x="91942" y="32687"/>
                </a:cubicBezTo>
                <a:cubicBezTo>
                  <a:pt x="88357" y="36342"/>
                  <a:pt x="81830" y="38169"/>
                  <a:pt x="72362" y="38169"/>
                </a:cubicBezTo>
                <a:lnTo>
                  <a:pt x="31266" y="38169"/>
                </a:lnTo>
                <a:lnTo>
                  <a:pt x="31266" y="47305"/>
                </a:lnTo>
                <a:lnTo>
                  <a:pt x="21521" y="47305"/>
                </a:lnTo>
                <a:lnTo>
                  <a:pt x="21521" y="38169"/>
                </a:lnTo>
                <a:lnTo>
                  <a:pt x="0" y="38169"/>
                </a:lnTo>
                <a:lnTo>
                  <a:pt x="0" y="256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6" name="Text 3">
            <a:extLst xmlns:a="http://schemas.openxmlformats.org/drawingml/2006/main">
              <a:ext uri="{FF2B5EF4-FFF2-40B4-BE49-F238E27FC236}">
                <a16:creationId xmlns:a16="http://schemas.microsoft.com/office/drawing/2014/main" id="{F1D8A5DC-89BB-4346-97B8-72B24302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525" y="555790"/>
            <a:ext cx="104898" cy="66525"/>
          </a:xfrm>
          <a:custGeom xmlns:a="http://schemas.openxmlformats.org/drawingml/2006/main">
            <a:pathLst>
              <a:path w="104898" h="66525">
                <a:moveTo>
                  <a:pt x="48321" y="20844"/>
                </a:moveTo>
                <a:cubicBezTo>
                  <a:pt x="49722" y="14302"/>
                  <a:pt x="52639" y="9193"/>
                  <a:pt x="57072" y="5516"/>
                </a:cubicBezTo>
                <a:cubicBezTo>
                  <a:pt x="61503" y="1839"/>
                  <a:pt x="66975" y="0"/>
                  <a:pt x="73488" y="0"/>
                </a:cubicBezTo>
                <a:cubicBezTo>
                  <a:pt x="83482" y="0"/>
                  <a:pt x="91217" y="3429"/>
                  <a:pt x="96690" y="10287"/>
                </a:cubicBezTo>
                <a:cubicBezTo>
                  <a:pt x="102162" y="17145"/>
                  <a:pt x="104898" y="26890"/>
                  <a:pt x="104898" y="39523"/>
                </a:cubicBezTo>
                <a:cubicBezTo>
                  <a:pt x="104898" y="43764"/>
                  <a:pt x="104480" y="48129"/>
                  <a:pt x="103646" y="52618"/>
                </a:cubicBezTo>
                <a:cubicBezTo>
                  <a:pt x="102811" y="57107"/>
                  <a:pt x="101559" y="61743"/>
                  <a:pt x="99890" y="66525"/>
                </a:cubicBezTo>
                <a:lnTo>
                  <a:pt x="86625" y="66525"/>
                </a:lnTo>
                <a:cubicBezTo>
                  <a:pt x="88858" y="62736"/>
                  <a:pt x="90545" y="58585"/>
                  <a:pt x="91684" y="54073"/>
                </a:cubicBezTo>
                <a:cubicBezTo>
                  <a:pt x="92823" y="49561"/>
                  <a:pt x="93393" y="44847"/>
                  <a:pt x="93393" y="39929"/>
                </a:cubicBezTo>
                <a:cubicBezTo>
                  <a:pt x="93393" y="31357"/>
                  <a:pt x="91695" y="24826"/>
                  <a:pt x="88300" y="20337"/>
                </a:cubicBezTo>
                <a:cubicBezTo>
                  <a:pt x="84904" y="15847"/>
                  <a:pt x="79968" y="13603"/>
                  <a:pt x="73494" y="13603"/>
                </a:cubicBezTo>
                <a:cubicBezTo>
                  <a:pt x="67519" y="13603"/>
                  <a:pt x="62845" y="15690"/>
                  <a:pt x="59472" y="19863"/>
                </a:cubicBezTo>
                <a:cubicBezTo>
                  <a:pt x="56098" y="24036"/>
                  <a:pt x="54411" y="29845"/>
                  <a:pt x="54411" y="37289"/>
                </a:cubicBezTo>
                <a:lnTo>
                  <a:pt x="54411" y="49065"/>
                </a:lnTo>
                <a:lnTo>
                  <a:pt x="43177" y="49065"/>
                </a:lnTo>
                <a:lnTo>
                  <a:pt x="43177" y="36748"/>
                </a:lnTo>
                <a:cubicBezTo>
                  <a:pt x="43177" y="30026"/>
                  <a:pt x="41838" y="24882"/>
                  <a:pt x="39159" y="21318"/>
                </a:cubicBezTo>
                <a:cubicBezTo>
                  <a:pt x="36480" y="17754"/>
                  <a:pt x="32620" y="15972"/>
                  <a:pt x="27578" y="15972"/>
                </a:cubicBezTo>
                <a:cubicBezTo>
                  <a:pt x="22401" y="15972"/>
                  <a:pt x="18428" y="17810"/>
                  <a:pt x="15659" y="21487"/>
                </a:cubicBezTo>
                <a:cubicBezTo>
                  <a:pt x="12889" y="25164"/>
                  <a:pt x="11505" y="30432"/>
                  <a:pt x="11505" y="37289"/>
                </a:cubicBezTo>
                <a:cubicBezTo>
                  <a:pt x="11505" y="41034"/>
                  <a:pt x="11911" y="45050"/>
                  <a:pt x="12723" y="49336"/>
                </a:cubicBezTo>
                <a:cubicBezTo>
                  <a:pt x="13535" y="53622"/>
                  <a:pt x="14798" y="58337"/>
                  <a:pt x="16513" y="63480"/>
                </a:cubicBezTo>
                <a:lnTo>
                  <a:pt x="4331" y="63480"/>
                </a:lnTo>
                <a:cubicBezTo>
                  <a:pt x="2888" y="58292"/>
                  <a:pt x="1805" y="53430"/>
                  <a:pt x="1083" y="48896"/>
                </a:cubicBezTo>
                <a:cubicBezTo>
                  <a:pt x="361" y="44362"/>
                  <a:pt x="0" y="40087"/>
                  <a:pt x="0" y="36071"/>
                </a:cubicBezTo>
                <a:cubicBezTo>
                  <a:pt x="0" y="25694"/>
                  <a:pt x="2355" y="17483"/>
                  <a:pt x="7064" y="11437"/>
                </a:cubicBezTo>
                <a:cubicBezTo>
                  <a:pt x="11771" y="5392"/>
                  <a:pt x="18135" y="2369"/>
                  <a:pt x="26155" y="2369"/>
                </a:cubicBezTo>
                <a:cubicBezTo>
                  <a:pt x="31741" y="2369"/>
                  <a:pt x="36460" y="3970"/>
                  <a:pt x="40312" y="7174"/>
                </a:cubicBezTo>
                <a:cubicBezTo>
                  <a:pt x="44163" y="10377"/>
                  <a:pt x="46833" y="14934"/>
                  <a:pt x="48321" y="208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BBE40A-21C4-4C00-91B4-2B20ADDD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466" y="917025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B1102B-789B-435A-942D-38AE30D2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466" y="917025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7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F6948B-6A6C-4726-A5EE-A9155831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466" y="1263526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6CA35A-B8B3-4FCA-B9FA-6126B544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466" y="1263526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8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4E0173-4CE3-4648-8282-7F628151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466" y="1494526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4456AB-65BA-455E-A591-5F24DE03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466" y="1494526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8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9F9806-91EE-4268-AD1B-7EE6ACA0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466" y="1725527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2B3DC2-E2B4-474A-9602-B8D5C0BE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466" y="1725527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8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3BDB5D-0556-434B-BD90-E3B70D73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466" y="1956527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2FF02E-E041-422C-B27A-173EFFE8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466" y="1956527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8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F022DE-7B0E-48DB-BA1E-8D594800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466" y="2187528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E9C5C0-14F8-44D7-A78C-51B4EE30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466" y="2187528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8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50909E-6411-46CB-BA7A-4F7CFF7A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466" y="2649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2DB01D-A998-47A2-AF73-5874B397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466" y="2649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8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8EF493-8E1B-4E13-B9DC-3219DF5C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466" y="2880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F31CE6-14B8-4E31-9A79-272F2C90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466" y="2880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8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897950-ABA4-4240-899D-CFFB0830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466" y="3111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C2174E-14E0-4099-BA37-4F80A62E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466" y="3111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8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466894-173B-4210-BFA6-B6E440EE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466" y="3342530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1028DD-1120-4B5C-BE14-75774434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466" y="3342530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8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76BAF2-BF5A-468D-9777-1F56B7AF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466" y="3573530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27E7EA-5C51-4DAF-8424-7618697E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466" y="3573530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8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0A6B92-C22D-47FB-8B04-8ABBC163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466" y="3920031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867D42-D668-403F-9006-0E79568B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466" y="3920031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8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73C112-B30D-4F4B-93A1-D99C310D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466" y="4266531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1F42CC-766A-436F-BEF7-19705E53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466" y="4266531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8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3EBC6B-1C2F-4A1D-AEEE-995ACEE3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467" y="917025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DB7140-8849-4F04-BE95-9F28074F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467" y="917025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8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C9D329-EFE2-44A8-83A1-8BAEB19F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467" y="1263526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78C0BC-0436-4595-96D2-235E10F3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467" y="1263526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8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36C3A3-90DE-4797-830B-84F4857A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467" y="1494526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50C159-45F9-441A-81DE-799595FA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467" y="1494526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8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8B8865-53F7-45FF-97B9-D25C52D0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467" y="1725527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D5EAFE-DACC-4458-81ED-4907F834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467" y="1725527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8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8B21BF-2AF5-497F-94C3-4580AA3F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467" y="1956527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052194-3E5E-44CD-B14A-943604D0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467" y="1956527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8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3D5A63-37C8-47B9-80C1-CA4841AE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467" y="2187528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208799-3A33-4FB2-9E2E-716F480D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467" y="2187528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8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A28871-CA7D-417A-94A5-7AF06BA6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467" y="2649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C87334-7749-473E-9196-7F060A61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467" y="2649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8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7A1F46-C69F-42DE-AABF-551785BE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467" y="2880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8F0349-C3D0-4793-AF94-2CD791E0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467" y="2880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8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26FD72-54BD-41C9-9D04-B666E7ED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467" y="3111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109C3A-F37E-41FE-B849-99C16796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467" y="3111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8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504B6B-EBC1-46C9-8FDB-5F8EA0F9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467" y="3342530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C201D5-B68C-4B72-B579-5035A4AB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467" y="3342530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8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2DC503-6D3E-4017-AE64-4B91C3E1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467" y="3573530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D3D14C-ADE1-42F4-9A0F-52718AA5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467" y="3573530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8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3DD737-A6ED-48CD-B4DE-9D75BB3E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467" y="3920031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F9261D-873A-4AD9-9657-6D01AAEE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467" y="3920031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8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7BF600-082E-4AB4-AF40-13BFD642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467" y="4266531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3622AC-F51B-4324-A06A-D99B3DD5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467" y="4266531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8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A7CEF0-2B9D-4523-8419-9DF1F24A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467" y="917025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6CD14A-DECB-4D73-BF22-C11226D4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467" y="917025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8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602DB0-0551-48C9-BC8A-F0E254B2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467" y="1263526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CFD117-7D66-4521-BFB9-879E7B3F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467" y="1263526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8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8D198C-82FD-43CB-98B1-CFAF005D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467" y="1494526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D97FDF-EB5D-4DD4-A26E-0B0E2125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467" y="1494526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8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0B749C-DFAA-4E1A-A7DF-43BF29F0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467" y="1725527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1CF726-39F4-4D67-A9ED-AC5A83BC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467" y="1725527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8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A74406-F111-4BA9-B13D-159FD1A3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467" y="1956527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59E4F7-3D88-46F5-9718-C10EEC93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467" y="1956527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8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3EAD47-F617-48CE-A030-FC06AFD4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467" y="2187528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7CC9C0-7FB7-4443-BCC3-4ABCAFC3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467" y="2187528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8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891725-1157-4068-8397-2C67D7DE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467" y="2649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060B48-3A82-4BE7-846F-78128E74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467" y="2649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8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F7BFFD-05B7-41A7-9237-0033375F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467" y="2880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943626-C88A-498F-A777-E421D1D7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467" y="2880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8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EC1BC8-9B6D-4F55-ACD5-54B99862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467" y="3111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23E333-9BAC-4A5E-BE9C-664686C6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467" y="3111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8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828C6C-08ED-4A34-860C-192A39CF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467" y="3342530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573E56-9C25-41AB-88C5-972300D3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467" y="3342530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8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528C18-011E-4E74-867E-077023DE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467" y="3573530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EA76B3-4ACB-4F02-8358-09E244B1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467" y="3573530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8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9D837F-EEEE-4506-8972-F240EF91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467" y="4266531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D2A2D5-9DE2-4017-B35F-C7BB2868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467" y="4266531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8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2DDEC8-C709-44DE-9160-F7578BC0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467" y="917025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C15EDF-28E2-4A50-B253-08E1A20A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467" y="917025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8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76FD16-43D9-40F9-B2F3-DC0EAC63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467" y="1263526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8EAA24-C867-430D-9CBD-A44091E1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467" y="1263526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8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7F78C6-D7C4-499F-A28A-7D7FE38E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467" y="1494526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7924CC-321F-4992-8CBD-B6F3D505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467" y="1494526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8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A251B9-3EAB-4D0F-8DC6-4DDE3327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467" y="1725527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104866-17E0-4E44-A951-947C189F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467" y="1725527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8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A38CC5-2AEF-4CE7-BF2A-1DB10531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467" y="1956527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46D050-971F-4665-B86F-02355D13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467" y="1956527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8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B8DA72-95B7-4D71-A7A1-C5C70F9B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467" y="2187528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D14CAE-96E7-42E4-A73A-2E0B217B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467" y="2187528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8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8DEB5D-345D-46E8-A3D4-75A9C409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467" y="2649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37E0FA-1578-4ACB-887F-3D867E53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467" y="2649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8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61A4A5-6091-45F9-9F7D-75850A4D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467" y="2880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D202CF-9570-4BF8-BC47-9F76F90F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467" y="2880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8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F23DC9-911E-4BC4-804C-235B9A08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467" y="3111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210247-2B5D-4D53-8DB3-D95E7BC5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467" y="3111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8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7DF4C8-356C-45BF-A392-9AD1B07C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467" y="3342530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8B740B-E45F-4C7A-A05C-8038664F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467" y="3342530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8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D4D6AC-6F89-41F5-B38D-CAB3909D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467" y="3573530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122672-2D10-402D-BA6A-823BA94F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467" y="3573530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8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B95DA0-9BBA-48A1-AF49-6EC89BDC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467" y="3920031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8F52D0-1B42-4563-9B18-77C088D6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467" y="3920031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8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A96429-83A7-4DF4-8C7C-7F9B65C8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467" y="4266531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F8B4F1-4770-48E6-B85D-6FCA9C45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467" y="4266531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8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CC4AD4-1962-4D9E-BEEA-114968D0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68" y="917025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2C40B6-8E04-488B-A1E8-65FCAC4D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68" y="917025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9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7F30F4-2D7C-473E-BC3F-ED5099DF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68" y="1263526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74EA70-9CAE-497F-8D65-5DEB21C0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68" y="1263526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9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51E35C-C86D-4481-8D0D-5EA19EBB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68" y="1494526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E01D80-3A91-495A-A1F8-AD1DC76B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68" y="1494526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9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9FF06C-30F1-44E9-87B0-49459E3B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68" y="1725527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B40AAF-8310-4E83-BA06-A778F8F5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68" y="1725527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9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4D452F-691C-4011-A3C4-0BC7EAD4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68" y="1956527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F26427-FA5B-402E-8611-FEA5E1B4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68" y="1956527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9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12F894-72E9-44E2-9C47-0B3F7DEB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68" y="2187528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CCA616-8445-45A5-93AA-DDF5D8B2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68" y="2187528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9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A0EE98-BDD7-4B27-8036-427DD999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68" y="2649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D82425-70E6-490F-B8B4-6D74720D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68" y="2649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9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64F7C0-9BB8-473F-A178-D8C9811D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68" y="2880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69A276-6054-483C-93C2-1D1FD753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68" y="2880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9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EAE694-7265-4FE6-AE76-9A870BA3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68" y="3111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4BB482-AF88-4495-8345-8EAC15D6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68" y="3111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9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3F0940-92B1-40AF-89EB-25B6F283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68" y="3342530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2208A7-77CC-4B15-B2A9-8624BB39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68" y="3342530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9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68CC52-DAD2-4C09-BDA8-3CFBC668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68" y="3573530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AC4724-1B36-4926-8FBE-4CB28293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68" y="3573530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9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AE8460-5258-408B-8F8F-137F12DC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68" y="3920031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EF88F1-217A-40DB-9C95-1B6C27A9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68" y="3920031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9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1CB0BD-B0FA-45D9-991A-5A9EE2F6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68" y="4266531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946C69-E23A-4E80-A358-4A5FFB7C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68" y="4266531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9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5F3B73-B9A7-479B-9646-02B5AAE6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466" y="4497532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920F62-36B5-4A14-A528-EC4EFBC4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466" y="4497532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9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A8229B-E5F0-49B4-A3D8-1312FC75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466" y="4728532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ECE398-9729-450C-BA20-D1245E64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466" y="4728532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9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0344BB-23F3-4745-81CA-45E92495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466" y="4959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B89626-A59A-43A9-9F1E-7559B9BB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466" y="4959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9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F12BCB-700E-4062-A438-E31A23D2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466" y="5190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44EF40-8112-4FB0-9ED2-8B537642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466" y="5190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9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9A26CC-C9B4-410F-8047-A34CA6A1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466" y="4497532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2B20EE-773A-4E51-A9D7-C25D22A1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466" y="4497532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9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EB209A-A5E8-4F65-9E19-7A5C706F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466" y="4728532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8D009A-4A3B-4CA8-856E-ED56435C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466" y="4728532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9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D35BE8-4CBE-440F-BCA1-5B943DC0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466" y="4959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7455CB-9DBA-4633-A338-C41E835D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466" y="4959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9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57353D-86C0-4FDD-91CA-8DAA6CA8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466" y="5190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5F9ED8-0367-4994-A34A-6B3BB7FE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466" y="5190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9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7AF84D-C7B6-4493-9187-8CD08E10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467" y="4497532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E5E33B-70D3-4CC7-AA1A-BA329202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467" y="4497532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9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A551E9-EDE3-4407-A99D-2B87FFE8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467" y="4728532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6C8D01-2108-40DF-9774-517418F7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467" y="4728532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9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71F654-D0EA-48BF-AC11-DC79AE2A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467" y="4959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288AAC-A352-4CBB-BAF2-F9C4A2B1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467" y="4959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9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B023DC-32BD-467D-970B-E6155A7C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467" y="5190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3545DA-7579-47E4-B9B6-55BFC3C4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467" y="5190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9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FE55D8-779B-4C89-A81A-491B8098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467" y="4497532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C6B15F-4850-4142-AE4F-ED16BF62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467" y="4497532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9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A347DC-EF8F-4E3E-BDDA-32A2E714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467" y="4728532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84DFAF-B991-48A0-8937-FA7C7875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467" y="4728532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9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24FE2A-CDA2-42C8-BB36-330E20CD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467" y="4959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5935BF-0204-402D-B219-46E890F7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467" y="4959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9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834BDE-F3CE-4941-A273-A3ACBD96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467" y="5190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253651-0F26-4CBA-84B1-505040D0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467" y="5190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9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26E78B-36C5-4DD7-9D09-AC0F9045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467" y="4497532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EAE921-32A5-4653-8AC7-F06F0E96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467" y="4497532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9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C33083-6B35-482D-ADD8-0577D647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467" y="4728532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61E131-8A14-4716-BBB7-D26BE746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467" y="4728532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9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8C002F-51D4-48A1-B4CC-FCC89E06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467" y="4959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947CB7-D6F7-4844-96C6-37FA3F35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467" y="4959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9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C887B3-CCF5-463B-AEE2-578DB389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467" y="5190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0CFBC2-5139-4798-9504-CD99DFAD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467" y="5190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9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0EFEA6-8835-40C8-A03F-DF0707D8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68" y="4497532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B4E08C-8D58-4D97-9AB3-D1DAB664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68" y="4497532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9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A23585-C126-4781-850B-58B3B736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68" y="4728532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A2BDDF-115B-455C-94EC-68CD3125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68" y="4728532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9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1337FE-3FCD-42DB-8307-F315DBF3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68" y="4959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CD54ED-4E2A-44FA-9C03-4E07B050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68" y="4959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9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0F2112-3958-4CBD-8A5A-A69E63EA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68" y="5190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D965C8-B248-48FA-8EEA-0949C5E2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68" y="5190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9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F758A7-30B0-4F63-A84D-9066D773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466" y="5421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53202A-290D-4E77-9FF8-55E2F407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466" y="5421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9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3E9B9E-2D8E-4FFA-A7AD-53F9223B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466" y="5652534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FE2C59-D595-4027-9D79-19149F54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466" y="5652534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9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CC5FC1-6ECD-4A41-BBED-8DBF982B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466" y="5883534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8A51CE-FEFA-49B9-BEED-602125D5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466" y="5883534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9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CDFA94-862C-4F71-901B-D49F4684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466" y="5421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4CD575-756B-46BA-86DB-EB9DB260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466" y="5421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9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3BA344-B9C4-4EE1-BE02-7764C876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466" y="5652534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1A4AA5-20B8-4DC6-BE18-5A5BF4FD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466" y="5652534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9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5A71D1-426C-4056-9033-076E3850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466" y="5883534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1D7BFA-1DCF-4633-89B0-96C82A85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466" y="5883534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9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9B4F66-5B6C-4099-A830-834DEABB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467" y="5421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E5FEFD-43C3-4DBC-9C1A-13991FDA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467" y="5421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9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6FE582-7A6C-448B-AD64-733CF5B9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467" y="5652534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25CE6B-5D09-493E-9721-41EF9B84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467" y="5652534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9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FDBA7D-2E45-43DF-B9C0-83C347AB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467" y="5883534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79AE6A-46D3-44A4-B00E-AFF45B3B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467" y="5883534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9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826DE2-189F-4ED9-84FE-64D76654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467" y="5421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5F804F-CE53-48D2-B49D-99B2CA4F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467" y="5421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9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4BA533-92D6-4172-BEC0-6F617FD8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467" y="5652534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9D887B-0759-4D57-A42E-EE0655A4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467" y="5652534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9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0FB701-55AF-4AEA-B959-2D3E4068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467" y="5883534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3D4EBF-1676-4592-8E0E-66983792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467" y="5883534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9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911D8E-4A69-4F69-A302-AE8EC11F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467" y="5421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A41B7D-802E-4A72-8117-4174B594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467" y="5421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9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B6EBF4-34A1-41F4-8B94-37EDB0C7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467" y="5652534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5D714F-C0C6-4DC5-B1C5-26424933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467" y="5652534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10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420E97-CFE2-4700-A0E6-11046F00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467" y="5883534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AD193E-57A6-4013-977F-DF6769AB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467" y="5883534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10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5C44F0-E271-4A9C-8EC6-BBFD3E74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68" y="5421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BB4E90-21D6-4B11-869D-755440A8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68" y="5421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10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BB5C67-A576-4901-A924-16C3536B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68" y="5652534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AF9622-0112-45E6-86A8-925CF09C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68" y="5652534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10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CD4A15-BEBD-4E9C-993A-8E95ADCC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68" y="5883534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A5BA81-7E4A-4657-B075-279311B5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68" y="5883534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8E8E8"/>
            </a:solidFill>
            <a:miter/>
          </a:ln>
        </p:spPr>
      </p:sp>
      <p:sp>
        <p:nvSpPr>
          <p:cNvPr id="1009" name="Text A">
            <a:extLst xmlns:a="http://schemas.openxmlformats.org/drawingml/2006/main">
              <a:ext uri="{FF2B5EF4-FFF2-40B4-BE49-F238E27FC236}">
                <a16:creationId xmlns:a16="http://schemas.microsoft.com/office/drawing/2014/main" id="{52E5A040-2066-4A11-A7B9-5A21B28F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285" y="791238"/>
            <a:ext cx="101108" cy="92581"/>
          </a:xfrm>
          <a:custGeom xmlns:a="http://schemas.openxmlformats.org/drawingml/2006/main">
            <a:pathLst>
              <a:path w="101108" h="92581">
                <a:moveTo>
                  <a:pt x="13468" y="46290"/>
                </a:moveTo>
                <a:lnTo>
                  <a:pt x="63751" y="64834"/>
                </a:lnTo>
                <a:lnTo>
                  <a:pt x="63751" y="27679"/>
                </a:lnTo>
                <a:lnTo>
                  <a:pt x="13468" y="46290"/>
                </a:lnTo>
                <a:moveTo>
                  <a:pt x="0" y="54005"/>
                </a:moveTo>
                <a:lnTo>
                  <a:pt x="0" y="38508"/>
                </a:lnTo>
                <a:lnTo>
                  <a:pt x="101108" y="0"/>
                </a:lnTo>
                <a:lnTo>
                  <a:pt x="101108" y="14212"/>
                </a:lnTo>
                <a:lnTo>
                  <a:pt x="75120" y="23416"/>
                </a:lnTo>
                <a:lnTo>
                  <a:pt x="75120" y="68962"/>
                </a:lnTo>
                <a:lnTo>
                  <a:pt x="101108" y="78166"/>
                </a:lnTo>
                <a:lnTo>
                  <a:pt x="101108" y="92581"/>
                </a:lnTo>
                <a:lnTo>
                  <a:pt x="0" y="540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0" name="Text M">
            <a:extLst xmlns:a="http://schemas.openxmlformats.org/drawingml/2006/main">
              <a:ext uri="{FF2B5EF4-FFF2-40B4-BE49-F238E27FC236}">
                <a16:creationId xmlns:a16="http://schemas.microsoft.com/office/drawing/2014/main" id="{CA08A557-4F12-4C99-BDFD-C8020809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285" y="684051"/>
            <a:ext cx="101108" cy="92445"/>
          </a:xfrm>
          <a:custGeom xmlns:a="http://schemas.openxmlformats.org/drawingml/2006/main">
            <a:pathLst>
              <a:path w="101108" h="92445">
                <a:moveTo>
                  <a:pt x="0" y="92445"/>
                </a:moveTo>
                <a:lnTo>
                  <a:pt x="0" y="72075"/>
                </a:lnTo>
                <a:lnTo>
                  <a:pt x="68759" y="46290"/>
                </a:lnTo>
                <a:lnTo>
                  <a:pt x="0" y="20370"/>
                </a:lnTo>
                <a:lnTo>
                  <a:pt x="0" y="0"/>
                </a:lnTo>
                <a:lnTo>
                  <a:pt x="101108" y="0"/>
                </a:lnTo>
                <a:lnTo>
                  <a:pt x="101108" y="13332"/>
                </a:lnTo>
                <a:lnTo>
                  <a:pt x="12317" y="13332"/>
                </a:lnTo>
                <a:lnTo>
                  <a:pt x="81617" y="39387"/>
                </a:lnTo>
                <a:lnTo>
                  <a:pt x="81617" y="53126"/>
                </a:lnTo>
                <a:lnTo>
                  <a:pt x="12317" y="79181"/>
                </a:lnTo>
                <a:lnTo>
                  <a:pt x="101108" y="79181"/>
                </a:lnTo>
                <a:lnTo>
                  <a:pt x="101108" y="92445"/>
                </a:lnTo>
                <a:lnTo>
                  <a:pt x="0" y="924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1" name="Text D">
            <a:extLst xmlns:a="http://schemas.openxmlformats.org/drawingml/2006/main">
              <a:ext uri="{FF2B5EF4-FFF2-40B4-BE49-F238E27FC236}">
                <a16:creationId xmlns:a16="http://schemas.microsoft.com/office/drawing/2014/main" id="{E8B06FBA-157D-4211-B7AF-1E9B2146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285" y="571951"/>
            <a:ext cx="101108" cy="84933"/>
          </a:xfrm>
          <a:custGeom xmlns:a="http://schemas.openxmlformats.org/drawingml/2006/main">
            <a:pathLst>
              <a:path w="101108" h="84933">
                <a:moveTo>
                  <a:pt x="11234" y="71263"/>
                </a:moveTo>
                <a:lnTo>
                  <a:pt x="89874" y="71263"/>
                </a:lnTo>
                <a:lnTo>
                  <a:pt x="89874" y="54750"/>
                </a:lnTo>
                <a:cubicBezTo>
                  <a:pt x="89874" y="40809"/>
                  <a:pt x="86713" y="30601"/>
                  <a:pt x="80391" y="24126"/>
                </a:cubicBezTo>
                <a:cubicBezTo>
                  <a:pt x="74068" y="17652"/>
                  <a:pt x="64089" y="14415"/>
                  <a:pt x="50452" y="14415"/>
                </a:cubicBezTo>
                <a:cubicBezTo>
                  <a:pt x="36906" y="14415"/>
                  <a:pt x="26983" y="17652"/>
                  <a:pt x="20683" y="24126"/>
                </a:cubicBezTo>
                <a:cubicBezTo>
                  <a:pt x="14384" y="30601"/>
                  <a:pt x="11234" y="40809"/>
                  <a:pt x="11234" y="54750"/>
                </a:cubicBezTo>
                <a:lnTo>
                  <a:pt x="11234" y="71263"/>
                </a:lnTo>
                <a:moveTo>
                  <a:pt x="0" y="84933"/>
                </a:moveTo>
                <a:lnTo>
                  <a:pt x="0" y="56848"/>
                </a:lnTo>
                <a:cubicBezTo>
                  <a:pt x="0" y="37267"/>
                  <a:pt x="4075" y="22897"/>
                  <a:pt x="12224" y="13738"/>
                </a:cubicBezTo>
                <a:cubicBezTo>
                  <a:pt x="20373" y="4579"/>
                  <a:pt x="33116" y="0"/>
                  <a:pt x="50452" y="0"/>
                </a:cubicBezTo>
                <a:cubicBezTo>
                  <a:pt x="67879" y="0"/>
                  <a:pt x="80678" y="4602"/>
                  <a:pt x="88850" y="13806"/>
                </a:cubicBezTo>
                <a:cubicBezTo>
                  <a:pt x="97022" y="23010"/>
                  <a:pt x="101108" y="37357"/>
                  <a:pt x="101108" y="56848"/>
                </a:cubicBezTo>
                <a:lnTo>
                  <a:pt x="101108" y="84933"/>
                </a:lnTo>
                <a:lnTo>
                  <a:pt x="0" y="849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2" name="Text 1">
            <a:extLst xmlns:a="http://schemas.openxmlformats.org/drawingml/2006/main">
              <a:ext uri="{FF2B5EF4-FFF2-40B4-BE49-F238E27FC236}">
                <a16:creationId xmlns:a16="http://schemas.microsoft.com/office/drawing/2014/main" id="{230B3369-290F-4F9C-B07C-848CCC80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285" y="488374"/>
            <a:ext cx="101108" cy="60164"/>
          </a:xfrm>
          <a:custGeom xmlns:a="http://schemas.openxmlformats.org/drawingml/2006/main">
            <a:pathLst>
              <a:path w="101108" h="60164">
                <a:moveTo>
                  <a:pt x="89603" y="58201"/>
                </a:moveTo>
                <a:lnTo>
                  <a:pt x="89603" y="35868"/>
                </a:lnTo>
                <a:lnTo>
                  <a:pt x="12452" y="35868"/>
                </a:lnTo>
                <a:lnTo>
                  <a:pt x="17325" y="60164"/>
                </a:lnTo>
                <a:lnTo>
                  <a:pt x="4873" y="60164"/>
                </a:lnTo>
                <a:lnTo>
                  <a:pt x="0" y="36004"/>
                </a:lnTo>
                <a:lnTo>
                  <a:pt x="0" y="22333"/>
                </a:lnTo>
                <a:lnTo>
                  <a:pt x="89603" y="22333"/>
                </a:lnTo>
                <a:lnTo>
                  <a:pt x="89603" y="0"/>
                </a:lnTo>
                <a:lnTo>
                  <a:pt x="101108" y="0"/>
                </a:lnTo>
                <a:lnTo>
                  <a:pt x="101108" y="58201"/>
                </a:lnTo>
                <a:lnTo>
                  <a:pt x="89603" y="582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3" name="Text A">
            <a:extLst xmlns:a="http://schemas.openxmlformats.org/drawingml/2006/main">
              <a:ext uri="{FF2B5EF4-FFF2-40B4-BE49-F238E27FC236}">
                <a16:creationId xmlns:a16="http://schemas.microsoft.com/office/drawing/2014/main" id="{C8BB147D-65F0-42E3-862C-46E7DE4D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285" y="791239"/>
            <a:ext cx="101108" cy="92581"/>
          </a:xfrm>
          <a:custGeom xmlns:a="http://schemas.openxmlformats.org/drawingml/2006/main">
            <a:pathLst>
              <a:path w="101108" h="92581">
                <a:moveTo>
                  <a:pt x="13468" y="46290"/>
                </a:moveTo>
                <a:lnTo>
                  <a:pt x="63751" y="64834"/>
                </a:lnTo>
                <a:lnTo>
                  <a:pt x="63751" y="27679"/>
                </a:lnTo>
                <a:lnTo>
                  <a:pt x="13468" y="46290"/>
                </a:lnTo>
                <a:moveTo>
                  <a:pt x="0" y="54005"/>
                </a:moveTo>
                <a:lnTo>
                  <a:pt x="0" y="38508"/>
                </a:lnTo>
                <a:lnTo>
                  <a:pt x="101108" y="0"/>
                </a:lnTo>
                <a:lnTo>
                  <a:pt x="101108" y="14212"/>
                </a:lnTo>
                <a:lnTo>
                  <a:pt x="75120" y="23416"/>
                </a:lnTo>
                <a:lnTo>
                  <a:pt x="75120" y="68962"/>
                </a:lnTo>
                <a:lnTo>
                  <a:pt x="101108" y="78166"/>
                </a:lnTo>
                <a:lnTo>
                  <a:pt x="101108" y="92581"/>
                </a:lnTo>
                <a:lnTo>
                  <a:pt x="0" y="540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4" name="Text M">
            <a:extLst xmlns:a="http://schemas.openxmlformats.org/drawingml/2006/main">
              <a:ext uri="{FF2B5EF4-FFF2-40B4-BE49-F238E27FC236}">
                <a16:creationId xmlns:a16="http://schemas.microsoft.com/office/drawing/2014/main" id="{F60364E4-AF27-41D7-9558-27F665C0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285" y="684051"/>
            <a:ext cx="101108" cy="92445"/>
          </a:xfrm>
          <a:custGeom xmlns:a="http://schemas.openxmlformats.org/drawingml/2006/main">
            <a:pathLst>
              <a:path w="101108" h="92445">
                <a:moveTo>
                  <a:pt x="0" y="92445"/>
                </a:moveTo>
                <a:lnTo>
                  <a:pt x="0" y="72075"/>
                </a:lnTo>
                <a:lnTo>
                  <a:pt x="68759" y="46290"/>
                </a:lnTo>
                <a:lnTo>
                  <a:pt x="0" y="20370"/>
                </a:lnTo>
                <a:lnTo>
                  <a:pt x="0" y="0"/>
                </a:lnTo>
                <a:lnTo>
                  <a:pt x="101108" y="0"/>
                </a:lnTo>
                <a:lnTo>
                  <a:pt x="101108" y="13332"/>
                </a:lnTo>
                <a:lnTo>
                  <a:pt x="12317" y="13332"/>
                </a:lnTo>
                <a:lnTo>
                  <a:pt x="81617" y="39387"/>
                </a:lnTo>
                <a:lnTo>
                  <a:pt x="81617" y="53126"/>
                </a:lnTo>
                <a:lnTo>
                  <a:pt x="12317" y="79181"/>
                </a:lnTo>
                <a:lnTo>
                  <a:pt x="101108" y="79181"/>
                </a:lnTo>
                <a:lnTo>
                  <a:pt x="101108" y="92445"/>
                </a:lnTo>
                <a:lnTo>
                  <a:pt x="0" y="924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5" name="Text D">
            <a:extLst xmlns:a="http://schemas.openxmlformats.org/drawingml/2006/main">
              <a:ext uri="{FF2B5EF4-FFF2-40B4-BE49-F238E27FC236}">
                <a16:creationId xmlns:a16="http://schemas.microsoft.com/office/drawing/2014/main" id="{253651CD-13EB-42E0-A7A1-F06EDD09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285" y="571951"/>
            <a:ext cx="101108" cy="84933"/>
          </a:xfrm>
          <a:custGeom xmlns:a="http://schemas.openxmlformats.org/drawingml/2006/main">
            <a:pathLst>
              <a:path w="101108" h="84933">
                <a:moveTo>
                  <a:pt x="11234" y="71263"/>
                </a:moveTo>
                <a:lnTo>
                  <a:pt x="89874" y="71263"/>
                </a:lnTo>
                <a:lnTo>
                  <a:pt x="89874" y="54750"/>
                </a:lnTo>
                <a:cubicBezTo>
                  <a:pt x="89874" y="40809"/>
                  <a:pt x="86713" y="30601"/>
                  <a:pt x="80391" y="24126"/>
                </a:cubicBezTo>
                <a:cubicBezTo>
                  <a:pt x="74068" y="17652"/>
                  <a:pt x="64089" y="14415"/>
                  <a:pt x="50452" y="14415"/>
                </a:cubicBezTo>
                <a:cubicBezTo>
                  <a:pt x="36906" y="14415"/>
                  <a:pt x="26983" y="17652"/>
                  <a:pt x="20683" y="24126"/>
                </a:cubicBezTo>
                <a:cubicBezTo>
                  <a:pt x="14384" y="30601"/>
                  <a:pt x="11234" y="40809"/>
                  <a:pt x="11234" y="54750"/>
                </a:cubicBezTo>
                <a:lnTo>
                  <a:pt x="11234" y="71263"/>
                </a:lnTo>
                <a:moveTo>
                  <a:pt x="0" y="84933"/>
                </a:moveTo>
                <a:lnTo>
                  <a:pt x="0" y="56848"/>
                </a:lnTo>
                <a:cubicBezTo>
                  <a:pt x="0" y="37267"/>
                  <a:pt x="4075" y="22897"/>
                  <a:pt x="12224" y="13738"/>
                </a:cubicBezTo>
                <a:cubicBezTo>
                  <a:pt x="20373" y="4579"/>
                  <a:pt x="33116" y="0"/>
                  <a:pt x="50452" y="0"/>
                </a:cubicBezTo>
                <a:cubicBezTo>
                  <a:pt x="67879" y="0"/>
                  <a:pt x="80678" y="4602"/>
                  <a:pt x="88850" y="13806"/>
                </a:cubicBezTo>
                <a:cubicBezTo>
                  <a:pt x="97022" y="23010"/>
                  <a:pt x="101108" y="37357"/>
                  <a:pt x="101108" y="56848"/>
                </a:cubicBezTo>
                <a:lnTo>
                  <a:pt x="101108" y="84933"/>
                </a:lnTo>
                <a:lnTo>
                  <a:pt x="0" y="849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6" name="Text 2">
            <a:extLst xmlns:a="http://schemas.openxmlformats.org/drawingml/2006/main">
              <a:ext uri="{FF2B5EF4-FFF2-40B4-BE49-F238E27FC236}">
                <a16:creationId xmlns:a16="http://schemas.microsoft.com/office/drawing/2014/main" id="{99D6A966-9544-4216-ADE5-76DE8AF5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9526" y="489457"/>
            <a:ext cx="102867" cy="64157"/>
          </a:xfrm>
          <a:custGeom xmlns:a="http://schemas.openxmlformats.org/drawingml/2006/main">
            <a:pathLst>
              <a:path w="102867" h="64157">
                <a:moveTo>
                  <a:pt x="91362" y="47712"/>
                </a:moveTo>
                <a:lnTo>
                  <a:pt x="91362" y="0"/>
                </a:lnTo>
                <a:lnTo>
                  <a:pt x="102867" y="0"/>
                </a:lnTo>
                <a:lnTo>
                  <a:pt x="102867" y="64157"/>
                </a:lnTo>
                <a:lnTo>
                  <a:pt x="91362" y="64157"/>
                </a:lnTo>
                <a:cubicBezTo>
                  <a:pt x="85994" y="58968"/>
                  <a:pt x="78786" y="51896"/>
                  <a:pt x="69740" y="42940"/>
                </a:cubicBezTo>
                <a:cubicBezTo>
                  <a:pt x="60694" y="33985"/>
                  <a:pt x="54863" y="28356"/>
                  <a:pt x="52246" y="26055"/>
                </a:cubicBezTo>
                <a:cubicBezTo>
                  <a:pt x="47328" y="21679"/>
                  <a:pt x="43166" y="18622"/>
                  <a:pt x="39760" y="16885"/>
                </a:cubicBezTo>
                <a:cubicBezTo>
                  <a:pt x="36353" y="15148"/>
                  <a:pt x="33003" y="14280"/>
                  <a:pt x="29710" y="14280"/>
                </a:cubicBezTo>
                <a:cubicBezTo>
                  <a:pt x="24341" y="14280"/>
                  <a:pt x="19964" y="16163"/>
                  <a:pt x="16581" y="19931"/>
                </a:cubicBezTo>
                <a:cubicBezTo>
                  <a:pt x="13197" y="23698"/>
                  <a:pt x="11505" y="28604"/>
                  <a:pt x="11505" y="34650"/>
                </a:cubicBezTo>
                <a:cubicBezTo>
                  <a:pt x="11505" y="38936"/>
                  <a:pt x="12255" y="43459"/>
                  <a:pt x="13755" y="48219"/>
                </a:cubicBezTo>
                <a:cubicBezTo>
                  <a:pt x="15255" y="52979"/>
                  <a:pt x="17528" y="58066"/>
                  <a:pt x="20573" y="63480"/>
                </a:cubicBezTo>
                <a:lnTo>
                  <a:pt x="6768" y="63480"/>
                </a:lnTo>
                <a:cubicBezTo>
                  <a:pt x="4534" y="57976"/>
                  <a:pt x="2848" y="52832"/>
                  <a:pt x="1709" y="48050"/>
                </a:cubicBezTo>
                <a:cubicBezTo>
                  <a:pt x="570" y="43267"/>
                  <a:pt x="0" y="38891"/>
                  <a:pt x="0" y="34921"/>
                </a:cubicBezTo>
                <a:cubicBezTo>
                  <a:pt x="0" y="24454"/>
                  <a:pt x="2617" y="16107"/>
                  <a:pt x="7850" y="9881"/>
                </a:cubicBezTo>
                <a:cubicBezTo>
                  <a:pt x="13084" y="3655"/>
                  <a:pt x="20077" y="541"/>
                  <a:pt x="28830" y="541"/>
                </a:cubicBezTo>
                <a:cubicBezTo>
                  <a:pt x="32981" y="541"/>
                  <a:pt x="36917" y="1320"/>
                  <a:pt x="40639" y="2876"/>
                </a:cubicBezTo>
                <a:cubicBezTo>
                  <a:pt x="44362" y="4433"/>
                  <a:pt x="48749" y="7264"/>
                  <a:pt x="53802" y="11370"/>
                </a:cubicBezTo>
                <a:cubicBezTo>
                  <a:pt x="55111" y="12497"/>
                  <a:pt x="58889" y="16084"/>
                  <a:pt x="65138" y="22130"/>
                </a:cubicBezTo>
                <a:cubicBezTo>
                  <a:pt x="71387" y="28176"/>
                  <a:pt x="80128" y="36703"/>
                  <a:pt x="91362" y="477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7" name="Text A">
            <a:extLst xmlns:a="http://schemas.openxmlformats.org/drawingml/2006/main">
              <a:ext uri="{FF2B5EF4-FFF2-40B4-BE49-F238E27FC236}">
                <a16:creationId xmlns:a16="http://schemas.microsoft.com/office/drawing/2014/main" id="{990CDD67-A614-4923-9F65-EA952E86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5" y="791238"/>
            <a:ext cx="101108" cy="92581"/>
          </a:xfrm>
          <a:custGeom xmlns:a="http://schemas.openxmlformats.org/drawingml/2006/main">
            <a:pathLst>
              <a:path w="101108" h="92581">
                <a:moveTo>
                  <a:pt x="13468" y="46290"/>
                </a:moveTo>
                <a:lnTo>
                  <a:pt x="63751" y="64834"/>
                </a:lnTo>
                <a:lnTo>
                  <a:pt x="63751" y="27679"/>
                </a:lnTo>
                <a:lnTo>
                  <a:pt x="13468" y="46290"/>
                </a:lnTo>
                <a:moveTo>
                  <a:pt x="0" y="54005"/>
                </a:moveTo>
                <a:lnTo>
                  <a:pt x="0" y="38508"/>
                </a:lnTo>
                <a:lnTo>
                  <a:pt x="101108" y="0"/>
                </a:lnTo>
                <a:lnTo>
                  <a:pt x="101108" y="14212"/>
                </a:lnTo>
                <a:lnTo>
                  <a:pt x="75120" y="23416"/>
                </a:lnTo>
                <a:lnTo>
                  <a:pt x="75120" y="68962"/>
                </a:lnTo>
                <a:lnTo>
                  <a:pt x="101108" y="78166"/>
                </a:lnTo>
                <a:lnTo>
                  <a:pt x="101108" y="92581"/>
                </a:lnTo>
                <a:lnTo>
                  <a:pt x="0" y="540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8" name="Text M">
            <a:extLst xmlns:a="http://schemas.openxmlformats.org/drawingml/2006/main">
              <a:ext uri="{FF2B5EF4-FFF2-40B4-BE49-F238E27FC236}">
                <a16:creationId xmlns:a16="http://schemas.microsoft.com/office/drawing/2014/main" id="{5E7AF522-070C-43AC-98C0-9CE1947A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5" y="684051"/>
            <a:ext cx="101108" cy="92445"/>
          </a:xfrm>
          <a:custGeom xmlns:a="http://schemas.openxmlformats.org/drawingml/2006/main">
            <a:pathLst>
              <a:path w="101108" h="92445">
                <a:moveTo>
                  <a:pt x="0" y="92445"/>
                </a:moveTo>
                <a:lnTo>
                  <a:pt x="0" y="72075"/>
                </a:lnTo>
                <a:lnTo>
                  <a:pt x="68759" y="46290"/>
                </a:lnTo>
                <a:lnTo>
                  <a:pt x="0" y="20370"/>
                </a:lnTo>
                <a:lnTo>
                  <a:pt x="0" y="0"/>
                </a:lnTo>
                <a:lnTo>
                  <a:pt x="101108" y="0"/>
                </a:lnTo>
                <a:lnTo>
                  <a:pt x="101108" y="13332"/>
                </a:lnTo>
                <a:lnTo>
                  <a:pt x="12317" y="13332"/>
                </a:lnTo>
                <a:lnTo>
                  <a:pt x="81617" y="39387"/>
                </a:lnTo>
                <a:lnTo>
                  <a:pt x="81617" y="53126"/>
                </a:lnTo>
                <a:lnTo>
                  <a:pt x="12317" y="79181"/>
                </a:lnTo>
                <a:lnTo>
                  <a:pt x="101108" y="79181"/>
                </a:lnTo>
                <a:lnTo>
                  <a:pt x="101108" y="92445"/>
                </a:lnTo>
                <a:lnTo>
                  <a:pt x="0" y="924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9" name="Text D">
            <a:extLst xmlns:a="http://schemas.openxmlformats.org/drawingml/2006/main">
              <a:ext uri="{FF2B5EF4-FFF2-40B4-BE49-F238E27FC236}">
                <a16:creationId xmlns:a16="http://schemas.microsoft.com/office/drawing/2014/main" id="{C8166A70-2D3A-4A0D-8BE3-2003FC69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5" y="571951"/>
            <a:ext cx="101108" cy="84933"/>
          </a:xfrm>
          <a:custGeom xmlns:a="http://schemas.openxmlformats.org/drawingml/2006/main">
            <a:pathLst>
              <a:path w="101108" h="84933">
                <a:moveTo>
                  <a:pt x="11234" y="71263"/>
                </a:moveTo>
                <a:lnTo>
                  <a:pt x="89874" y="71263"/>
                </a:lnTo>
                <a:lnTo>
                  <a:pt x="89874" y="54750"/>
                </a:lnTo>
                <a:cubicBezTo>
                  <a:pt x="89874" y="40809"/>
                  <a:pt x="86713" y="30601"/>
                  <a:pt x="80391" y="24126"/>
                </a:cubicBezTo>
                <a:cubicBezTo>
                  <a:pt x="74068" y="17652"/>
                  <a:pt x="64089" y="14415"/>
                  <a:pt x="50452" y="14415"/>
                </a:cubicBezTo>
                <a:cubicBezTo>
                  <a:pt x="36906" y="14415"/>
                  <a:pt x="26983" y="17652"/>
                  <a:pt x="20683" y="24126"/>
                </a:cubicBezTo>
                <a:cubicBezTo>
                  <a:pt x="14384" y="30601"/>
                  <a:pt x="11234" y="40809"/>
                  <a:pt x="11234" y="54750"/>
                </a:cubicBezTo>
                <a:lnTo>
                  <a:pt x="11234" y="71263"/>
                </a:lnTo>
                <a:moveTo>
                  <a:pt x="0" y="84933"/>
                </a:moveTo>
                <a:lnTo>
                  <a:pt x="0" y="56848"/>
                </a:lnTo>
                <a:cubicBezTo>
                  <a:pt x="0" y="37267"/>
                  <a:pt x="4075" y="22897"/>
                  <a:pt x="12224" y="13738"/>
                </a:cubicBezTo>
                <a:cubicBezTo>
                  <a:pt x="20373" y="4579"/>
                  <a:pt x="33116" y="0"/>
                  <a:pt x="50452" y="0"/>
                </a:cubicBezTo>
                <a:cubicBezTo>
                  <a:pt x="67879" y="0"/>
                  <a:pt x="80678" y="4602"/>
                  <a:pt x="88850" y="13806"/>
                </a:cubicBezTo>
                <a:cubicBezTo>
                  <a:pt x="97022" y="23010"/>
                  <a:pt x="101108" y="37357"/>
                  <a:pt x="101108" y="56848"/>
                </a:cubicBezTo>
                <a:lnTo>
                  <a:pt x="101108" y="84933"/>
                </a:lnTo>
                <a:lnTo>
                  <a:pt x="0" y="849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0" name="Text 3">
            <a:extLst xmlns:a="http://schemas.openxmlformats.org/drawingml/2006/main">
              <a:ext uri="{FF2B5EF4-FFF2-40B4-BE49-F238E27FC236}">
                <a16:creationId xmlns:a16="http://schemas.microsoft.com/office/drawing/2014/main" id="{AC72BD3A-947D-44C8-9E3A-A13BABDF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525" y="486682"/>
            <a:ext cx="104898" cy="66525"/>
          </a:xfrm>
          <a:custGeom xmlns:a="http://schemas.openxmlformats.org/drawingml/2006/main">
            <a:pathLst>
              <a:path w="104898" h="66525">
                <a:moveTo>
                  <a:pt x="48321" y="20844"/>
                </a:moveTo>
                <a:cubicBezTo>
                  <a:pt x="49722" y="14302"/>
                  <a:pt x="52639" y="9193"/>
                  <a:pt x="57072" y="5516"/>
                </a:cubicBezTo>
                <a:cubicBezTo>
                  <a:pt x="61503" y="1839"/>
                  <a:pt x="66975" y="0"/>
                  <a:pt x="73488" y="0"/>
                </a:cubicBezTo>
                <a:cubicBezTo>
                  <a:pt x="83482" y="0"/>
                  <a:pt x="91217" y="3429"/>
                  <a:pt x="96690" y="10287"/>
                </a:cubicBezTo>
                <a:cubicBezTo>
                  <a:pt x="102162" y="17145"/>
                  <a:pt x="104898" y="26890"/>
                  <a:pt x="104898" y="39523"/>
                </a:cubicBezTo>
                <a:cubicBezTo>
                  <a:pt x="104898" y="43764"/>
                  <a:pt x="104480" y="48129"/>
                  <a:pt x="103646" y="52618"/>
                </a:cubicBezTo>
                <a:cubicBezTo>
                  <a:pt x="102811" y="57107"/>
                  <a:pt x="101559" y="61743"/>
                  <a:pt x="99890" y="66525"/>
                </a:cubicBezTo>
                <a:lnTo>
                  <a:pt x="86625" y="66525"/>
                </a:lnTo>
                <a:cubicBezTo>
                  <a:pt x="88858" y="62736"/>
                  <a:pt x="90545" y="58585"/>
                  <a:pt x="91684" y="54073"/>
                </a:cubicBezTo>
                <a:cubicBezTo>
                  <a:pt x="92823" y="49561"/>
                  <a:pt x="93393" y="44847"/>
                  <a:pt x="93393" y="39929"/>
                </a:cubicBezTo>
                <a:cubicBezTo>
                  <a:pt x="93393" y="31357"/>
                  <a:pt x="91695" y="24826"/>
                  <a:pt x="88300" y="20337"/>
                </a:cubicBezTo>
                <a:cubicBezTo>
                  <a:pt x="84904" y="15847"/>
                  <a:pt x="79968" y="13603"/>
                  <a:pt x="73494" y="13603"/>
                </a:cubicBezTo>
                <a:cubicBezTo>
                  <a:pt x="67519" y="13603"/>
                  <a:pt x="62845" y="15690"/>
                  <a:pt x="59472" y="19863"/>
                </a:cubicBezTo>
                <a:cubicBezTo>
                  <a:pt x="56098" y="24036"/>
                  <a:pt x="54411" y="29845"/>
                  <a:pt x="54411" y="37289"/>
                </a:cubicBezTo>
                <a:lnTo>
                  <a:pt x="54411" y="49065"/>
                </a:lnTo>
                <a:lnTo>
                  <a:pt x="43177" y="49065"/>
                </a:lnTo>
                <a:lnTo>
                  <a:pt x="43177" y="36748"/>
                </a:lnTo>
                <a:cubicBezTo>
                  <a:pt x="43177" y="30026"/>
                  <a:pt x="41838" y="24882"/>
                  <a:pt x="39159" y="21318"/>
                </a:cubicBezTo>
                <a:cubicBezTo>
                  <a:pt x="36480" y="17754"/>
                  <a:pt x="32620" y="15972"/>
                  <a:pt x="27578" y="15972"/>
                </a:cubicBezTo>
                <a:cubicBezTo>
                  <a:pt x="22401" y="15972"/>
                  <a:pt x="18428" y="17810"/>
                  <a:pt x="15659" y="21487"/>
                </a:cubicBezTo>
                <a:cubicBezTo>
                  <a:pt x="12889" y="25164"/>
                  <a:pt x="11505" y="30432"/>
                  <a:pt x="11505" y="37289"/>
                </a:cubicBezTo>
                <a:cubicBezTo>
                  <a:pt x="11505" y="41034"/>
                  <a:pt x="11911" y="45050"/>
                  <a:pt x="12723" y="49336"/>
                </a:cubicBezTo>
                <a:cubicBezTo>
                  <a:pt x="13535" y="53622"/>
                  <a:pt x="14798" y="58337"/>
                  <a:pt x="16513" y="63480"/>
                </a:cubicBezTo>
                <a:lnTo>
                  <a:pt x="4331" y="63480"/>
                </a:lnTo>
                <a:cubicBezTo>
                  <a:pt x="2888" y="58292"/>
                  <a:pt x="1805" y="53430"/>
                  <a:pt x="1083" y="48896"/>
                </a:cubicBezTo>
                <a:cubicBezTo>
                  <a:pt x="361" y="44362"/>
                  <a:pt x="0" y="40087"/>
                  <a:pt x="0" y="36071"/>
                </a:cubicBezTo>
                <a:cubicBezTo>
                  <a:pt x="0" y="25694"/>
                  <a:pt x="2355" y="17483"/>
                  <a:pt x="7064" y="11437"/>
                </a:cubicBezTo>
                <a:cubicBezTo>
                  <a:pt x="11771" y="5392"/>
                  <a:pt x="18135" y="2369"/>
                  <a:pt x="26155" y="2369"/>
                </a:cubicBezTo>
                <a:cubicBezTo>
                  <a:pt x="31741" y="2369"/>
                  <a:pt x="36460" y="3970"/>
                  <a:pt x="40312" y="7174"/>
                </a:cubicBezTo>
                <a:cubicBezTo>
                  <a:pt x="44163" y="10377"/>
                  <a:pt x="46833" y="14934"/>
                  <a:pt x="48321" y="208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3F5BBE-038F-4806-83C9-769D72D5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966" y="385724"/>
            <a:ext cx="1155002" cy="10"/>
          </a:xfrm>
          <a:custGeom xmlns:a="http://schemas.openxmlformats.org/drawingml/2006/main">
            <a:pathLst>
              <a:path w="1155002" h="1" fill="none">
                <a:moveTo>
                  <a:pt x="0" y="0"/>
                </a:moveTo>
                <a:lnTo>
                  <a:pt x="11550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000000"/>
            </a:solidFill>
            <a:miter/>
          </a:ln>
        </p:spPr>
      </p:sp>
      <p:sp>
        <p:nvSpPr>
          <p:cNvPr id="10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4244B3-A1C4-40C3-A7EA-40A47262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959" y="3342530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05B28F-A168-4BEC-8A76-9FD9FA3A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959" y="3342530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10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CE9119-A28A-4163-B805-787E4D84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959" y="3573530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115F0B-B2C1-499A-AE16-C3F0E172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959" y="3573530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10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A055E2-0A84-467F-84D1-E9255EDC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73" y="1263526"/>
            <a:ext cx="10" cy="2541005"/>
          </a:xfrm>
          <a:custGeom xmlns:a="http://schemas.openxmlformats.org/drawingml/2006/main">
            <a:pathLst>
              <a:path w="1" h="2541005" fill="none">
                <a:moveTo>
                  <a:pt x="0" y="0"/>
                </a:moveTo>
                <a:lnTo>
                  <a:pt x="0" y="2541005"/>
                </a:lnTo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000000"/>
            </a:solidFill>
            <a:miter/>
          </a:ln>
        </p:spPr>
      </p:sp>
      <p:sp>
        <p:nvSpPr>
          <p:cNvPr id="10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69B101-262D-477E-992D-5C688FCC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706" y="3920031"/>
            <a:ext cx="10" cy="233426"/>
          </a:xfrm>
          <a:custGeom xmlns:a="http://schemas.openxmlformats.org/drawingml/2006/main">
            <a:pathLst>
              <a:path w="1" h="233426" fill="none">
                <a:moveTo>
                  <a:pt x="0" y="0"/>
                </a:moveTo>
                <a:lnTo>
                  <a:pt x="0" y="233426"/>
                </a:lnTo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000000"/>
            </a:solidFill>
            <a:miter/>
          </a:ln>
        </p:spPr>
      </p:sp>
      <p:sp>
        <p:nvSpPr>
          <p:cNvPr id="10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ECCB3E-4E95-471A-AF9B-B51D5ACA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670" y="4266531"/>
            <a:ext cx="10" cy="1848003"/>
          </a:xfrm>
          <a:custGeom xmlns:a="http://schemas.openxmlformats.org/drawingml/2006/main">
            <a:pathLst>
              <a:path w="1" h="1848003" fill="none">
                <a:moveTo>
                  <a:pt x="0" y="0"/>
                </a:moveTo>
                <a:lnTo>
                  <a:pt x="0" y="1848003"/>
                </a:lnTo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000000"/>
            </a:solidFill>
            <a:miter/>
          </a:ln>
        </p:spPr>
      </p:sp>
      <p:sp>
        <p:nvSpPr>
          <p:cNvPr id="10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036C99-ECA6-429A-B900-21A7A7F5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58" y="5190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C87F0C-CCCA-4783-9968-FCEFEBEE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58" y="5190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B85450"/>
            </a:solidFill>
            <a:miter/>
          </a:ln>
        </p:spPr>
      </p:sp>
      <p:sp>
        <p:nvSpPr>
          <p:cNvPr id="10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80A72A-7BD7-47AD-93E1-8DF3BC0B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958" y="5190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4B979E-1894-4601-88B5-08B854BD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958" y="5190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B85450"/>
            </a:solidFill>
            <a:miter/>
          </a:ln>
        </p:spPr>
      </p:sp>
      <p:sp>
        <p:nvSpPr>
          <p:cNvPr id="10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D18505-766D-42AC-8AAB-48E40982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59" y="5190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C9894E-19C5-44CC-B367-7137AFEB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959" y="5190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B85450"/>
            </a:solidFill>
            <a:miter/>
          </a:ln>
        </p:spPr>
      </p:sp>
      <p:sp>
        <p:nvSpPr>
          <p:cNvPr id="10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A375A5-AE90-48CA-9247-F21C476E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959" y="5190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14D2FA-A1C6-4C28-B613-235EFAF4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959" y="5190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B85450"/>
            </a:solidFill>
            <a:miter/>
          </a:ln>
        </p:spPr>
      </p:sp>
      <p:sp>
        <p:nvSpPr>
          <p:cNvPr id="10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BC0CE0-AF00-4C8E-A3DE-9C0F8464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959" y="5190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DBE8BD-C203-4775-921E-A447D230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959" y="5190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B85450"/>
            </a:solidFill>
            <a:miter/>
          </a:ln>
        </p:spPr>
      </p:sp>
      <p:sp>
        <p:nvSpPr>
          <p:cNvPr id="10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51EB5A-2BB2-4093-A7D6-880A828C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5190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A0E688-02CB-4EFF-B1C9-04F2E27A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5190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B85450"/>
            </a:solidFill>
            <a:miter/>
          </a:ln>
        </p:spPr>
      </p:sp>
      <p:sp>
        <p:nvSpPr>
          <p:cNvPr id="10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E9DB24-E931-4CFF-8D88-C6155CFA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963" y="5190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F4D081-86C3-4427-BCF1-FDDF83D4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963" y="5190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B85450"/>
            </a:solidFill>
            <a:miter/>
          </a:ln>
        </p:spPr>
      </p:sp>
      <p:sp>
        <p:nvSpPr>
          <p:cNvPr id="10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2F3D96-E21E-409E-A82B-71EB7EE2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963" y="5190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E883D9-98A7-4B1B-86BC-18BEFD3A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963" y="5190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B85450"/>
            </a:solidFill>
            <a:miter/>
          </a:ln>
        </p:spPr>
      </p:sp>
      <p:sp>
        <p:nvSpPr>
          <p:cNvPr id="10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E621AE-034C-4541-A67B-99486DBF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964" y="5190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B20B53-83AF-4536-A79D-5F91FB38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964" y="5190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B85450"/>
            </a:solidFill>
            <a:miter/>
          </a:ln>
        </p:spPr>
      </p:sp>
      <p:sp>
        <p:nvSpPr>
          <p:cNvPr id="10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B432B3-9591-4F1C-AEBD-1548B6A1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964" y="5190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245D37-1B3B-4772-AEFF-6EF1E3EB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964" y="5190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B85450"/>
            </a:solidFill>
            <a:miter/>
          </a:ln>
        </p:spPr>
      </p:sp>
      <p:sp>
        <p:nvSpPr>
          <p:cNvPr id="10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C0B040-B678-4152-96C7-50AA4224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965" y="5190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69A169-A393-471E-A2F7-BED27DC7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965" y="5190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B85450"/>
            </a:solidFill>
            <a:miter/>
          </a:ln>
        </p:spPr>
      </p:sp>
      <p:sp>
        <p:nvSpPr>
          <p:cNvPr id="10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24CFC4-C349-4713-8D8B-6BA933E4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965" y="5190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54DEC0-EC83-4867-AC96-826595F5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965" y="5190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B85450"/>
            </a:solidFill>
            <a:miter/>
          </a:ln>
        </p:spPr>
      </p:sp>
      <p:sp>
        <p:nvSpPr>
          <p:cNvPr id="10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B0302B-1A34-4952-86F1-92390817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965" y="4266531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9E0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B7BEC4-D20D-4C96-9CB5-06A260D8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965" y="4266531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10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EB3B2D-206F-4E75-8F01-FE1C3F55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965" y="4266531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9E0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B82233-6A08-43BB-88BA-9323406E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965" y="4266531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10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0F90AA-4512-41B8-BAE0-1328C4D5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965" y="4959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1A66CF-FAB4-45BD-ACBD-F127C7D3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965" y="4959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A50040"/>
            </a:solidFill>
            <a:miter/>
          </a:ln>
        </p:spPr>
      </p:sp>
      <p:sp>
        <p:nvSpPr>
          <p:cNvPr id="10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912425-7BE1-4A65-A077-68CD9DCE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965" y="4959533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A00803-F982-4245-8B69-2CAD99B4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965" y="4959533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A50040"/>
            </a:solidFill>
            <a:miter/>
          </a:ln>
        </p:spPr>
      </p:sp>
      <p:sp>
        <p:nvSpPr>
          <p:cNvPr id="10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F76F40-58B1-43F8-96B2-12411FA8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467" y="3920031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FAEA39-B760-4839-8F89-81BB140C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467" y="3920031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B85450"/>
            </a:solidFill>
            <a:miter/>
          </a:ln>
        </p:spPr>
      </p:sp>
      <p:sp>
        <p:nvSpPr>
          <p:cNvPr id="10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3B6539-69AB-41FC-B789-3B3B5975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462" y="2187528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ADDC71-7F24-4579-9307-D11303CC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462" y="2187528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7D0000"/>
            </a:solidFill>
            <a:miter/>
          </a:ln>
        </p:spPr>
      </p:sp>
      <p:sp>
        <p:nvSpPr>
          <p:cNvPr id="10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8AA8D8-1F4F-4569-AA95-B408C1F0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462" y="3573530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19A483-8DD2-42C2-AFBE-E490F18E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462" y="3573530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7D0000"/>
            </a:solidFill>
            <a:miter/>
          </a:ln>
        </p:spPr>
      </p:sp>
      <p:sp>
        <p:nvSpPr>
          <p:cNvPr id="10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A8DA86-9DE0-4B09-AB33-AE8C23C0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959" y="1956527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0D1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3AF78F-6DAC-4E0D-BA35-8614A9FE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959" y="1956527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7D0000"/>
            </a:solidFill>
            <a:miter/>
          </a:ln>
        </p:spPr>
      </p:sp>
      <p:sp>
        <p:nvSpPr>
          <p:cNvPr id="10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2B2C1E-61A3-4546-9241-F2D53089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959" y="2187528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0D1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D498CB-859D-4D73-8364-4A9972F7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959" y="2187528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7D0000"/>
            </a:solidFill>
            <a:miter/>
          </a:ln>
        </p:spPr>
      </p:sp>
      <p:sp>
        <p:nvSpPr>
          <p:cNvPr id="10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97ED08-5032-403C-B2FC-257A4A3E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965" y="2418528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79A375-7BFD-4F05-A04F-E9F46526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965" y="2418528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7D0000"/>
            </a:solidFill>
            <a:miter/>
          </a:ln>
        </p:spPr>
      </p:sp>
      <p:sp>
        <p:nvSpPr>
          <p:cNvPr id="10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FB96EB-17D8-41ED-80A1-3E51F870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58" y="1494526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202A7E-50FC-47F8-86D6-7415EC31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58" y="1494526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B85450"/>
            </a:solidFill>
            <a:miter/>
          </a:ln>
        </p:spPr>
      </p:sp>
      <p:sp>
        <p:nvSpPr>
          <p:cNvPr id="10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A7F09F-E83C-4F6C-80D2-430BBEA3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733" y="1500302"/>
            <a:ext cx="219450" cy="219450"/>
          </a:xfrm>
          <a:custGeom xmlns:a="http://schemas.openxmlformats.org/drawingml/2006/main">
            <a:pathLst>
              <a:path w="219450" h="219450">
                <a:moveTo>
                  <a:pt x="219450" y="219450"/>
                </a:moveTo>
                <a:lnTo>
                  <a:pt x="0" y="219450"/>
                </a:lnTo>
                <a:lnTo>
                  <a:pt x="219450" y="0"/>
                </a:lnTo>
                <a:lnTo>
                  <a:pt x="219450" y="21945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7AA3FF-AD7E-4ECB-896C-7F2DBC1A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58" y="1725527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3E37C6-7AD8-4516-A972-B6C75C83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58" y="1725527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B85450"/>
            </a:solidFill>
            <a:miter/>
          </a:ln>
        </p:spPr>
      </p:sp>
      <p:sp>
        <p:nvSpPr>
          <p:cNvPr id="10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6E688A-3C12-4B1A-99A8-F8E52BE1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733" y="1731302"/>
            <a:ext cx="219450" cy="219450"/>
          </a:xfrm>
          <a:custGeom xmlns:a="http://schemas.openxmlformats.org/drawingml/2006/main">
            <a:pathLst>
              <a:path w="219450" h="219450">
                <a:moveTo>
                  <a:pt x="219450" y="219450"/>
                </a:moveTo>
                <a:lnTo>
                  <a:pt x="0" y="219450"/>
                </a:lnTo>
                <a:lnTo>
                  <a:pt x="219450" y="0"/>
                </a:lnTo>
                <a:lnTo>
                  <a:pt x="219450" y="21945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B95E64-558B-4CF2-A461-2367DBAA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460" y="1263526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DF37D0-0A1F-4171-8E58-C4DCC926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460" y="1263526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B85450"/>
            </a:solidFill>
            <a:miter/>
          </a:ln>
        </p:spPr>
      </p:sp>
      <p:sp>
        <p:nvSpPr>
          <p:cNvPr id="10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32D8C8-FB28-4EB0-ACE9-961F905F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5235" y="1269301"/>
            <a:ext cx="219450" cy="219450"/>
          </a:xfrm>
          <a:custGeom xmlns:a="http://schemas.openxmlformats.org/drawingml/2006/main">
            <a:pathLst>
              <a:path w="219450" h="219450">
                <a:moveTo>
                  <a:pt x="219450" y="219450"/>
                </a:moveTo>
                <a:lnTo>
                  <a:pt x="0" y="219450"/>
                </a:lnTo>
                <a:lnTo>
                  <a:pt x="219450" y="0"/>
                </a:lnTo>
                <a:lnTo>
                  <a:pt x="219450" y="21945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CE8783-6B8B-4F1B-9585-03573D16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460" y="1494526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5F7B76-D315-4F72-86C0-BB65818D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460" y="1494526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B85450"/>
            </a:solidFill>
            <a:miter/>
          </a:ln>
        </p:spPr>
      </p:sp>
      <p:sp>
        <p:nvSpPr>
          <p:cNvPr id="10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AD4E31-E7A4-47BD-AE25-18D2523C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5235" y="1500301"/>
            <a:ext cx="219450" cy="219450"/>
          </a:xfrm>
          <a:custGeom xmlns:a="http://schemas.openxmlformats.org/drawingml/2006/main">
            <a:pathLst>
              <a:path w="219450" h="219450">
                <a:moveTo>
                  <a:pt x="219450" y="219450"/>
                </a:moveTo>
                <a:lnTo>
                  <a:pt x="0" y="219450"/>
                </a:lnTo>
                <a:lnTo>
                  <a:pt x="219450" y="0"/>
                </a:lnTo>
                <a:lnTo>
                  <a:pt x="219450" y="21945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EDD223-461D-4D2E-B16D-76E6C970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963" y="2418528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50A5CB-F1D7-487F-BAE7-D8089488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963" y="2418528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B85450"/>
            </a:solidFill>
            <a:miter/>
          </a:ln>
        </p:spPr>
      </p:sp>
      <p:sp>
        <p:nvSpPr>
          <p:cNvPr id="10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C9355A-D081-4B4A-A2D3-5918C9B4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738" y="2424303"/>
            <a:ext cx="219450" cy="219450"/>
          </a:xfrm>
          <a:custGeom xmlns:a="http://schemas.openxmlformats.org/drawingml/2006/main">
            <a:pathLst>
              <a:path w="219450" h="219450">
                <a:moveTo>
                  <a:pt x="219450" y="219450"/>
                </a:moveTo>
                <a:lnTo>
                  <a:pt x="0" y="219450"/>
                </a:lnTo>
                <a:lnTo>
                  <a:pt x="219450" y="0"/>
                </a:lnTo>
                <a:lnTo>
                  <a:pt x="219450" y="219450"/>
                </a:lnTo>
                <a:close/>
              </a:path>
            </a:pathLst>
          </a:custGeom>
          <a:solidFill xmlns:a="http://schemas.openxmlformats.org/drawingml/2006/main">
            <a:srgbClr val="FF99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A6FC56-181A-4272-9181-99BE7081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959" y="3920031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7A4D64-F886-4996-AD58-2ED3E760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959" y="3920031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B85450"/>
            </a:solidFill>
            <a:miter/>
          </a:ln>
        </p:spPr>
      </p:sp>
      <p:sp>
        <p:nvSpPr>
          <p:cNvPr id="10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13DFED-F979-4279-917C-FAFD0D25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734" y="3925806"/>
            <a:ext cx="219450" cy="219450"/>
          </a:xfrm>
          <a:custGeom xmlns:a="http://schemas.openxmlformats.org/drawingml/2006/main">
            <a:pathLst>
              <a:path w="219450" h="219450">
                <a:moveTo>
                  <a:pt x="219450" y="219450"/>
                </a:moveTo>
                <a:lnTo>
                  <a:pt x="0" y="219450"/>
                </a:lnTo>
                <a:lnTo>
                  <a:pt x="219450" y="0"/>
                </a:lnTo>
                <a:lnTo>
                  <a:pt x="219450" y="219450"/>
                </a:lnTo>
                <a:close/>
              </a:path>
            </a:pathLst>
          </a:custGeom>
          <a:solidFill xmlns:a="http://schemas.openxmlformats.org/drawingml/2006/main">
            <a:srgbClr val="FF99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C96E09-29B5-4F1E-97FB-0B1E34A0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467" y="3920031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B99EEC-F605-46C9-895E-887E5955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467" y="3920031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B85450"/>
            </a:solidFill>
            <a:miter/>
          </a:ln>
        </p:spPr>
      </p:sp>
      <p:sp>
        <p:nvSpPr>
          <p:cNvPr id="10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42012A-2655-432B-9CCA-67EEB346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1242" y="3925806"/>
            <a:ext cx="219450" cy="225225"/>
          </a:xfrm>
          <a:custGeom xmlns:a="http://schemas.openxmlformats.org/drawingml/2006/main">
            <a:pathLst>
              <a:path w="219450" h="225225">
                <a:moveTo>
                  <a:pt x="219450" y="225225"/>
                </a:moveTo>
                <a:lnTo>
                  <a:pt x="0" y="225225"/>
                </a:lnTo>
                <a:lnTo>
                  <a:pt x="219450" y="0"/>
                </a:lnTo>
                <a:lnTo>
                  <a:pt x="219450" y="225225"/>
                </a:lnTo>
                <a:close/>
              </a:path>
            </a:pathLst>
          </a:custGeom>
          <a:solidFill xmlns:a="http://schemas.openxmlformats.org/drawingml/2006/main">
            <a:srgbClr val="FF99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8FF2B5-FAAB-4759-963F-8E2A00B8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964" y="3920031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3DDFC2-937D-483B-AA6A-538EC445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964" y="3920031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B85450"/>
            </a:solidFill>
            <a:miter/>
          </a:ln>
        </p:spPr>
      </p:sp>
      <p:sp>
        <p:nvSpPr>
          <p:cNvPr id="10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65E9F7-A61C-4D61-8302-7FFF2911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9739" y="3925805"/>
            <a:ext cx="219450" cy="219450"/>
          </a:xfrm>
          <a:custGeom xmlns:a="http://schemas.openxmlformats.org/drawingml/2006/main">
            <a:pathLst>
              <a:path w="219450" h="219450">
                <a:moveTo>
                  <a:pt x="219450" y="219450"/>
                </a:moveTo>
                <a:lnTo>
                  <a:pt x="0" y="219450"/>
                </a:lnTo>
                <a:lnTo>
                  <a:pt x="219450" y="0"/>
                </a:lnTo>
                <a:lnTo>
                  <a:pt x="219450" y="219450"/>
                </a:lnTo>
                <a:close/>
              </a:path>
            </a:pathLst>
          </a:custGeom>
          <a:solidFill xmlns:a="http://schemas.openxmlformats.org/drawingml/2006/main">
            <a:srgbClr val="FF99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A41228-4344-4848-82B9-1BF848A8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462" y="3920031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48EDFD-30D6-4E4E-9C23-1FE0BF21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462" y="3920031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B85450"/>
            </a:solidFill>
            <a:miter/>
          </a:ln>
        </p:spPr>
      </p:sp>
      <p:sp>
        <p:nvSpPr>
          <p:cNvPr id="10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B39E97-B6F2-4C6F-B403-0DFD79E8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236" y="3925805"/>
            <a:ext cx="219450" cy="219450"/>
          </a:xfrm>
          <a:custGeom xmlns:a="http://schemas.openxmlformats.org/drawingml/2006/main">
            <a:pathLst>
              <a:path w="219450" h="219450">
                <a:moveTo>
                  <a:pt x="219450" y="219450"/>
                </a:moveTo>
                <a:lnTo>
                  <a:pt x="0" y="219450"/>
                </a:lnTo>
                <a:lnTo>
                  <a:pt x="219450" y="0"/>
                </a:lnTo>
                <a:lnTo>
                  <a:pt x="219450" y="219450"/>
                </a:lnTo>
                <a:close/>
              </a:path>
            </a:pathLst>
          </a:custGeom>
          <a:solidFill xmlns:a="http://schemas.openxmlformats.org/drawingml/2006/main">
            <a:srgbClr val="FF99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5DA057-9A27-418A-B007-5FFA7A78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56" y="6287785"/>
            <a:ext cx="6699012" cy="912452"/>
          </a:xfrm>
          <a:custGeom xmlns:a="http://schemas.openxmlformats.org/drawingml/2006/main">
            <a:pathLst>
              <a:path w="6699012" h="912452">
                <a:moveTo>
                  <a:pt x="136868" y="0"/>
                </a:moveTo>
                <a:lnTo>
                  <a:pt x="6562144" y="0"/>
                </a:lnTo>
                <a:cubicBezTo>
                  <a:pt x="6571131" y="0"/>
                  <a:pt x="6580032" y="877"/>
                  <a:pt x="6588847" y="2630"/>
                </a:cubicBezTo>
                <a:cubicBezTo>
                  <a:pt x="6597660" y="4383"/>
                  <a:pt x="6606218" y="6979"/>
                  <a:pt x="6614521" y="10418"/>
                </a:cubicBezTo>
                <a:cubicBezTo>
                  <a:pt x="6622823" y="13858"/>
                  <a:pt x="6630711" y="18073"/>
                  <a:pt x="6638183" y="23065"/>
                </a:cubicBezTo>
                <a:cubicBezTo>
                  <a:pt x="6645656" y="28058"/>
                  <a:pt x="6652569" y="33732"/>
                  <a:pt x="6658924" y="40087"/>
                </a:cubicBezTo>
                <a:cubicBezTo>
                  <a:pt x="6665279" y="46441"/>
                  <a:pt x="6670952" y="53355"/>
                  <a:pt x="6675944" y="60827"/>
                </a:cubicBezTo>
                <a:cubicBezTo>
                  <a:pt x="6680937" y="68299"/>
                  <a:pt x="6685153" y="76186"/>
                  <a:pt x="6688593" y="84490"/>
                </a:cubicBezTo>
                <a:cubicBezTo>
                  <a:pt x="6692032" y="92793"/>
                  <a:pt x="6694628" y="101351"/>
                  <a:pt x="6696381" y="110166"/>
                </a:cubicBezTo>
                <a:cubicBezTo>
                  <a:pt x="6698134" y="118980"/>
                  <a:pt x="6699012" y="127880"/>
                  <a:pt x="6699012" y="136868"/>
                </a:cubicBezTo>
                <a:lnTo>
                  <a:pt x="6699012" y="775584"/>
                </a:lnTo>
                <a:cubicBezTo>
                  <a:pt x="6699012" y="784571"/>
                  <a:pt x="6698134" y="793470"/>
                  <a:pt x="6696381" y="802285"/>
                </a:cubicBezTo>
                <a:cubicBezTo>
                  <a:pt x="6694628" y="811099"/>
                  <a:pt x="6692032" y="819658"/>
                  <a:pt x="6688593" y="827960"/>
                </a:cubicBezTo>
                <a:cubicBezTo>
                  <a:pt x="6685153" y="836263"/>
                  <a:pt x="6680937" y="844151"/>
                  <a:pt x="6675945" y="851622"/>
                </a:cubicBezTo>
                <a:cubicBezTo>
                  <a:pt x="6670952" y="859096"/>
                  <a:pt x="6665279" y="866009"/>
                  <a:pt x="6658924" y="872364"/>
                </a:cubicBezTo>
                <a:cubicBezTo>
                  <a:pt x="6652569" y="878717"/>
                  <a:pt x="6645656" y="884391"/>
                  <a:pt x="6638184" y="889384"/>
                </a:cubicBezTo>
                <a:cubicBezTo>
                  <a:pt x="6630711" y="894377"/>
                  <a:pt x="6622823" y="898594"/>
                  <a:pt x="6614521" y="902032"/>
                </a:cubicBezTo>
                <a:cubicBezTo>
                  <a:pt x="6606218" y="905472"/>
                  <a:pt x="6597660" y="908068"/>
                  <a:pt x="6588846" y="909822"/>
                </a:cubicBezTo>
                <a:cubicBezTo>
                  <a:pt x="6580032" y="911575"/>
                  <a:pt x="6571131" y="912452"/>
                  <a:pt x="6562144" y="912452"/>
                </a:cubicBezTo>
                <a:lnTo>
                  <a:pt x="136868" y="912452"/>
                </a:lnTo>
                <a:cubicBezTo>
                  <a:pt x="127881" y="912452"/>
                  <a:pt x="118980" y="911575"/>
                  <a:pt x="110166" y="909822"/>
                </a:cubicBezTo>
                <a:cubicBezTo>
                  <a:pt x="101352" y="908068"/>
                  <a:pt x="92793" y="905473"/>
                  <a:pt x="84490" y="902033"/>
                </a:cubicBezTo>
                <a:cubicBezTo>
                  <a:pt x="76188" y="898594"/>
                  <a:pt x="68300" y="894377"/>
                  <a:pt x="60828" y="889384"/>
                </a:cubicBezTo>
                <a:cubicBezTo>
                  <a:pt x="53356" y="884391"/>
                  <a:pt x="46442" y="878717"/>
                  <a:pt x="40088" y="872364"/>
                </a:cubicBezTo>
                <a:cubicBezTo>
                  <a:pt x="33733" y="866009"/>
                  <a:pt x="28059" y="859096"/>
                  <a:pt x="23066" y="851622"/>
                </a:cubicBezTo>
                <a:cubicBezTo>
                  <a:pt x="18073" y="844151"/>
                  <a:pt x="13857" y="836263"/>
                  <a:pt x="10418" y="827960"/>
                </a:cubicBezTo>
                <a:cubicBezTo>
                  <a:pt x="6979" y="819658"/>
                  <a:pt x="4383" y="811099"/>
                  <a:pt x="2630" y="802285"/>
                </a:cubicBezTo>
                <a:cubicBezTo>
                  <a:pt x="877" y="793470"/>
                  <a:pt x="0" y="784571"/>
                  <a:pt x="0" y="775584"/>
                </a:cubicBezTo>
                <a:lnTo>
                  <a:pt x="0" y="136868"/>
                </a:lnTo>
                <a:cubicBezTo>
                  <a:pt x="0" y="127880"/>
                  <a:pt x="877" y="118980"/>
                  <a:pt x="2630" y="110166"/>
                </a:cubicBezTo>
                <a:cubicBezTo>
                  <a:pt x="4383" y="101351"/>
                  <a:pt x="6979" y="92793"/>
                  <a:pt x="10418" y="84490"/>
                </a:cubicBezTo>
                <a:cubicBezTo>
                  <a:pt x="13857" y="76186"/>
                  <a:pt x="18073" y="68299"/>
                  <a:pt x="23066" y="60827"/>
                </a:cubicBezTo>
                <a:cubicBezTo>
                  <a:pt x="28059" y="53355"/>
                  <a:pt x="33733" y="46441"/>
                  <a:pt x="40088" y="40087"/>
                </a:cubicBezTo>
                <a:cubicBezTo>
                  <a:pt x="46442" y="33732"/>
                  <a:pt x="53356" y="28058"/>
                  <a:pt x="60828" y="23065"/>
                </a:cubicBezTo>
                <a:cubicBezTo>
                  <a:pt x="68300" y="18073"/>
                  <a:pt x="76188" y="13858"/>
                  <a:pt x="84491" y="10418"/>
                </a:cubicBezTo>
                <a:cubicBezTo>
                  <a:pt x="92793" y="6979"/>
                  <a:pt x="101352" y="4383"/>
                  <a:pt x="110166" y="2630"/>
                </a:cubicBezTo>
                <a:cubicBezTo>
                  <a:pt x="118980" y="877"/>
                  <a:pt x="127881" y="0"/>
                  <a:pt x="136868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E53AC5-F580-4FAD-9925-0AE73BA4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56" y="6287785"/>
            <a:ext cx="6699012" cy="912452"/>
          </a:xfrm>
          <a:custGeom xmlns:a="http://schemas.openxmlformats.org/drawingml/2006/main">
            <a:pathLst>
              <a:path w="6699012" h="912452" fill="none">
                <a:moveTo>
                  <a:pt x="136868" y="0"/>
                </a:moveTo>
                <a:lnTo>
                  <a:pt x="6562144" y="0"/>
                </a:lnTo>
                <a:cubicBezTo>
                  <a:pt x="6571131" y="0"/>
                  <a:pt x="6580032" y="877"/>
                  <a:pt x="6588847" y="2630"/>
                </a:cubicBezTo>
                <a:cubicBezTo>
                  <a:pt x="6597660" y="4383"/>
                  <a:pt x="6606218" y="6979"/>
                  <a:pt x="6614521" y="10418"/>
                </a:cubicBezTo>
                <a:cubicBezTo>
                  <a:pt x="6622823" y="13858"/>
                  <a:pt x="6630711" y="18073"/>
                  <a:pt x="6638183" y="23065"/>
                </a:cubicBezTo>
                <a:cubicBezTo>
                  <a:pt x="6645656" y="28058"/>
                  <a:pt x="6652569" y="33732"/>
                  <a:pt x="6658924" y="40087"/>
                </a:cubicBezTo>
                <a:cubicBezTo>
                  <a:pt x="6665279" y="46441"/>
                  <a:pt x="6670952" y="53355"/>
                  <a:pt x="6675944" y="60827"/>
                </a:cubicBezTo>
                <a:cubicBezTo>
                  <a:pt x="6680937" y="68299"/>
                  <a:pt x="6685153" y="76186"/>
                  <a:pt x="6688593" y="84490"/>
                </a:cubicBezTo>
                <a:cubicBezTo>
                  <a:pt x="6692032" y="92793"/>
                  <a:pt x="6694628" y="101351"/>
                  <a:pt x="6696381" y="110166"/>
                </a:cubicBezTo>
                <a:cubicBezTo>
                  <a:pt x="6698134" y="118980"/>
                  <a:pt x="6699012" y="127880"/>
                  <a:pt x="6699012" y="136868"/>
                </a:cubicBezTo>
                <a:lnTo>
                  <a:pt x="6699012" y="775584"/>
                </a:lnTo>
                <a:cubicBezTo>
                  <a:pt x="6699012" y="784571"/>
                  <a:pt x="6698134" y="793470"/>
                  <a:pt x="6696381" y="802285"/>
                </a:cubicBezTo>
                <a:cubicBezTo>
                  <a:pt x="6694628" y="811099"/>
                  <a:pt x="6692032" y="819658"/>
                  <a:pt x="6688593" y="827960"/>
                </a:cubicBezTo>
                <a:cubicBezTo>
                  <a:pt x="6685153" y="836263"/>
                  <a:pt x="6680937" y="844151"/>
                  <a:pt x="6675945" y="851622"/>
                </a:cubicBezTo>
                <a:cubicBezTo>
                  <a:pt x="6670952" y="859096"/>
                  <a:pt x="6665279" y="866009"/>
                  <a:pt x="6658924" y="872364"/>
                </a:cubicBezTo>
                <a:cubicBezTo>
                  <a:pt x="6652569" y="878717"/>
                  <a:pt x="6645656" y="884391"/>
                  <a:pt x="6638184" y="889384"/>
                </a:cubicBezTo>
                <a:cubicBezTo>
                  <a:pt x="6630711" y="894377"/>
                  <a:pt x="6622823" y="898594"/>
                  <a:pt x="6614521" y="902032"/>
                </a:cubicBezTo>
                <a:cubicBezTo>
                  <a:pt x="6606218" y="905472"/>
                  <a:pt x="6597660" y="908068"/>
                  <a:pt x="6588846" y="909822"/>
                </a:cubicBezTo>
                <a:cubicBezTo>
                  <a:pt x="6580032" y="911575"/>
                  <a:pt x="6571131" y="912452"/>
                  <a:pt x="6562144" y="912452"/>
                </a:cubicBezTo>
                <a:lnTo>
                  <a:pt x="136868" y="912452"/>
                </a:lnTo>
                <a:cubicBezTo>
                  <a:pt x="127881" y="912452"/>
                  <a:pt x="118980" y="911575"/>
                  <a:pt x="110166" y="909822"/>
                </a:cubicBezTo>
                <a:cubicBezTo>
                  <a:pt x="101352" y="908068"/>
                  <a:pt x="92793" y="905473"/>
                  <a:pt x="84490" y="902033"/>
                </a:cubicBezTo>
                <a:cubicBezTo>
                  <a:pt x="76188" y="898594"/>
                  <a:pt x="68300" y="894377"/>
                  <a:pt x="60828" y="889384"/>
                </a:cubicBezTo>
                <a:cubicBezTo>
                  <a:pt x="53356" y="884391"/>
                  <a:pt x="46442" y="878717"/>
                  <a:pt x="40088" y="872364"/>
                </a:cubicBezTo>
                <a:cubicBezTo>
                  <a:pt x="33733" y="866009"/>
                  <a:pt x="28059" y="859096"/>
                  <a:pt x="23066" y="851622"/>
                </a:cubicBezTo>
                <a:cubicBezTo>
                  <a:pt x="18073" y="844151"/>
                  <a:pt x="13857" y="836263"/>
                  <a:pt x="10418" y="827960"/>
                </a:cubicBezTo>
                <a:cubicBezTo>
                  <a:pt x="6979" y="819658"/>
                  <a:pt x="4383" y="811099"/>
                  <a:pt x="2630" y="802285"/>
                </a:cubicBezTo>
                <a:cubicBezTo>
                  <a:pt x="877" y="793470"/>
                  <a:pt x="0" y="784571"/>
                  <a:pt x="0" y="775584"/>
                </a:cubicBezTo>
                <a:lnTo>
                  <a:pt x="0" y="136868"/>
                </a:lnTo>
                <a:cubicBezTo>
                  <a:pt x="0" y="127880"/>
                  <a:pt x="877" y="118980"/>
                  <a:pt x="2630" y="110166"/>
                </a:cubicBezTo>
                <a:cubicBezTo>
                  <a:pt x="4383" y="101351"/>
                  <a:pt x="6979" y="92793"/>
                  <a:pt x="10418" y="84490"/>
                </a:cubicBezTo>
                <a:cubicBezTo>
                  <a:pt x="13857" y="76186"/>
                  <a:pt x="18073" y="68299"/>
                  <a:pt x="23066" y="60827"/>
                </a:cubicBezTo>
                <a:cubicBezTo>
                  <a:pt x="28059" y="53355"/>
                  <a:pt x="33733" y="46441"/>
                  <a:pt x="40088" y="40087"/>
                </a:cubicBezTo>
                <a:cubicBezTo>
                  <a:pt x="46442" y="33732"/>
                  <a:pt x="53356" y="28058"/>
                  <a:pt x="60828" y="23065"/>
                </a:cubicBezTo>
                <a:cubicBezTo>
                  <a:pt x="68300" y="18073"/>
                  <a:pt x="76188" y="13858"/>
                  <a:pt x="84491" y="10418"/>
                </a:cubicBezTo>
                <a:cubicBezTo>
                  <a:pt x="92793" y="6979"/>
                  <a:pt x="101352" y="4383"/>
                  <a:pt x="110166" y="2630"/>
                </a:cubicBezTo>
                <a:cubicBezTo>
                  <a:pt x="118980" y="877"/>
                  <a:pt x="127881" y="0"/>
                  <a:pt x="136868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000000"/>
            </a:solidFill>
            <a:miter/>
          </a:ln>
        </p:spPr>
      </p:sp>
      <p:sp>
        <p:nvSpPr>
          <p:cNvPr id="1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A06C5D-52D0-466F-AAAF-DC12A89B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58" y="6391735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F09100-C46C-46CA-9004-B554095B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58" y="6391735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82B366"/>
            </a:solidFill>
            <a:miter/>
          </a:ln>
        </p:spPr>
      </p:sp>
      <p:sp>
        <p:nvSpPr>
          <p:cNvPr id="1104" name="Text NoViolation">
            <a:extLst xmlns:a="http://schemas.openxmlformats.org/drawingml/2006/main">
              <a:ext uri="{FF2B5EF4-FFF2-40B4-BE49-F238E27FC236}">
                <a16:creationId xmlns:a16="http://schemas.microsoft.com/office/drawing/2014/main" id="{308BCB51-6AE1-4650-A821-5B64A2F0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253" y="6451132"/>
            <a:ext cx="743693" cy="98389"/>
          </a:xfrm>
          <a:custGeom xmlns:a="http://schemas.openxmlformats.org/drawingml/2006/main">
            <a:pathLst>
              <a:path w="743693" h="98389">
                <a:moveTo>
                  <a:pt x="0" y="3846"/>
                </a:moveTo>
                <a:lnTo>
                  <a:pt x="16874" y="3846"/>
                </a:lnTo>
                <a:lnTo>
                  <a:pt x="57942" y="81382"/>
                </a:lnTo>
                <a:lnTo>
                  <a:pt x="57942" y="3846"/>
                </a:lnTo>
                <a:lnTo>
                  <a:pt x="70101" y="3846"/>
                </a:lnTo>
                <a:lnTo>
                  <a:pt x="70101" y="96528"/>
                </a:lnTo>
                <a:lnTo>
                  <a:pt x="53227" y="96528"/>
                </a:lnTo>
                <a:lnTo>
                  <a:pt x="12159" y="18993"/>
                </a:lnTo>
                <a:lnTo>
                  <a:pt x="12159" y="96528"/>
                </a:lnTo>
                <a:lnTo>
                  <a:pt x="0" y="96528"/>
                </a:lnTo>
                <a:lnTo>
                  <a:pt x="0" y="3846"/>
                </a:lnTo>
                <a:close/>
                <a:moveTo>
                  <a:pt x="121461" y="34988"/>
                </a:moveTo>
                <a:cubicBezTo>
                  <a:pt x="115340" y="34988"/>
                  <a:pt x="110501" y="37383"/>
                  <a:pt x="106945" y="42171"/>
                </a:cubicBezTo>
                <a:cubicBezTo>
                  <a:pt x="103388" y="46958"/>
                  <a:pt x="101609" y="53518"/>
                  <a:pt x="101609" y="61850"/>
                </a:cubicBezTo>
                <a:cubicBezTo>
                  <a:pt x="101609" y="70182"/>
                  <a:pt x="103377" y="76743"/>
                  <a:pt x="106914" y="81531"/>
                </a:cubicBezTo>
                <a:cubicBezTo>
                  <a:pt x="110450" y="86318"/>
                  <a:pt x="115299" y="88712"/>
                  <a:pt x="121461" y="88712"/>
                </a:cubicBezTo>
                <a:cubicBezTo>
                  <a:pt x="127541" y="88712"/>
                  <a:pt x="132359" y="86308"/>
                  <a:pt x="135915" y="81500"/>
                </a:cubicBezTo>
                <a:cubicBezTo>
                  <a:pt x="139472" y="76691"/>
                  <a:pt x="141251" y="70141"/>
                  <a:pt x="141251" y="61850"/>
                </a:cubicBezTo>
                <a:cubicBezTo>
                  <a:pt x="141251" y="53601"/>
                  <a:pt x="139472" y="47062"/>
                  <a:pt x="135915" y="42233"/>
                </a:cubicBezTo>
                <a:cubicBezTo>
                  <a:pt x="132359" y="37403"/>
                  <a:pt x="127541" y="34988"/>
                  <a:pt x="121461" y="34988"/>
                </a:cubicBezTo>
                <a:moveTo>
                  <a:pt x="121461" y="25311"/>
                </a:moveTo>
                <a:cubicBezTo>
                  <a:pt x="131387" y="25311"/>
                  <a:pt x="139183" y="28542"/>
                  <a:pt x="144849" y="35006"/>
                </a:cubicBezTo>
                <a:cubicBezTo>
                  <a:pt x="150515" y="41468"/>
                  <a:pt x="153348" y="50416"/>
                  <a:pt x="153348" y="61850"/>
                </a:cubicBezTo>
                <a:cubicBezTo>
                  <a:pt x="153348" y="73243"/>
                  <a:pt x="150515" y="82181"/>
                  <a:pt x="144849" y="88665"/>
                </a:cubicBezTo>
                <a:cubicBezTo>
                  <a:pt x="139183" y="95148"/>
                  <a:pt x="131387" y="98389"/>
                  <a:pt x="121461" y="98389"/>
                </a:cubicBezTo>
                <a:cubicBezTo>
                  <a:pt x="111494" y="98389"/>
                  <a:pt x="103688" y="95148"/>
                  <a:pt x="98042" y="88665"/>
                </a:cubicBezTo>
                <a:cubicBezTo>
                  <a:pt x="92397" y="82181"/>
                  <a:pt x="89574" y="73243"/>
                  <a:pt x="89574" y="61850"/>
                </a:cubicBezTo>
                <a:cubicBezTo>
                  <a:pt x="89574" y="50416"/>
                  <a:pt x="92397" y="41468"/>
                  <a:pt x="98042" y="35006"/>
                </a:cubicBezTo>
                <a:cubicBezTo>
                  <a:pt x="103688" y="28542"/>
                  <a:pt x="111494" y="25311"/>
                  <a:pt x="121461" y="25311"/>
                </a:cubicBezTo>
                <a:close/>
                <a:moveTo>
                  <a:pt x="237074" y="96528"/>
                </a:moveTo>
                <a:lnTo>
                  <a:pt x="201713" y="3846"/>
                </a:lnTo>
                <a:lnTo>
                  <a:pt x="214803" y="3846"/>
                </a:lnTo>
                <a:lnTo>
                  <a:pt x="244146" y="81878"/>
                </a:lnTo>
                <a:lnTo>
                  <a:pt x="273551" y="3846"/>
                </a:lnTo>
                <a:lnTo>
                  <a:pt x="286579" y="3846"/>
                </a:lnTo>
                <a:lnTo>
                  <a:pt x="251280" y="96528"/>
                </a:lnTo>
                <a:lnTo>
                  <a:pt x="237074" y="96528"/>
                </a:lnTo>
                <a:close/>
                <a:moveTo>
                  <a:pt x="296781" y="27048"/>
                </a:moveTo>
                <a:lnTo>
                  <a:pt x="308196" y="27048"/>
                </a:lnTo>
                <a:lnTo>
                  <a:pt x="308196" y="96528"/>
                </a:lnTo>
                <a:lnTo>
                  <a:pt x="296781" y="96528"/>
                </a:lnTo>
                <a:lnTo>
                  <a:pt x="296781" y="27048"/>
                </a:lnTo>
                <a:moveTo>
                  <a:pt x="296781" y="0"/>
                </a:moveTo>
                <a:lnTo>
                  <a:pt x="308196" y="0"/>
                </a:lnTo>
                <a:lnTo>
                  <a:pt x="308196" y="14516"/>
                </a:lnTo>
                <a:lnTo>
                  <a:pt x="296781" y="14516"/>
                </a:lnTo>
                <a:lnTo>
                  <a:pt x="296781" y="0"/>
                </a:lnTo>
                <a:close/>
                <a:moveTo>
                  <a:pt x="359025" y="34988"/>
                </a:moveTo>
                <a:cubicBezTo>
                  <a:pt x="352905" y="34988"/>
                  <a:pt x="348066" y="37383"/>
                  <a:pt x="344509" y="42171"/>
                </a:cubicBezTo>
                <a:cubicBezTo>
                  <a:pt x="340952" y="46958"/>
                  <a:pt x="339174" y="53518"/>
                  <a:pt x="339174" y="61850"/>
                </a:cubicBezTo>
                <a:cubicBezTo>
                  <a:pt x="339174" y="70182"/>
                  <a:pt x="340942" y="76743"/>
                  <a:pt x="344478" y="81531"/>
                </a:cubicBezTo>
                <a:cubicBezTo>
                  <a:pt x="348014" y="86318"/>
                  <a:pt x="352863" y="88712"/>
                  <a:pt x="359025" y="88712"/>
                </a:cubicBezTo>
                <a:cubicBezTo>
                  <a:pt x="365105" y="88712"/>
                  <a:pt x="369923" y="86308"/>
                  <a:pt x="373480" y="81500"/>
                </a:cubicBezTo>
                <a:cubicBezTo>
                  <a:pt x="377037" y="76691"/>
                  <a:pt x="378815" y="70141"/>
                  <a:pt x="378815" y="61850"/>
                </a:cubicBezTo>
                <a:cubicBezTo>
                  <a:pt x="378815" y="53601"/>
                  <a:pt x="377037" y="47062"/>
                  <a:pt x="373480" y="42233"/>
                </a:cubicBezTo>
                <a:cubicBezTo>
                  <a:pt x="369923" y="37403"/>
                  <a:pt x="365105" y="34988"/>
                  <a:pt x="359025" y="34988"/>
                </a:cubicBezTo>
                <a:moveTo>
                  <a:pt x="359025" y="25311"/>
                </a:moveTo>
                <a:cubicBezTo>
                  <a:pt x="368951" y="25311"/>
                  <a:pt x="376747" y="28542"/>
                  <a:pt x="382413" y="35006"/>
                </a:cubicBezTo>
                <a:cubicBezTo>
                  <a:pt x="388079" y="41468"/>
                  <a:pt x="390912" y="50416"/>
                  <a:pt x="390912" y="61850"/>
                </a:cubicBezTo>
                <a:cubicBezTo>
                  <a:pt x="390912" y="73243"/>
                  <a:pt x="388079" y="82181"/>
                  <a:pt x="382413" y="88665"/>
                </a:cubicBezTo>
                <a:cubicBezTo>
                  <a:pt x="376747" y="95148"/>
                  <a:pt x="368951" y="98389"/>
                  <a:pt x="359025" y="98389"/>
                </a:cubicBezTo>
                <a:cubicBezTo>
                  <a:pt x="349058" y="98389"/>
                  <a:pt x="341252" y="95148"/>
                  <a:pt x="335607" y="88665"/>
                </a:cubicBezTo>
                <a:cubicBezTo>
                  <a:pt x="329961" y="82181"/>
                  <a:pt x="327139" y="73243"/>
                  <a:pt x="327139" y="61850"/>
                </a:cubicBezTo>
                <a:cubicBezTo>
                  <a:pt x="327139" y="50416"/>
                  <a:pt x="329961" y="41468"/>
                  <a:pt x="335607" y="35006"/>
                </a:cubicBezTo>
                <a:cubicBezTo>
                  <a:pt x="341252" y="28542"/>
                  <a:pt x="349058" y="25311"/>
                  <a:pt x="359025" y="25311"/>
                </a:cubicBezTo>
                <a:close/>
                <a:moveTo>
                  <a:pt x="409856" y="0"/>
                </a:moveTo>
                <a:lnTo>
                  <a:pt x="421271" y="0"/>
                </a:lnTo>
                <a:lnTo>
                  <a:pt x="421271" y="96528"/>
                </a:lnTo>
                <a:lnTo>
                  <a:pt x="409856" y="96528"/>
                </a:lnTo>
                <a:lnTo>
                  <a:pt x="409856" y="0"/>
                </a:lnTo>
                <a:close/>
                <a:moveTo>
                  <a:pt x="476753" y="61540"/>
                </a:moveTo>
                <a:cubicBezTo>
                  <a:pt x="467530" y="61540"/>
                  <a:pt x="461141" y="62600"/>
                  <a:pt x="457584" y="64719"/>
                </a:cubicBezTo>
                <a:cubicBezTo>
                  <a:pt x="454027" y="66838"/>
                  <a:pt x="452249" y="70452"/>
                  <a:pt x="452249" y="75562"/>
                </a:cubicBezTo>
                <a:cubicBezTo>
                  <a:pt x="452249" y="79633"/>
                  <a:pt x="453582" y="82864"/>
                  <a:pt x="456250" y="85253"/>
                </a:cubicBezTo>
                <a:cubicBezTo>
                  <a:pt x="458918" y="87642"/>
                  <a:pt x="462547" y="88836"/>
                  <a:pt x="467137" y="88836"/>
                </a:cubicBezTo>
                <a:cubicBezTo>
                  <a:pt x="473465" y="88836"/>
                  <a:pt x="478542" y="86582"/>
                  <a:pt x="482367" y="82074"/>
                </a:cubicBezTo>
                <a:cubicBezTo>
                  <a:pt x="486193" y="77565"/>
                  <a:pt x="488106" y="71570"/>
                  <a:pt x="488106" y="64089"/>
                </a:cubicBezTo>
                <a:lnTo>
                  <a:pt x="488106" y="61540"/>
                </a:lnTo>
                <a:lnTo>
                  <a:pt x="476753" y="61540"/>
                </a:lnTo>
                <a:moveTo>
                  <a:pt x="499520" y="56825"/>
                </a:moveTo>
                <a:lnTo>
                  <a:pt x="499520" y="96528"/>
                </a:lnTo>
                <a:lnTo>
                  <a:pt x="488106" y="96528"/>
                </a:lnTo>
                <a:lnTo>
                  <a:pt x="488106" y="85982"/>
                </a:lnTo>
                <a:cubicBezTo>
                  <a:pt x="485500" y="90221"/>
                  <a:pt x="482254" y="93349"/>
                  <a:pt x="478366" y="95365"/>
                </a:cubicBezTo>
                <a:cubicBezTo>
                  <a:pt x="474478" y="97381"/>
                  <a:pt x="469722" y="98389"/>
                  <a:pt x="464098" y="98389"/>
                </a:cubicBezTo>
                <a:cubicBezTo>
                  <a:pt x="456984" y="98389"/>
                  <a:pt x="451328" y="96389"/>
                  <a:pt x="447131" y="92387"/>
                </a:cubicBezTo>
                <a:cubicBezTo>
                  <a:pt x="442933" y="88385"/>
                  <a:pt x="440834" y="83025"/>
                  <a:pt x="440834" y="76307"/>
                </a:cubicBezTo>
                <a:cubicBezTo>
                  <a:pt x="440834" y="68469"/>
                  <a:pt x="443450" y="62560"/>
                  <a:pt x="448682" y="58580"/>
                </a:cubicBezTo>
                <a:cubicBezTo>
                  <a:pt x="453913" y="54598"/>
                  <a:pt x="461720" y="52607"/>
                  <a:pt x="472100" y="52607"/>
                </a:cubicBezTo>
                <a:lnTo>
                  <a:pt x="488106" y="52607"/>
                </a:lnTo>
                <a:lnTo>
                  <a:pt x="488106" y="51490"/>
                </a:lnTo>
                <a:cubicBezTo>
                  <a:pt x="488106" y="46238"/>
                  <a:pt x="486379" y="42174"/>
                  <a:pt x="482926" y="39300"/>
                </a:cubicBezTo>
                <a:cubicBezTo>
                  <a:pt x="479472" y="36426"/>
                  <a:pt x="474623" y="34988"/>
                  <a:pt x="468378" y="34988"/>
                </a:cubicBezTo>
                <a:cubicBezTo>
                  <a:pt x="464408" y="34988"/>
                  <a:pt x="460541" y="35464"/>
                  <a:pt x="456777" y="36415"/>
                </a:cubicBezTo>
                <a:cubicBezTo>
                  <a:pt x="453014" y="37366"/>
                  <a:pt x="449395" y="38793"/>
                  <a:pt x="445921" y="40696"/>
                </a:cubicBezTo>
                <a:lnTo>
                  <a:pt x="445921" y="30150"/>
                </a:lnTo>
                <a:cubicBezTo>
                  <a:pt x="450098" y="28537"/>
                  <a:pt x="454151" y="27327"/>
                  <a:pt x="458080" y="26520"/>
                </a:cubicBezTo>
                <a:cubicBezTo>
                  <a:pt x="462009" y="25714"/>
                  <a:pt x="465835" y="25311"/>
                  <a:pt x="469557" y="25311"/>
                </a:cubicBezTo>
                <a:cubicBezTo>
                  <a:pt x="479607" y="25311"/>
                  <a:pt x="487113" y="27916"/>
                  <a:pt x="492076" y="33127"/>
                </a:cubicBezTo>
                <a:cubicBezTo>
                  <a:pt x="497039" y="38338"/>
                  <a:pt x="499520" y="46238"/>
                  <a:pt x="499520" y="56825"/>
                </a:cubicBezTo>
                <a:close/>
                <a:moveTo>
                  <a:pt x="534349" y="7320"/>
                </a:moveTo>
                <a:lnTo>
                  <a:pt x="534349" y="27048"/>
                </a:lnTo>
                <a:lnTo>
                  <a:pt x="557861" y="27048"/>
                </a:lnTo>
                <a:lnTo>
                  <a:pt x="557861" y="35981"/>
                </a:lnTo>
                <a:lnTo>
                  <a:pt x="534349" y="35981"/>
                </a:lnTo>
                <a:lnTo>
                  <a:pt x="534349" y="73653"/>
                </a:lnTo>
                <a:cubicBezTo>
                  <a:pt x="534349" y="79312"/>
                  <a:pt x="535124" y="82948"/>
                  <a:pt x="536675" y="84559"/>
                </a:cubicBezTo>
                <a:cubicBezTo>
                  <a:pt x="538226" y="86170"/>
                  <a:pt x="541380" y="86975"/>
                  <a:pt x="546136" y="86975"/>
                </a:cubicBezTo>
                <a:lnTo>
                  <a:pt x="557861" y="86975"/>
                </a:lnTo>
                <a:lnTo>
                  <a:pt x="557861" y="96528"/>
                </a:lnTo>
                <a:lnTo>
                  <a:pt x="546136" y="96528"/>
                </a:lnTo>
                <a:cubicBezTo>
                  <a:pt x="537327" y="96528"/>
                  <a:pt x="531247" y="94886"/>
                  <a:pt x="527897" y="91600"/>
                </a:cubicBezTo>
                <a:cubicBezTo>
                  <a:pt x="524547" y="88314"/>
                  <a:pt x="522872" y="82331"/>
                  <a:pt x="522872" y="73653"/>
                </a:cubicBezTo>
                <a:lnTo>
                  <a:pt x="522872" y="35981"/>
                </a:lnTo>
                <a:lnTo>
                  <a:pt x="514497" y="35981"/>
                </a:lnTo>
                <a:lnTo>
                  <a:pt x="514497" y="27048"/>
                </a:lnTo>
                <a:lnTo>
                  <a:pt x="522872" y="27048"/>
                </a:lnTo>
                <a:lnTo>
                  <a:pt x="522872" y="7320"/>
                </a:lnTo>
                <a:lnTo>
                  <a:pt x="534349" y="7320"/>
                </a:lnTo>
                <a:close/>
                <a:moveTo>
                  <a:pt x="572862" y="27048"/>
                </a:moveTo>
                <a:lnTo>
                  <a:pt x="584277" y="27048"/>
                </a:lnTo>
                <a:lnTo>
                  <a:pt x="584277" y="96528"/>
                </a:lnTo>
                <a:lnTo>
                  <a:pt x="572862" y="96528"/>
                </a:lnTo>
                <a:lnTo>
                  <a:pt x="572862" y="27048"/>
                </a:lnTo>
                <a:moveTo>
                  <a:pt x="572862" y="0"/>
                </a:moveTo>
                <a:lnTo>
                  <a:pt x="584277" y="0"/>
                </a:lnTo>
                <a:lnTo>
                  <a:pt x="584277" y="14516"/>
                </a:lnTo>
                <a:lnTo>
                  <a:pt x="572862" y="14516"/>
                </a:lnTo>
                <a:lnTo>
                  <a:pt x="572862" y="0"/>
                </a:lnTo>
                <a:close/>
                <a:moveTo>
                  <a:pt x="635106" y="34988"/>
                </a:moveTo>
                <a:cubicBezTo>
                  <a:pt x="628985" y="34988"/>
                  <a:pt x="624146" y="37383"/>
                  <a:pt x="620589" y="42171"/>
                </a:cubicBezTo>
                <a:cubicBezTo>
                  <a:pt x="617033" y="46958"/>
                  <a:pt x="615254" y="53518"/>
                  <a:pt x="615254" y="61850"/>
                </a:cubicBezTo>
                <a:cubicBezTo>
                  <a:pt x="615254" y="70182"/>
                  <a:pt x="617022" y="76743"/>
                  <a:pt x="620558" y="81531"/>
                </a:cubicBezTo>
                <a:cubicBezTo>
                  <a:pt x="624094" y="86318"/>
                  <a:pt x="628944" y="88712"/>
                  <a:pt x="635106" y="88712"/>
                </a:cubicBezTo>
                <a:cubicBezTo>
                  <a:pt x="641185" y="88712"/>
                  <a:pt x="646004" y="86308"/>
                  <a:pt x="649560" y="81500"/>
                </a:cubicBezTo>
                <a:cubicBezTo>
                  <a:pt x="653117" y="76691"/>
                  <a:pt x="654895" y="70141"/>
                  <a:pt x="654895" y="61850"/>
                </a:cubicBezTo>
                <a:cubicBezTo>
                  <a:pt x="654895" y="53601"/>
                  <a:pt x="653117" y="47062"/>
                  <a:pt x="649560" y="42233"/>
                </a:cubicBezTo>
                <a:cubicBezTo>
                  <a:pt x="646004" y="37403"/>
                  <a:pt x="641185" y="34988"/>
                  <a:pt x="635106" y="34988"/>
                </a:cubicBezTo>
                <a:moveTo>
                  <a:pt x="635106" y="25311"/>
                </a:moveTo>
                <a:cubicBezTo>
                  <a:pt x="645032" y="25311"/>
                  <a:pt x="652827" y="28542"/>
                  <a:pt x="658493" y="35006"/>
                </a:cubicBezTo>
                <a:cubicBezTo>
                  <a:pt x="664159" y="41468"/>
                  <a:pt x="666992" y="50416"/>
                  <a:pt x="666992" y="61850"/>
                </a:cubicBezTo>
                <a:cubicBezTo>
                  <a:pt x="666992" y="73243"/>
                  <a:pt x="664159" y="82181"/>
                  <a:pt x="658493" y="88665"/>
                </a:cubicBezTo>
                <a:cubicBezTo>
                  <a:pt x="652827" y="95148"/>
                  <a:pt x="645032" y="98389"/>
                  <a:pt x="635106" y="98389"/>
                </a:cubicBezTo>
                <a:cubicBezTo>
                  <a:pt x="625139" y="98389"/>
                  <a:pt x="617332" y="95148"/>
                  <a:pt x="611687" y="88665"/>
                </a:cubicBezTo>
                <a:cubicBezTo>
                  <a:pt x="606042" y="82181"/>
                  <a:pt x="603219" y="73243"/>
                  <a:pt x="603219" y="61850"/>
                </a:cubicBezTo>
                <a:cubicBezTo>
                  <a:pt x="603219" y="50416"/>
                  <a:pt x="606042" y="41468"/>
                  <a:pt x="611687" y="35006"/>
                </a:cubicBezTo>
                <a:cubicBezTo>
                  <a:pt x="617332" y="28542"/>
                  <a:pt x="625139" y="25311"/>
                  <a:pt x="635106" y="25311"/>
                </a:cubicBezTo>
                <a:close/>
                <a:moveTo>
                  <a:pt x="743693" y="54592"/>
                </a:moveTo>
                <a:lnTo>
                  <a:pt x="743693" y="96528"/>
                </a:lnTo>
                <a:lnTo>
                  <a:pt x="732278" y="96528"/>
                </a:lnTo>
                <a:lnTo>
                  <a:pt x="732278" y="54964"/>
                </a:lnTo>
                <a:cubicBezTo>
                  <a:pt x="732278" y="48368"/>
                  <a:pt x="730996" y="43431"/>
                  <a:pt x="728432" y="40153"/>
                </a:cubicBezTo>
                <a:cubicBezTo>
                  <a:pt x="725868" y="36875"/>
                  <a:pt x="722022" y="35237"/>
                  <a:pt x="716893" y="35237"/>
                </a:cubicBezTo>
                <a:cubicBezTo>
                  <a:pt x="710731" y="35237"/>
                  <a:pt x="705871" y="37207"/>
                  <a:pt x="702315" y="41147"/>
                </a:cubicBezTo>
                <a:cubicBezTo>
                  <a:pt x="698758" y="45087"/>
                  <a:pt x="696980" y="50457"/>
                  <a:pt x="696980" y="57259"/>
                </a:cubicBezTo>
                <a:lnTo>
                  <a:pt x="696980" y="96528"/>
                </a:lnTo>
                <a:lnTo>
                  <a:pt x="685503" y="96528"/>
                </a:lnTo>
                <a:lnTo>
                  <a:pt x="685503" y="27048"/>
                </a:lnTo>
                <a:lnTo>
                  <a:pt x="696980" y="27048"/>
                </a:lnTo>
                <a:lnTo>
                  <a:pt x="696980" y="37842"/>
                </a:lnTo>
                <a:cubicBezTo>
                  <a:pt x="699709" y="33644"/>
                  <a:pt x="702925" y="30506"/>
                  <a:pt x="706626" y="28428"/>
                </a:cubicBezTo>
                <a:cubicBezTo>
                  <a:pt x="710328" y="26350"/>
                  <a:pt x="714598" y="25311"/>
                  <a:pt x="719437" y="25311"/>
                </a:cubicBezTo>
                <a:cubicBezTo>
                  <a:pt x="727419" y="25311"/>
                  <a:pt x="733457" y="27787"/>
                  <a:pt x="737551" y="32740"/>
                </a:cubicBezTo>
                <a:cubicBezTo>
                  <a:pt x="741646" y="37692"/>
                  <a:pt x="743693" y="44976"/>
                  <a:pt x="743693" y="545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2C4F1B-972D-4F15-A661-71826F3E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58" y="6784436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A954BF-C4ED-498F-8C8A-B27A7733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58" y="6784436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B85450"/>
            </a:solidFill>
            <a:miter/>
          </a:ln>
        </p:spPr>
      </p:sp>
      <p:sp>
        <p:nvSpPr>
          <p:cNvPr id="1107" name="Text Violation-New">
            <a:extLst xmlns:a="http://schemas.openxmlformats.org/drawingml/2006/main">
              <a:ext uri="{FF2B5EF4-FFF2-40B4-BE49-F238E27FC236}">
                <a16:creationId xmlns:a16="http://schemas.microsoft.com/office/drawing/2014/main" id="{6041821B-47AD-4D29-9C8E-5A992DFC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5829" y="6451132"/>
            <a:ext cx="951247" cy="98389"/>
          </a:xfrm>
          <a:custGeom xmlns:a="http://schemas.openxmlformats.org/drawingml/2006/main">
            <a:pathLst>
              <a:path w="951247" h="98389">
                <a:moveTo>
                  <a:pt x="35361" y="96528"/>
                </a:moveTo>
                <a:lnTo>
                  <a:pt x="0" y="3846"/>
                </a:lnTo>
                <a:lnTo>
                  <a:pt x="13090" y="3846"/>
                </a:lnTo>
                <a:lnTo>
                  <a:pt x="42433" y="81878"/>
                </a:lnTo>
                <a:lnTo>
                  <a:pt x="71838" y="3846"/>
                </a:lnTo>
                <a:lnTo>
                  <a:pt x="84866" y="3846"/>
                </a:lnTo>
                <a:lnTo>
                  <a:pt x="49567" y="96528"/>
                </a:lnTo>
                <a:lnTo>
                  <a:pt x="35361" y="96528"/>
                </a:lnTo>
                <a:close/>
                <a:moveTo>
                  <a:pt x="95101" y="27048"/>
                </a:moveTo>
                <a:lnTo>
                  <a:pt x="106516" y="27048"/>
                </a:lnTo>
                <a:lnTo>
                  <a:pt x="106516" y="96528"/>
                </a:lnTo>
                <a:lnTo>
                  <a:pt x="95101" y="96528"/>
                </a:lnTo>
                <a:lnTo>
                  <a:pt x="95101" y="27048"/>
                </a:lnTo>
                <a:moveTo>
                  <a:pt x="95101" y="0"/>
                </a:moveTo>
                <a:lnTo>
                  <a:pt x="106516" y="0"/>
                </a:lnTo>
                <a:lnTo>
                  <a:pt x="106516" y="14516"/>
                </a:lnTo>
                <a:lnTo>
                  <a:pt x="95101" y="14516"/>
                </a:lnTo>
                <a:lnTo>
                  <a:pt x="95101" y="0"/>
                </a:lnTo>
                <a:close/>
                <a:moveTo>
                  <a:pt x="157345" y="34988"/>
                </a:moveTo>
                <a:cubicBezTo>
                  <a:pt x="151224" y="34988"/>
                  <a:pt x="146385" y="37383"/>
                  <a:pt x="142829" y="42171"/>
                </a:cubicBezTo>
                <a:cubicBezTo>
                  <a:pt x="139272" y="46958"/>
                  <a:pt x="137494" y="53518"/>
                  <a:pt x="137494" y="61850"/>
                </a:cubicBezTo>
                <a:cubicBezTo>
                  <a:pt x="137494" y="70182"/>
                  <a:pt x="139262" y="76743"/>
                  <a:pt x="142798" y="81531"/>
                </a:cubicBezTo>
                <a:cubicBezTo>
                  <a:pt x="146334" y="86318"/>
                  <a:pt x="151183" y="88712"/>
                  <a:pt x="157345" y="88712"/>
                </a:cubicBezTo>
                <a:cubicBezTo>
                  <a:pt x="163425" y="88712"/>
                  <a:pt x="168243" y="86308"/>
                  <a:pt x="171800" y="81500"/>
                </a:cubicBezTo>
                <a:cubicBezTo>
                  <a:pt x="175356" y="76691"/>
                  <a:pt x="177135" y="70141"/>
                  <a:pt x="177135" y="61850"/>
                </a:cubicBezTo>
                <a:cubicBezTo>
                  <a:pt x="177135" y="53601"/>
                  <a:pt x="175356" y="47062"/>
                  <a:pt x="171800" y="42233"/>
                </a:cubicBezTo>
                <a:cubicBezTo>
                  <a:pt x="168243" y="37403"/>
                  <a:pt x="163425" y="34988"/>
                  <a:pt x="157345" y="34988"/>
                </a:cubicBezTo>
                <a:moveTo>
                  <a:pt x="157345" y="25311"/>
                </a:moveTo>
                <a:cubicBezTo>
                  <a:pt x="167271" y="25311"/>
                  <a:pt x="175067" y="28542"/>
                  <a:pt x="180733" y="35006"/>
                </a:cubicBezTo>
                <a:cubicBezTo>
                  <a:pt x="186399" y="41468"/>
                  <a:pt x="189232" y="50416"/>
                  <a:pt x="189232" y="61850"/>
                </a:cubicBezTo>
                <a:cubicBezTo>
                  <a:pt x="189232" y="73243"/>
                  <a:pt x="186399" y="82181"/>
                  <a:pt x="180733" y="88665"/>
                </a:cubicBezTo>
                <a:cubicBezTo>
                  <a:pt x="175067" y="95148"/>
                  <a:pt x="167271" y="98389"/>
                  <a:pt x="157345" y="98389"/>
                </a:cubicBezTo>
                <a:cubicBezTo>
                  <a:pt x="147378" y="98389"/>
                  <a:pt x="139572" y="95148"/>
                  <a:pt x="133926" y="88665"/>
                </a:cubicBezTo>
                <a:cubicBezTo>
                  <a:pt x="128281" y="82181"/>
                  <a:pt x="125459" y="73243"/>
                  <a:pt x="125459" y="61850"/>
                </a:cubicBezTo>
                <a:cubicBezTo>
                  <a:pt x="125459" y="50416"/>
                  <a:pt x="128281" y="41468"/>
                  <a:pt x="133926" y="35006"/>
                </a:cubicBezTo>
                <a:cubicBezTo>
                  <a:pt x="139572" y="28542"/>
                  <a:pt x="147378" y="25311"/>
                  <a:pt x="157345" y="25311"/>
                </a:cubicBezTo>
                <a:close/>
                <a:moveTo>
                  <a:pt x="208176" y="0"/>
                </a:moveTo>
                <a:lnTo>
                  <a:pt x="219591" y="0"/>
                </a:lnTo>
                <a:lnTo>
                  <a:pt x="219591" y="96528"/>
                </a:lnTo>
                <a:lnTo>
                  <a:pt x="208176" y="96528"/>
                </a:lnTo>
                <a:lnTo>
                  <a:pt x="208176" y="0"/>
                </a:lnTo>
                <a:close/>
                <a:moveTo>
                  <a:pt x="275073" y="61540"/>
                </a:moveTo>
                <a:cubicBezTo>
                  <a:pt x="265850" y="61540"/>
                  <a:pt x="259460" y="62600"/>
                  <a:pt x="255903" y="64719"/>
                </a:cubicBezTo>
                <a:cubicBezTo>
                  <a:pt x="252347" y="66838"/>
                  <a:pt x="250568" y="70452"/>
                  <a:pt x="250568" y="75562"/>
                </a:cubicBezTo>
                <a:cubicBezTo>
                  <a:pt x="250568" y="79633"/>
                  <a:pt x="251902" y="82864"/>
                  <a:pt x="254570" y="85253"/>
                </a:cubicBezTo>
                <a:cubicBezTo>
                  <a:pt x="257237" y="87642"/>
                  <a:pt x="260866" y="88836"/>
                  <a:pt x="265457" y="88836"/>
                </a:cubicBezTo>
                <a:cubicBezTo>
                  <a:pt x="271785" y="88836"/>
                  <a:pt x="276861" y="86582"/>
                  <a:pt x="280687" y="82074"/>
                </a:cubicBezTo>
                <a:cubicBezTo>
                  <a:pt x="284512" y="77565"/>
                  <a:pt x="286425" y="71570"/>
                  <a:pt x="286425" y="64089"/>
                </a:cubicBezTo>
                <a:lnTo>
                  <a:pt x="286425" y="61540"/>
                </a:lnTo>
                <a:lnTo>
                  <a:pt x="275073" y="61540"/>
                </a:lnTo>
                <a:moveTo>
                  <a:pt x="297840" y="56825"/>
                </a:moveTo>
                <a:lnTo>
                  <a:pt x="297840" y="96528"/>
                </a:lnTo>
                <a:lnTo>
                  <a:pt x="286425" y="96528"/>
                </a:lnTo>
                <a:lnTo>
                  <a:pt x="286425" y="85982"/>
                </a:lnTo>
                <a:cubicBezTo>
                  <a:pt x="283820" y="90221"/>
                  <a:pt x="280573" y="93349"/>
                  <a:pt x="276685" y="95365"/>
                </a:cubicBezTo>
                <a:cubicBezTo>
                  <a:pt x="272798" y="97381"/>
                  <a:pt x="268042" y="98389"/>
                  <a:pt x="262417" y="98389"/>
                </a:cubicBezTo>
                <a:cubicBezTo>
                  <a:pt x="255304" y="98389"/>
                  <a:pt x="249648" y="96389"/>
                  <a:pt x="245450" y="92387"/>
                </a:cubicBezTo>
                <a:cubicBezTo>
                  <a:pt x="241252" y="88385"/>
                  <a:pt x="239154" y="83025"/>
                  <a:pt x="239154" y="76307"/>
                </a:cubicBezTo>
                <a:cubicBezTo>
                  <a:pt x="239154" y="68469"/>
                  <a:pt x="241769" y="62560"/>
                  <a:pt x="247001" y="58580"/>
                </a:cubicBezTo>
                <a:cubicBezTo>
                  <a:pt x="252233" y="54598"/>
                  <a:pt x="260039" y="52607"/>
                  <a:pt x="270420" y="52607"/>
                </a:cubicBezTo>
                <a:lnTo>
                  <a:pt x="286425" y="52607"/>
                </a:lnTo>
                <a:lnTo>
                  <a:pt x="286425" y="51490"/>
                </a:lnTo>
                <a:cubicBezTo>
                  <a:pt x="286425" y="46238"/>
                  <a:pt x="284699" y="42174"/>
                  <a:pt x="281245" y="39300"/>
                </a:cubicBezTo>
                <a:cubicBezTo>
                  <a:pt x="277792" y="36426"/>
                  <a:pt x="272943" y="34988"/>
                  <a:pt x="266698" y="34988"/>
                </a:cubicBezTo>
                <a:cubicBezTo>
                  <a:pt x="262727" y="34988"/>
                  <a:pt x="258860" y="35464"/>
                  <a:pt x="255097" y="36415"/>
                </a:cubicBezTo>
                <a:cubicBezTo>
                  <a:pt x="251333" y="37366"/>
                  <a:pt x="247715" y="38793"/>
                  <a:pt x="244241" y="40696"/>
                </a:cubicBezTo>
                <a:lnTo>
                  <a:pt x="244241" y="30150"/>
                </a:lnTo>
                <a:cubicBezTo>
                  <a:pt x="248418" y="28537"/>
                  <a:pt x="252471" y="27327"/>
                  <a:pt x="256400" y="26520"/>
                </a:cubicBezTo>
                <a:cubicBezTo>
                  <a:pt x="260329" y="25714"/>
                  <a:pt x="264154" y="25311"/>
                  <a:pt x="267876" y="25311"/>
                </a:cubicBezTo>
                <a:cubicBezTo>
                  <a:pt x="277926" y="25311"/>
                  <a:pt x="285433" y="27916"/>
                  <a:pt x="290396" y="33127"/>
                </a:cubicBezTo>
                <a:cubicBezTo>
                  <a:pt x="295358" y="38338"/>
                  <a:pt x="297840" y="46238"/>
                  <a:pt x="297840" y="56825"/>
                </a:cubicBezTo>
                <a:close/>
                <a:moveTo>
                  <a:pt x="332669" y="7320"/>
                </a:moveTo>
                <a:lnTo>
                  <a:pt x="332669" y="27048"/>
                </a:lnTo>
                <a:lnTo>
                  <a:pt x="356180" y="27048"/>
                </a:lnTo>
                <a:lnTo>
                  <a:pt x="356180" y="35981"/>
                </a:lnTo>
                <a:lnTo>
                  <a:pt x="332669" y="35981"/>
                </a:lnTo>
                <a:lnTo>
                  <a:pt x="332669" y="73653"/>
                </a:lnTo>
                <a:cubicBezTo>
                  <a:pt x="332669" y="79312"/>
                  <a:pt x="333444" y="82948"/>
                  <a:pt x="334995" y="84559"/>
                </a:cubicBezTo>
                <a:cubicBezTo>
                  <a:pt x="336546" y="86170"/>
                  <a:pt x="339699" y="86975"/>
                  <a:pt x="344456" y="86975"/>
                </a:cubicBezTo>
                <a:lnTo>
                  <a:pt x="356180" y="86975"/>
                </a:lnTo>
                <a:lnTo>
                  <a:pt x="356180" y="96528"/>
                </a:lnTo>
                <a:lnTo>
                  <a:pt x="344456" y="96528"/>
                </a:lnTo>
                <a:cubicBezTo>
                  <a:pt x="335646" y="96528"/>
                  <a:pt x="329567" y="94886"/>
                  <a:pt x="326217" y="91600"/>
                </a:cubicBezTo>
                <a:cubicBezTo>
                  <a:pt x="322867" y="88314"/>
                  <a:pt x="321192" y="82331"/>
                  <a:pt x="321192" y="73653"/>
                </a:cubicBezTo>
                <a:lnTo>
                  <a:pt x="321192" y="35981"/>
                </a:lnTo>
                <a:lnTo>
                  <a:pt x="312817" y="35981"/>
                </a:lnTo>
                <a:lnTo>
                  <a:pt x="312817" y="27048"/>
                </a:lnTo>
                <a:lnTo>
                  <a:pt x="321192" y="27048"/>
                </a:lnTo>
                <a:lnTo>
                  <a:pt x="321192" y="7320"/>
                </a:lnTo>
                <a:lnTo>
                  <a:pt x="332669" y="7320"/>
                </a:lnTo>
                <a:close/>
                <a:moveTo>
                  <a:pt x="371182" y="27048"/>
                </a:moveTo>
                <a:lnTo>
                  <a:pt x="382597" y="27048"/>
                </a:lnTo>
                <a:lnTo>
                  <a:pt x="382597" y="96528"/>
                </a:lnTo>
                <a:lnTo>
                  <a:pt x="371182" y="96528"/>
                </a:lnTo>
                <a:lnTo>
                  <a:pt x="371182" y="27048"/>
                </a:lnTo>
                <a:moveTo>
                  <a:pt x="371182" y="0"/>
                </a:moveTo>
                <a:lnTo>
                  <a:pt x="382597" y="0"/>
                </a:lnTo>
                <a:lnTo>
                  <a:pt x="382597" y="14516"/>
                </a:lnTo>
                <a:lnTo>
                  <a:pt x="371182" y="14516"/>
                </a:lnTo>
                <a:lnTo>
                  <a:pt x="371182" y="0"/>
                </a:lnTo>
                <a:close/>
                <a:moveTo>
                  <a:pt x="433426" y="34988"/>
                </a:moveTo>
                <a:cubicBezTo>
                  <a:pt x="427305" y="34988"/>
                  <a:pt x="422466" y="37383"/>
                  <a:pt x="418909" y="42171"/>
                </a:cubicBezTo>
                <a:cubicBezTo>
                  <a:pt x="415353" y="46958"/>
                  <a:pt x="413574" y="53518"/>
                  <a:pt x="413574" y="61850"/>
                </a:cubicBezTo>
                <a:cubicBezTo>
                  <a:pt x="413574" y="70182"/>
                  <a:pt x="415342" y="76743"/>
                  <a:pt x="418878" y="81531"/>
                </a:cubicBezTo>
                <a:cubicBezTo>
                  <a:pt x="422414" y="86318"/>
                  <a:pt x="427264" y="88712"/>
                  <a:pt x="433426" y="88712"/>
                </a:cubicBezTo>
                <a:cubicBezTo>
                  <a:pt x="439505" y="88712"/>
                  <a:pt x="444324" y="86308"/>
                  <a:pt x="447880" y="81500"/>
                </a:cubicBezTo>
                <a:cubicBezTo>
                  <a:pt x="451437" y="76691"/>
                  <a:pt x="453215" y="70141"/>
                  <a:pt x="453215" y="61850"/>
                </a:cubicBezTo>
                <a:cubicBezTo>
                  <a:pt x="453215" y="53601"/>
                  <a:pt x="451437" y="47062"/>
                  <a:pt x="447880" y="42233"/>
                </a:cubicBezTo>
                <a:cubicBezTo>
                  <a:pt x="444324" y="37403"/>
                  <a:pt x="439505" y="34988"/>
                  <a:pt x="433426" y="34988"/>
                </a:cubicBezTo>
                <a:moveTo>
                  <a:pt x="433426" y="25311"/>
                </a:moveTo>
                <a:cubicBezTo>
                  <a:pt x="443352" y="25311"/>
                  <a:pt x="451148" y="28542"/>
                  <a:pt x="456814" y="35006"/>
                </a:cubicBezTo>
                <a:cubicBezTo>
                  <a:pt x="462480" y="41468"/>
                  <a:pt x="465313" y="50416"/>
                  <a:pt x="465313" y="61850"/>
                </a:cubicBezTo>
                <a:cubicBezTo>
                  <a:pt x="465313" y="73243"/>
                  <a:pt x="462480" y="82181"/>
                  <a:pt x="456814" y="88665"/>
                </a:cubicBezTo>
                <a:cubicBezTo>
                  <a:pt x="451148" y="95148"/>
                  <a:pt x="443352" y="98389"/>
                  <a:pt x="433426" y="98389"/>
                </a:cubicBezTo>
                <a:cubicBezTo>
                  <a:pt x="423459" y="98389"/>
                  <a:pt x="415653" y="95148"/>
                  <a:pt x="410007" y="88665"/>
                </a:cubicBezTo>
                <a:cubicBezTo>
                  <a:pt x="404362" y="82181"/>
                  <a:pt x="401539" y="73243"/>
                  <a:pt x="401539" y="61850"/>
                </a:cubicBezTo>
                <a:cubicBezTo>
                  <a:pt x="401539" y="50416"/>
                  <a:pt x="404362" y="41468"/>
                  <a:pt x="410007" y="35006"/>
                </a:cubicBezTo>
                <a:cubicBezTo>
                  <a:pt x="415653" y="28542"/>
                  <a:pt x="423459" y="25311"/>
                  <a:pt x="433426" y="25311"/>
                </a:cubicBezTo>
                <a:close/>
                <a:moveTo>
                  <a:pt x="542013" y="54592"/>
                </a:moveTo>
                <a:lnTo>
                  <a:pt x="542013" y="96528"/>
                </a:lnTo>
                <a:lnTo>
                  <a:pt x="530598" y="96528"/>
                </a:lnTo>
                <a:lnTo>
                  <a:pt x="530598" y="54964"/>
                </a:lnTo>
                <a:cubicBezTo>
                  <a:pt x="530598" y="48368"/>
                  <a:pt x="529316" y="43431"/>
                  <a:pt x="526752" y="40153"/>
                </a:cubicBezTo>
                <a:cubicBezTo>
                  <a:pt x="524187" y="36875"/>
                  <a:pt x="520341" y="35237"/>
                  <a:pt x="515213" y="35237"/>
                </a:cubicBezTo>
                <a:cubicBezTo>
                  <a:pt x="509051" y="35237"/>
                  <a:pt x="504191" y="37207"/>
                  <a:pt x="500634" y="41147"/>
                </a:cubicBezTo>
                <a:cubicBezTo>
                  <a:pt x="497078" y="45087"/>
                  <a:pt x="495299" y="50457"/>
                  <a:pt x="495299" y="57259"/>
                </a:cubicBezTo>
                <a:lnTo>
                  <a:pt x="495299" y="96528"/>
                </a:lnTo>
                <a:lnTo>
                  <a:pt x="483823" y="96528"/>
                </a:lnTo>
                <a:lnTo>
                  <a:pt x="483823" y="27048"/>
                </a:lnTo>
                <a:lnTo>
                  <a:pt x="495299" y="27048"/>
                </a:lnTo>
                <a:lnTo>
                  <a:pt x="495299" y="37842"/>
                </a:lnTo>
                <a:cubicBezTo>
                  <a:pt x="498029" y="33644"/>
                  <a:pt x="501244" y="30506"/>
                  <a:pt x="504946" y="28428"/>
                </a:cubicBezTo>
                <a:cubicBezTo>
                  <a:pt x="508647" y="26350"/>
                  <a:pt x="512918" y="25311"/>
                  <a:pt x="517756" y="25311"/>
                </a:cubicBezTo>
                <a:cubicBezTo>
                  <a:pt x="525738" y="25311"/>
                  <a:pt x="531777" y="27787"/>
                  <a:pt x="535871" y="32740"/>
                </a:cubicBezTo>
                <a:cubicBezTo>
                  <a:pt x="539965" y="37692"/>
                  <a:pt x="542013" y="44976"/>
                  <a:pt x="542013" y="54592"/>
                </a:cubicBezTo>
                <a:close/>
                <a:moveTo>
                  <a:pt x="599439" y="56577"/>
                </a:moveTo>
                <a:lnTo>
                  <a:pt x="632877" y="56577"/>
                </a:lnTo>
                <a:lnTo>
                  <a:pt x="632877" y="66751"/>
                </a:lnTo>
                <a:lnTo>
                  <a:pt x="599439" y="66751"/>
                </a:lnTo>
                <a:lnTo>
                  <a:pt x="599439" y="56577"/>
                </a:lnTo>
                <a:close/>
                <a:moveTo>
                  <a:pt x="691972" y="3846"/>
                </a:moveTo>
                <a:lnTo>
                  <a:pt x="708845" y="3846"/>
                </a:lnTo>
                <a:lnTo>
                  <a:pt x="749913" y="81382"/>
                </a:lnTo>
                <a:lnTo>
                  <a:pt x="749913" y="3846"/>
                </a:lnTo>
                <a:lnTo>
                  <a:pt x="762072" y="3846"/>
                </a:lnTo>
                <a:lnTo>
                  <a:pt x="762072" y="96528"/>
                </a:lnTo>
                <a:lnTo>
                  <a:pt x="745199" y="96528"/>
                </a:lnTo>
                <a:lnTo>
                  <a:pt x="704131" y="18993"/>
                </a:lnTo>
                <a:lnTo>
                  <a:pt x="704131" y="96528"/>
                </a:lnTo>
                <a:lnTo>
                  <a:pt x="691972" y="96528"/>
                </a:lnTo>
                <a:lnTo>
                  <a:pt x="691972" y="3846"/>
                </a:lnTo>
                <a:close/>
                <a:moveTo>
                  <a:pt x="845940" y="58934"/>
                </a:moveTo>
                <a:lnTo>
                  <a:pt x="845940" y="64518"/>
                </a:lnTo>
                <a:lnTo>
                  <a:pt x="793457" y="64518"/>
                </a:lnTo>
                <a:cubicBezTo>
                  <a:pt x="793953" y="72396"/>
                  <a:pt x="796321" y="78398"/>
                  <a:pt x="800560" y="82524"/>
                </a:cubicBezTo>
                <a:cubicBezTo>
                  <a:pt x="804799" y="86649"/>
                  <a:pt x="810703" y="88712"/>
                  <a:pt x="818272" y="88712"/>
                </a:cubicBezTo>
                <a:cubicBezTo>
                  <a:pt x="822656" y="88712"/>
                  <a:pt x="826905" y="88174"/>
                  <a:pt x="831020" y="87099"/>
                </a:cubicBezTo>
                <a:cubicBezTo>
                  <a:pt x="835135" y="86024"/>
                  <a:pt x="839219" y="84411"/>
                  <a:pt x="843272" y="82260"/>
                </a:cubicBezTo>
                <a:lnTo>
                  <a:pt x="843272" y="93054"/>
                </a:lnTo>
                <a:cubicBezTo>
                  <a:pt x="839178" y="94791"/>
                  <a:pt x="834980" y="96115"/>
                  <a:pt x="830679" y="97025"/>
                </a:cubicBezTo>
                <a:cubicBezTo>
                  <a:pt x="826378" y="97935"/>
                  <a:pt x="822015" y="98389"/>
                  <a:pt x="817589" y="98389"/>
                </a:cubicBezTo>
                <a:cubicBezTo>
                  <a:pt x="806505" y="98389"/>
                  <a:pt x="797727" y="95158"/>
                  <a:pt x="791255" y="88696"/>
                </a:cubicBezTo>
                <a:cubicBezTo>
                  <a:pt x="784782" y="82233"/>
                  <a:pt x="781546" y="73492"/>
                  <a:pt x="781546" y="62472"/>
                </a:cubicBezTo>
                <a:cubicBezTo>
                  <a:pt x="781546" y="51080"/>
                  <a:pt x="784617" y="42038"/>
                  <a:pt x="790759" y="35347"/>
                </a:cubicBezTo>
                <a:cubicBezTo>
                  <a:pt x="796900" y="28656"/>
                  <a:pt x="805182" y="25311"/>
                  <a:pt x="815604" y="25311"/>
                </a:cubicBezTo>
                <a:cubicBezTo>
                  <a:pt x="824951" y="25311"/>
                  <a:pt x="832344" y="28325"/>
                  <a:pt x="837782" y="34355"/>
                </a:cubicBezTo>
                <a:cubicBezTo>
                  <a:pt x="843221" y="40382"/>
                  <a:pt x="845940" y="48576"/>
                  <a:pt x="845940" y="58934"/>
                </a:cubicBezTo>
                <a:moveTo>
                  <a:pt x="834525" y="55584"/>
                </a:moveTo>
                <a:cubicBezTo>
                  <a:pt x="834442" y="49320"/>
                  <a:pt x="832695" y="44322"/>
                  <a:pt x="829283" y="40589"/>
                </a:cubicBezTo>
                <a:cubicBezTo>
                  <a:pt x="825871" y="36855"/>
                  <a:pt x="821353" y="34988"/>
                  <a:pt x="815728" y="34988"/>
                </a:cubicBezTo>
                <a:cubicBezTo>
                  <a:pt x="809359" y="34988"/>
                  <a:pt x="804262" y="36793"/>
                  <a:pt x="800436" y="40403"/>
                </a:cubicBezTo>
                <a:cubicBezTo>
                  <a:pt x="796611" y="44011"/>
                  <a:pt x="794408" y="49093"/>
                  <a:pt x="793829" y="55647"/>
                </a:cubicBezTo>
                <a:lnTo>
                  <a:pt x="834525" y="55584"/>
                </a:lnTo>
                <a:close/>
                <a:moveTo>
                  <a:pt x="858007" y="27048"/>
                </a:moveTo>
                <a:lnTo>
                  <a:pt x="869422" y="27048"/>
                </a:lnTo>
                <a:lnTo>
                  <a:pt x="883690" y="81267"/>
                </a:lnTo>
                <a:lnTo>
                  <a:pt x="897896" y="27048"/>
                </a:lnTo>
                <a:lnTo>
                  <a:pt x="911358" y="27048"/>
                </a:lnTo>
                <a:lnTo>
                  <a:pt x="925627" y="81267"/>
                </a:lnTo>
                <a:lnTo>
                  <a:pt x="939833" y="27048"/>
                </a:lnTo>
                <a:lnTo>
                  <a:pt x="951247" y="27048"/>
                </a:lnTo>
                <a:lnTo>
                  <a:pt x="933071" y="96528"/>
                </a:lnTo>
                <a:lnTo>
                  <a:pt x="919609" y="96528"/>
                </a:lnTo>
                <a:lnTo>
                  <a:pt x="904658" y="39579"/>
                </a:lnTo>
                <a:lnTo>
                  <a:pt x="889645" y="96528"/>
                </a:lnTo>
                <a:lnTo>
                  <a:pt x="876184" y="96528"/>
                </a:lnTo>
                <a:lnTo>
                  <a:pt x="858007" y="270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2023CC-42B1-41EC-9B11-52AD8F06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1010" y="6397510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21019A-52A1-4F77-BF83-28890719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1010" y="6397510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A50040"/>
            </a:solidFill>
            <a:miter/>
          </a:ln>
        </p:spPr>
      </p:sp>
      <p:sp>
        <p:nvSpPr>
          <p:cNvPr id="1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0D1E10-C37B-4716-8377-BA266EC7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1010" y="6795986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AC924B-5BD2-4DC4-B1B8-1468FC7E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1010" y="6795986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B85450"/>
            </a:solidFill>
            <a:miter/>
          </a:ln>
        </p:spPr>
      </p:sp>
      <p:sp>
        <p:nvSpPr>
          <p:cNvPr id="1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0E45AA-4925-439B-A40F-2F535046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786" y="6801761"/>
            <a:ext cx="219450" cy="219450"/>
          </a:xfrm>
          <a:custGeom xmlns:a="http://schemas.openxmlformats.org/drawingml/2006/main">
            <a:pathLst>
              <a:path w="219450" h="219450">
                <a:moveTo>
                  <a:pt x="219450" y="219450"/>
                </a:moveTo>
                <a:lnTo>
                  <a:pt x="0" y="219450"/>
                </a:lnTo>
                <a:lnTo>
                  <a:pt x="219450" y="0"/>
                </a:lnTo>
                <a:lnTo>
                  <a:pt x="219450" y="21945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C2C04D-4A53-4E8E-8D95-60933248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1689" y="6397510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7E24A1-D5F5-41AB-B7DB-C803BD77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1689" y="6397510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B85450"/>
            </a:solidFill>
            <a:miter/>
          </a:ln>
        </p:spPr>
      </p:sp>
      <p:sp>
        <p:nvSpPr>
          <p:cNvPr id="1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42C12D-592B-4543-BAC4-2F28A14D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7464" y="6403286"/>
            <a:ext cx="219450" cy="219450"/>
          </a:xfrm>
          <a:custGeom xmlns:a="http://schemas.openxmlformats.org/drawingml/2006/main">
            <a:pathLst>
              <a:path w="219450" h="219450">
                <a:moveTo>
                  <a:pt x="219450" y="219450"/>
                </a:moveTo>
                <a:lnTo>
                  <a:pt x="0" y="219450"/>
                </a:lnTo>
                <a:lnTo>
                  <a:pt x="219450" y="0"/>
                </a:lnTo>
                <a:lnTo>
                  <a:pt x="219450" y="219450"/>
                </a:lnTo>
                <a:close/>
              </a:path>
            </a:pathLst>
          </a:custGeom>
          <a:solidFill xmlns:a="http://schemas.openxmlformats.org/drawingml/2006/main">
            <a:srgbClr val="FF99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6" name="Text Violation,Known">
            <a:extLst xmlns:a="http://schemas.openxmlformats.org/drawingml/2006/main">
              <a:ext uri="{FF2B5EF4-FFF2-40B4-BE49-F238E27FC236}">
                <a16:creationId xmlns:a16="http://schemas.microsoft.com/office/drawing/2014/main" id="{49D23941-B449-4E4B-A96F-F368C21F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776" y="6843833"/>
            <a:ext cx="1048943" cy="111293"/>
          </a:xfrm>
          <a:custGeom xmlns:a="http://schemas.openxmlformats.org/drawingml/2006/main">
            <a:pathLst>
              <a:path w="1048943" h="111293">
                <a:moveTo>
                  <a:pt x="35361" y="96528"/>
                </a:moveTo>
                <a:lnTo>
                  <a:pt x="0" y="3846"/>
                </a:lnTo>
                <a:lnTo>
                  <a:pt x="13090" y="3846"/>
                </a:lnTo>
                <a:lnTo>
                  <a:pt x="42433" y="81878"/>
                </a:lnTo>
                <a:lnTo>
                  <a:pt x="71838" y="3846"/>
                </a:lnTo>
                <a:lnTo>
                  <a:pt x="84866" y="3846"/>
                </a:lnTo>
                <a:lnTo>
                  <a:pt x="49567" y="96528"/>
                </a:lnTo>
                <a:lnTo>
                  <a:pt x="35361" y="96528"/>
                </a:lnTo>
                <a:close/>
                <a:moveTo>
                  <a:pt x="95102" y="27048"/>
                </a:moveTo>
                <a:lnTo>
                  <a:pt x="106516" y="27048"/>
                </a:lnTo>
                <a:lnTo>
                  <a:pt x="106516" y="96528"/>
                </a:lnTo>
                <a:lnTo>
                  <a:pt x="95102" y="96528"/>
                </a:lnTo>
                <a:lnTo>
                  <a:pt x="95102" y="27048"/>
                </a:lnTo>
                <a:moveTo>
                  <a:pt x="95102" y="0"/>
                </a:moveTo>
                <a:lnTo>
                  <a:pt x="106516" y="0"/>
                </a:lnTo>
                <a:lnTo>
                  <a:pt x="106516" y="14516"/>
                </a:lnTo>
                <a:lnTo>
                  <a:pt x="95102" y="14516"/>
                </a:lnTo>
                <a:lnTo>
                  <a:pt x="95102" y="0"/>
                </a:lnTo>
                <a:close/>
                <a:moveTo>
                  <a:pt x="157346" y="34988"/>
                </a:moveTo>
                <a:cubicBezTo>
                  <a:pt x="151225" y="34988"/>
                  <a:pt x="146386" y="37383"/>
                  <a:pt x="142829" y="42171"/>
                </a:cubicBezTo>
                <a:cubicBezTo>
                  <a:pt x="139272" y="46958"/>
                  <a:pt x="137494" y="53518"/>
                  <a:pt x="137494" y="61850"/>
                </a:cubicBezTo>
                <a:cubicBezTo>
                  <a:pt x="137494" y="70182"/>
                  <a:pt x="139262" y="76743"/>
                  <a:pt x="142798" y="81531"/>
                </a:cubicBezTo>
                <a:cubicBezTo>
                  <a:pt x="146334" y="86318"/>
                  <a:pt x="151183" y="88712"/>
                  <a:pt x="157346" y="88712"/>
                </a:cubicBezTo>
                <a:cubicBezTo>
                  <a:pt x="163425" y="88712"/>
                  <a:pt x="168243" y="86308"/>
                  <a:pt x="171800" y="81500"/>
                </a:cubicBezTo>
                <a:cubicBezTo>
                  <a:pt x="175357" y="76691"/>
                  <a:pt x="177135" y="70141"/>
                  <a:pt x="177135" y="61850"/>
                </a:cubicBezTo>
                <a:cubicBezTo>
                  <a:pt x="177135" y="53601"/>
                  <a:pt x="175357" y="47062"/>
                  <a:pt x="171800" y="42233"/>
                </a:cubicBezTo>
                <a:cubicBezTo>
                  <a:pt x="168243" y="37403"/>
                  <a:pt x="163425" y="34988"/>
                  <a:pt x="157346" y="34988"/>
                </a:cubicBezTo>
                <a:moveTo>
                  <a:pt x="157346" y="25311"/>
                </a:moveTo>
                <a:cubicBezTo>
                  <a:pt x="167271" y="25311"/>
                  <a:pt x="175067" y="28542"/>
                  <a:pt x="180733" y="35006"/>
                </a:cubicBezTo>
                <a:cubicBezTo>
                  <a:pt x="186399" y="41468"/>
                  <a:pt x="189232" y="50416"/>
                  <a:pt x="189232" y="61850"/>
                </a:cubicBezTo>
                <a:cubicBezTo>
                  <a:pt x="189232" y="73243"/>
                  <a:pt x="186399" y="82181"/>
                  <a:pt x="180733" y="88665"/>
                </a:cubicBezTo>
                <a:cubicBezTo>
                  <a:pt x="175067" y="95148"/>
                  <a:pt x="167271" y="98389"/>
                  <a:pt x="157346" y="98389"/>
                </a:cubicBezTo>
                <a:cubicBezTo>
                  <a:pt x="147378" y="98389"/>
                  <a:pt x="139572" y="95148"/>
                  <a:pt x="133927" y="88665"/>
                </a:cubicBezTo>
                <a:cubicBezTo>
                  <a:pt x="128282" y="82181"/>
                  <a:pt x="125459" y="73243"/>
                  <a:pt x="125459" y="61850"/>
                </a:cubicBezTo>
                <a:cubicBezTo>
                  <a:pt x="125459" y="50416"/>
                  <a:pt x="128282" y="41468"/>
                  <a:pt x="133927" y="35006"/>
                </a:cubicBezTo>
                <a:cubicBezTo>
                  <a:pt x="139572" y="28542"/>
                  <a:pt x="147378" y="25311"/>
                  <a:pt x="157346" y="25311"/>
                </a:cubicBezTo>
                <a:close/>
                <a:moveTo>
                  <a:pt x="208176" y="0"/>
                </a:moveTo>
                <a:lnTo>
                  <a:pt x="219591" y="0"/>
                </a:lnTo>
                <a:lnTo>
                  <a:pt x="219591" y="96528"/>
                </a:lnTo>
                <a:lnTo>
                  <a:pt x="208176" y="96528"/>
                </a:lnTo>
                <a:lnTo>
                  <a:pt x="208176" y="0"/>
                </a:lnTo>
                <a:close/>
                <a:moveTo>
                  <a:pt x="275073" y="61540"/>
                </a:moveTo>
                <a:cubicBezTo>
                  <a:pt x="265850" y="61540"/>
                  <a:pt x="259461" y="62600"/>
                  <a:pt x="255904" y="64719"/>
                </a:cubicBezTo>
                <a:cubicBezTo>
                  <a:pt x="252347" y="66838"/>
                  <a:pt x="250569" y="70452"/>
                  <a:pt x="250569" y="75562"/>
                </a:cubicBezTo>
                <a:cubicBezTo>
                  <a:pt x="250569" y="79633"/>
                  <a:pt x="251903" y="82864"/>
                  <a:pt x="254570" y="85253"/>
                </a:cubicBezTo>
                <a:cubicBezTo>
                  <a:pt x="257238" y="87642"/>
                  <a:pt x="260867" y="88836"/>
                  <a:pt x="265457" y="88836"/>
                </a:cubicBezTo>
                <a:cubicBezTo>
                  <a:pt x="271785" y="88836"/>
                  <a:pt x="276862" y="86582"/>
                  <a:pt x="280687" y="82074"/>
                </a:cubicBezTo>
                <a:cubicBezTo>
                  <a:pt x="284513" y="77565"/>
                  <a:pt x="286426" y="71570"/>
                  <a:pt x="286426" y="64089"/>
                </a:cubicBezTo>
                <a:lnTo>
                  <a:pt x="286426" y="61540"/>
                </a:lnTo>
                <a:lnTo>
                  <a:pt x="275073" y="61540"/>
                </a:lnTo>
                <a:moveTo>
                  <a:pt x="297840" y="56825"/>
                </a:moveTo>
                <a:lnTo>
                  <a:pt x="297840" y="96528"/>
                </a:lnTo>
                <a:lnTo>
                  <a:pt x="286426" y="96528"/>
                </a:lnTo>
                <a:lnTo>
                  <a:pt x="286426" y="85982"/>
                </a:lnTo>
                <a:cubicBezTo>
                  <a:pt x="283820" y="90221"/>
                  <a:pt x="280574" y="93349"/>
                  <a:pt x="276686" y="95365"/>
                </a:cubicBezTo>
                <a:cubicBezTo>
                  <a:pt x="272798" y="97381"/>
                  <a:pt x="268042" y="98389"/>
                  <a:pt x="262418" y="98389"/>
                </a:cubicBezTo>
                <a:cubicBezTo>
                  <a:pt x="255304" y="98389"/>
                  <a:pt x="249649" y="96389"/>
                  <a:pt x="245451" y="92387"/>
                </a:cubicBezTo>
                <a:cubicBezTo>
                  <a:pt x="241253" y="88385"/>
                  <a:pt x="239154" y="83025"/>
                  <a:pt x="239154" y="76307"/>
                </a:cubicBezTo>
                <a:cubicBezTo>
                  <a:pt x="239154" y="68469"/>
                  <a:pt x="241770" y="62560"/>
                  <a:pt x="247002" y="58580"/>
                </a:cubicBezTo>
                <a:cubicBezTo>
                  <a:pt x="252233" y="54598"/>
                  <a:pt x="260040" y="52607"/>
                  <a:pt x="270420" y="52607"/>
                </a:cubicBezTo>
                <a:lnTo>
                  <a:pt x="286426" y="52607"/>
                </a:lnTo>
                <a:lnTo>
                  <a:pt x="286426" y="51490"/>
                </a:lnTo>
                <a:cubicBezTo>
                  <a:pt x="286426" y="46238"/>
                  <a:pt x="284699" y="42174"/>
                  <a:pt x="281246" y="39300"/>
                </a:cubicBezTo>
                <a:cubicBezTo>
                  <a:pt x="277792" y="36426"/>
                  <a:pt x="272943" y="34988"/>
                  <a:pt x="266698" y="34988"/>
                </a:cubicBezTo>
                <a:cubicBezTo>
                  <a:pt x="262728" y="34988"/>
                  <a:pt x="258861" y="35464"/>
                  <a:pt x="255097" y="36415"/>
                </a:cubicBezTo>
                <a:cubicBezTo>
                  <a:pt x="251334" y="37366"/>
                  <a:pt x="247715" y="38793"/>
                  <a:pt x="244241" y="40696"/>
                </a:cubicBezTo>
                <a:lnTo>
                  <a:pt x="244241" y="30150"/>
                </a:lnTo>
                <a:cubicBezTo>
                  <a:pt x="248418" y="28537"/>
                  <a:pt x="252471" y="27327"/>
                  <a:pt x="256400" y="26520"/>
                </a:cubicBezTo>
                <a:cubicBezTo>
                  <a:pt x="260329" y="25714"/>
                  <a:pt x="264155" y="25311"/>
                  <a:pt x="267877" y="25311"/>
                </a:cubicBezTo>
                <a:cubicBezTo>
                  <a:pt x="277927" y="25311"/>
                  <a:pt x="285433" y="27916"/>
                  <a:pt x="290396" y="33127"/>
                </a:cubicBezTo>
                <a:cubicBezTo>
                  <a:pt x="295359" y="38338"/>
                  <a:pt x="297840" y="46238"/>
                  <a:pt x="297840" y="56825"/>
                </a:cubicBezTo>
                <a:close/>
                <a:moveTo>
                  <a:pt x="332669" y="7320"/>
                </a:moveTo>
                <a:lnTo>
                  <a:pt x="332669" y="27048"/>
                </a:lnTo>
                <a:lnTo>
                  <a:pt x="356181" y="27048"/>
                </a:lnTo>
                <a:lnTo>
                  <a:pt x="356181" y="35981"/>
                </a:lnTo>
                <a:lnTo>
                  <a:pt x="332669" y="35981"/>
                </a:lnTo>
                <a:lnTo>
                  <a:pt x="332669" y="73653"/>
                </a:lnTo>
                <a:cubicBezTo>
                  <a:pt x="332669" y="79312"/>
                  <a:pt x="333445" y="82948"/>
                  <a:pt x="334995" y="84559"/>
                </a:cubicBezTo>
                <a:cubicBezTo>
                  <a:pt x="336546" y="86170"/>
                  <a:pt x="339700" y="86975"/>
                  <a:pt x="344456" y="86975"/>
                </a:cubicBezTo>
                <a:lnTo>
                  <a:pt x="356181" y="86975"/>
                </a:lnTo>
                <a:lnTo>
                  <a:pt x="356181" y="96528"/>
                </a:lnTo>
                <a:lnTo>
                  <a:pt x="344456" y="96528"/>
                </a:lnTo>
                <a:cubicBezTo>
                  <a:pt x="335647" y="96528"/>
                  <a:pt x="329567" y="94886"/>
                  <a:pt x="326217" y="91600"/>
                </a:cubicBezTo>
                <a:cubicBezTo>
                  <a:pt x="322867" y="88314"/>
                  <a:pt x="321192" y="82331"/>
                  <a:pt x="321192" y="73653"/>
                </a:cubicBezTo>
                <a:lnTo>
                  <a:pt x="321192" y="35981"/>
                </a:lnTo>
                <a:lnTo>
                  <a:pt x="312817" y="35981"/>
                </a:lnTo>
                <a:lnTo>
                  <a:pt x="312817" y="27048"/>
                </a:lnTo>
                <a:lnTo>
                  <a:pt x="321192" y="27048"/>
                </a:lnTo>
                <a:lnTo>
                  <a:pt x="321192" y="7320"/>
                </a:lnTo>
                <a:lnTo>
                  <a:pt x="332669" y="7320"/>
                </a:lnTo>
                <a:close/>
                <a:moveTo>
                  <a:pt x="371182" y="27048"/>
                </a:moveTo>
                <a:lnTo>
                  <a:pt x="382597" y="27048"/>
                </a:lnTo>
                <a:lnTo>
                  <a:pt x="382597" y="96528"/>
                </a:lnTo>
                <a:lnTo>
                  <a:pt x="371182" y="96528"/>
                </a:lnTo>
                <a:lnTo>
                  <a:pt x="371182" y="27048"/>
                </a:lnTo>
                <a:moveTo>
                  <a:pt x="371182" y="0"/>
                </a:moveTo>
                <a:lnTo>
                  <a:pt x="382597" y="0"/>
                </a:lnTo>
                <a:lnTo>
                  <a:pt x="382597" y="14516"/>
                </a:lnTo>
                <a:lnTo>
                  <a:pt x="371182" y="14516"/>
                </a:lnTo>
                <a:lnTo>
                  <a:pt x="371182" y="0"/>
                </a:lnTo>
                <a:close/>
                <a:moveTo>
                  <a:pt x="433426" y="34988"/>
                </a:moveTo>
                <a:cubicBezTo>
                  <a:pt x="427306" y="34988"/>
                  <a:pt x="422467" y="37383"/>
                  <a:pt x="418910" y="42171"/>
                </a:cubicBezTo>
                <a:cubicBezTo>
                  <a:pt x="415353" y="46958"/>
                  <a:pt x="413575" y="53518"/>
                  <a:pt x="413575" y="61850"/>
                </a:cubicBezTo>
                <a:cubicBezTo>
                  <a:pt x="413575" y="70182"/>
                  <a:pt x="415343" y="76743"/>
                  <a:pt x="418879" y="81531"/>
                </a:cubicBezTo>
                <a:cubicBezTo>
                  <a:pt x="422415" y="86318"/>
                  <a:pt x="427264" y="88712"/>
                  <a:pt x="433426" y="88712"/>
                </a:cubicBezTo>
                <a:cubicBezTo>
                  <a:pt x="439506" y="88712"/>
                  <a:pt x="444324" y="86308"/>
                  <a:pt x="447881" y="81500"/>
                </a:cubicBezTo>
                <a:cubicBezTo>
                  <a:pt x="451438" y="76691"/>
                  <a:pt x="453216" y="70141"/>
                  <a:pt x="453216" y="61850"/>
                </a:cubicBezTo>
                <a:cubicBezTo>
                  <a:pt x="453216" y="53601"/>
                  <a:pt x="451438" y="47062"/>
                  <a:pt x="447881" y="42233"/>
                </a:cubicBezTo>
                <a:cubicBezTo>
                  <a:pt x="444324" y="37403"/>
                  <a:pt x="439506" y="34988"/>
                  <a:pt x="433426" y="34988"/>
                </a:cubicBezTo>
                <a:moveTo>
                  <a:pt x="433426" y="25311"/>
                </a:moveTo>
                <a:cubicBezTo>
                  <a:pt x="443352" y="25311"/>
                  <a:pt x="451148" y="28542"/>
                  <a:pt x="456814" y="35006"/>
                </a:cubicBezTo>
                <a:cubicBezTo>
                  <a:pt x="462480" y="41468"/>
                  <a:pt x="465313" y="50416"/>
                  <a:pt x="465313" y="61850"/>
                </a:cubicBezTo>
                <a:cubicBezTo>
                  <a:pt x="465313" y="73243"/>
                  <a:pt x="462480" y="82181"/>
                  <a:pt x="456814" y="88665"/>
                </a:cubicBezTo>
                <a:cubicBezTo>
                  <a:pt x="451148" y="95148"/>
                  <a:pt x="443352" y="98389"/>
                  <a:pt x="433426" y="98389"/>
                </a:cubicBezTo>
                <a:cubicBezTo>
                  <a:pt x="423459" y="98389"/>
                  <a:pt x="415653" y="95148"/>
                  <a:pt x="410008" y="88665"/>
                </a:cubicBezTo>
                <a:cubicBezTo>
                  <a:pt x="404362" y="82181"/>
                  <a:pt x="401540" y="73243"/>
                  <a:pt x="401540" y="61850"/>
                </a:cubicBezTo>
                <a:cubicBezTo>
                  <a:pt x="401540" y="50416"/>
                  <a:pt x="404362" y="41468"/>
                  <a:pt x="410008" y="35006"/>
                </a:cubicBezTo>
                <a:cubicBezTo>
                  <a:pt x="415653" y="28542"/>
                  <a:pt x="423459" y="25311"/>
                  <a:pt x="433426" y="25311"/>
                </a:cubicBezTo>
                <a:close/>
                <a:moveTo>
                  <a:pt x="542013" y="54592"/>
                </a:moveTo>
                <a:lnTo>
                  <a:pt x="542013" y="96528"/>
                </a:lnTo>
                <a:lnTo>
                  <a:pt x="530598" y="96528"/>
                </a:lnTo>
                <a:lnTo>
                  <a:pt x="530598" y="54964"/>
                </a:lnTo>
                <a:cubicBezTo>
                  <a:pt x="530598" y="48368"/>
                  <a:pt x="529316" y="43431"/>
                  <a:pt x="526752" y="40153"/>
                </a:cubicBezTo>
                <a:cubicBezTo>
                  <a:pt x="524188" y="36875"/>
                  <a:pt x="520342" y="35237"/>
                  <a:pt x="515213" y="35237"/>
                </a:cubicBezTo>
                <a:cubicBezTo>
                  <a:pt x="509051" y="35237"/>
                  <a:pt x="504192" y="37207"/>
                  <a:pt x="500635" y="41147"/>
                </a:cubicBezTo>
                <a:cubicBezTo>
                  <a:pt x="497078" y="45087"/>
                  <a:pt x="495300" y="50457"/>
                  <a:pt x="495300" y="57259"/>
                </a:cubicBezTo>
                <a:lnTo>
                  <a:pt x="495300" y="96528"/>
                </a:lnTo>
                <a:lnTo>
                  <a:pt x="483823" y="96528"/>
                </a:lnTo>
                <a:lnTo>
                  <a:pt x="483823" y="27048"/>
                </a:lnTo>
                <a:lnTo>
                  <a:pt x="495300" y="27048"/>
                </a:lnTo>
                <a:lnTo>
                  <a:pt x="495300" y="37842"/>
                </a:lnTo>
                <a:cubicBezTo>
                  <a:pt x="498029" y="33644"/>
                  <a:pt x="501245" y="30506"/>
                  <a:pt x="504946" y="28428"/>
                </a:cubicBezTo>
                <a:cubicBezTo>
                  <a:pt x="508648" y="26350"/>
                  <a:pt x="512918" y="25311"/>
                  <a:pt x="517757" y="25311"/>
                </a:cubicBezTo>
                <a:cubicBezTo>
                  <a:pt x="525739" y="25311"/>
                  <a:pt x="531777" y="27787"/>
                  <a:pt x="535871" y="32740"/>
                </a:cubicBezTo>
                <a:cubicBezTo>
                  <a:pt x="539966" y="37692"/>
                  <a:pt x="542013" y="44976"/>
                  <a:pt x="542013" y="54592"/>
                </a:cubicBezTo>
                <a:close/>
                <a:moveTo>
                  <a:pt x="567723" y="80771"/>
                </a:moveTo>
                <a:lnTo>
                  <a:pt x="580812" y="80771"/>
                </a:lnTo>
                <a:lnTo>
                  <a:pt x="580812" y="91441"/>
                </a:lnTo>
                <a:lnTo>
                  <a:pt x="570638" y="111293"/>
                </a:lnTo>
                <a:lnTo>
                  <a:pt x="562636" y="111293"/>
                </a:lnTo>
                <a:lnTo>
                  <a:pt x="567723" y="91441"/>
                </a:lnTo>
                <a:lnTo>
                  <a:pt x="567723" y="80771"/>
                </a:lnTo>
                <a:close/>
                <a:moveTo>
                  <a:pt x="646107" y="3846"/>
                </a:moveTo>
                <a:lnTo>
                  <a:pt x="658638" y="3846"/>
                </a:lnTo>
                <a:lnTo>
                  <a:pt x="658638" y="43018"/>
                </a:lnTo>
                <a:lnTo>
                  <a:pt x="700202" y="3846"/>
                </a:lnTo>
                <a:lnTo>
                  <a:pt x="716332" y="3846"/>
                </a:lnTo>
                <a:lnTo>
                  <a:pt x="670363" y="47053"/>
                </a:lnTo>
                <a:lnTo>
                  <a:pt x="719620" y="96528"/>
                </a:lnTo>
                <a:lnTo>
                  <a:pt x="703118" y="96528"/>
                </a:lnTo>
                <a:lnTo>
                  <a:pt x="658638" y="51895"/>
                </a:lnTo>
                <a:lnTo>
                  <a:pt x="658638" y="96528"/>
                </a:lnTo>
                <a:lnTo>
                  <a:pt x="646107" y="96528"/>
                </a:lnTo>
                <a:lnTo>
                  <a:pt x="646107" y="3846"/>
                </a:lnTo>
                <a:close/>
                <a:moveTo>
                  <a:pt x="786711" y="54592"/>
                </a:moveTo>
                <a:lnTo>
                  <a:pt x="786711" y="96528"/>
                </a:lnTo>
                <a:lnTo>
                  <a:pt x="775297" y="96528"/>
                </a:lnTo>
                <a:lnTo>
                  <a:pt x="775297" y="54964"/>
                </a:lnTo>
                <a:cubicBezTo>
                  <a:pt x="775297" y="48368"/>
                  <a:pt x="774015" y="43431"/>
                  <a:pt x="771450" y="40153"/>
                </a:cubicBezTo>
                <a:cubicBezTo>
                  <a:pt x="768886" y="36875"/>
                  <a:pt x="765040" y="35237"/>
                  <a:pt x="759912" y="35237"/>
                </a:cubicBezTo>
                <a:cubicBezTo>
                  <a:pt x="753749" y="35237"/>
                  <a:pt x="748890" y="37207"/>
                  <a:pt x="745333" y="41147"/>
                </a:cubicBezTo>
                <a:cubicBezTo>
                  <a:pt x="741776" y="45087"/>
                  <a:pt x="739998" y="50457"/>
                  <a:pt x="739998" y="57259"/>
                </a:cubicBezTo>
                <a:lnTo>
                  <a:pt x="739998" y="96528"/>
                </a:lnTo>
                <a:lnTo>
                  <a:pt x="728521" y="96528"/>
                </a:lnTo>
                <a:lnTo>
                  <a:pt x="728521" y="27048"/>
                </a:lnTo>
                <a:lnTo>
                  <a:pt x="739998" y="27048"/>
                </a:lnTo>
                <a:lnTo>
                  <a:pt x="739998" y="37842"/>
                </a:lnTo>
                <a:cubicBezTo>
                  <a:pt x="742728" y="33644"/>
                  <a:pt x="745943" y="30506"/>
                  <a:pt x="749645" y="28428"/>
                </a:cubicBezTo>
                <a:cubicBezTo>
                  <a:pt x="753346" y="26350"/>
                  <a:pt x="757616" y="25311"/>
                  <a:pt x="762455" y="25311"/>
                </a:cubicBezTo>
                <a:cubicBezTo>
                  <a:pt x="770437" y="25311"/>
                  <a:pt x="776475" y="27787"/>
                  <a:pt x="780570" y="32740"/>
                </a:cubicBezTo>
                <a:cubicBezTo>
                  <a:pt x="784664" y="37692"/>
                  <a:pt x="786711" y="44976"/>
                  <a:pt x="786711" y="54592"/>
                </a:cubicBezTo>
                <a:close/>
                <a:moveTo>
                  <a:pt x="836429" y="34988"/>
                </a:moveTo>
                <a:cubicBezTo>
                  <a:pt x="830308" y="34988"/>
                  <a:pt x="825469" y="37383"/>
                  <a:pt x="821913" y="42171"/>
                </a:cubicBezTo>
                <a:cubicBezTo>
                  <a:pt x="818356" y="46958"/>
                  <a:pt x="816577" y="53518"/>
                  <a:pt x="816577" y="61850"/>
                </a:cubicBezTo>
                <a:cubicBezTo>
                  <a:pt x="816577" y="70182"/>
                  <a:pt x="818346" y="76743"/>
                  <a:pt x="821882" y="81531"/>
                </a:cubicBezTo>
                <a:cubicBezTo>
                  <a:pt x="825418" y="86318"/>
                  <a:pt x="830267" y="88712"/>
                  <a:pt x="836429" y="88712"/>
                </a:cubicBezTo>
                <a:cubicBezTo>
                  <a:pt x="842509" y="88712"/>
                  <a:pt x="847327" y="86308"/>
                  <a:pt x="850884" y="81500"/>
                </a:cubicBezTo>
                <a:cubicBezTo>
                  <a:pt x="854440" y="76691"/>
                  <a:pt x="856219" y="70141"/>
                  <a:pt x="856219" y="61850"/>
                </a:cubicBezTo>
                <a:cubicBezTo>
                  <a:pt x="856219" y="53601"/>
                  <a:pt x="854440" y="47062"/>
                  <a:pt x="850884" y="42233"/>
                </a:cubicBezTo>
                <a:cubicBezTo>
                  <a:pt x="847327" y="37403"/>
                  <a:pt x="842509" y="34988"/>
                  <a:pt x="836429" y="34988"/>
                </a:cubicBezTo>
                <a:moveTo>
                  <a:pt x="836429" y="25311"/>
                </a:moveTo>
                <a:cubicBezTo>
                  <a:pt x="846355" y="25311"/>
                  <a:pt x="854151" y="28542"/>
                  <a:pt x="859817" y="35006"/>
                </a:cubicBezTo>
                <a:cubicBezTo>
                  <a:pt x="865483" y="41468"/>
                  <a:pt x="868316" y="50416"/>
                  <a:pt x="868316" y="61850"/>
                </a:cubicBezTo>
                <a:cubicBezTo>
                  <a:pt x="868316" y="73243"/>
                  <a:pt x="865483" y="82181"/>
                  <a:pt x="859817" y="88665"/>
                </a:cubicBezTo>
                <a:cubicBezTo>
                  <a:pt x="854151" y="95148"/>
                  <a:pt x="846355" y="98389"/>
                  <a:pt x="836429" y="98389"/>
                </a:cubicBezTo>
                <a:cubicBezTo>
                  <a:pt x="826462" y="98389"/>
                  <a:pt x="818656" y="95148"/>
                  <a:pt x="813010" y="88665"/>
                </a:cubicBezTo>
                <a:cubicBezTo>
                  <a:pt x="807365" y="82181"/>
                  <a:pt x="804542" y="73243"/>
                  <a:pt x="804542" y="61850"/>
                </a:cubicBezTo>
                <a:cubicBezTo>
                  <a:pt x="804542" y="50416"/>
                  <a:pt x="807365" y="41468"/>
                  <a:pt x="813010" y="35006"/>
                </a:cubicBezTo>
                <a:cubicBezTo>
                  <a:pt x="818656" y="28542"/>
                  <a:pt x="826462" y="25311"/>
                  <a:pt x="836429" y="25311"/>
                </a:cubicBezTo>
                <a:close/>
                <a:moveTo>
                  <a:pt x="880622" y="27048"/>
                </a:moveTo>
                <a:lnTo>
                  <a:pt x="892037" y="27048"/>
                </a:lnTo>
                <a:lnTo>
                  <a:pt x="906305" y="81267"/>
                </a:lnTo>
                <a:lnTo>
                  <a:pt x="920511" y="27048"/>
                </a:lnTo>
                <a:lnTo>
                  <a:pt x="933973" y="27048"/>
                </a:lnTo>
                <a:lnTo>
                  <a:pt x="948242" y="81267"/>
                </a:lnTo>
                <a:lnTo>
                  <a:pt x="962448" y="27048"/>
                </a:lnTo>
                <a:lnTo>
                  <a:pt x="973863" y="27048"/>
                </a:lnTo>
                <a:lnTo>
                  <a:pt x="955686" y="96528"/>
                </a:lnTo>
                <a:lnTo>
                  <a:pt x="942224" y="96528"/>
                </a:lnTo>
                <a:lnTo>
                  <a:pt x="927273" y="39579"/>
                </a:lnTo>
                <a:lnTo>
                  <a:pt x="912261" y="96528"/>
                </a:lnTo>
                <a:lnTo>
                  <a:pt x="898799" y="96528"/>
                </a:lnTo>
                <a:lnTo>
                  <a:pt x="880622" y="27048"/>
                </a:lnTo>
                <a:close/>
                <a:moveTo>
                  <a:pt x="1048943" y="54592"/>
                </a:moveTo>
                <a:lnTo>
                  <a:pt x="1048943" y="96528"/>
                </a:lnTo>
                <a:lnTo>
                  <a:pt x="1037528" y="96528"/>
                </a:lnTo>
                <a:lnTo>
                  <a:pt x="1037528" y="54964"/>
                </a:lnTo>
                <a:cubicBezTo>
                  <a:pt x="1037528" y="48368"/>
                  <a:pt x="1036246" y="43431"/>
                  <a:pt x="1033682" y="40153"/>
                </a:cubicBezTo>
                <a:cubicBezTo>
                  <a:pt x="1031118" y="36875"/>
                  <a:pt x="1027271" y="35237"/>
                  <a:pt x="1022143" y="35237"/>
                </a:cubicBezTo>
                <a:cubicBezTo>
                  <a:pt x="1015981" y="35237"/>
                  <a:pt x="1011121" y="37207"/>
                  <a:pt x="1007564" y="41147"/>
                </a:cubicBezTo>
                <a:cubicBezTo>
                  <a:pt x="1004008" y="45087"/>
                  <a:pt x="1002229" y="50457"/>
                  <a:pt x="1002229" y="57259"/>
                </a:cubicBezTo>
                <a:lnTo>
                  <a:pt x="1002229" y="96528"/>
                </a:lnTo>
                <a:lnTo>
                  <a:pt x="990753" y="96528"/>
                </a:lnTo>
                <a:lnTo>
                  <a:pt x="990753" y="27048"/>
                </a:lnTo>
                <a:lnTo>
                  <a:pt x="1002229" y="27048"/>
                </a:lnTo>
                <a:lnTo>
                  <a:pt x="1002229" y="37842"/>
                </a:lnTo>
                <a:cubicBezTo>
                  <a:pt x="1004959" y="33644"/>
                  <a:pt x="1008175" y="30506"/>
                  <a:pt x="1011876" y="28428"/>
                </a:cubicBezTo>
                <a:cubicBezTo>
                  <a:pt x="1015578" y="26350"/>
                  <a:pt x="1019848" y="25311"/>
                  <a:pt x="1024687" y="25311"/>
                </a:cubicBezTo>
                <a:cubicBezTo>
                  <a:pt x="1032669" y="25311"/>
                  <a:pt x="1038707" y="27787"/>
                  <a:pt x="1042801" y="32740"/>
                </a:cubicBezTo>
                <a:cubicBezTo>
                  <a:pt x="1046895" y="37692"/>
                  <a:pt x="1048943" y="44976"/>
                  <a:pt x="1048943" y="545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7" name="Text Violationw/oPatch;">
            <a:extLst xmlns:a="http://schemas.openxmlformats.org/drawingml/2006/main">
              <a:ext uri="{FF2B5EF4-FFF2-40B4-BE49-F238E27FC236}">
                <a16:creationId xmlns:a16="http://schemas.microsoft.com/office/drawing/2014/main" id="{88D6ACF6-1A7C-4593-B95A-6E5577ED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4279" y="6762983"/>
            <a:ext cx="1234898" cy="111293"/>
          </a:xfrm>
          <a:custGeom xmlns:a="http://schemas.openxmlformats.org/drawingml/2006/main">
            <a:pathLst>
              <a:path w="1234898" h="111293">
                <a:moveTo>
                  <a:pt x="35361" y="96528"/>
                </a:moveTo>
                <a:lnTo>
                  <a:pt x="0" y="3846"/>
                </a:lnTo>
                <a:lnTo>
                  <a:pt x="13090" y="3846"/>
                </a:lnTo>
                <a:lnTo>
                  <a:pt x="42433" y="81878"/>
                </a:lnTo>
                <a:lnTo>
                  <a:pt x="71838" y="3846"/>
                </a:lnTo>
                <a:lnTo>
                  <a:pt x="84866" y="3846"/>
                </a:lnTo>
                <a:lnTo>
                  <a:pt x="49567" y="96528"/>
                </a:lnTo>
                <a:lnTo>
                  <a:pt x="35361" y="96528"/>
                </a:lnTo>
                <a:close/>
                <a:moveTo>
                  <a:pt x="95101" y="27048"/>
                </a:moveTo>
                <a:lnTo>
                  <a:pt x="106516" y="27048"/>
                </a:lnTo>
                <a:lnTo>
                  <a:pt x="106516" y="96528"/>
                </a:lnTo>
                <a:lnTo>
                  <a:pt x="95101" y="96528"/>
                </a:lnTo>
                <a:lnTo>
                  <a:pt x="95101" y="27048"/>
                </a:lnTo>
                <a:moveTo>
                  <a:pt x="95101" y="0"/>
                </a:moveTo>
                <a:lnTo>
                  <a:pt x="106516" y="0"/>
                </a:lnTo>
                <a:lnTo>
                  <a:pt x="106516" y="14516"/>
                </a:lnTo>
                <a:lnTo>
                  <a:pt x="95101" y="14516"/>
                </a:lnTo>
                <a:lnTo>
                  <a:pt x="95101" y="0"/>
                </a:lnTo>
                <a:close/>
                <a:moveTo>
                  <a:pt x="157345" y="34988"/>
                </a:moveTo>
                <a:cubicBezTo>
                  <a:pt x="151224" y="34988"/>
                  <a:pt x="146386" y="37383"/>
                  <a:pt x="142829" y="42171"/>
                </a:cubicBezTo>
                <a:cubicBezTo>
                  <a:pt x="139272" y="46958"/>
                  <a:pt x="137494" y="53518"/>
                  <a:pt x="137494" y="61850"/>
                </a:cubicBezTo>
                <a:cubicBezTo>
                  <a:pt x="137494" y="70182"/>
                  <a:pt x="139262" y="76743"/>
                  <a:pt x="142798" y="81531"/>
                </a:cubicBezTo>
                <a:cubicBezTo>
                  <a:pt x="146334" y="86318"/>
                  <a:pt x="151183" y="88712"/>
                  <a:pt x="157345" y="88712"/>
                </a:cubicBezTo>
                <a:cubicBezTo>
                  <a:pt x="163425" y="88712"/>
                  <a:pt x="168243" y="86308"/>
                  <a:pt x="171800" y="81500"/>
                </a:cubicBezTo>
                <a:cubicBezTo>
                  <a:pt x="175357" y="76691"/>
                  <a:pt x="177135" y="70141"/>
                  <a:pt x="177135" y="61850"/>
                </a:cubicBezTo>
                <a:cubicBezTo>
                  <a:pt x="177135" y="53601"/>
                  <a:pt x="175357" y="47062"/>
                  <a:pt x="171800" y="42233"/>
                </a:cubicBezTo>
                <a:cubicBezTo>
                  <a:pt x="168243" y="37403"/>
                  <a:pt x="163425" y="34988"/>
                  <a:pt x="157345" y="34988"/>
                </a:cubicBezTo>
                <a:moveTo>
                  <a:pt x="157345" y="25311"/>
                </a:moveTo>
                <a:cubicBezTo>
                  <a:pt x="167271" y="25311"/>
                  <a:pt x="175067" y="28542"/>
                  <a:pt x="180733" y="35006"/>
                </a:cubicBezTo>
                <a:cubicBezTo>
                  <a:pt x="186399" y="41468"/>
                  <a:pt x="189232" y="50416"/>
                  <a:pt x="189232" y="61850"/>
                </a:cubicBezTo>
                <a:cubicBezTo>
                  <a:pt x="189232" y="73243"/>
                  <a:pt x="186399" y="82181"/>
                  <a:pt x="180733" y="88665"/>
                </a:cubicBezTo>
                <a:cubicBezTo>
                  <a:pt x="175067" y="95148"/>
                  <a:pt x="167271" y="98389"/>
                  <a:pt x="157345" y="98389"/>
                </a:cubicBezTo>
                <a:cubicBezTo>
                  <a:pt x="147378" y="98389"/>
                  <a:pt x="139572" y="95148"/>
                  <a:pt x="133927" y="88665"/>
                </a:cubicBezTo>
                <a:cubicBezTo>
                  <a:pt x="128281" y="82181"/>
                  <a:pt x="125459" y="73243"/>
                  <a:pt x="125459" y="61850"/>
                </a:cubicBezTo>
                <a:cubicBezTo>
                  <a:pt x="125459" y="50416"/>
                  <a:pt x="128281" y="41468"/>
                  <a:pt x="133927" y="35006"/>
                </a:cubicBezTo>
                <a:cubicBezTo>
                  <a:pt x="139572" y="28542"/>
                  <a:pt x="147378" y="25311"/>
                  <a:pt x="157345" y="25311"/>
                </a:cubicBezTo>
                <a:close/>
                <a:moveTo>
                  <a:pt x="208176" y="0"/>
                </a:moveTo>
                <a:lnTo>
                  <a:pt x="219591" y="0"/>
                </a:lnTo>
                <a:lnTo>
                  <a:pt x="219591" y="96528"/>
                </a:lnTo>
                <a:lnTo>
                  <a:pt x="208176" y="96528"/>
                </a:lnTo>
                <a:lnTo>
                  <a:pt x="208176" y="0"/>
                </a:lnTo>
                <a:close/>
                <a:moveTo>
                  <a:pt x="275073" y="61540"/>
                </a:moveTo>
                <a:cubicBezTo>
                  <a:pt x="265850" y="61540"/>
                  <a:pt x="259460" y="62600"/>
                  <a:pt x="255904" y="64719"/>
                </a:cubicBezTo>
                <a:cubicBezTo>
                  <a:pt x="252347" y="66838"/>
                  <a:pt x="250568" y="70452"/>
                  <a:pt x="250568" y="75562"/>
                </a:cubicBezTo>
                <a:cubicBezTo>
                  <a:pt x="250568" y="79633"/>
                  <a:pt x="251902" y="82864"/>
                  <a:pt x="254570" y="85253"/>
                </a:cubicBezTo>
                <a:cubicBezTo>
                  <a:pt x="257237" y="87642"/>
                  <a:pt x="260866" y="88836"/>
                  <a:pt x="265457" y="88836"/>
                </a:cubicBezTo>
                <a:cubicBezTo>
                  <a:pt x="271785" y="88836"/>
                  <a:pt x="276861" y="86582"/>
                  <a:pt x="280687" y="82074"/>
                </a:cubicBezTo>
                <a:cubicBezTo>
                  <a:pt x="284513" y="77565"/>
                  <a:pt x="286425" y="71570"/>
                  <a:pt x="286425" y="64089"/>
                </a:cubicBezTo>
                <a:lnTo>
                  <a:pt x="286425" y="61540"/>
                </a:lnTo>
                <a:lnTo>
                  <a:pt x="275073" y="61540"/>
                </a:lnTo>
                <a:moveTo>
                  <a:pt x="297840" y="56825"/>
                </a:moveTo>
                <a:lnTo>
                  <a:pt x="297840" y="96528"/>
                </a:lnTo>
                <a:lnTo>
                  <a:pt x="286425" y="96528"/>
                </a:lnTo>
                <a:lnTo>
                  <a:pt x="286425" y="85982"/>
                </a:lnTo>
                <a:cubicBezTo>
                  <a:pt x="283820" y="90221"/>
                  <a:pt x="280573" y="93349"/>
                  <a:pt x="276686" y="95365"/>
                </a:cubicBezTo>
                <a:cubicBezTo>
                  <a:pt x="272798" y="97381"/>
                  <a:pt x="268042" y="98389"/>
                  <a:pt x="262417" y="98389"/>
                </a:cubicBezTo>
                <a:cubicBezTo>
                  <a:pt x="255304" y="98389"/>
                  <a:pt x="249648" y="96389"/>
                  <a:pt x="245450" y="92387"/>
                </a:cubicBezTo>
                <a:cubicBezTo>
                  <a:pt x="241253" y="88385"/>
                  <a:pt x="239154" y="83025"/>
                  <a:pt x="239154" y="76307"/>
                </a:cubicBezTo>
                <a:cubicBezTo>
                  <a:pt x="239154" y="68469"/>
                  <a:pt x="241770" y="62560"/>
                  <a:pt x="247001" y="58580"/>
                </a:cubicBezTo>
                <a:cubicBezTo>
                  <a:pt x="252233" y="54598"/>
                  <a:pt x="260039" y="52607"/>
                  <a:pt x="270420" y="52607"/>
                </a:cubicBezTo>
                <a:lnTo>
                  <a:pt x="286425" y="52607"/>
                </a:lnTo>
                <a:lnTo>
                  <a:pt x="286425" y="51490"/>
                </a:lnTo>
                <a:cubicBezTo>
                  <a:pt x="286425" y="46238"/>
                  <a:pt x="284699" y="42174"/>
                  <a:pt x="281245" y="39300"/>
                </a:cubicBezTo>
                <a:cubicBezTo>
                  <a:pt x="277792" y="36426"/>
                  <a:pt x="272943" y="34988"/>
                  <a:pt x="266698" y="34988"/>
                </a:cubicBezTo>
                <a:cubicBezTo>
                  <a:pt x="262728" y="34988"/>
                  <a:pt x="258861" y="35464"/>
                  <a:pt x="255097" y="36415"/>
                </a:cubicBezTo>
                <a:cubicBezTo>
                  <a:pt x="251334" y="37366"/>
                  <a:pt x="247715" y="38793"/>
                  <a:pt x="244241" y="40696"/>
                </a:cubicBezTo>
                <a:lnTo>
                  <a:pt x="244241" y="30150"/>
                </a:lnTo>
                <a:cubicBezTo>
                  <a:pt x="248418" y="28537"/>
                  <a:pt x="252471" y="27327"/>
                  <a:pt x="256400" y="26520"/>
                </a:cubicBezTo>
                <a:cubicBezTo>
                  <a:pt x="260329" y="25714"/>
                  <a:pt x="264154" y="25311"/>
                  <a:pt x="267877" y="25311"/>
                </a:cubicBezTo>
                <a:cubicBezTo>
                  <a:pt x="277926" y="25311"/>
                  <a:pt x="285433" y="27916"/>
                  <a:pt x="290396" y="33127"/>
                </a:cubicBezTo>
                <a:cubicBezTo>
                  <a:pt x="295359" y="38338"/>
                  <a:pt x="297840" y="46238"/>
                  <a:pt x="297840" y="56825"/>
                </a:cubicBezTo>
                <a:close/>
                <a:moveTo>
                  <a:pt x="332669" y="7320"/>
                </a:moveTo>
                <a:lnTo>
                  <a:pt x="332669" y="27048"/>
                </a:lnTo>
                <a:lnTo>
                  <a:pt x="356180" y="27048"/>
                </a:lnTo>
                <a:lnTo>
                  <a:pt x="356180" y="35981"/>
                </a:lnTo>
                <a:lnTo>
                  <a:pt x="332669" y="35981"/>
                </a:lnTo>
                <a:lnTo>
                  <a:pt x="332669" y="73653"/>
                </a:lnTo>
                <a:cubicBezTo>
                  <a:pt x="332669" y="79312"/>
                  <a:pt x="333444" y="82948"/>
                  <a:pt x="334995" y="84559"/>
                </a:cubicBezTo>
                <a:cubicBezTo>
                  <a:pt x="336546" y="86170"/>
                  <a:pt x="339699" y="86975"/>
                  <a:pt x="344456" y="86975"/>
                </a:cubicBezTo>
                <a:lnTo>
                  <a:pt x="356180" y="86975"/>
                </a:lnTo>
                <a:lnTo>
                  <a:pt x="356180" y="96528"/>
                </a:lnTo>
                <a:lnTo>
                  <a:pt x="344456" y="96528"/>
                </a:lnTo>
                <a:cubicBezTo>
                  <a:pt x="335646" y="96528"/>
                  <a:pt x="329567" y="94886"/>
                  <a:pt x="326217" y="91600"/>
                </a:cubicBezTo>
                <a:cubicBezTo>
                  <a:pt x="322867" y="88314"/>
                  <a:pt x="321192" y="82331"/>
                  <a:pt x="321192" y="73653"/>
                </a:cubicBezTo>
                <a:lnTo>
                  <a:pt x="321192" y="35981"/>
                </a:lnTo>
                <a:lnTo>
                  <a:pt x="312817" y="35981"/>
                </a:lnTo>
                <a:lnTo>
                  <a:pt x="312817" y="27048"/>
                </a:lnTo>
                <a:lnTo>
                  <a:pt x="321192" y="27048"/>
                </a:lnTo>
                <a:lnTo>
                  <a:pt x="321192" y="7320"/>
                </a:lnTo>
                <a:lnTo>
                  <a:pt x="332669" y="7320"/>
                </a:lnTo>
                <a:close/>
                <a:moveTo>
                  <a:pt x="371182" y="27048"/>
                </a:moveTo>
                <a:lnTo>
                  <a:pt x="382597" y="27048"/>
                </a:lnTo>
                <a:lnTo>
                  <a:pt x="382597" y="96528"/>
                </a:lnTo>
                <a:lnTo>
                  <a:pt x="371182" y="96528"/>
                </a:lnTo>
                <a:lnTo>
                  <a:pt x="371182" y="27048"/>
                </a:lnTo>
                <a:moveTo>
                  <a:pt x="371182" y="0"/>
                </a:moveTo>
                <a:lnTo>
                  <a:pt x="382597" y="0"/>
                </a:lnTo>
                <a:lnTo>
                  <a:pt x="382597" y="14516"/>
                </a:lnTo>
                <a:lnTo>
                  <a:pt x="371182" y="14516"/>
                </a:lnTo>
                <a:lnTo>
                  <a:pt x="371182" y="0"/>
                </a:lnTo>
                <a:close/>
                <a:moveTo>
                  <a:pt x="433426" y="34988"/>
                </a:moveTo>
                <a:cubicBezTo>
                  <a:pt x="427305" y="34988"/>
                  <a:pt x="422466" y="37383"/>
                  <a:pt x="418910" y="42171"/>
                </a:cubicBezTo>
                <a:cubicBezTo>
                  <a:pt x="415353" y="46958"/>
                  <a:pt x="413575" y="53518"/>
                  <a:pt x="413575" y="61850"/>
                </a:cubicBezTo>
                <a:cubicBezTo>
                  <a:pt x="413575" y="70182"/>
                  <a:pt x="415343" y="76743"/>
                  <a:pt x="418879" y="81531"/>
                </a:cubicBezTo>
                <a:cubicBezTo>
                  <a:pt x="422415" y="86318"/>
                  <a:pt x="427264" y="88712"/>
                  <a:pt x="433426" y="88712"/>
                </a:cubicBezTo>
                <a:cubicBezTo>
                  <a:pt x="439506" y="88712"/>
                  <a:pt x="444324" y="86308"/>
                  <a:pt x="447881" y="81500"/>
                </a:cubicBezTo>
                <a:cubicBezTo>
                  <a:pt x="451437" y="76691"/>
                  <a:pt x="453216" y="70141"/>
                  <a:pt x="453216" y="61850"/>
                </a:cubicBezTo>
                <a:cubicBezTo>
                  <a:pt x="453216" y="53601"/>
                  <a:pt x="451437" y="47062"/>
                  <a:pt x="447881" y="42233"/>
                </a:cubicBezTo>
                <a:cubicBezTo>
                  <a:pt x="444324" y="37403"/>
                  <a:pt x="439506" y="34988"/>
                  <a:pt x="433426" y="34988"/>
                </a:cubicBezTo>
                <a:moveTo>
                  <a:pt x="433426" y="25311"/>
                </a:moveTo>
                <a:cubicBezTo>
                  <a:pt x="443352" y="25311"/>
                  <a:pt x="451148" y="28542"/>
                  <a:pt x="456814" y="35006"/>
                </a:cubicBezTo>
                <a:cubicBezTo>
                  <a:pt x="462480" y="41468"/>
                  <a:pt x="465313" y="50416"/>
                  <a:pt x="465313" y="61850"/>
                </a:cubicBezTo>
                <a:cubicBezTo>
                  <a:pt x="465313" y="73243"/>
                  <a:pt x="462480" y="82181"/>
                  <a:pt x="456814" y="88665"/>
                </a:cubicBezTo>
                <a:cubicBezTo>
                  <a:pt x="451148" y="95148"/>
                  <a:pt x="443352" y="98389"/>
                  <a:pt x="433426" y="98389"/>
                </a:cubicBezTo>
                <a:cubicBezTo>
                  <a:pt x="423459" y="98389"/>
                  <a:pt x="415653" y="95148"/>
                  <a:pt x="410007" y="88665"/>
                </a:cubicBezTo>
                <a:cubicBezTo>
                  <a:pt x="404362" y="82181"/>
                  <a:pt x="401540" y="73243"/>
                  <a:pt x="401540" y="61850"/>
                </a:cubicBezTo>
                <a:cubicBezTo>
                  <a:pt x="401540" y="50416"/>
                  <a:pt x="404362" y="41468"/>
                  <a:pt x="410007" y="35006"/>
                </a:cubicBezTo>
                <a:cubicBezTo>
                  <a:pt x="415653" y="28542"/>
                  <a:pt x="423459" y="25311"/>
                  <a:pt x="433426" y="25311"/>
                </a:cubicBezTo>
                <a:close/>
                <a:moveTo>
                  <a:pt x="542013" y="54592"/>
                </a:moveTo>
                <a:lnTo>
                  <a:pt x="542013" y="96528"/>
                </a:lnTo>
                <a:lnTo>
                  <a:pt x="530598" y="96528"/>
                </a:lnTo>
                <a:lnTo>
                  <a:pt x="530598" y="54964"/>
                </a:lnTo>
                <a:cubicBezTo>
                  <a:pt x="530598" y="48368"/>
                  <a:pt x="529316" y="43431"/>
                  <a:pt x="526752" y="40153"/>
                </a:cubicBezTo>
                <a:cubicBezTo>
                  <a:pt x="524188" y="36875"/>
                  <a:pt x="520341" y="35237"/>
                  <a:pt x="515213" y="35237"/>
                </a:cubicBezTo>
                <a:cubicBezTo>
                  <a:pt x="509051" y="35237"/>
                  <a:pt x="504191" y="37207"/>
                  <a:pt x="500635" y="41147"/>
                </a:cubicBezTo>
                <a:cubicBezTo>
                  <a:pt x="497078" y="45087"/>
                  <a:pt x="495299" y="50457"/>
                  <a:pt x="495299" y="57259"/>
                </a:cubicBezTo>
                <a:lnTo>
                  <a:pt x="495299" y="96528"/>
                </a:lnTo>
                <a:lnTo>
                  <a:pt x="483823" y="96528"/>
                </a:lnTo>
                <a:lnTo>
                  <a:pt x="483823" y="27048"/>
                </a:lnTo>
                <a:lnTo>
                  <a:pt x="495299" y="27048"/>
                </a:lnTo>
                <a:lnTo>
                  <a:pt x="495299" y="37842"/>
                </a:lnTo>
                <a:cubicBezTo>
                  <a:pt x="498029" y="33644"/>
                  <a:pt x="501245" y="30506"/>
                  <a:pt x="504946" y="28428"/>
                </a:cubicBezTo>
                <a:cubicBezTo>
                  <a:pt x="508648" y="26350"/>
                  <a:pt x="512918" y="25311"/>
                  <a:pt x="517757" y="25311"/>
                </a:cubicBezTo>
                <a:cubicBezTo>
                  <a:pt x="525739" y="25311"/>
                  <a:pt x="531777" y="27787"/>
                  <a:pt x="535871" y="32740"/>
                </a:cubicBezTo>
                <a:cubicBezTo>
                  <a:pt x="539966" y="37692"/>
                  <a:pt x="542013" y="44976"/>
                  <a:pt x="542013" y="54592"/>
                </a:cubicBezTo>
                <a:close/>
                <a:moveTo>
                  <a:pt x="598571" y="27048"/>
                </a:moveTo>
                <a:lnTo>
                  <a:pt x="609986" y="27048"/>
                </a:lnTo>
                <a:lnTo>
                  <a:pt x="624254" y="81267"/>
                </a:lnTo>
                <a:lnTo>
                  <a:pt x="638460" y="27048"/>
                </a:lnTo>
                <a:lnTo>
                  <a:pt x="651922" y="27048"/>
                </a:lnTo>
                <a:lnTo>
                  <a:pt x="666191" y="81267"/>
                </a:lnTo>
                <a:lnTo>
                  <a:pt x="680397" y="27048"/>
                </a:lnTo>
                <a:lnTo>
                  <a:pt x="691811" y="27048"/>
                </a:lnTo>
                <a:lnTo>
                  <a:pt x="673635" y="96528"/>
                </a:lnTo>
                <a:lnTo>
                  <a:pt x="660173" y="96528"/>
                </a:lnTo>
                <a:lnTo>
                  <a:pt x="645222" y="39579"/>
                </a:lnTo>
                <a:lnTo>
                  <a:pt x="630209" y="96528"/>
                </a:lnTo>
                <a:lnTo>
                  <a:pt x="616748" y="96528"/>
                </a:lnTo>
                <a:lnTo>
                  <a:pt x="598571" y="27048"/>
                </a:lnTo>
                <a:close/>
                <a:moveTo>
                  <a:pt x="729422" y="3846"/>
                </a:moveTo>
                <a:lnTo>
                  <a:pt x="739968" y="3846"/>
                </a:lnTo>
                <a:lnTo>
                  <a:pt x="707709" y="108315"/>
                </a:lnTo>
                <a:lnTo>
                  <a:pt x="697163" y="108315"/>
                </a:lnTo>
                <a:lnTo>
                  <a:pt x="729422" y="3846"/>
                </a:lnTo>
                <a:close/>
                <a:moveTo>
                  <a:pt x="778875" y="34988"/>
                </a:moveTo>
                <a:cubicBezTo>
                  <a:pt x="772754" y="34988"/>
                  <a:pt x="767915" y="37383"/>
                  <a:pt x="764358" y="42171"/>
                </a:cubicBezTo>
                <a:cubicBezTo>
                  <a:pt x="760802" y="46958"/>
                  <a:pt x="759023" y="53518"/>
                  <a:pt x="759023" y="61850"/>
                </a:cubicBezTo>
                <a:cubicBezTo>
                  <a:pt x="759023" y="70182"/>
                  <a:pt x="760791" y="76743"/>
                  <a:pt x="764327" y="81531"/>
                </a:cubicBezTo>
                <a:cubicBezTo>
                  <a:pt x="767863" y="86318"/>
                  <a:pt x="772712" y="88712"/>
                  <a:pt x="778875" y="88712"/>
                </a:cubicBezTo>
                <a:cubicBezTo>
                  <a:pt x="784954" y="88712"/>
                  <a:pt x="789772" y="86308"/>
                  <a:pt x="793329" y="81500"/>
                </a:cubicBezTo>
                <a:cubicBezTo>
                  <a:pt x="796886" y="76691"/>
                  <a:pt x="798664" y="70141"/>
                  <a:pt x="798664" y="61850"/>
                </a:cubicBezTo>
                <a:cubicBezTo>
                  <a:pt x="798664" y="53601"/>
                  <a:pt x="796886" y="47062"/>
                  <a:pt x="793329" y="42233"/>
                </a:cubicBezTo>
                <a:cubicBezTo>
                  <a:pt x="789772" y="37403"/>
                  <a:pt x="784954" y="34988"/>
                  <a:pt x="778875" y="34988"/>
                </a:cubicBezTo>
                <a:moveTo>
                  <a:pt x="778875" y="25311"/>
                </a:moveTo>
                <a:cubicBezTo>
                  <a:pt x="788801" y="25311"/>
                  <a:pt x="796596" y="28542"/>
                  <a:pt x="802262" y="35006"/>
                </a:cubicBezTo>
                <a:cubicBezTo>
                  <a:pt x="807928" y="41468"/>
                  <a:pt x="810761" y="50416"/>
                  <a:pt x="810761" y="61850"/>
                </a:cubicBezTo>
                <a:cubicBezTo>
                  <a:pt x="810761" y="73243"/>
                  <a:pt x="807928" y="82181"/>
                  <a:pt x="802262" y="88665"/>
                </a:cubicBezTo>
                <a:cubicBezTo>
                  <a:pt x="796596" y="95148"/>
                  <a:pt x="788801" y="98389"/>
                  <a:pt x="778875" y="98389"/>
                </a:cubicBezTo>
                <a:cubicBezTo>
                  <a:pt x="768908" y="98389"/>
                  <a:pt x="761101" y="95148"/>
                  <a:pt x="755456" y="88665"/>
                </a:cubicBezTo>
                <a:cubicBezTo>
                  <a:pt x="749811" y="82181"/>
                  <a:pt x="746988" y="73243"/>
                  <a:pt x="746988" y="61850"/>
                </a:cubicBezTo>
                <a:cubicBezTo>
                  <a:pt x="746988" y="50416"/>
                  <a:pt x="749811" y="41468"/>
                  <a:pt x="755456" y="35006"/>
                </a:cubicBezTo>
                <a:cubicBezTo>
                  <a:pt x="761101" y="28542"/>
                  <a:pt x="768908" y="25311"/>
                  <a:pt x="778875" y="25311"/>
                </a:cubicBezTo>
                <a:close/>
                <a:moveTo>
                  <a:pt x="883136" y="14144"/>
                </a:moveTo>
                <a:lnTo>
                  <a:pt x="883136" y="49009"/>
                </a:lnTo>
                <a:lnTo>
                  <a:pt x="898893" y="49009"/>
                </a:lnTo>
                <a:cubicBezTo>
                  <a:pt x="904724" y="49009"/>
                  <a:pt x="909232" y="47496"/>
                  <a:pt x="912417" y="44472"/>
                </a:cubicBezTo>
                <a:cubicBezTo>
                  <a:pt x="915601" y="41448"/>
                  <a:pt x="917194" y="37139"/>
                  <a:pt x="917194" y="31545"/>
                </a:cubicBezTo>
                <a:cubicBezTo>
                  <a:pt x="917194" y="25993"/>
                  <a:pt x="915601" y="21705"/>
                  <a:pt x="912417" y="18681"/>
                </a:cubicBezTo>
                <a:cubicBezTo>
                  <a:pt x="909232" y="15656"/>
                  <a:pt x="904724" y="14144"/>
                  <a:pt x="898893" y="14144"/>
                </a:cubicBezTo>
                <a:lnTo>
                  <a:pt x="883136" y="14144"/>
                </a:lnTo>
                <a:moveTo>
                  <a:pt x="870604" y="3846"/>
                </a:moveTo>
                <a:lnTo>
                  <a:pt x="898893" y="3846"/>
                </a:lnTo>
                <a:cubicBezTo>
                  <a:pt x="909274" y="3846"/>
                  <a:pt x="917121" y="6196"/>
                  <a:pt x="922436" y="10895"/>
                </a:cubicBezTo>
                <a:cubicBezTo>
                  <a:pt x="927750" y="15594"/>
                  <a:pt x="930407" y="22478"/>
                  <a:pt x="930407" y="31545"/>
                </a:cubicBezTo>
                <a:cubicBezTo>
                  <a:pt x="930407" y="40696"/>
                  <a:pt x="927750" y="47610"/>
                  <a:pt x="922436" y="52289"/>
                </a:cubicBezTo>
                <a:cubicBezTo>
                  <a:pt x="917121" y="56967"/>
                  <a:pt x="909274" y="59307"/>
                  <a:pt x="898893" y="59307"/>
                </a:cubicBezTo>
                <a:lnTo>
                  <a:pt x="883136" y="59307"/>
                </a:lnTo>
                <a:lnTo>
                  <a:pt x="883136" y="96528"/>
                </a:lnTo>
                <a:lnTo>
                  <a:pt x="870604" y="96528"/>
                </a:lnTo>
                <a:lnTo>
                  <a:pt x="870604" y="3846"/>
                </a:lnTo>
                <a:close/>
                <a:moveTo>
                  <a:pt x="972357" y="61540"/>
                </a:moveTo>
                <a:cubicBezTo>
                  <a:pt x="963134" y="61540"/>
                  <a:pt x="956744" y="62600"/>
                  <a:pt x="953187" y="64719"/>
                </a:cubicBezTo>
                <a:cubicBezTo>
                  <a:pt x="949631" y="66838"/>
                  <a:pt x="947852" y="70452"/>
                  <a:pt x="947852" y="75562"/>
                </a:cubicBezTo>
                <a:cubicBezTo>
                  <a:pt x="947852" y="79633"/>
                  <a:pt x="949186" y="82864"/>
                  <a:pt x="951854" y="85253"/>
                </a:cubicBezTo>
                <a:cubicBezTo>
                  <a:pt x="954521" y="87642"/>
                  <a:pt x="958150" y="88836"/>
                  <a:pt x="962741" y="88836"/>
                </a:cubicBezTo>
                <a:cubicBezTo>
                  <a:pt x="969069" y="88836"/>
                  <a:pt x="974145" y="86582"/>
                  <a:pt x="977971" y="82074"/>
                </a:cubicBezTo>
                <a:cubicBezTo>
                  <a:pt x="981796" y="77565"/>
                  <a:pt x="983709" y="71570"/>
                  <a:pt x="983709" y="64089"/>
                </a:cubicBezTo>
                <a:lnTo>
                  <a:pt x="983709" y="61540"/>
                </a:lnTo>
                <a:lnTo>
                  <a:pt x="972357" y="61540"/>
                </a:lnTo>
                <a:moveTo>
                  <a:pt x="995124" y="56825"/>
                </a:moveTo>
                <a:lnTo>
                  <a:pt x="995124" y="96528"/>
                </a:lnTo>
                <a:lnTo>
                  <a:pt x="983709" y="96528"/>
                </a:lnTo>
                <a:lnTo>
                  <a:pt x="983709" y="85982"/>
                </a:lnTo>
                <a:cubicBezTo>
                  <a:pt x="981104" y="90221"/>
                  <a:pt x="977857" y="93349"/>
                  <a:pt x="973969" y="95365"/>
                </a:cubicBezTo>
                <a:cubicBezTo>
                  <a:pt x="970082" y="97381"/>
                  <a:pt x="965326" y="98389"/>
                  <a:pt x="959701" y="98389"/>
                </a:cubicBezTo>
                <a:cubicBezTo>
                  <a:pt x="952588" y="98389"/>
                  <a:pt x="946932" y="96389"/>
                  <a:pt x="942734" y="92387"/>
                </a:cubicBezTo>
                <a:cubicBezTo>
                  <a:pt x="938536" y="88385"/>
                  <a:pt x="936438" y="83025"/>
                  <a:pt x="936438" y="76307"/>
                </a:cubicBezTo>
                <a:cubicBezTo>
                  <a:pt x="936438" y="68469"/>
                  <a:pt x="939053" y="62560"/>
                  <a:pt x="944285" y="58580"/>
                </a:cubicBezTo>
                <a:cubicBezTo>
                  <a:pt x="949517" y="54598"/>
                  <a:pt x="957323" y="52607"/>
                  <a:pt x="967704" y="52607"/>
                </a:cubicBezTo>
                <a:lnTo>
                  <a:pt x="983709" y="52607"/>
                </a:lnTo>
                <a:lnTo>
                  <a:pt x="983709" y="51490"/>
                </a:lnTo>
                <a:cubicBezTo>
                  <a:pt x="983709" y="46238"/>
                  <a:pt x="981982" y="42174"/>
                  <a:pt x="978529" y="39300"/>
                </a:cubicBezTo>
                <a:cubicBezTo>
                  <a:pt x="975076" y="36426"/>
                  <a:pt x="970227" y="34988"/>
                  <a:pt x="963982" y="34988"/>
                </a:cubicBezTo>
                <a:cubicBezTo>
                  <a:pt x="960011" y="34988"/>
                  <a:pt x="956144" y="35464"/>
                  <a:pt x="952381" y="36415"/>
                </a:cubicBezTo>
                <a:cubicBezTo>
                  <a:pt x="948617" y="37366"/>
                  <a:pt x="944999" y="38793"/>
                  <a:pt x="941524" y="40696"/>
                </a:cubicBezTo>
                <a:lnTo>
                  <a:pt x="941524" y="30150"/>
                </a:lnTo>
                <a:cubicBezTo>
                  <a:pt x="945702" y="28537"/>
                  <a:pt x="949755" y="27327"/>
                  <a:pt x="953684" y="26520"/>
                </a:cubicBezTo>
                <a:cubicBezTo>
                  <a:pt x="957613" y="25714"/>
                  <a:pt x="961438" y="25311"/>
                  <a:pt x="965160" y="25311"/>
                </a:cubicBezTo>
                <a:cubicBezTo>
                  <a:pt x="975210" y="25311"/>
                  <a:pt x="982717" y="27916"/>
                  <a:pt x="987679" y="33127"/>
                </a:cubicBezTo>
                <a:cubicBezTo>
                  <a:pt x="992642" y="38338"/>
                  <a:pt x="995124" y="46238"/>
                  <a:pt x="995124" y="56825"/>
                </a:cubicBezTo>
                <a:close/>
                <a:moveTo>
                  <a:pt x="1029952" y="7320"/>
                </a:moveTo>
                <a:lnTo>
                  <a:pt x="1029952" y="27048"/>
                </a:lnTo>
                <a:lnTo>
                  <a:pt x="1053463" y="27048"/>
                </a:lnTo>
                <a:lnTo>
                  <a:pt x="1053463" y="35981"/>
                </a:lnTo>
                <a:lnTo>
                  <a:pt x="1029952" y="35981"/>
                </a:lnTo>
                <a:lnTo>
                  <a:pt x="1029952" y="73653"/>
                </a:lnTo>
                <a:cubicBezTo>
                  <a:pt x="1029952" y="79312"/>
                  <a:pt x="1030727" y="82948"/>
                  <a:pt x="1032278" y="84559"/>
                </a:cubicBezTo>
                <a:cubicBezTo>
                  <a:pt x="1033829" y="86170"/>
                  <a:pt x="1036982" y="86975"/>
                  <a:pt x="1041738" y="86975"/>
                </a:cubicBezTo>
                <a:lnTo>
                  <a:pt x="1053463" y="86975"/>
                </a:lnTo>
                <a:lnTo>
                  <a:pt x="1053463" y="96528"/>
                </a:lnTo>
                <a:lnTo>
                  <a:pt x="1041738" y="96528"/>
                </a:lnTo>
                <a:cubicBezTo>
                  <a:pt x="1032929" y="96528"/>
                  <a:pt x="1026850" y="94886"/>
                  <a:pt x="1023500" y="91600"/>
                </a:cubicBezTo>
                <a:cubicBezTo>
                  <a:pt x="1020150" y="88314"/>
                  <a:pt x="1018475" y="82331"/>
                  <a:pt x="1018475" y="73653"/>
                </a:cubicBezTo>
                <a:lnTo>
                  <a:pt x="1018475" y="35981"/>
                </a:lnTo>
                <a:lnTo>
                  <a:pt x="1010100" y="35981"/>
                </a:lnTo>
                <a:lnTo>
                  <a:pt x="1010100" y="27048"/>
                </a:lnTo>
                <a:lnTo>
                  <a:pt x="1018475" y="27048"/>
                </a:lnTo>
                <a:lnTo>
                  <a:pt x="1018475" y="7320"/>
                </a:lnTo>
                <a:lnTo>
                  <a:pt x="1029952" y="7320"/>
                </a:lnTo>
                <a:close/>
                <a:moveTo>
                  <a:pt x="1118466" y="29653"/>
                </a:moveTo>
                <a:lnTo>
                  <a:pt x="1118466" y="40324"/>
                </a:lnTo>
                <a:cubicBezTo>
                  <a:pt x="1115240" y="38545"/>
                  <a:pt x="1112004" y="37211"/>
                  <a:pt x="1108757" y="36322"/>
                </a:cubicBezTo>
                <a:cubicBezTo>
                  <a:pt x="1105511" y="35433"/>
                  <a:pt x="1102233" y="34988"/>
                  <a:pt x="1098925" y="34988"/>
                </a:cubicBezTo>
                <a:cubicBezTo>
                  <a:pt x="1091522" y="34988"/>
                  <a:pt x="1085773" y="37341"/>
                  <a:pt x="1081679" y="42047"/>
                </a:cubicBezTo>
                <a:cubicBezTo>
                  <a:pt x="1077584" y="46751"/>
                  <a:pt x="1075537" y="53352"/>
                  <a:pt x="1075537" y="61850"/>
                </a:cubicBezTo>
                <a:cubicBezTo>
                  <a:pt x="1075537" y="70348"/>
                  <a:pt x="1077584" y="76950"/>
                  <a:pt x="1081679" y="81655"/>
                </a:cubicBezTo>
                <a:cubicBezTo>
                  <a:pt x="1085773" y="86360"/>
                  <a:pt x="1091522" y="88712"/>
                  <a:pt x="1098925" y="88712"/>
                </a:cubicBezTo>
                <a:cubicBezTo>
                  <a:pt x="1102233" y="88712"/>
                  <a:pt x="1105511" y="88267"/>
                  <a:pt x="1108757" y="87378"/>
                </a:cubicBezTo>
                <a:cubicBezTo>
                  <a:pt x="1112004" y="86489"/>
                  <a:pt x="1115240" y="85155"/>
                  <a:pt x="1118466" y="83377"/>
                </a:cubicBezTo>
                <a:lnTo>
                  <a:pt x="1118466" y="93923"/>
                </a:lnTo>
                <a:cubicBezTo>
                  <a:pt x="1115282" y="95412"/>
                  <a:pt x="1111983" y="96528"/>
                  <a:pt x="1108571" y="97273"/>
                </a:cubicBezTo>
                <a:cubicBezTo>
                  <a:pt x="1105159" y="98017"/>
                  <a:pt x="1101530" y="98389"/>
                  <a:pt x="1097684" y="98389"/>
                </a:cubicBezTo>
                <a:cubicBezTo>
                  <a:pt x="1087220" y="98389"/>
                  <a:pt x="1078908" y="95096"/>
                  <a:pt x="1072745" y="88510"/>
                </a:cubicBezTo>
                <a:cubicBezTo>
                  <a:pt x="1066583" y="81923"/>
                  <a:pt x="1063502" y="73036"/>
                  <a:pt x="1063502" y="61850"/>
                </a:cubicBezTo>
                <a:cubicBezTo>
                  <a:pt x="1063502" y="50499"/>
                  <a:pt x="1066614" y="41571"/>
                  <a:pt x="1072838" y="35068"/>
                </a:cubicBezTo>
                <a:cubicBezTo>
                  <a:pt x="1079063" y="28563"/>
                  <a:pt x="1087593" y="25311"/>
                  <a:pt x="1098428" y="25311"/>
                </a:cubicBezTo>
                <a:cubicBezTo>
                  <a:pt x="1101944" y="25311"/>
                  <a:pt x="1105376" y="25673"/>
                  <a:pt x="1108726" y="26396"/>
                </a:cubicBezTo>
                <a:cubicBezTo>
                  <a:pt x="1112076" y="27120"/>
                  <a:pt x="1115323" y="28206"/>
                  <a:pt x="1118466" y="29653"/>
                </a:cubicBezTo>
                <a:close/>
                <a:moveTo>
                  <a:pt x="1196098" y="54592"/>
                </a:moveTo>
                <a:lnTo>
                  <a:pt x="1196098" y="96528"/>
                </a:lnTo>
                <a:lnTo>
                  <a:pt x="1184684" y="96528"/>
                </a:lnTo>
                <a:lnTo>
                  <a:pt x="1184684" y="54964"/>
                </a:lnTo>
                <a:cubicBezTo>
                  <a:pt x="1184684" y="48368"/>
                  <a:pt x="1183401" y="43431"/>
                  <a:pt x="1180837" y="40153"/>
                </a:cubicBezTo>
                <a:cubicBezTo>
                  <a:pt x="1178273" y="36875"/>
                  <a:pt x="1174427" y="35237"/>
                  <a:pt x="1169299" y="35237"/>
                </a:cubicBezTo>
                <a:cubicBezTo>
                  <a:pt x="1163136" y="35237"/>
                  <a:pt x="1158277" y="37207"/>
                  <a:pt x="1154720" y="41147"/>
                </a:cubicBezTo>
                <a:cubicBezTo>
                  <a:pt x="1151163" y="45087"/>
                  <a:pt x="1149385" y="50457"/>
                  <a:pt x="1149385" y="57259"/>
                </a:cubicBezTo>
                <a:lnTo>
                  <a:pt x="1149385" y="96528"/>
                </a:lnTo>
                <a:lnTo>
                  <a:pt x="1137908" y="96528"/>
                </a:lnTo>
                <a:lnTo>
                  <a:pt x="1137908" y="0"/>
                </a:lnTo>
                <a:lnTo>
                  <a:pt x="1149385" y="0"/>
                </a:lnTo>
                <a:lnTo>
                  <a:pt x="1149385" y="37842"/>
                </a:lnTo>
                <a:cubicBezTo>
                  <a:pt x="1152115" y="33644"/>
                  <a:pt x="1155330" y="30506"/>
                  <a:pt x="1159032" y="28428"/>
                </a:cubicBezTo>
                <a:cubicBezTo>
                  <a:pt x="1162733" y="26350"/>
                  <a:pt x="1167003" y="25311"/>
                  <a:pt x="1171842" y="25311"/>
                </a:cubicBezTo>
                <a:cubicBezTo>
                  <a:pt x="1179824" y="25311"/>
                  <a:pt x="1185862" y="27787"/>
                  <a:pt x="1189957" y="32740"/>
                </a:cubicBezTo>
                <a:cubicBezTo>
                  <a:pt x="1194051" y="37692"/>
                  <a:pt x="1196098" y="44976"/>
                  <a:pt x="1196098" y="54592"/>
                </a:cubicBezTo>
                <a:close/>
                <a:moveTo>
                  <a:pt x="1221809" y="30770"/>
                </a:moveTo>
                <a:lnTo>
                  <a:pt x="1234898" y="30770"/>
                </a:lnTo>
                <a:lnTo>
                  <a:pt x="1234898" y="46527"/>
                </a:lnTo>
                <a:lnTo>
                  <a:pt x="1221809" y="46527"/>
                </a:lnTo>
                <a:lnTo>
                  <a:pt x="1221809" y="30770"/>
                </a:lnTo>
                <a:moveTo>
                  <a:pt x="1221809" y="80771"/>
                </a:moveTo>
                <a:lnTo>
                  <a:pt x="1234898" y="80771"/>
                </a:lnTo>
                <a:lnTo>
                  <a:pt x="1234898" y="91441"/>
                </a:lnTo>
                <a:lnTo>
                  <a:pt x="1224724" y="111293"/>
                </a:lnTo>
                <a:lnTo>
                  <a:pt x="1216722" y="111293"/>
                </a:lnTo>
                <a:lnTo>
                  <a:pt x="1221809" y="91441"/>
                </a:lnTo>
                <a:lnTo>
                  <a:pt x="1221809" y="807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8" name="Text NoViolationw/Patch">
            <a:extLst xmlns:a="http://schemas.openxmlformats.org/drawingml/2006/main">
              <a:ext uri="{FF2B5EF4-FFF2-40B4-BE49-F238E27FC236}">
                <a16:creationId xmlns:a16="http://schemas.microsoft.com/office/drawing/2014/main" id="{AA115C11-5005-49DD-9892-CFE52FCF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5755" y="6924683"/>
            <a:ext cx="1320047" cy="108315"/>
          </a:xfrm>
          <a:custGeom xmlns:a="http://schemas.openxmlformats.org/drawingml/2006/main">
            <a:pathLst>
              <a:path w="1320047" h="108315">
                <a:moveTo>
                  <a:pt x="0" y="3846"/>
                </a:moveTo>
                <a:lnTo>
                  <a:pt x="16874" y="3846"/>
                </a:lnTo>
                <a:lnTo>
                  <a:pt x="57942" y="81382"/>
                </a:lnTo>
                <a:lnTo>
                  <a:pt x="57942" y="3846"/>
                </a:lnTo>
                <a:lnTo>
                  <a:pt x="70101" y="3846"/>
                </a:lnTo>
                <a:lnTo>
                  <a:pt x="70101" y="96528"/>
                </a:lnTo>
                <a:lnTo>
                  <a:pt x="53227" y="96528"/>
                </a:lnTo>
                <a:lnTo>
                  <a:pt x="12159" y="18993"/>
                </a:lnTo>
                <a:lnTo>
                  <a:pt x="12159" y="96528"/>
                </a:lnTo>
                <a:lnTo>
                  <a:pt x="0" y="96528"/>
                </a:lnTo>
                <a:lnTo>
                  <a:pt x="0" y="3846"/>
                </a:lnTo>
                <a:close/>
                <a:moveTo>
                  <a:pt x="121461" y="34988"/>
                </a:moveTo>
                <a:cubicBezTo>
                  <a:pt x="115340" y="34988"/>
                  <a:pt x="110501" y="37383"/>
                  <a:pt x="106945" y="42171"/>
                </a:cubicBezTo>
                <a:cubicBezTo>
                  <a:pt x="103388" y="46958"/>
                  <a:pt x="101609" y="53518"/>
                  <a:pt x="101609" y="61850"/>
                </a:cubicBezTo>
                <a:cubicBezTo>
                  <a:pt x="101609" y="70182"/>
                  <a:pt x="103377" y="76743"/>
                  <a:pt x="106914" y="81531"/>
                </a:cubicBezTo>
                <a:cubicBezTo>
                  <a:pt x="110450" y="86318"/>
                  <a:pt x="115299" y="88712"/>
                  <a:pt x="121461" y="88712"/>
                </a:cubicBezTo>
                <a:cubicBezTo>
                  <a:pt x="127541" y="88712"/>
                  <a:pt x="132359" y="86308"/>
                  <a:pt x="135915" y="81500"/>
                </a:cubicBezTo>
                <a:cubicBezTo>
                  <a:pt x="139472" y="76691"/>
                  <a:pt x="141251" y="70141"/>
                  <a:pt x="141251" y="61850"/>
                </a:cubicBezTo>
                <a:cubicBezTo>
                  <a:pt x="141251" y="53601"/>
                  <a:pt x="139472" y="47062"/>
                  <a:pt x="135915" y="42233"/>
                </a:cubicBezTo>
                <a:cubicBezTo>
                  <a:pt x="132359" y="37403"/>
                  <a:pt x="127541" y="34988"/>
                  <a:pt x="121461" y="34988"/>
                </a:cubicBezTo>
                <a:moveTo>
                  <a:pt x="121461" y="25311"/>
                </a:moveTo>
                <a:cubicBezTo>
                  <a:pt x="131387" y="25311"/>
                  <a:pt x="139183" y="28542"/>
                  <a:pt x="144849" y="35006"/>
                </a:cubicBezTo>
                <a:cubicBezTo>
                  <a:pt x="150515" y="41468"/>
                  <a:pt x="153348" y="50416"/>
                  <a:pt x="153348" y="61850"/>
                </a:cubicBezTo>
                <a:cubicBezTo>
                  <a:pt x="153348" y="73243"/>
                  <a:pt x="150515" y="82181"/>
                  <a:pt x="144849" y="88665"/>
                </a:cubicBezTo>
                <a:cubicBezTo>
                  <a:pt x="139183" y="95148"/>
                  <a:pt x="131387" y="98389"/>
                  <a:pt x="121461" y="98389"/>
                </a:cubicBezTo>
                <a:cubicBezTo>
                  <a:pt x="111494" y="98389"/>
                  <a:pt x="103688" y="95148"/>
                  <a:pt x="98042" y="88665"/>
                </a:cubicBezTo>
                <a:cubicBezTo>
                  <a:pt x="92397" y="82181"/>
                  <a:pt x="89574" y="73243"/>
                  <a:pt x="89574" y="61850"/>
                </a:cubicBezTo>
                <a:cubicBezTo>
                  <a:pt x="89574" y="50416"/>
                  <a:pt x="92397" y="41468"/>
                  <a:pt x="98042" y="35006"/>
                </a:cubicBezTo>
                <a:cubicBezTo>
                  <a:pt x="103688" y="28542"/>
                  <a:pt x="111494" y="25311"/>
                  <a:pt x="121461" y="25311"/>
                </a:cubicBezTo>
                <a:close/>
                <a:moveTo>
                  <a:pt x="237074" y="96528"/>
                </a:moveTo>
                <a:lnTo>
                  <a:pt x="201713" y="3846"/>
                </a:lnTo>
                <a:lnTo>
                  <a:pt x="214803" y="3846"/>
                </a:lnTo>
                <a:lnTo>
                  <a:pt x="244146" y="81878"/>
                </a:lnTo>
                <a:lnTo>
                  <a:pt x="273551" y="3846"/>
                </a:lnTo>
                <a:lnTo>
                  <a:pt x="286579" y="3846"/>
                </a:lnTo>
                <a:lnTo>
                  <a:pt x="251280" y="96528"/>
                </a:lnTo>
                <a:lnTo>
                  <a:pt x="237074" y="96528"/>
                </a:lnTo>
                <a:close/>
                <a:moveTo>
                  <a:pt x="296781" y="27048"/>
                </a:moveTo>
                <a:lnTo>
                  <a:pt x="308196" y="27048"/>
                </a:lnTo>
                <a:lnTo>
                  <a:pt x="308196" y="96528"/>
                </a:lnTo>
                <a:lnTo>
                  <a:pt x="296781" y="96528"/>
                </a:lnTo>
                <a:lnTo>
                  <a:pt x="296781" y="27048"/>
                </a:lnTo>
                <a:moveTo>
                  <a:pt x="296781" y="0"/>
                </a:moveTo>
                <a:lnTo>
                  <a:pt x="308196" y="0"/>
                </a:lnTo>
                <a:lnTo>
                  <a:pt x="308196" y="14516"/>
                </a:lnTo>
                <a:lnTo>
                  <a:pt x="296781" y="14516"/>
                </a:lnTo>
                <a:lnTo>
                  <a:pt x="296781" y="0"/>
                </a:lnTo>
                <a:close/>
                <a:moveTo>
                  <a:pt x="359025" y="34988"/>
                </a:moveTo>
                <a:cubicBezTo>
                  <a:pt x="352904" y="34988"/>
                  <a:pt x="348066" y="37383"/>
                  <a:pt x="344509" y="42171"/>
                </a:cubicBezTo>
                <a:cubicBezTo>
                  <a:pt x="340952" y="46958"/>
                  <a:pt x="339174" y="53518"/>
                  <a:pt x="339174" y="61850"/>
                </a:cubicBezTo>
                <a:cubicBezTo>
                  <a:pt x="339174" y="70182"/>
                  <a:pt x="340942" y="76743"/>
                  <a:pt x="344478" y="81531"/>
                </a:cubicBezTo>
                <a:cubicBezTo>
                  <a:pt x="348014" y="86318"/>
                  <a:pt x="352863" y="88712"/>
                  <a:pt x="359025" y="88712"/>
                </a:cubicBezTo>
                <a:cubicBezTo>
                  <a:pt x="365105" y="88712"/>
                  <a:pt x="369923" y="86308"/>
                  <a:pt x="373480" y="81500"/>
                </a:cubicBezTo>
                <a:cubicBezTo>
                  <a:pt x="377036" y="76691"/>
                  <a:pt x="378815" y="70141"/>
                  <a:pt x="378815" y="61850"/>
                </a:cubicBezTo>
                <a:cubicBezTo>
                  <a:pt x="378815" y="53601"/>
                  <a:pt x="377036" y="47062"/>
                  <a:pt x="373480" y="42233"/>
                </a:cubicBezTo>
                <a:cubicBezTo>
                  <a:pt x="369923" y="37403"/>
                  <a:pt x="365105" y="34988"/>
                  <a:pt x="359025" y="34988"/>
                </a:cubicBezTo>
                <a:moveTo>
                  <a:pt x="359025" y="25311"/>
                </a:moveTo>
                <a:cubicBezTo>
                  <a:pt x="368951" y="25311"/>
                  <a:pt x="376747" y="28542"/>
                  <a:pt x="382413" y="35006"/>
                </a:cubicBezTo>
                <a:cubicBezTo>
                  <a:pt x="388079" y="41468"/>
                  <a:pt x="390912" y="50416"/>
                  <a:pt x="390912" y="61850"/>
                </a:cubicBezTo>
                <a:cubicBezTo>
                  <a:pt x="390912" y="73243"/>
                  <a:pt x="388079" y="82181"/>
                  <a:pt x="382413" y="88665"/>
                </a:cubicBezTo>
                <a:cubicBezTo>
                  <a:pt x="376747" y="95148"/>
                  <a:pt x="368951" y="98389"/>
                  <a:pt x="359025" y="98389"/>
                </a:cubicBezTo>
                <a:cubicBezTo>
                  <a:pt x="349058" y="98389"/>
                  <a:pt x="341252" y="95148"/>
                  <a:pt x="335607" y="88665"/>
                </a:cubicBezTo>
                <a:cubicBezTo>
                  <a:pt x="329961" y="82181"/>
                  <a:pt x="327139" y="73243"/>
                  <a:pt x="327139" y="61850"/>
                </a:cubicBezTo>
                <a:cubicBezTo>
                  <a:pt x="327139" y="50416"/>
                  <a:pt x="329961" y="41468"/>
                  <a:pt x="335607" y="35006"/>
                </a:cubicBezTo>
                <a:cubicBezTo>
                  <a:pt x="341252" y="28542"/>
                  <a:pt x="349058" y="25311"/>
                  <a:pt x="359025" y="25311"/>
                </a:cubicBezTo>
                <a:close/>
                <a:moveTo>
                  <a:pt x="409856" y="0"/>
                </a:moveTo>
                <a:lnTo>
                  <a:pt x="421271" y="0"/>
                </a:lnTo>
                <a:lnTo>
                  <a:pt x="421271" y="96528"/>
                </a:lnTo>
                <a:lnTo>
                  <a:pt x="409856" y="96528"/>
                </a:lnTo>
                <a:lnTo>
                  <a:pt x="409856" y="0"/>
                </a:lnTo>
                <a:close/>
                <a:moveTo>
                  <a:pt x="476753" y="61540"/>
                </a:moveTo>
                <a:cubicBezTo>
                  <a:pt x="467530" y="61540"/>
                  <a:pt x="461140" y="62600"/>
                  <a:pt x="457584" y="64719"/>
                </a:cubicBezTo>
                <a:cubicBezTo>
                  <a:pt x="454027" y="66838"/>
                  <a:pt x="452248" y="70452"/>
                  <a:pt x="452248" y="75562"/>
                </a:cubicBezTo>
                <a:cubicBezTo>
                  <a:pt x="452248" y="79633"/>
                  <a:pt x="453582" y="82864"/>
                  <a:pt x="456250" y="85253"/>
                </a:cubicBezTo>
                <a:cubicBezTo>
                  <a:pt x="458917" y="87642"/>
                  <a:pt x="462546" y="88836"/>
                  <a:pt x="467137" y="88836"/>
                </a:cubicBezTo>
                <a:cubicBezTo>
                  <a:pt x="473465" y="88836"/>
                  <a:pt x="478541" y="86582"/>
                  <a:pt x="482367" y="82074"/>
                </a:cubicBezTo>
                <a:cubicBezTo>
                  <a:pt x="486193" y="77565"/>
                  <a:pt x="488105" y="71570"/>
                  <a:pt x="488105" y="64089"/>
                </a:cubicBezTo>
                <a:lnTo>
                  <a:pt x="488105" y="61540"/>
                </a:lnTo>
                <a:lnTo>
                  <a:pt x="476753" y="61540"/>
                </a:lnTo>
                <a:moveTo>
                  <a:pt x="499520" y="56825"/>
                </a:moveTo>
                <a:lnTo>
                  <a:pt x="499520" y="96528"/>
                </a:lnTo>
                <a:lnTo>
                  <a:pt x="488105" y="96528"/>
                </a:lnTo>
                <a:lnTo>
                  <a:pt x="488105" y="85982"/>
                </a:lnTo>
                <a:cubicBezTo>
                  <a:pt x="485500" y="90221"/>
                  <a:pt x="482253" y="93349"/>
                  <a:pt x="478366" y="95365"/>
                </a:cubicBezTo>
                <a:cubicBezTo>
                  <a:pt x="474478" y="97381"/>
                  <a:pt x="469722" y="98389"/>
                  <a:pt x="464097" y="98389"/>
                </a:cubicBezTo>
                <a:cubicBezTo>
                  <a:pt x="456984" y="98389"/>
                  <a:pt x="451328" y="96389"/>
                  <a:pt x="447130" y="92387"/>
                </a:cubicBezTo>
                <a:cubicBezTo>
                  <a:pt x="442933" y="88385"/>
                  <a:pt x="440834" y="83025"/>
                  <a:pt x="440834" y="76307"/>
                </a:cubicBezTo>
                <a:cubicBezTo>
                  <a:pt x="440834" y="68469"/>
                  <a:pt x="443450" y="62560"/>
                  <a:pt x="448681" y="58580"/>
                </a:cubicBezTo>
                <a:cubicBezTo>
                  <a:pt x="453913" y="54598"/>
                  <a:pt x="461719" y="52607"/>
                  <a:pt x="472100" y="52607"/>
                </a:cubicBezTo>
                <a:lnTo>
                  <a:pt x="488105" y="52607"/>
                </a:lnTo>
                <a:lnTo>
                  <a:pt x="488105" y="51490"/>
                </a:lnTo>
                <a:cubicBezTo>
                  <a:pt x="488105" y="46238"/>
                  <a:pt x="486379" y="42174"/>
                  <a:pt x="482925" y="39300"/>
                </a:cubicBezTo>
                <a:cubicBezTo>
                  <a:pt x="479472" y="36426"/>
                  <a:pt x="474623" y="34988"/>
                  <a:pt x="468378" y="34988"/>
                </a:cubicBezTo>
                <a:cubicBezTo>
                  <a:pt x="464408" y="34988"/>
                  <a:pt x="460541" y="35464"/>
                  <a:pt x="456777" y="36415"/>
                </a:cubicBezTo>
                <a:cubicBezTo>
                  <a:pt x="453014" y="37366"/>
                  <a:pt x="449395" y="38793"/>
                  <a:pt x="445921" y="40696"/>
                </a:cubicBezTo>
                <a:lnTo>
                  <a:pt x="445921" y="30150"/>
                </a:lnTo>
                <a:cubicBezTo>
                  <a:pt x="450098" y="28537"/>
                  <a:pt x="454151" y="27327"/>
                  <a:pt x="458080" y="26520"/>
                </a:cubicBezTo>
                <a:cubicBezTo>
                  <a:pt x="462009" y="25714"/>
                  <a:pt x="465834" y="25311"/>
                  <a:pt x="469557" y="25311"/>
                </a:cubicBezTo>
                <a:cubicBezTo>
                  <a:pt x="479606" y="25311"/>
                  <a:pt x="487113" y="27916"/>
                  <a:pt x="492076" y="33127"/>
                </a:cubicBezTo>
                <a:cubicBezTo>
                  <a:pt x="497039" y="38338"/>
                  <a:pt x="499520" y="46238"/>
                  <a:pt x="499520" y="56825"/>
                </a:cubicBezTo>
                <a:close/>
                <a:moveTo>
                  <a:pt x="534349" y="7320"/>
                </a:moveTo>
                <a:lnTo>
                  <a:pt x="534349" y="27048"/>
                </a:lnTo>
                <a:lnTo>
                  <a:pt x="557860" y="27048"/>
                </a:lnTo>
                <a:lnTo>
                  <a:pt x="557860" y="35981"/>
                </a:lnTo>
                <a:lnTo>
                  <a:pt x="534349" y="35981"/>
                </a:lnTo>
                <a:lnTo>
                  <a:pt x="534349" y="73653"/>
                </a:lnTo>
                <a:cubicBezTo>
                  <a:pt x="534349" y="79312"/>
                  <a:pt x="535124" y="82948"/>
                  <a:pt x="536675" y="84559"/>
                </a:cubicBezTo>
                <a:cubicBezTo>
                  <a:pt x="538226" y="86170"/>
                  <a:pt x="541379" y="86975"/>
                  <a:pt x="546135" y="86975"/>
                </a:cubicBezTo>
                <a:lnTo>
                  <a:pt x="557860" y="86975"/>
                </a:lnTo>
                <a:lnTo>
                  <a:pt x="557860" y="96528"/>
                </a:lnTo>
                <a:lnTo>
                  <a:pt x="546135" y="96528"/>
                </a:lnTo>
                <a:cubicBezTo>
                  <a:pt x="537326" y="96528"/>
                  <a:pt x="531247" y="94886"/>
                  <a:pt x="527897" y="91600"/>
                </a:cubicBezTo>
                <a:cubicBezTo>
                  <a:pt x="524547" y="88314"/>
                  <a:pt x="522872" y="82331"/>
                  <a:pt x="522872" y="73653"/>
                </a:cubicBezTo>
                <a:lnTo>
                  <a:pt x="522872" y="35981"/>
                </a:lnTo>
                <a:lnTo>
                  <a:pt x="514497" y="35981"/>
                </a:lnTo>
                <a:lnTo>
                  <a:pt x="514497" y="27048"/>
                </a:lnTo>
                <a:lnTo>
                  <a:pt x="522872" y="27048"/>
                </a:lnTo>
                <a:lnTo>
                  <a:pt x="522872" y="7320"/>
                </a:lnTo>
                <a:lnTo>
                  <a:pt x="534349" y="7320"/>
                </a:lnTo>
                <a:close/>
                <a:moveTo>
                  <a:pt x="572862" y="27048"/>
                </a:moveTo>
                <a:lnTo>
                  <a:pt x="584277" y="27048"/>
                </a:lnTo>
                <a:lnTo>
                  <a:pt x="584277" y="96528"/>
                </a:lnTo>
                <a:lnTo>
                  <a:pt x="572862" y="96528"/>
                </a:lnTo>
                <a:lnTo>
                  <a:pt x="572862" y="27048"/>
                </a:lnTo>
                <a:moveTo>
                  <a:pt x="572862" y="0"/>
                </a:moveTo>
                <a:lnTo>
                  <a:pt x="584277" y="0"/>
                </a:lnTo>
                <a:lnTo>
                  <a:pt x="584277" y="14516"/>
                </a:lnTo>
                <a:lnTo>
                  <a:pt x="572862" y="14516"/>
                </a:lnTo>
                <a:lnTo>
                  <a:pt x="572862" y="0"/>
                </a:lnTo>
                <a:close/>
                <a:moveTo>
                  <a:pt x="635106" y="34988"/>
                </a:moveTo>
                <a:cubicBezTo>
                  <a:pt x="628985" y="34988"/>
                  <a:pt x="624146" y="37383"/>
                  <a:pt x="620590" y="42171"/>
                </a:cubicBezTo>
                <a:cubicBezTo>
                  <a:pt x="617033" y="46958"/>
                  <a:pt x="615254" y="53518"/>
                  <a:pt x="615254" y="61850"/>
                </a:cubicBezTo>
                <a:cubicBezTo>
                  <a:pt x="615254" y="70182"/>
                  <a:pt x="617022" y="76743"/>
                  <a:pt x="620559" y="81531"/>
                </a:cubicBezTo>
                <a:cubicBezTo>
                  <a:pt x="624095" y="86318"/>
                  <a:pt x="628944" y="88712"/>
                  <a:pt x="635106" y="88712"/>
                </a:cubicBezTo>
                <a:cubicBezTo>
                  <a:pt x="641186" y="88712"/>
                  <a:pt x="646004" y="86308"/>
                  <a:pt x="649561" y="81500"/>
                </a:cubicBezTo>
                <a:cubicBezTo>
                  <a:pt x="653117" y="76691"/>
                  <a:pt x="654896" y="70141"/>
                  <a:pt x="654896" y="61850"/>
                </a:cubicBezTo>
                <a:cubicBezTo>
                  <a:pt x="654896" y="53601"/>
                  <a:pt x="653117" y="47062"/>
                  <a:pt x="649561" y="42233"/>
                </a:cubicBezTo>
                <a:cubicBezTo>
                  <a:pt x="646004" y="37403"/>
                  <a:pt x="641186" y="34988"/>
                  <a:pt x="635106" y="34988"/>
                </a:cubicBezTo>
                <a:moveTo>
                  <a:pt x="635106" y="25311"/>
                </a:moveTo>
                <a:cubicBezTo>
                  <a:pt x="645032" y="25311"/>
                  <a:pt x="652828" y="28542"/>
                  <a:pt x="658494" y="35006"/>
                </a:cubicBezTo>
                <a:cubicBezTo>
                  <a:pt x="664160" y="41468"/>
                  <a:pt x="666993" y="50416"/>
                  <a:pt x="666993" y="61850"/>
                </a:cubicBezTo>
                <a:cubicBezTo>
                  <a:pt x="666993" y="73243"/>
                  <a:pt x="664160" y="82181"/>
                  <a:pt x="658494" y="88665"/>
                </a:cubicBezTo>
                <a:cubicBezTo>
                  <a:pt x="652828" y="95148"/>
                  <a:pt x="645032" y="98389"/>
                  <a:pt x="635106" y="98389"/>
                </a:cubicBezTo>
                <a:cubicBezTo>
                  <a:pt x="625139" y="98389"/>
                  <a:pt x="617333" y="95148"/>
                  <a:pt x="611687" y="88665"/>
                </a:cubicBezTo>
                <a:cubicBezTo>
                  <a:pt x="606042" y="82181"/>
                  <a:pt x="603219" y="73243"/>
                  <a:pt x="603219" y="61850"/>
                </a:cubicBezTo>
                <a:cubicBezTo>
                  <a:pt x="603219" y="50416"/>
                  <a:pt x="606042" y="41468"/>
                  <a:pt x="611687" y="35006"/>
                </a:cubicBezTo>
                <a:cubicBezTo>
                  <a:pt x="617333" y="28542"/>
                  <a:pt x="625139" y="25311"/>
                  <a:pt x="635106" y="25311"/>
                </a:cubicBezTo>
                <a:close/>
                <a:moveTo>
                  <a:pt x="743693" y="54592"/>
                </a:moveTo>
                <a:lnTo>
                  <a:pt x="743693" y="96528"/>
                </a:lnTo>
                <a:lnTo>
                  <a:pt x="732278" y="96528"/>
                </a:lnTo>
                <a:lnTo>
                  <a:pt x="732278" y="54964"/>
                </a:lnTo>
                <a:cubicBezTo>
                  <a:pt x="732278" y="48368"/>
                  <a:pt x="730996" y="43431"/>
                  <a:pt x="728432" y="40153"/>
                </a:cubicBezTo>
                <a:cubicBezTo>
                  <a:pt x="725868" y="36875"/>
                  <a:pt x="722021" y="35237"/>
                  <a:pt x="716893" y="35237"/>
                </a:cubicBezTo>
                <a:cubicBezTo>
                  <a:pt x="710731" y="35237"/>
                  <a:pt x="705871" y="37207"/>
                  <a:pt x="702314" y="41147"/>
                </a:cubicBezTo>
                <a:cubicBezTo>
                  <a:pt x="698758" y="45087"/>
                  <a:pt x="696979" y="50457"/>
                  <a:pt x="696979" y="57259"/>
                </a:cubicBezTo>
                <a:lnTo>
                  <a:pt x="696979" y="96528"/>
                </a:lnTo>
                <a:lnTo>
                  <a:pt x="685503" y="96528"/>
                </a:lnTo>
                <a:lnTo>
                  <a:pt x="685503" y="27048"/>
                </a:lnTo>
                <a:lnTo>
                  <a:pt x="696979" y="27048"/>
                </a:lnTo>
                <a:lnTo>
                  <a:pt x="696979" y="37842"/>
                </a:lnTo>
                <a:cubicBezTo>
                  <a:pt x="699709" y="33644"/>
                  <a:pt x="702924" y="30506"/>
                  <a:pt x="706626" y="28428"/>
                </a:cubicBezTo>
                <a:cubicBezTo>
                  <a:pt x="710327" y="26350"/>
                  <a:pt x="714598" y="25311"/>
                  <a:pt x="719436" y="25311"/>
                </a:cubicBezTo>
                <a:cubicBezTo>
                  <a:pt x="727418" y="25311"/>
                  <a:pt x="733457" y="27787"/>
                  <a:pt x="737551" y="32740"/>
                </a:cubicBezTo>
                <a:cubicBezTo>
                  <a:pt x="741645" y="37692"/>
                  <a:pt x="743693" y="44976"/>
                  <a:pt x="743693" y="54592"/>
                </a:cubicBezTo>
                <a:close/>
                <a:moveTo>
                  <a:pt x="800250" y="27048"/>
                </a:moveTo>
                <a:lnTo>
                  <a:pt x="811665" y="27048"/>
                </a:lnTo>
                <a:lnTo>
                  <a:pt x="825933" y="81267"/>
                </a:lnTo>
                <a:lnTo>
                  <a:pt x="840139" y="27048"/>
                </a:lnTo>
                <a:lnTo>
                  <a:pt x="853601" y="27048"/>
                </a:lnTo>
                <a:lnTo>
                  <a:pt x="867870" y="81267"/>
                </a:lnTo>
                <a:lnTo>
                  <a:pt x="882076" y="27048"/>
                </a:lnTo>
                <a:lnTo>
                  <a:pt x="893491" y="27048"/>
                </a:lnTo>
                <a:lnTo>
                  <a:pt x="875314" y="96528"/>
                </a:lnTo>
                <a:lnTo>
                  <a:pt x="861852" y="96528"/>
                </a:lnTo>
                <a:lnTo>
                  <a:pt x="846901" y="39579"/>
                </a:lnTo>
                <a:lnTo>
                  <a:pt x="831889" y="96528"/>
                </a:lnTo>
                <a:lnTo>
                  <a:pt x="818427" y="96528"/>
                </a:lnTo>
                <a:lnTo>
                  <a:pt x="800250" y="27048"/>
                </a:lnTo>
                <a:close/>
                <a:moveTo>
                  <a:pt x="931101" y="3846"/>
                </a:moveTo>
                <a:lnTo>
                  <a:pt x="941647" y="3846"/>
                </a:lnTo>
                <a:lnTo>
                  <a:pt x="909388" y="108315"/>
                </a:lnTo>
                <a:lnTo>
                  <a:pt x="898842" y="108315"/>
                </a:lnTo>
                <a:lnTo>
                  <a:pt x="931101" y="3846"/>
                </a:lnTo>
                <a:close/>
                <a:moveTo>
                  <a:pt x="1007061" y="14144"/>
                </a:moveTo>
                <a:lnTo>
                  <a:pt x="1007061" y="49009"/>
                </a:lnTo>
                <a:lnTo>
                  <a:pt x="1022818" y="49009"/>
                </a:lnTo>
                <a:cubicBezTo>
                  <a:pt x="1028649" y="49009"/>
                  <a:pt x="1033157" y="47496"/>
                  <a:pt x="1036342" y="44472"/>
                </a:cubicBezTo>
                <a:cubicBezTo>
                  <a:pt x="1039526" y="41448"/>
                  <a:pt x="1041119" y="37139"/>
                  <a:pt x="1041119" y="31545"/>
                </a:cubicBezTo>
                <a:cubicBezTo>
                  <a:pt x="1041119" y="25993"/>
                  <a:pt x="1039526" y="21705"/>
                  <a:pt x="1036342" y="18681"/>
                </a:cubicBezTo>
                <a:cubicBezTo>
                  <a:pt x="1033157" y="15656"/>
                  <a:pt x="1028649" y="14144"/>
                  <a:pt x="1022818" y="14144"/>
                </a:cubicBezTo>
                <a:lnTo>
                  <a:pt x="1007061" y="14144"/>
                </a:lnTo>
                <a:moveTo>
                  <a:pt x="994529" y="3846"/>
                </a:moveTo>
                <a:lnTo>
                  <a:pt x="1022818" y="3846"/>
                </a:lnTo>
                <a:cubicBezTo>
                  <a:pt x="1033199" y="3846"/>
                  <a:pt x="1041046" y="6196"/>
                  <a:pt x="1046361" y="10895"/>
                </a:cubicBezTo>
                <a:cubicBezTo>
                  <a:pt x="1051675" y="15594"/>
                  <a:pt x="1054332" y="22478"/>
                  <a:pt x="1054332" y="31545"/>
                </a:cubicBezTo>
                <a:cubicBezTo>
                  <a:pt x="1054332" y="40696"/>
                  <a:pt x="1051675" y="47610"/>
                  <a:pt x="1046361" y="52289"/>
                </a:cubicBezTo>
                <a:cubicBezTo>
                  <a:pt x="1041046" y="56967"/>
                  <a:pt x="1033199" y="59307"/>
                  <a:pt x="1022818" y="59307"/>
                </a:cubicBezTo>
                <a:lnTo>
                  <a:pt x="1007061" y="59307"/>
                </a:lnTo>
                <a:lnTo>
                  <a:pt x="1007061" y="96528"/>
                </a:lnTo>
                <a:lnTo>
                  <a:pt x="994529" y="96528"/>
                </a:lnTo>
                <a:lnTo>
                  <a:pt x="994529" y="3846"/>
                </a:lnTo>
                <a:close/>
                <a:moveTo>
                  <a:pt x="1096304" y="61540"/>
                </a:moveTo>
                <a:cubicBezTo>
                  <a:pt x="1087081" y="61540"/>
                  <a:pt x="1080692" y="62600"/>
                  <a:pt x="1077135" y="64719"/>
                </a:cubicBezTo>
                <a:cubicBezTo>
                  <a:pt x="1073578" y="66838"/>
                  <a:pt x="1071800" y="70452"/>
                  <a:pt x="1071800" y="75562"/>
                </a:cubicBezTo>
                <a:cubicBezTo>
                  <a:pt x="1071800" y="79633"/>
                  <a:pt x="1073134" y="82864"/>
                  <a:pt x="1075801" y="85253"/>
                </a:cubicBezTo>
                <a:cubicBezTo>
                  <a:pt x="1078469" y="87642"/>
                  <a:pt x="1082098" y="88836"/>
                  <a:pt x="1086689" y="88836"/>
                </a:cubicBezTo>
                <a:cubicBezTo>
                  <a:pt x="1093016" y="88836"/>
                  <a:pt x="1098093" y="86582"/>
                  <a:pt x="1101918" y="82074"/>
                </a:cubicBezTo>
                <a:cubicBezTo>
                  <a:pt x="1105744" y="77565"/>
                  <a:pt x="1107657" y="71570"/>
                  <a:pt x="1107657" y="64089"/>
                </a:cubicBezTo>
                <a:lnTo>
                  <a:pt x="1107657" y="61540"/>
                </a:lnTo>
                <a:lnTo>
                  <a:pt x="1096304" y="61540"/>
                </a:lnTo>
                <a:moveTo>
                  <a:pt x="1119071" y="56825"/>
                </a:moveTo>
                <a:lnTo>
                  <a:pt x="1119071" y="96528"/>
                </a:lnTo>
                <a:lnTo>
                  <a:pt x="1107657" y="96528"/>
                </a:lnTo>
                <a:lnTo>
                  <a:pt x="1107657" y="85982"/>
                </a:lnTo>
                <a:cubicBezTo>
                  <a:pt x="1105051" y="90221"/>
                  <a:pt x="1101805" y="93349"/>
                  <a:pt x="1097917" y="95365"/>
                </a:cubicBezTo>
                <a:cubicBezTo>
                  <a:pt x="1094029" y="97381"/>
                  <a:pt x="1089273" y="98389"/>
                  <a:pt x="1083649" y="98389"/>
                </a:cubicBezTo>
                <a:cubicBezTo>
                  <a:pt x="1076535" y="98389"/>
                  <a:pt x="1070880" y="96389"/>
                  <a:pt x="1066682" y="92387"/>
                </a:cubicBezTo>
                <a:cubicBezTo>
                  <a:pt x="1062484" y="88385"/>
                  <a:pt x="1060385" y="83025"/>
                  <a:pt x="1060385" y="76307"/>
                </a:cubicBezTo>
                <a:cubicBezTo>
                  <a:pt x="1060385" y="68469"/>
                  <a:pt x="1063001" y="62560"/>
                  <a:pt x="1068233" y="58580"/>
                </a:cubicBezTo>
                <a:cubicBezTo>
                  <a:pt x="1073464" y="54598"/>
                  <a:pt x="1081271" y="52607"/>
                  <a:pt x="1091651" y="52607"/>
                </a:cubicBezTo>
                <a:lnTo>
                  <a:pt x="1107657" y="52607"/>
                </a:lnTo>
                <a:lnTo>
                  <a:pt x="1107657" y="51490"/>
                </a:lnTo>
                <a:cubicBezTo>
                  <a:pt x="1107657" y="46238"/>
                  <a:pt x="1105930" y="42174"/>
                  <a:pt x="1102477" y="39300"/>
                </a:cubicBezTo>
                <a:cubicBezTo>
                  <a:pt x="1099023" y="36426"/>
                  <a:pt x="1094174" y="34988"/>
                  <a:pt x="1087929" y="34988"/>
                </a:cubicBezTo>
                <a:cubicBezTo>
                  <a:pt x="1083959" y="34988"/>
                  <a:pt x="1080092" y="35464"/>
                  <a:pt x="1076328" y="36415"/>
                </a:cubicBezTo>
                <a:cubicBezTo>
                  <a:pt x="1072565" y="37366"/>
                  <a:pt x="1068946" y="38793"/>
                  <a:pt x="1065472" y="40696"/>
                </a:cubicBezTo>
                <a:lnTo>
                  <a:pt x="1065472" y="30150"/>
                </a:lnTo>
                <a:cubicBezTo>
                  <a:pt x="1069649" y="28537"/>
                  <a:pt x="1073702" y="27327"/>
                  <a:pt x="1077631" y="26520"/>
                </a:cubicBezTo>
                <a:cubicBezTo>
                  <a:pt x="1081560" y="25714"/>
                  <a:pt x="1085386" y="25311"/>
                  <a:pt x="1089108" y="25311"/>
                </a:cubicBezTo>
                <a:cubicBezTo>
                  <a:pt x="1099158" y="25311"/>
                  <a:pt x="1106664" y="27916"/>
                  <a:pt x="1111627" y="33127"/>
                </a:cubicBezTo>
                <a:cubicBezTo>
                  <a:pt x="1116590" y="38338"/>
                  <a:pt x="1119071" y="46238"/>
                  <a:pt x="1119071" y="56825"/>
                </a:cubicBezTo>
                <a:close/>
                <a:moveTo>
                  <a:pt x="1153900" y="7320"/>
                </a:moveTo>
                <a:lnTo>
                  <a:pt x="1153900" y="27048"/>
                </a:lnTo>
                <a:lnTo>
                  <a:pt x="1177412" y="27048"/>
                </a:lnTo>
                <a:lnTo>
                  <a:pt x="1177412" y="35981"/>
                </a:lnTo>
                <a:lnTo>
                  <a:pt x="1153900" y="35981"/>
                </a:lnTo>
                <a:lnTo>
                  <a:pt x="1153900" y="73653"/>
                </a:lnTo>
                <a:cubicBezTo>
                  <a:pt x="1153900" y="79312"/>
                  <a:pt x="1154675" y="82948"/>
                  <a:pt x="1156226" y="84559"/>
                </a:cubicBezTo>
                <a:cubicBezTo>
                  <a:pt x="1157777" y="86170"/>
                  <a:pt x="1160931" y="86975"/>
                  <a:pt x="1165687" y="86975"/>
                </a:cubicBezTo>
                <a:lnTo>
                  <a:pt x="1177412" y="86975"/>
                </a:lnTo>
                <a:lnTo>
                  <a:pt x="1177412" y="96528"/>
                </a:lnTo>
                <a:lnTo>
                  <a:pt x="1165687" y="96528"/>
                </a:lnTo>
                <a:cubicBezTo>
                  <a:pt x="1156878" y="96528"/>
                  <a:pt x="1150798" y="94886"/>
                  <a:pt x="1147448" y="91600"/>
                </a:cubicBezTo>
                <a:cubicBezTo>
                  <a:pt x="1144098" y="88314"/>
                  <a:pt x="1142423" y="82331"/>
                  <a:pt x="1142423" y="73653"/>
                </a:cubicBezTo>
                <a:lnTo>
                  <a:pt x="1142423" y="35981"/>
                </a:lnTo>
                <a:lnTo>
                  <a:pt x="1134048" y="35981"/>
                </a:lnTo>
                <a:lnTo>
                  <a:pt x="1134048" y="27048"/>
                </a:lnTo>
                <a:lnTo>
                  <a:pt x="1142423" y="27048"/>
                </a:lnTo>
                <a:lnTo>
                  <a:pt x="1142423" y="7320"/>
                </a:lnTo>
                <a:lnTo>
                  <a:pt x="1153900" y="7320"/>
                </a:lnTo>
                <a:close/>
                <a:moveTo>
                  <a:pt x="1242415" y="29653"/>
                </a:moveTo>
                <a:lnTo>
                  <a:pt x="1242415" y="40324"/>
                </a:lnTo>
                <a:cubicBezTo>
                  <a:pt x="1239189" y="38545"/>
                  <a:pt x="1235952" y="37211"/>
                  <a:pt x="1232706" y="36322"/>
                </a:cubicBezTo>
                <a:cubicBezTo>
                  <a:pt x="1229459" y="35433"/>
                  <a:pt x="1226182" y="34988"/>
                  <a:pt x="1222873" y="34988"/>
                </a:cubicBezTo>
                <a:cubicBezTo>
                  <a:pt x="1215470" y="34988"/>
                  <a:pt x="1209721" y="37341"/>
                  <a:pt x="1205627" y="42047"/>
                </a:cubicBezTo>
                <a:cubicBezTo>
                  <a:pt x="1201533" y="46751"/>
                  <a:pt x="1199486" y="53352"/>
                  <a:pt x="1199486" y="61850"/>
                </a:cubicBezTo>
                <a:cubicBezTo>
                  <a:pt x="1199486" y="70348"/>
                  <a:pt x="1201533" y="76950"/>
                  <a:pt x="1205627" y="81655"/>
                </a:cubicBezTo>
                <a:cubicBezTo>
                  <a:pt x="1209721" y="86360"/>
                  <a:pt x="1215470" y="88712"/>
                  <a:pt x="1222873" y="88712"/>
                </a:cubicBezTo>
                <a:cubicBezTo>
                  <a:pt x="1226182" y="88712"/>
                  <a:pt x="1229459" y="88267"/>
                  <a:pt x="1232706" y="87378"/>
                </a:cubicBezTo>
                <a:cubicBezTo>
                  <a:pt x="1235952" y="86489"/>
                  <a:pt x="1239189" y="85155"/>
                  <a:pt x="1242415" y="83377"/>
                </a:cubicBezTo>
                <a:lnTo>
                  <a:pt x="1242415" y="93923"/>
                </a:lnTo>
                <a:cubicBezTo>
                  <a:pt x="1239230" y="95412"/>
                  <a:pt x="1235932" y="96528"/>
                  <a:pt x="1232520" y="97273"/>
                </a:cubicBezTo>
                <a:cubicBezTo>
                  <a:pt x="1229108" y="98017"/>
                  <a:pt x="1225479" y="98389"/>
                  <a:pt x="1221632" y="98389"/>
                </a:cubicBezTo>
                <a:cubicBezTo>
                  <a:pt x="1211169" y="98389"/>
                  <a:pt x="1202856" y="95096"/>
                  <a:pt x="1196694" y="88510"/>
                </a:cubicBezTo>
                <a:cubicBezTo>
                  <a:pt x="1190532" y="81923"/>
                  <a:pt x="1187450" y="73036"/>
                  <a:pt x="1187450" y="61850"/>
                </a:cubicBezTo>
                <a:cubicBezTo>
                  <a:pt x="1187450" y="50499"/>
                  <a:pt x="1190563" y="41571"/>
                  <a:pt x="1196787" y="35068"/>
                </a:cubicBezTo>
                <a:cubicBezTo>
                  <a:pt x="1203011" y="28563"/>
                  <a:pt x="1211541" y="25311"/>
                  <a:pt x="1222377" y="25311"/>
                </a:cubicBezTo>
                <a:cubicBezTo>
                  <a:pt x="1225892" y="25311"/>
                  <a:pt x="1229325" y="25673"/>
                  <a:pt x="1232675" y="26396"/>
                </a:cubicBezTo>
                <a:cubicBezTo>
                  <a:pt x="1236025" y="27120"/>
                  <a:pt x="1239271" y="28206"/>
                  <a:pt x="1242415" y="29653"/>
                </a:cubicBezTo>
                <a:close/>
                <a:moveTo>
                  <a:pt x="1320047" y="54592"/>
                </a:moveTo>
                <a:lnTo>
                  <a:pt x="1320047" y="96528"/>
                </a:lnTo>
                <a:lnTo>
                  <a:pt x="1308632" y="96528"/>
                </a:lnTo>
                <a:lnTo>
                  <a:pt x="1308632" y="54964"/>
                </a:lnTo>
                <a:cubicBezTo>
                  <a:pt x="1308632" y="48368"/>
                  <a:pt x="1307350" y="43431"/>
                  <a:pt x="1304786" y="40153"/>
                </a:cubicBezTo>
                <a:cubicBezTo>
                  <a:pt x="1302222" y="36875"/>
                  <a:pt x="1298375" y="35237"/>
                  <a:pt x="1293247" y="35237"/>
                </a:cubicBezTo>
                <a:cubicBezTo>
                  <a:pt x="1287085" y="35237"/>
                  <a:pt x="1282225" y="37207"/>
                  <a:pt x="1278669" y="41147"/>
                </a:cubicBezTo>
                <a:cubicBezTo>
                  <a:pt x="1275112" y="45087"/>
                  <a:pt x="1273333" y="50457"/>
                  <a:pt x="1273333" y="57259"/>
                </a:cubicBezTo>
                <a:lnTo>
                  <a:pt x="1273333" y="96528"/>
                </a:lnTo>
                <a:lnTo>
                  <a:pt x="1261857" y="96528"/>
                </a:lnTo>
                <a:lnTo>
                  <a:pt x="1261857" y="0"/>
                </a:lnTo>
                <a:lnTo>
                  <a:pt x="1273333" y="0"/>
                </a:lnTo>
                <a:lnTo>
                  <a:pt x="1273333" y="37842"/>
                </a:lnTo>
                <a:cubicBezTo>
                  <a:pt x="1276063" y="33644"/>
                  <a:pt x="1279279" y="30506"/>
                  <a:pt x="1282980" y="28428"/>
                </a:cubicBezTo>
                <a:cubicBezTo>
                  <a:pt x="1286682" y="26350"/>
                  <a:pt x="1290952" y="25311"/>
                  <a:pt x="1295791" y="25311"/>
                </a:cubicBezTo>
                <a:cubicBezTo>
                  <a:pt x="1303773" y="25311"/>
                  <a:pt x="1309811" y="27787"/>
                  <a:pt x="1313905" y="32740"/>
                </a:cubicBezTo>
                <a:cubicBezTo>
                  <a:pt x="1318000" y="37692"/>
                  <a:pt x="1320047" y="44976"/>
                  <a:pt x="1320047" y="545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9" name="Text Violationw/oPatch;">
            <a:extLst xmlns:a="http://schemas.openxmlformats.org/drawingml/2006/main">
              <a:ext uri="{FF2B5EF4-FFF2-40B4-BE49-F238E27FC236}">
                <a16:creationId xmlns:a16="http://schemas.microsoft.com/office/drawing/2014/main" id="{9F8D4E60-3E1C-4185-8F27-DDC062D9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3832" y="6370282"/>
            <a:ext cx="1234897" cy="111293"/>
          </a:xfrm>
          <a:custGeom xmlns:a="http://schemas.openxmlformats.org/drawingml/2006/main">
            <a:pathLst>
              <a:path w="1234897" h="111293">
                <a:moveTo>
                  <a:pt x="35361" y="96528"/>
                </a:moveTo>
                <a:lnTo>
                  <a:pt x="0" y="3846"/>
                </a:lnTo>
                <a:lnTo>
                  <a:pt x="13090" y="3846"/>
                </a:lnTo>
                <a:lnTo>
                  <a:pt x="42433" y="81878"/>
                </a:lnTo>
                <a:lnTo>
                  <a:pt x="71838" y="3846"/>
                </a:lnTo>
                <a:lnTo>
                  <a:pt x="84866" y="3846"/>
                </a:lnTo>
                <a:lnTo>
                  <a:pt x="49567" y="96528"/>
                </a:lnTo>
                <a:lnTo>
                  <a:pt x="35361" y="96528"/>
                </a:lnTo>
                <a:close/>
                <a:moveTo>
                  <a:pt x="95101" y="27048"/>
                </a:moveTo>
                <a:lnTo>
                  <a:pt x="106516" y="27048"/>
                </a:lnTo>
                <a:lnTo>
                  <a:pt x="106516" y="96528"/>
                </a:lnTo>
                <a:lnTo>
                  <a:pt x="95101" y="96528"/>
                </a:lnTo>
                <a:lnTo>
                  <a:pt x="95101" y="27048"/>
                </a:lnTo>
                <a:moveTo>
                  <a:pt x="95101" y="0"/>
                </a:moveTo>
                <a:lnTo>
                  <a:pt x="106516" y="0"/>
                </a:lnTo>
                <a:lnTo>
                  <a:pt x="106516" y="14516"/>
                </a:lnTo>
                <a:lnTo>
                  <a:pt x="95101" y="14516"/>
                </a:lnTo>
                <a:lnTo>
                  <a:pt x="95101" y="0"/>
                </a:lnTo>
                <a:close/>
                <a:moveTo>
                  <a:pt x="157345" y="34988"/>
                </a:moveTo>
                <a:cubicBezTo>
                  <a:pt x="151224" y="34988"/>
                  <a:pt x="146385" y="37383"/>
                  <a:pt x="142828" y="42171"/>
                </a:cubicBezTo>
                <a:cubicBezTo>
                  <a:pt x="139272" y="46958"/>
                  <a:pt x="137493" y="53518"/>
                  <a:pt x="137493" y="61850"/>
                </a:cubicBezTo>
                <a:cubicBezTo>
                  <a:pt x="137493" y="70182"/>
                  <a:pt x="139261" y="76743"/>
                  <a:pt x="142797" y="81531"/>
                </a:cubicBezTo>
                <a:cubicBezTo>
                  <a:pt x="146333" y="86318"/>
                  <a:pt x="151183" y="88712"/>
                  <a:pt x="157345" y="88712"/>
                </a:cubicBezTo>
                <a:cubicBezTo>
                  <a:pt x="163424" y="88712"/>
                  <a:pt x="168242" y="86308"/>
                  <a:pt x="171799" y="81500"/>
                </a:cubicBezTo>
                <a:cubicBezTo>
                  <a:pt x="175356" y="76691"/>
                  <a:pt x="177134" y="70141"/>
                  <a:pt x="177134" y="61850"/>
                </a:cubicBezTo>
                <a:cubicBezTo>
                  <a:pt x="177134" y="53601"/>
                  <a:pt x="175356" y="47062"/>
                  <a:pt x="171799" y="42233"/>
                </a:cubicBezTo>
                <a:cubicBezTo>
                  <a:pt x="168242" y="37403"/>
                  <a:pt x="163424" y="34988"/>
                  <a:pt x="157345" y="34988"/>
                </a:cubicBezTo>
                <a:moveTo>
                  <a:pt x="157345" y="25311"/>
                </a:moveTo>
                <a:cubicBezTo>
                  <a:pt x="167271" y="25311"/>
                  <a:pt x="175066" y="28542"/>
                  <a:pt x="180732" y="35006"/>
                </a:cubicBezTo>
                <a:cubicBezTo>
                  <a:pt x="186398" y="41468"/>
                  <a:pt x="189231" y="50416"/>
                  <a:pt x="189231" y="61850"/>
                </a:cubicBezTo>
                <a:cubicBezTo>
                  <a:pt x="189231" y="73243"/>
                  <a:pt x="186398" y="82181"/>
                  <a:pt x="180732" y="88665"/>
                </a:cubicBezTo>
                <a:cubicBezTo>
                  <a:pt x="175066" y="95148"/>
                  <a:pt x="167271" y="98389"/>
                  <a:pt x="157345" y="98389"/>
                </a:cubicBezTo>
                <a:cubicBezTo>
                  <a:pt x="147378" y="98389"/>
                  <a:pt x="139571" y="95148"/>
                  <a:pt x="133926" y="88665"/>
                </a:cubicBezTo>
                <a:cubicBezTo>
                  <a:pt x="128281" y="82181"/>
                  <a:pt x="125458" y="73243"/>
                  <a:pt x="125458" y="61850"/>
                </a:cubicBezTo>
                <a:cubicBezTo>
                  <a:pt x="125458" y="50416"/>
                  <a:pt x="128281" y="41468"/>
                  <a:pt x="133926" y="35006"/>
                </a:cubicBezTo>
                <a:cubicBezTo>
                  <a:pt x="139571" y="28542"/>
                  <a:pt x="147378" y="25311"/>
                  <a:pt x="157345" y="25311"/>
                </a:cubicBezTo>
                <a:close/>
                <a:moveTo>
                  <a:pt x="208176" y="0"/>
                </a:moveTo>
                <a:lnTo>
                  <a:pt x="219590" y="0"/>
                </a:lnTo>
                <a:lnTo>
                  <a:pt x="219590" y="96528"/>
                </a:lnTo>
                <a:lnTo>
                  <a:pt x="208176" y="96528"/>
                </a:lnTo>
                <a:lnTo>
                  <a:pt x="208176" y="0"/>
                </a:lnTo>
                <a:close/>
                <a:moveTo>
                  <a:pt x="275073" y="61540"/>
                </a:moveTo>
                <a:cubicBezTo>
                  <a:pt x="265850" y="61540"/>
                  <a:pt x="259460" y="62600"/>
                  <a:pt x="255903" y="64719"/>
                </a:cubicBezTo>
                <a:cubicBezTo>
                  <a:pt x="252347" y="66838"/>
                  <a:pt x="250568" y="70452"/>
                  <a:pt x="250568" y="75562"/>
                </a:cubicBezTo>
                <a:cubicBezTo>
                  <a:pt x="250568" y="79633"/>
                  <a:pt x="251902" y="82864"/>
                  <a:pt x="254570" y="85253"/>
                </a:cubicBezTo>
                <a:cubicBezTo>
                  <a:pt x="257237" y="87642"/>
                  <a:pt x="260866" y="88836"/>
                  <a:pt x="265457" y="88836"/>
                </a:cubicBezTo>
                <a:cubicBezTo>
                  <a:pt x="271785" y="88836"/>
                  <a:pt x="276861" y="86582"/>
                  <a:pt x="280687" y="82074"/>
                </a:cubicBezTo>
                <a:cubicBezTo>
                  <a:pt x="284512" y="77565"/>
                  <a:pt x="286425" y="71570"/>
                  <a:pt x="286425" y="64089"/>
                </a:cubicBezTo>
                <a:lnTo>
                  <a:pt x="286425" y="61540"/>
                </a:lnTo>
                <a:lnTo>
                  <a:pt x="275073" y="61540"/>
                </a:lnTo>
                <a:moveTo>
                  <a:pt x="297840" y="56825"/>
                </a:moveTo>
                <a:lnTo>
                  <a:pt x="297840" y="96528"/>
                </a:lnTo>
                <a:lnTo>
                  <a:pt x="286425" y="96528"/>
                </a:lnTo>
                <a:lnTo>
                  <a:pt x="286425" y="85982"/>
                </a:lnTo>
                <a:cubicBezTo>
                  <a:pt x="283820" y="90221"/>
                  <a:pt x="280573" y="93349"/>
                  <a:pt x="276685" y="95365"/>
                </a:cubicBezTo>
                <a:cubicBezTo>
                  <a:pt x="272798" y="97381"/>
                  <a:pt x="268042" y="98389"/>
                  <a:pt x="262417" y="98389"/>
                </a:cubicBezTo>
                <a:cubicBezTo>
                  <a:pt x="255304" y="98389"/>
                  <a:pt x="249648" y="96389"/>
                  <a:pt x="245450" y="92387"/>
                </a:cubicBezTo>
                <a:cubicBezTo>
                  <a:pt x="241252" y="88385"/>
                  <a:pt x="239154" y="83025"/>
                  <a:pt x="239154" y="76307"/>
                </a:cubicBezTo>
                <a:cubicBezTo>
                  <a:pt x="239154" y="68469"/>
                  <a:pt x="241769" y="62560"/>
                  <a:pt x="247001" y="58580"/>
                </a:cubicBezTo>
                <a:cubicBezTo>
                  <a:pt x="252233" y="54598"/>
                  <a:pt x="260039" y="52607"/>
                  <a:pt x="270420" y="52607"/>
                </a:cubicBezTo>
                <a:lnTo>
                  <a:pt x="286425" y="52607"/>
                </a:lnTo>
                <a:lnTo>
                  <a:pt x="286425" y="51490"/>
                </a:lnTo>
                <a:cubicBezTo>
                  <a:pt x="286425" y="46238"/>
                  <a:pt x="284698" y="42174"/>
                  <a:pt x="281245" y="39300"/>
                </a:cubicBezTo>
                <a:cubicBezTo>
                  <a:pt x="277792" y="36426"/>
                  <a:pt x="272943" y="34988"/>
                  <a:pt x="266698" y="34988"/>
                </a:cubicBezTo>
                <a:cubicBezTo>
                  <a:pt x="262727" y="34988"/>
                  <a:pt x="258860" y="35464"/>
                  <a:pt x="255097" y="36415"/>
                </a:cubicBezTo>
                <a:cubicBezTo>
                  <a:pt x="251333" y="37366"/>
                  <a:pt x="247715" y="38793"/>
                  <a:pt x="244240" y="40696"/>
                </a:cubicBezTo>
                <a:lnTo>
                  <a:pt x="244240" y="30150"/>
                </a:lnTo>
                <a:cubicBezTo>
                  <a:pt x="248418" y="28537"/>
                  <a:pt x="252471" y="27327"/>
                  <a:pt x="256400" y="26520"/>
                </a:cubicBezTo>
                <a:cubicBezTo>
                  <a:pt x="260329" y="25714"/>
                  <a:pt x="264154" y="25311"/>
                  <a:pt x="267876" y="25311"/>
                </a:cubicBezTo>
                <a:cubicBezTo>
                  <a:pt x="277926" y="25311"/>
                  <a:pt x="285433" y="27916"/>
                  <a:pt x="290395" y="33127"/>
                </a:cubicBezTo>
                <a:cubicBezTo>
                  <a:pt x="295358" y="38338"/>
                  <a:pt x="297840" y="46238"/>
                  <a:pt x="297840" y="56825"/>
                </a:cubicBezTo>
                <a:close/>
                <a:moveTo>
                  <a:pt x="332668" y="7320"/>
                </a:moveTo>
                <a:lnTo>
                  <a:pt x="332668" y="27048"/>
                </a:lnTo>
                <a:lnTo>
                  <a:pt x="356179" y="27048"/>
                </a:lnTo>
                <a:lnTo>
                  <a:pt x="356179" y="35981"/>
                </a:lnTo>
                <a:lnTo>
                  <a:pt x="332668" y="35981"/>
                </a:lnTo>
                <a:lnTo>
                  <a:pt x="332668" y="73653"/>
                </a:lnTo>
                <a:cubicBezTo>
                  <a:pt x="332668" y="79312"/>
                  <a:pt x="333443" y="82948"/>
                  <a:pt x="334994" y="84559"/>
                </a:cubicBezTo>
                <a:cubicBezTo>
                  <a:pt x="336545" y="86170"/>
                  <a:pt x="339698" y="86975"/>
                  <a:pt x="344454" y="86975"/>
                </a:cubicBezTo>
                <a:lnTo>
                  <a:pt x="356179" y="86975"/>
                </a:lnTo>
                <a:lnTo>
                  <a:pt x="356179" y="96528"/>
                </a:lnTo>
                <a:lnTo>
                  <a:pt x="344454" y="96528"/>
                </a:lnTo>
                <a:cubicBezTo>
                  <a:pt x="335645" y="96528"/>
                  <a:pt x="329566" y="94886"/>
                  <a:pt x="326216" y="91600"/>
                </a:cubicBezTo>
                <a:cubicBezTo>
                  <a:pt x="322866" y="88314"/>
                  <a:pt x="321191" y="82331"/>
                  <a:pt x="321191" y="73653"/>
                </a:cubicBezTo>
                <a:lnTo>
                  <a:pt x="321191" y="35981"/>
                </a:lnTo>
                <a:lnTo>
                  <a:pt x="312816" y="35981"/>
                </a:lnTo>
                <a:lnTo>
                  <a:pt x="312816" y="27048"/>
                </a:lnTo>
                <a:lnTo>
                  <a:pt x="321191" y="27048"/>
                </a:lnTo>
                <a:lnTo>
                  <a:pt x="321191" y="7320"/>
                </a:lnTo>
                <a:lnTo>
                  <a:pt x="332668" y="7320"/>
                </a:lnTo>
                <a:close/>
                <a:moveTo>
                  <a:pt x="371181" y="27048"/>
                </a:moveTo>
                <a:lnTo>
                  <a:pt x="382596" y="27048"/>
                </a:lnTo>
                <a:lnTo>
                  <a:pt x="382596" y="96528"/>
                </a:lnTo>
                <a:lnTo>
                  <a:pt x="371181" y="96528"/>
                </a:lnTo>
                <a:lnTo>
                  <a:pt x="371181" y="27048"/>
                </a:lnTo>
                <a:moveTo>
                  <a:pt x="371181" y="0"/>
                </a:moveTo>
                <a:lnTo>
                  <a:pt x="382596" y="0"/>
                </a:lnTo>
                <a:lnTo>
                  <a:pt x="382596" y="14516"/>
                </a:lnTo>
                <a:lnTo>
                  <a:pt x="371181" y="14516"/>
                </a:lnTo>
                <a:lnTo>
                  <a:pt x="371181" y="0"/>
                </a:lnTo>
                <a:close/>
                <a:moveTo>
                  <a:pt x="433425" y="34988"/>
                </a:moveTo>
                <a:cubicBezTo>
                  <a:pt x="427304" y="34988"/>
                  <a:pt x="422465" y="37383"/>
                  <a:pt x="418908" y="42171"/>
                </a:cubicBezTo>
                <a:cubicBezTo>
                  <a:pt x="415351" y="46958"/>
                  <a:pt x="413573" y="53518"/>
                  <a:pt x="413573" y="61850"/>
                </a:cubicBezTo>
                <a:cubicBezTo>
                  <a:pt x="413573" y="70182"/>
                  <a:pt x="415341" y="76743"/>
                  <a:pt x="418877" y="81531"/>
                </a:cubicBezTo>
                <a:cubicBezTo>
                  <a:pt x="422413" y="86318"/>
                  <a:pt x="427262" y="88712"/>
                  <a:pt x="433425" y="88712"/>
                </a:cubicBezTo>
                <a:cubicBezTo>
                  <a:pt x="439504" y="88712"/>
                  <a:pt x="444322" y="86308"/>
                  <a:pt x="447879" y="81500"/>
                </a:cubicBezTo>
                <a:cubicBezTo>
                  <a:pt x="451436" y="76691"/>
                  <a:pt x="453214" y="70141"/>
                  <a:pt x="453214" y="61850"/>
                </a:cubicBezTo>
                <a:cubicBezTo>
                  <a:pt x="453214" y="53601"/>
                  <a:pt x="451436" y="47062"/>
                  <a:pt x="447879" y="42233"/>
                </a:cubicBezTo>
                <a:cubicBezTo>
                  <a:pt x="444322" y="37403"/>
                  <a:pt x="439504" y="34988"/>
                  <a:pt x="433425" y="34988"/>
                </a:cubicBezTo>
                <a:moveTo>
                  <a:pt x="433425" y="25311"/>
                </a:moveTo>
                <a:cubicBezTo>
                  <a:pt x="443351" y="25311"/>
                  <a:pt x="451146" y="28542"/>
                  <a:pt x="456812" y="35006"/>
                </a:cubicBezTo>
                <a:cubicBezTo>
                  <a:pt x="462478" y="41468"/>
                  <a:pt x="465311" y="50416"/>
                  <a:pt x="465311" y="61850"/>
                </a:cubicBezTo>
                <a:cubicBezTo>
                  <a:pt x="465311" y="73243"/>
                  <a:pt x="462478" y="82181"/>
                  <a:pt x="456812" y="88665"/>
                </a:cubicBezTo>
                <a:cubicBezTo>
                  <a:pt x="451146" y="95148"/>
                  <a:pt x="443351" y="98389"/>
                  <a:pt x="433425" y="98389"/>
                </a:cubicBezTo>
                <a:cubicBezTo>
                  <a:pt x="423458" y="98389"/>
                  <a:pt x="415651" y="95148"/>
                  <a:pt x="410006" y="88665"/>
                </a:cubicBezTo>
                <a:cubicBezTo>
                  <a:pt x="404361" y="82181"/>
                  <a:pt x="401538" y="73243"/>
                  <a:pt x="401538" y="61850"/>
                </a:cubicBezTo>
                <a:cubicBezTo>
                  <a:pt x="401538" y="50416"/>
                  <a:pt x="404361" y="41468"/>
                  <a:pt x="410006" y="35006"/>
                </a:cubicBezTo>
                <a:cubicBezTo>
                  <a:pt x="415651" y="28542"/>
                  <a:pt x="423458" y="25311"/>
                  <a:pt x="433425" y="25311"/>
                </a:cubicBezTo>
                <a:close/>
                <a:moveTo>
                  <a:pt x="542010" y="54592"/>
                </a:moveTo>
                <a:lnTo>
                  <a:pt x="542010" y="96528"/>
                </a:lnTo>
                <a:lnTo>
                  <a:pt x="530596" y="96528"/>
                </a:lnTo>
                <a:lnTo>
                  <a:pt x="530596" y="54964"/>
                </a:lnTo>
                <a:cubicBezTo>
                  <a:pt x="530596" y="48368"/>
                  <a:pt x="529314" y="43431"/>
                  <a:pt x="526750" y="40153"/>
                </a:cubicBezTo>
                <a:cubicBezTo>
                  <a:pt x="524185" y="36875"/>
                  <a:pt x="520339" y="35237"/>
                  <a:pt x="515211" y="35237"/>
                </a:cubicBezTo>
                <a:cubicBezTo>
                  <a:pt x="509049" y="35237"/>
                  <a:pt x="504189" y="37207"/>
                  <a:pt x="500632" y="41147"/>
                </a:cubicBezTo>
                <a:cubicBezTo>
                  <a:pt x="497076" y="45087"/>
                  <a:pt x="495297" y="50457"/>
                  <a:pt x="495297" y="57259"/>
                </a:cubicBezTo>
                <a:lnTo>
                  <a:pt x="495297" y="96528"/>
                </a:lnTo>
                <a:lnTo>
                  <a:pt x="483820" y="96528"/>
                </a:lnTo>
                <a:lnTo>
                  <a:pt x="483820" y="27048"/>
                </a:lnTo>
                <a:lnTo>
                  <a:pt x="495297" y="27048"/>
                </a:lnTo>
                <a:lnTo>
                  <a:pt x="495297" y="37842"/>
                </a:lnTo>
                <a:cubicBezTo>
                  <a:pt x="498027" y="33644"/>
                  <a:pt x="501242" y="30506"/>
                  <a:pt x="504944" y="28428"/>
                </a:cubicBezTo>
                <a:cubicBezTo>
                  <a:pt x="508645" y="26350"/>
                  <a:pt x="512915" y="25311"/>
                  <a:pt x="517754" y="25311"/>
                </a:cubicBezTo>
                <a:cubicBezTo>
                  <a:pt x="525736" y="25311"/>
                  <a:pt x="531774" y="27787"/>
                  <a:pt x="535869" y="32740"/>
                </a:cubicBezTo>
                <a:cubicBezTo>
                  <a:pt x="539963" y="37692"/>
                  <a:pt x="542010" y="44976"/>
                  <a:pt x="542010" y="54592"/>
                </a:cubicBezTo>
                <a:close/>
                <a:moveTo>
                  <a:pt x="598569" y="27048"/>
                </a:moveTo>
                <a:lnTo>
                  <a:pt x="609983" y="27048"/>
                </a:lnTo>
                <a:lnTo>
                  <a:pt x="624252" y="81267"/>
                </a:lnTo>
                <a:lnTo>
                  <a:pt x="638458" y="27048"/>
                </a:lnTo>
                <a:lnTo>
                  <a:pt x="651920" y="27048"/>
                </a:lnTo>
                <a:lnTo>
                  <a:pt x="666188" y="81267"/>
                </a:lnTo>
                <a:lnTo>
                  <a:pt x="680395" y="27048"/>
                </a:lnTo>
                <a:lnTo>
                  <a:pt x="691809" y="27048"/>
                </a:lnTo>
                <a:lnTo>
                  <a:pt x="673633" y="96528"/>
                </a:lnTo>
                <a:lnTo>
                  <a:pt x="660171" y="96528"/>
                </a:lnTo>
                <a:lnTo>
                  <a:pt x="645220" y="39579"/>
                </a:lnTo>
                <a:lnTo>
                  <a:pt x="630207" y="96528"/>
                </a:lnTo>
                <a:lnTo>
                  <a:pt x="616745" y="96528"/>
                </a:lnTo>
                <a:lnTo>
                  <a:pt x="598569" y="27048"/>
                </a:lnTo>
                <a:close/>
                <a:moveTo>
                  <a:pt x="729420" y="3846"/>
                </a:moveTo>
                <a:lnTo>
                  <a:pt x="739966" y="3846"/>
                </a:lnTo>
                <a:lnTo>
                  <a:pt x="707707" y="108315"/>
                </a:lnTo>
                <a:lnTo>
                  <a:pt x="697161" y="108315"/>
                </a:lnTo>
                <a:lnTo>
                  <a:pt x="729420" y="3846"/>
                </a:lnTo>
                <a:close/>
                <a:moveTo>
                  <a:pt x="778873" y="34988"/>
                </a:moveTo>
                <a:cubicBezTo>
                  <a:pt x="772752" y="34988"/>
                  <a:pt x="767913" y="37383"/>
                  <a:pt x="764357" y="42171"/>
                </a:cubicBezTo>
                <a:cubicBezTo>
                  <a:pt x="760800" y="46958"/>
                  <a:pt x="759021" y="53518"/>
                  <a:pt x="759021" y="61850"/>
                </a:cubicBezTo>
                <a:cubicBezTo>
                  <a:pt x="759021" y="70182"/>
                  <a:pt x="760789" y="76743"/>
                  <a:pt x="764326" y="81531"/>
                </a:cubicBezTo>
                <a:cubicBezTo>
                  <a:pt x="767862" y="86318"/>
                  <a:pt x="772711" y="88712"/>
                  <a:pt x="778873" y="88712"/>
                </a:cubicBezTo>
                <a:cubicBezTo>
                  <a:pt x="784953" y="88712"/>
                  <a:pt x="789771" y="86308"/>
                  <a:pt x="793327" y="81500"/>
                </a:cubicBezTo>
                <a:cubicBezTo>
                  <a:pt x="796884" y="76691"/>
                  <a:pt x="798663" y="70141"/>
                  <a:pt x="798663" y="61850"/>
                </a:cubicBezTo>
                <a:cubicBezTo>
                  <a:pt x="798663" y="53601"/>
                  <a:pt x="796884" y="47062"/>
                  <a:pt x="793327" y="42233"/>
                </a:cubicBezTo>
                <a:cubicBezTo>
                  <a:pt x="789771" y="37403"/>
                  <a:pt x="784953" y="34988"/>
                  <a:pt x="778873" y="34988"/>
                </a:cubicBezTo>
                <a:moveTo>
                  <a:pt x="778873" y="25311"/>
                </a:moveTo>
                <a:cubicBezTo>
                  <a:pt x="788799" y="25311"/>
                  <a:pt x="796595" y="28542"/>
                  <a:pt x="802261" y="35006"/>
                </a:cubicBezTo>
                <a:cubicBezTo>
                  <a:pt x="807927" y="41468"/>
                  <a:pt x="810760" y="50416"/>
                  <a:pt x="810760" y="61850"/>
                </a:cubicBezTo>
                <a:cubicBezTo>
                  <a:pt x="810760" y="73243"/>
                  <a:pt x="807927" y="82181"/>
                  <a:pt x="802261" y="88665"/>
                </a:cubicBezTo>
                <a:cubicBezTo>
                  <a:pt x="796595" y="95148"/>
                  <a:pt x="788799" y="98389"/>
                  <a:pt x="778873" y="98389"/>
                </a:cubicBezTo>
                <a:cubicBezTo>
                  <a:pt x="768906" y="98389"/>
                  <a:pt x="761100" y="95148"/>
                  <a:pt x="755454" y="88665"/>
                </a:cubicBezTo>
                <a:cubicBezTo>
                  <a:pt x="749809" y="82181"/>
                  <a:pt x="746986" y="73243"/>
                  <a:pt x="746986" y="61850"/>
                </a:cubicBezTo>
                <a:cubicBezTo>
                  <a:pt x="746986" y="50416"/>
                  <a:pt x="749809" y="41468"/>
                  <a:pt x="755454" y="35006"/>
                </a:cubicBezTo>
                <a:cubicBezTo>
                  <a:pt x="761100" y="28542"/>
                  <a:pt x="768906" y="25311"/>
                  <a:pt x="778873" y="25311"/>
                </a:cubicBezTo>
                <a:close/>
                <a:moveTo>
                  <a:pt x="883133" y="14144"/>
                </a:moveTo>
                <a:lnTo>
                  <a:pt x="883133" y="49009"/>
                </a:lnTo>
                <a:lnTo>
                  <a:pt x="898890" y="49009"/>
                </a:lnTo>
                <a:cubicBezTo>
                  <a:pt x="904721" y="49009"/>
                  <a:pt x="909229" y="47496"/>
                  <a:pt x="912414" y="44472"/>
                </a:cubicBezTo>
                <a:cubicBezTo>
                  <a:pt x="915598" y="41448"/>
                  <a:pt x="917191" y="37139"/>
                  <a:pt x="917191" y="31545"/>
                </a:cubicBezTo>
                <a:cubicBezTo>
                  <a:pt x="917191" y="25993"/>
                  <a:pt x="915598" y="21705"/>
                  <a:pt x="912414" y="18681"/>
                </a:cubicBezTo>
                <a:cubicBezTo>
                  <a:pt x="909229" y="15656"/>
                  <a:pt x="904721" y="14144"/>
                  <a:pt x="898890" y="14144"/>
                </a:cubicBezTo>
                <a:lnTo>
                  <a:pt x="883133" y="14144"/>
                </a:lnTo>
                <a:moveTo>
                  <a:pt x="870602" y="3846"/>
                </a:moveTo>
                <a:lnTo>
                  <a:pt x="898890" y="3846"/>
                </a:lnTo>
                <a:cubicBezTo>
                  <a:pt x="909271" y="3846"/>
                  <a:pt x="917118" y="6196"/>
                  <a:pt x="922433" y="10895"/>
                </a:cubicBezTo>
                <a:cubicBezTo>
                  <a:pt x="927747" y="15594"/>
                  <a:pt x="930404" y="22478"/>
                  <a:pt x="930404" y="31545"/>
                </a:cubicBezTo>
                <a:cubicBezTo>
                  <a:pt x="930404" y="40696"/>
                  <a:pt x="927747" y="47610"/>
                  <a:pt x="922433" y="52289"/>
                </a:cubicBezTo>
                <a:cubicBezTo>
                  <a:pt x="917118" y="56967"/>
                  <a:pt x="909271" y="59307"/>
                  <a:pt x="898890" y="59307"/>
                </a:cubicBezTo>
                <a:lnTo>
                  <a:pt x="883133" y="59307"/>
                </a:lnTo>
                <a:lnTo>
                  <a:pt x="883133" y="96528"/>
                </a:lnTo>
                <a:lnTo>
                  <a:pt x="870602" y="96528"/>
                </a:lnTo>
                <a:lnTo>
                  <a:pt x="870602" y="3846"/>
                </a:lnTo>
                <a:close/>
                <a:moveTo>
                  <a:pt x="972355" y="61540"/>
                </a:moveTo>
                <a:cubicBezTo>
                  <a:pt x="963133" y="61540"/>
                  <a:pt x="956743" y="62600"/>
                  <a:pt x="953186" y="64719"/>
                </a:cubicBezTo>
                <a:cubicBezTo>
                  <a:pt x="949629" y="66838"/>
                  <a:pt x="947851" y="70452"/>
                  <a:pt x="947851" y="75562"/>
                </a:cubicBezTo>
                <a:cubicBezTo>
                  <a:pt x="947851" y="79633"/>
                  <a:pt x="949185" y="82864"/>
                  <a:pt x="951852" y="85253"/>
                </a:cubicBezTo>
                <a:cubicBezTo>
                  <a:pt x="954520" y="87642"/>
                  <a:pt x="958149" y="88836"/>
                  <a:pt x="962740" y="88836"/>
                </a:cubicBezTo>
                <a:cubicBezTo>
                  <a:pt x="969067" y="88836"/>
                  <a:pt x="974144" y="86582"/>
                  <a:pt x="977970" y="82074"/>
                </a:cubicBezTo>
                <a:cubicBezTo>
                  <a:pt x="981795" y="77565"/>
                  <a:pt x="983708" y="71570"/>
                  <a:pt x="983708" y="64089"/>
                </a:cubicBezTo>
                <a:lnTo>
                  <a:pt x="983708" y="61540"/>
                </a:lnTo>
                <a:lnTo>
                  <a:pt x="972355" y="61540"/>
                </a:lnTo>
                <a:moveTo>
                  <a:pt x="995123" y="56825"/>
                </a:moveTo>
                <a:lnTo>
                  <a:pt x="995123" y="96528"/>
                </a:lnTo>
                <a:lnTo>
                  <a:pt x="983708" y="96528"/>
                </a:lnTo>
                <a:lnTo>
                  <a:pt x="983708" y="85982"/>
                </a:lnTo>
                <a:cubicBezTo>
                  <a:pt x="981102" y="90221"/>
                  <a:pt x="977856" y="93349"/>
                  <a:pt x="973968" y="95365"/>
                </a:cubicBezTo>
                <a:cubicBezTo>
                  <a:pt x="970081" y="97381"/>
                  <a:pt x="965325" y="98389"/>
                  <a:pt x="959700" y="98389"/>
                </a:cubicBezTo>
                <a:cubicBezTo>
                  <a:pt x="952586" y="98389"/>
                  <a:pt x="946931" y="96389"/>
                  <a:pt x="942733" y="92387"/>
                </a:cubicBezTo>
                <a:cubicBezTo>
                  <a:pt x="938535" y="88385"/>
                  <a:pt x="936436" y="83025"/>
                  <a:pt x="936436" y="76307"/>
                </a:cubicBezTo>
                <a:cubicBezTo>
                  <a:pt x="936436" y="68469"/>
                  <a:pt x="939052" y="62560"/>
                  <a:pt x="944284" y="58580"/>
                </a:cubicBezTo>
                <a:cubicBezTo>
                  <a:pt x="949516" y="54598"/>
                  <a:pt x="957322" y="52607"/>
                  <a:pt x="967703" y="52607"/>
                </a:cubicBezTo>
                <a:lnTo>
                  <a:pt x="983708" y="52607"/>
                </a:lnTo>
                <a:lnTo>
                  <a:pt x="983708" y="51490"/>
                </a:lnTo>
                <a:cubicBezTo>
                  <a:pt x="983708" y="46238"/>
                  <a:pt x="981981" y="42174"/>
                  <a:pt x="978528" y="39300"/>
                </a:cubicBezTo>
                <a:cubicBezTo>
                  <a:pt x="975075" y="36426"/>
                  <a:pt x="970225" y="34988"/>
                  <a:pt x="963980" y="34988"/>
                </a:cubicBezTo>
                <a:cubicBezTo>
                  <a:pt x="960010" y="34988"/>
                  <a:pt x="956143" y="35464"/>
                  <a:pt x="952380" y="36415"/>
                </a:cubicBezTo>
                <a:cubicBezTo>
                  <a:pt x="948616" y="37366"/>
                  <a:pt x="944997" y="38793"/>
                  <a:pt x="941523" y="40696"/>
                </a:cubicBezTo>
                <a:lnTo>
                  <a:pt x="941523" y="30150"/>
                </a:lnTo>
                <a:cubicBezTo>
                  <a:pt x="945700" y="28537"/>
                  <a:pt x="949753" y="27327"/>
                  <a:pt x="953682" y="26520"/>
                </a:cubicBezTo>
                <a:cubicBezTo>
                  <a:pt x="957611" y="25714"/>
                  <a:pt x="961437" y="25311"/>
                  <a:pt x="965159" y="25311"/>
                </a:cubicBezTo>
                <a:cubicBezTo>
                  <a:pt x="975209" y="25311"/>
                  <a:pt x="982715" y="27916"/>
                  <a:pt x="987678" y="33127"/>
                </a:cubicBezTo>
                <a:cubicBezTo>
                  <a:pt x="992641" y="38338"/>
                  <a:pt x="995123" y="46238"/>
                  <a:pt x="995123" y="56825"/>
                </a:cubicBezTo>
                <a:close/>
                <a:moveTo>
                  <a:pt x="1029952" y="7320"/>
                </a:moveTo>
                <a:lnTo>
                  <a:pt x="1029952" y="27048"/>
                </a:lnTo>
                <a:lnTo>
                  <a:pt x="1053463" y="27048"/>
                </a:lnTo>
                <a:lnTo>
                  <a:pt x="1053463" y="35981"/>
                </a:lnTo>
                <a:lnTo>
                  <a:pt x="1029952" y="35981"/>
                </a:lnTo>
                <a:lnTo>
                  <a:pt x="1029952" y="73653"/>
                </a:lnTo>
                <a:cubicBezTo>
                  <a:pt x="1029952" y="79312"/>
                  <a:pt x="1030727" y="82948"/>
                  <a:pt x="1032278" y="84559"/>
                </a:cubicBezTo>
                <a:cubicBezTo>
                  <a:pt x="1033829" y="86170"/>
                  <a:pt x="1036982" y="86975"/>
                  <a:pt x="1041738" y="86975"/>
                </a:cubicBezTo>
                <a:lnTo>
                  <a:pt x="1053463" y="86975"/>
                </a:lnTo>
                <a:lnTo>
                  <a:pt x="1053463" y="96528"/>
                </a:lnTo>
                <a:lnTo>
                  <a:pt x="1041738" y="96528"/>
                </a:lnTo>
                <a:cubicBezTo>
                  <a:pt x="1032929" y="96528"/>
                  <a:pt x="1026850" y="94886"/>
                  <a:pt x="1023500" y="91600"/>
                </a:cubicBezTo>
                <a:cubicBezTo>
                  <a:pt x="1020150" y="88314"/>
                  <a:pt x="1018475" y="82331"/>
                  <a:pt x="1018475" y="73653"/>
                </a:cubicBezTo>
                <a:lnTo>
                  <a:pt x="1018475" y="35981"/>
                </a:lnTo>
                <a:lnTo>
                  <a:pt x="1010100" y="35981"/>
                </a:lnTo>
                <a:lnTo>
                  <a:pt x="1010100" y="27048"/>
                </a:lnTo>
                <a:lnTo>
                  <a:pt x="1018475" y="27048"/>
                </a:lnTo>
                <a:lnTo>
                  <a:pt x="1018475" y="7320"/>
                </a:lnTo>
                <a:lnTo>
                  <a:pt x="1029952" y="7320"/>
                </a:lnTo>
                <a:close/>
                <a:moveTo>
                  <a:pt x="1118466" y="29653"/>
                </a:moveTo>
                <a:lnTo>
                  <a:pt x="1118466" y="40324"/>
                </a:lnTo>
                <a:cubicBezTo>
                  <a:pt x="1115240" y="38545"/>
                  <a:pt x="1112004" y="37211"/>
                  <a:pt x="1108757" y="36322"/>
                </a:cubicBezTo>
                <a:cubicBezTo>
                  <a:pt x="1105511" y="35433"/>
                  <a:pt x="1102233" y="34988"/>
                  <a:pt x="1098925" y="34988"/>
                </a:cubicBezTo>
                <a:cubicBezTo>
                  <a:pt x="1091522" y="34988"/>
                  <a:pt x="1085773" y="37341"/>
                  <a:pt x="1081679" y="42047"/>
                </a:cubicBezTo>
                <a:cubicBezTo>
                  <a:pt x="1077584" y="46751"/>
                  <a:pt x="1075537" y="53352"/>
                  <a:pt x="1075537" y="61850"/>
                </a:cubicBezTo>
                <a:cubicBezTo>
                  <a:pt x="1075537" y="70348"/>
                  <a:pt x="1077584" y="76950"/>
                  <a:pt x="1081679" y="81655"/>
                </a:cubicBezTo>
                <a:cubicBezTo>
                  <a:pt x="1085773" y="86360"/>
                  <a:pt x="1091522" y="88712"/>
                  <a:pt x="1098925" y="88712"/>
                </a:cubicBezTo>
                <a:cubicBezTo>
                  <a:pt x="1102233" y="88712"/>
                  <a:pt x="1105511" y="88267"/>
                  <a:pt x="1108757" y="87378"/>
                </a:cubicBezTo>
                <a:cubicBezTo>
                  <a:pt x="1112004" y="86489"/>
                  <a:pt x="1115240" y="85155"/>
                  <a:pt x="1118466" y="83377"/>
                </a:cubicBezTo>
                <a:lnTo>
                  <a:pt x="1118466" y="93923"/>
                </a:lnTo>
                <a:cubicBezTo>
                  <a:pt x="1115282" y="95412"/>
                  <a:pt x="1111983" y="96528"/>
                  <a:pt x="1108571" y="97273"/>
                </a:cubicBezTo>
                <a:cubicBezTo>
                  <a:pt x="1105159" y="98017"/>
                  <a:pt x="1101530" y="98389"/>
                  <a:pt x="1097684" y="98389"/>
                </a:cubicBezTo>
                <a:cubicBezTo>
                  <a:pt x="1087220" y="98389"/>
                  <a:pt x="1078908" y="95096"/>
                  <a:pt x="1072745" y="88510"/>
                </a:cubicBezTo>
                <a:cubicBezTo>
                  <a:pt x="1066583" y="81923"/>
                  <a:pt x="1063502" y="73036"/>
                  <a:pt x="1063502" y="61850"/>
                </a:cubicBezTo>
                <a:cubicBezTo>
                  <a:pt x="1063502" y="50499"/>
                  <a:pt x="1066614" y="41571"/>
                  <a:pt x="1072838" y="35068"/>
                </a:cubicBezTo>
                <a:cubicBezTo>
                  <a:pt x="1079063" y="28563"/>
                  <a:pt x="1087593" y="25311"/>
                  <a:pt x="1098428" y="25311"/>
                </a:cubicBezTo>
                <a:cubicBezTo>
                  <a:pt x="1101944" y="25311"/>
                  <a:pt x="1105376" y="25673"/>
                  <a:pt x="1108726" y="26396"/>
                </a:cubicBezTo>
                <a:cubicBezTo>
                  <a:pt x="1112076" y="27120"/>
                  <a:pt x="1115323" y="28206"/>
                  <a:pt x="1118466" y="29653"/>
                </a:cubicBezTo>
                <a:close/>
                <a:moveTo>
                  <a:pt x="1196098" y="54592"/>
                </a:moveTo>
                <a:lnTo>
                  <a:pt x="1196098" y="96528"/>
                </a:lnTo>
                <a:lnTo>
                  <a:pt x="1184683" y="96528"/>
                </a:lnTo>
                <a:lnTo>
                  <a:pt x="1184683" y="54964"/>
                </a:lnTo>
                <a:cubicBezTo>
                  <a:pt x="1184683" y="48368"/>
                  <a:pt x="1183401" y="43431"/>
                  <a:pt x="1180837" y="40153"/>
                </a:cubicBezTo>
                <a:cubicBezTo>
                  <a:pt x="1178273" y="36875"/>
                  <a:pt x="1174427" y="35237"/>
                  <a:pt x="1169298" y="35237"/>
                </a:cubicBezTo>
                <a:cubicBezTo>
                  <a:pt x="1163136" y="35237"/>
                  <a:pt x="1158276" y="37207"/>
                  <a:pt x="1154720" y="41147"/>
                </a:cubicBezTo>
                <a:cubicBezTo>
                  <a:pt x="1151163" y="45087"/>
                  <a:pt x="1149385" y="50457"/>
                  <a:pt x="1149385" y="57259"/>
                </a:cubicBezTo>
                <a:lnTo>
                  <a:pt x="1149385" y="96528"/>
                </a:lnTo>
                <a:lnTo>
                  <a:pt x="1137908" y="96528"/>
                </a:lnTo>
                <a:lnTo>
                  <a:pt x="1137908" y="0"/>
                </a:lnTo>
                <a:lnTo>
                  <a:pt x="1149385" y="0"/>
                </a:lnTo>
                <a:lnTo>
                  <a:pt x="1149385" y="37842"/>
                </a:lnTo>
                <a:cubicBezTo>
                  <a:pt x="1152114" y="33644"/>
                  <a:pt x="1155330" y="30506"/>
                  <a:pt x="1159031" y="28428"/>
                </a:cubicBezTo>
                <a:cubicBezTo>
                  <a:pt x="1162733" y="26350"/>
                  <a:pt x="1167003" y="25311"/>
                  <a:pt x="1171842" y="25311"/>
                </a:cubicBezTo>
                <a:cubicBezTo>
                  <a:pt x="1179824" y="25311"/>
                  <a:pt x="1185862" y="27787"/>
                  <a:pt x="1189956" y="32740"/>
                </a:cubicBezTo>
                <a:cubicBezTo>
                  <a:pt x="1194051" y="37692"/>
                  <a:pt x="1196098" y="44976"/>
                  <a:pt x="1196098" y="54592"/>
                </a:cubicBezTo>
                <a:close/>
                <a:moveTo>
                  <a:pt x="1221807" y="30770"/>
                </a:moveTo>
                <a:lnTo>
                  <a:pt x="1234897" y="30770"/>
                </a:lnTo>
                <a:lnTo>
                  <a:pt x="1234897" y="46527"/>
                </a:lnTo>
                <a:lnTo>
                  <a:pt x="1221807" y="46527"/>
                </a:lnTo>
                <a:lnTo>
                  <a:pt x="1221807" y="30770"/>
                </a:lnTo>
                <a:moveTo>
                  <a:pt x="1221807" y="80771"/>
                </a:moveTo>
                <a:lnTo>
                  <a:pt x="1234897" y="80771"/>
                </a:lnTo>
                <a:lnTo>
                  <a:pt x="1234897" y="91441"/>
                </a:lnTo>
                <a:lnTo>
                  <a:pt x="1224723" y="111293"/>
                </a:lnTo>
                <a:lnTo>
                  <a:pt x="1216720" y="111293"/>
                </a:lnTo>
                <a:lnTo>
                  <a:pt x="1221807" y="91441"/>
                </a:lnTo>
                <a:lnTo>
                  <a:pt x="1221807" y="807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0" name="Text KnownViolationw/Patch">
            <a:extLst xmlns:a="http://schemas.openxmlformats.org/drawingml/2006/main">
              <a:ext uri="{FF2B5EF4-FFF2-40B4-BE49-F238E27FC236}">
                <a16:creationId xmlns:a16="http://schemas.microsoft.com/office/drawing/2014/main" id="{3B68DC2F-7E97-4A59-99D6-F95ECE2A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309" y="6531982"/>
            <a:ext cx="1573278" cy="108315"/>
          </a:xfrm>
          <a:custGeom xmlns:a="http://schemas.openxmlformats.org/drawingml/2006/main">
            <a:pathLst>
              <a:path w="1573278" h="108315">
                <a:moveTo>
                  <a:pt x="0" y="3846"/>
                </a:moveTo>
                <a:lnTo>
                  <a:pt x="12531" y="3846"/>
                </a:lnTo>
                <a:lnTo>
                  <a:pt x="12531" y="43018"/>
                </a:lnTo>
                <a:lnTo>
                  <a:pt x="54096" y="3846"/>
                </a:lnTo>
                <a:lnTo>
                  <a:pt x="70225" y="3846"/>
                </a:lnTo>
                <a:lnTo>
                  <a:pt x="24256" y="47053"/>
                </a:lnTo>
                <a:lnTo>
                  <a:pt x="73513" y="96528"/>
                </a:lnTo>
                <a:lnTo>
                  <a:pt x="57011" y="96528"/>
                </a:lnTo>
                <a:lnTo>
                  <a:pt x="12531" y="51895"/>
                </a:lnTo>
                <a:lnTo>
                  <a:pt x="12531" y="96528"/>
                </a:lnTo>
                <a:lnTo>
                  <a:pt x="0" y="96528"/>
                </a:lnTo>
                <a:lnTo>
                  <a:pt x="0" y="3846"/>
                </a:lnTo>
                <a:close/>
                <a:moveTo>
                  <a:pt x="140604" y="54592"/>
                </a:moveTo>
                <a:lnTo>
                  <a:pt x="140604" y="96528"/>
                </a:lnTo>
                <a:lnTo>
                  <a:pt x="129189" y="96528"/>
                </a:lnTo>
                <a:lnTo>
                  <a:pt x="129189" y="54964"/>
                </a:lnTo>
                <a:cubicBezTo>
                  <a:pt x="129189" y="48368"/>
                  <a:pt x="127907" y="43431"/>
                  <a:pt x="125343" y="40153"/>
                </a:cubicBezTo>
                <a:cubicBezTo>
                  <a:pt x="122779" y="36875"/>
                  <a:pt x="118933" y="35237"/>
                  <a:pt x="113804" y="35237"/>
                </a:cubicBezTo>
                <a:cubicBezTo>
                  <a:pt x="107642" y="35237"/>
                  <a:pt x="102782" y="37207"/>
                  <a:pt x="99226" y="41147"/>
                </a:cubicBezTo>
                <a:cubicBezTo>
                  <a:pt x="95669" y="45087"/>
                  <a:pt x="93891" y="50457"/>
                  <a:pt x="93891" y="57259"/>
                </a:cubicBezTo>
                <a:lnTo>
                  <a:pt x="93891" y="96528"/>
                </a:lnTo>
                <a:lnTo>
                  <a:pt x="82414" y="96528"/>
                </a:lnTo>
                <a:lnTo>
                  <a:pt x="82414" y="27048"/>
                </a:lnTo>
                <a:lnTo>
                  <a:pt x="93891" y="27048"/>
                </a:lnTo>
                <a:lnTo>
                  <a:pt x="93891" y="37842"/>
                </a:lnTo>
                <a:cubicBezTo>
                  <a:pt x="96620" y="33644"/>
                  <a:pt x="99836" y="30506"/>
                  <a:pt x="103537" y="28428"/>
                </a:cubicBezTo>
                <a:cubicBezTo>
                  <a:pt x="107239" y="26350"/>
                  <a:pt x="111509" y="25311"/>
                  <a:pt x="116348" y="25311"/>
                </a:cubicBezTo>
                <a:cubicBezTo>
                  <a:pt x="124330" y="25311"/>
                  <a:pt x="130368" y="27787"/>
                  <a:pt x="134462" y="32740"/>
                </a:cubicBezTo>
                <a:cubicBezTo>
                  <a:pt x="138557" y="37692"/>
                  <a:pt x="140604" y="44976"/>
                  <a:pt x="140604" y="54592"/>
                </a:cubicBezTo>
                <a:close/>
                <a:moveTo>
                  <a:pt x="190322" y="34988"/>
                </a:moveTo>
                <a:cubicBezTo>
                  <a:pt x="184201" y="34988"/>
                  <a:pt x="179362" y="37383"/>
                  <a:pt x="175806" y="42171"/>
                </a:cubicBezTo>
                <a:cubicBezTo>
                  <a:pt x="172249" y="46958"/>
                  <a:pt x="170471" y="53518"/>
                  <a:pt x="170471" y="61850"/>
                </a:cubicBezTo>
                <a:cubicBezTo>
                  <a:pt x="170471" y="70182"/>
                  <a:pt x="172239" y="76743"/>
                  <a:pt x="175775" y="81531"/>
                </a:cubicBezTo>
                <a:cubicBezTo>
                  <a:pt x="179311" y="86318"/>
                  <a:pt x="184160" y="88712"/>
                  <a:pt x="190322" y="88712"/>
                </a:cubicBezTo>
                <a:cubicBezTo>
                  <a:pt x="196402" y="88712"/>
                  <a:pt x="201220" y="86308"/>
                  <a:pt x="204777" y="81500"/>
                </a:cubicBezTo>
                <a:cubicBezTo>
                  <a:pt x="208333" y="76691"/>
                  <a:pt x="210112" y="70141"/>
                  <a:pt x="210112" y="61850"/>
                </a:cubicBezTo>
                <a:cubicBezTo>
                  <a:pt x="210112" y="53601"/>
                  <a:pt x="208333" y="47062"/>
                  <a:pt x="204777" y="42233"/>
                </a:cubicBezTo>
                <a:cubicBezTo>
                  <a:pt x="201220" y="37403"/>
                  <a:pt x="196402" y="34988"/>
                  <a:pt x="190322" y="34988"/>
                </a:cubicBezTo>
                <a:moveTo>
                  <a:pt x="190322" y="25311"/>
                </a:moveTo>
                <a:cubicBezTo>
                  <a:pt x="200248" y="25311"/>
                  <a:pt x="208044" y="28542"/>
                  <a:pt x="213710" y="35006"/>
                </a:cubicBezTo>
                <a:cubicBezTo>
                  <a:pt x="219376" y="41468"/>
                  <a:pt x="222209" y="50416"/>
                  <a:pt x="222209" y="61850"/>
                </a:cubicBezTo>
                <a:cubicBezTo>
                  <a:pt x="222209" y="73243"/>
                  <a:pt x="219376" y="82181"/>
                  <a:pt x="213710" y="88665"/>
                </a:cubicBezTo>
                <a:cubicBezTo>
                  <a:pt x="208044" y="95148"/>
                  <a:pt x="200248" y="98389"/>
                  <a:pt x="190322" y="98389"/>
                </a:cubicBezTo>
                <a:cubicBezTo>
                  <a:pt x="180355" y="98389"/>
                  <a:pt x="172549" y="95148"/>
                  <a:pt x="166904" y="88665"/>
                </a:cubicBezTo>
                <a:cubicBezTo>
                  <a:pt x="161258" y="82181"/>
                  <a:pt x="158436" y="73243"/>
                  <a:pt x="158436" y="61850"/>
                </a:cubicBezTo>
                <a:cubicBezTo>
                  <a:pt x="158436" y="50416"/>
                  <a:pt x="161258" y="41468"/>
                  <a:pt x="166904" y="35006"/>
                </a:cubicBezTo>
                <a:cubicBezTo>
                  <a:pt x="172549" y="28542"/>
                  <a:pt x="180355" y="25311"/>
                  <a:pt x="190322" y="25311"/>
                </a:cubicBezTo>
                <a:close/>
                <a:moveTo>
                  <a:pt x="234515" y="27048"/>
                </a:moveTo>
                <a:lnTo>
                  <a:pt x="245930" y="27048"/>
                </a:lnTo>
                <a:lnTo>
                  <a:pt x="260198" y="81267"/>
                </a:lnTo>
                <a:lnTo>
                  <a:pt x="274404" y="27048"/>
                </a:lnTo>
                <a:lnTo>
                  <a:pt x="287866" y="27048"/>
                </a:lnTo>
                <a:lnTo>
                  <a:pt x="302135" y="81267"/>
                </a:lnTo>
                <a:lnTo>
                  <a:pt x="316341" y="27048"/>
                </a:lnTo>
                <a:lnTo>
                  <a:pt x="327756" y="27048"/>
                </a:lnTo>
                <a:lnTo>
                  <a:pt x="309579" y="96528"/>
                </a:lnTo>
                <a:lnTo>
                  <a:pt x="296117" y="96528"/>
                </a:lnTo>
                <a:lnTo>
                  <a:pt x="281166" y="39579"/>
                </a:lnTo>
                <a:lnTo>
                  <a:pt x="266154" y="96528"/>
                </a:lnTo>
                <a:lnTo>
                  <a:pt x="252692" y="96528"/>
                </a:lnTo>
                <a:lnTo>
                  <a:pt x="234515" y="27048"/>
                </a:lnTo>
                <a:close/>
                <a:moveTo>
                  <a:pt x="402836" y="54592"/>
                </a:moveTo>
                <a:lnTo>
                  <a:pt x="402836" y="96528"/>
                </a:lnTo>
                <a:lnTo>
                  <a:pt x="391421" y="96528"/>
                </a:lnTo>
                <a:lnTo>
                  <a:pt x="391421" y="54964"/>
                </a:lnTo>
                <a:cubicBezTo>
                  <a:pt x="391421" y="48368"/>
                  <a:pt x="390139" y="43431"/>
                  <a:pt x="387575" y="40153"/>
                </a:cubicBezTo>
                <a:cubicBezTo>
                  <a:pt x="385011" y="36875"/>
                  <a:pt x="381164" y="35237"/>
                  <a:pt x="376036" y="35237"/>
                </a:cubicBezTo>
                <a:cubicBezTo>
                  <a:pt x="369874" y="35237"/>
                  <a:pt x="365014" y="37207"/>
                  <a:pt x="361458" y="41147"/>
                </a:cubicBezTo>
                <a:cubicBezTo>
                  <a:pt x="357901" y="45087"/>
                  <a:pt x="356122" y="50457"/>
                  <a:pt x="356122" y="57259"/>
                </a:cubicBezTo>
                <a:lnTo>
                  <a:pt x="356122" y="96528"/>
                </a:lnTo>
                <a:lnTo>
                  <a:pt x="344646" y="96528"/>
                </a:lnTo>
                <a:lnTo>
                  <a:pt x="344646" y="27048"/>
                </a:lnTo>
                <a:lnTo>
                  <a:pt x="356122" y="27048"/>
                </a:lnTo>
                <a:lnTo>
                  <a:pt x="356122" y="37842"/>
                </a:lnTo>
                <a:cubicBezTo>
                  <a:pt x="358852" y="33644"/>
                  <a:pt x="362068" y="30506"/>
                  <a:pt x="365769" y="28428"/>
                </a:cubicBezTo>
                <a:cubicBezTo>
                  <a:pt x="369471" y="26350"/>
                  <a:pt x="373741" y="25311"/>
                  <a:pt x="378580" y="25311"/>
                </a:cubicBezTo>
                <a:cubicBezTo>
                  <a:pt x="386562" y="25311"/>
                  <a:pt x="392600" y="27787"/>
                  <a:pt x="396694" y="32740"/>
                </a:cubicBezTo>
                <a:cubicBezTo>
                  <a:pt x="400789" y="37692"/>
                  <a:pt x="402836" y="44976"/>
                  <a:pt x="402836" y="54592"/>
                </a:cubicBezTo>
                <a:close/>
                <a:moveTo>
                  <a:pt x="490411" y="96528"/>
                </a:moveTo>
                <a:lnTo>
                  <a:pt x="455050" y="3846"/>
                </a:lnTo>
                <a:lnTo>
                  <a:pt x="468140" y="3846"/>
                </a:lnTo>
                <a:lnTo>
                  <a:pt x="497483" y="81878"/>
                </a:lnTo>
                <a:lnTo>
                  <a:pt x="526888" y="3846"/>
                </a:lnTo>
                <a:lnTo>
                  <a:pt x="539916" y="3846"/>
                </a:lnTo>
                <a:lnTo>
                  <a:pt x="504617" y="96528"/>
                </a:lnTo>
                <a:lnTo>
                  <a:pt x="490411" y="96528"/>
                </a:lnTo>
                <a:close/>
                <a:moveTo>
                  <a:pt x="550013" y="27048"/>
                </a:moveTo>
                <a:lnTo>
                  <a:pt x="561427" y="27048"/>
                </a:lnTo>
                <a:lnTo>
                  <a:pt x="561427" y="96528"/>
                </a:lnTo>
                <a:lnTo>
                  <a:pt x="550013" y="96528"/>
                </a:lnTo>
                <a:lnTo>
                  <a:pt x="550013" y="27048"/>
                </a:lnTo>
                <a:moveTo>
                  <a:pt x="550013" y="0"/>
                </a:moveTo>
                <a:lnTo>
                  <a:pt x="561427" y="0"/>
                </a:lnTo>
                <a:lnTo>
                  <a:pt x="561427" y="14516"/>
                </a:lnTo>
                <a:lnTo>
                  <a:pt x="550013" y="14516"/>
                </a:lnTo>
                <a:lnTo>
                  <a:pt x="550013" y="0"/>
                </a:lnTo>
                <a:close/>
                <a:moveTo>
                  <a:pt x="612256" y="34988"/>
                </a:moveTo>
                <a:cubicBezTo>
                  <a:pt x="606135" y="34988"/>
                  <a:pt x="601296" y="37383"/>
                  <a:pt x="597740" y="42171"/>
                </a:cubicBezTo>
                <a:cubicBezTo>
                  <a:pt x="594183" y="46958"/>
                  <a:pt x="592404" y="53518"/>
                  <a:pt x="592404" y="61850"/>
                </a:cubicBezTo>
                <a:cubicBezTo>
                  <a:pt x="592404" y="70182"/>
                  <a:pt x="594173" y="76743"/>
                  <a:pt x="597709" y="81531"/>
                </a:cubicBezTo>
                <a:cubicBezTo>
                  <a:pt x="601245" y="86318"/>
                  <a:pt x="606094" y="88712"/>
                  <a:pt x="612256" y="88712"/>
                </a:cubicBezTo>
                <a:cubicBezTo>
                  <a:pt x="618336" y="88712"/>
                  <a:pt x="623154" y="86308"/>
                  <a:pt x="626711" y="81500"/>
                </a:cubicBezTo>
                <a:cubicBezTo>
                  <a:pt x="630267" y="76691"/>
                  <a:pt x="632046" y="70141"/>
                  <a:pt x="632046" y="61850"/>
                </a:cubicBezTo>
                <a:cubicBezTo>
                  <a:pt x="632046" y="53601"/>
                  <a:pt x="630267" y="47062"/>
                  <a:pt x="626711" y="42233"/>
                </a:cubicBezTo>
                <a:cubicBezTo>
                  <a:pt x="623154" y="37403"/>
                  <a:pt x="618336" y="34988"/>
                  <a:pt x="612256" y="34988"/>
                </a:cubicBezTo>
                <a:moveTo>
                  <a:pt x="612256" y="25311"/>
                </a:moveTo>
                <a:cubicBezTo>
                  <a:pt x="622182" y="25311"/>
                  <a:pt x="629978" y="28542"/>
                  <a:pt x="635644" y="35006"/>
                </a:cubicBezTo>
                <a:cubicBezTo>
                  <a:pt x="641310" y="41468"/>
                  <a:pt x="644143" y="50416"/>
                  <a:pt x="644143" y="61850"/>
                </a:cubicBezTo>
                <a:cubicBezTo>
                  <a:pt x="644143" y="73243"/>
                  <a:pt x="641310" y="82181"/>
                  <a:pt x="635644" y="88665"/>
                </a:cubicBezTo>
                <a:cubicBezTo>
                  <a:pt x="629978" y="95148"/>
                  <a:pt x="622182" y="98389"/>
                  <a:pt x="612256" y="98389"/>
                </a:cubicBezTo>
                <a:cubicBezTo>
                  <a:pt x="602289" y="98389"/>
                  <a:pt x="594483" y="95148"/>
                  <a:pt x="588837" y="88665"/>
                </a:cubicBezTo>
                <a:cubicBezTo>
                  <a:pt x="583192" y="82181"/>
                  <a:pt x="580369" y="73243"/>
                  <a:pt x="580369" y="61850"/>
                </a:cubicBezTo>
                <a:cubicBezTo>
                  <a:pt x="580369" y="50416"/>
                  <a:pt x="583192" y="41468"/>
                  <a:pt x="588837" y="35006"/>
                </a:cubicBezTo>
                <a:cubicBezTo>
                  <a:pt x="594483" y="28542"/>
                  <a:pt x="602289" y="25311"/>
                  <a:pt x="612256" y="25311"/>
                </a:cubicBezTo>
                <a:close/>
                <a:moveTo>
                  <a:pt x="663088" y="0"/>
                </a:moveTo>
                <a:lnTo>
                  <a:pt x="674502" y="0"/>
                </a:lnTo>
                <a:lnTo>
                  <a:pt x="674502" y="96528"/>
                </a:lnTo>
                <a:lnTo>
                  <a:pt x="663088" y="96528"/>
                </a:lnTo>
                <a:lnTo>
                  <a:pt x="663088" y="0"/>
                </a:lnTo>
                <a:close/>
                <a:moveTo>
                  <a:pt x="729984" y="61540"/>
                </a:moveTo>
                <a:cubicBezTo>
                  <a:pt x="720761" y="61540"/>
                  <a:pt x="714371" y="62600"/>
                  <a:pt x="710814" y="64719"/>
                </a:cubicBezTo>
                <a:cubicBezTo>
                  <a:pt x="707258" y="66838"/>
                  <a:pt x="705479" y="70452"/>
                  <a:pt x="705479" y="75562"/>
                </a:cubicBezTo>
                <a:cubicBezTo>
                  <a:pt x="705479" y="79633"/>
                  <a:pt x="706813" y="82864"/>
                  <a:pt x="709481" y="85253"/>
                </a:cubicBezTo>
                <a:cubicBezTo>
                  <a:pt x="712148" y="87642"/>
                  <a:pt x="715777" y="88836"/>
                  <a:pt x="720368" y="88836"/>
                </a:cubicBezTo>
                <a:cubicBezTo>
                  <a:pt x="726696" y="88836"/>
                  <a:pt x="731772" y="86582"/>
                  <a:pt x="735598" y="82074"/>
                </a:cubicBezTo>
                <a:cubicBezTo>
                  <a:pt x="739423" y="77565"/>
                  <a:pt x="741336" y="71570"/>
                  <a:pt x="741336" y="64089"/>
                </a:cubicBezTo>
                <a:lnTo>
                  <a:pt x="741336" y="61540"/>
                </a:lnTo>
                <a:lnTo>
                  <a:pt x="729984" y="61540"/>
                </a:lnTo>
                <a:moveTo>
                  <a:pt x="752751" y="56825"/>
                </a:moveTo>
                <a:lnTo>
                  <a:pt x="752751" y="96528"/>
                </a:lnTo>
                <a:lnTo>
                  <a:pt x="741336" y="96528"/>
                </a:lnTo>
                <a:lnTo>
                  <a:pt x="741336" y="85982"/>
                </a:lnTo>
                <a:cubicBezTo>
                  <a:pt x="738731" y="90221"/>
                  <a:pt x="735484" y="93349"/>
                  <a:pt x="731596" y="95365"/>
                </a:cubicBezTo>
                <a:cubicBezTo>
                  <a:pt x="727709" y="97381"/>
                  <a:pt x="722953" y="98389"/>
                  <a:pt x="717328" y="98389"/>
                </a:cubicBezTo>
                <a:cubicBezTo>
                  <a:pt x="710215" y="98389"/>
                  <a:pt x="704559" y="96389"/>
                  <a:pt x="700361" y="92387"/>
                </a:cubicBezTo>
                <a:cubicBezTo>
                  <a:pt x="696163" y="88385"/>
                  <a:pt x="694065" y="83025"/>
                  <a:pt x="694065" y="76307"/>
                </a:cubicBezTo>
                <a:cubicBezTo>
                  <a:pt x="694065" y="68469"/>
                  <a:pt x="696680" y="62560"/>
                  <a:pt x="701912" y="58580"/>
                </a:cubicBezTo>
                <a:cubicBezTo>
                  <a:pt x="707144" y="54598"/>
                  <a:pt x="714950" y="52607"/>
                  <a:pt x="725331" y="52607"/>
                </a:cubicBezTo>
                <a:lnTo>
                  <a:pt x="741336" y="52607"/>
                </a:lnTo>
                <a:lnTo>
                  <a:pt x="741336" y="51490"/>
                </a:lnTo>
                <a:cubicBezTo>
                  <a:pt x="741336" y="46238"/>
                  <a:pt x="739609" y="42174"/>
                  <a:pt x="736156" y="39300"/>
                </a:cubicBezTo>
                <a:cubicBezTo>
                  <a:pt x="732703" y="36426"/>
                  <a:pt x="727854" y="34988"/>
                  <a:pt x="721609" y="34988"/>
                </a:cubicBezTo>
                <a:cubicBezTo>
                  <a:pt x="717638" y="34988"/>
                  <a:pt x="713771" y="35464"/>
                  <a:pt x="710008" y="36415"/>
                </a:cubicBezTo>
                <a:cubicBezTo>
                  <a:pt x="706244" y="37366"/>
                  <a:pt x="702626" y="38793"/>
                  <a:pt x="699151" y="40696"/>
                </a:cubicBezTo>
                <a:lnTo>
                  <a:pt x="699151" y="30150"/>
                </a:lnTo>
                <a:cubicBezTo>
                  <a:pt x="703329" y="28537"/>
                  <a:pt x="707382" y="27327"/>
                  <a:pt x="711311" y="26520"/>
                </a:cubicBezTo>
                <a:cubicBezTo>
                  <a:pt x="715240" y="25714"/>
                  <a:pt x="719065" y="25311"/>
                  <a:pt x="722787" y="25311"/>
                </a:cubicBezTo>
                <a:cubicBezTo>
                  <a:pt x="732837" y="25311"/>
                  <a:pt x="740344" y="27916"/>
                  <a:pt x="745306" y="33127"/>
                </a:cubicBezTo>
                <a:cubicBezTo>
                  <a:pt x="750269" y="38338"/>
                  <a:pt x="752751" y="46238"/>
                  <a:pt x="752751" y="56825"/>
                </a:cubicBezTo>
                <a:close/>
                <a:moveTo>
                  <a:pt x="787579" y="7320"/>
                </a:moveTo>
                <a:lnTo>
                  <a:pt x="787579" y="27048"/>
                </a:lnTo>
                <a:lnTo>
                  <a:pt x="811091" y="27048"/>
                </a:lnTo>
                <a:lnTo>
                  <a:pt x="811091" y="35981"/>
                </a:lnTo>
                <a:lnTo>
                  <a:pt x="787579" y="35981"/>
                </a:lnTo>
                <a:lnTo>
                  <a:pt x="787579" y="73653"/>
                </a:lnTo>
                <a:cubicBezTo>
                  <a:pt x="787579" y="79312"/>
                  <a:pt x="788355" y="82948"/>
                  <a:pt x="789906" y="84559"/>
                </a:cubicBezTo>
                <a:cubicBezTo>
                  <a:pt x="791457" y="86170"/>
                  <a:pt x="794610" y="86975"/>
                  <a:pt x="799366" y="86975"/>
                </a:cubicBezTo>
                <a:lnTo>
                  <a:pt x="811091" y="86975"/>
                </a:lnTo>
                <a:lnTo>
                  <a:pt x="811091" y="96528"/>
                </a:lnTo>
                <a:lnTo>
                  <a:pt x="799366" y="96528"/>
                </a:lnTo>
                <a:cubicBezTo>
                  <a:pt x="790557" y="96528"/>
                  <a:pt x="784478" y="94886"/>
                  <a:pt x="781128" y="91600"/>
                </a:cubicBezTo>
                <a:cubicBezTo>
                  <a:pt x="777778" y="88314"/>
                  <a:pt x="776103" y="82331"/>
                  <a:pt x="776103" y="73653"/>
                </a:cubicBezTo>
                <a:lnTo>
                  <a:pt x="776103" y="35981"/>
                </a:lnTo>
                <a:lnTo>
                  <a:pt x="767728" y="35981"/>
                </a:lnTo>
                <a:lnTo>
                  <a:pt x="767728" y="27048"/>
                </a:lnTo>
                <a:lnTo>
                  <a:pt x="776103" y="27048"/>
                </a:lnTo>
                <a:lnTo>
                  <a:pt x="776103" y="7320"/>
                </a:lnTo>
                <a:lnTo>
                  <a:pt x="787579" y="7320"/>
                </a:lnTo>
                <a:close/>
                <a:moveTo>
                  <a:pt x="826093" y="27048"/>
                </a:moveTo>
                <a:lnTo>
                  <a:pt x="837507" y="27048"/>
                </a:lnTo>
                <a:lnTo>
                  <a:pt x="837507" y="96528"/>
                </a:lnTo>
                <a:lnTo>
                  <a:pt x="826093" y="96528"/>
                </a:lnTo>
                <a:lnTo>
                  <a:pt x="826093" y="27048"/>
                </a:lnTo>
                <a:moveTo>
                  <a:pt x="826093" y="0"/>
                </a:moveTo>
                <a:lnTo>
                  <a:pt x="837507" y="0"/>
                </a:lnTo>
                <a:lnTo>
                  <a:pt x="837507" y="14516"/>
                </a:lnTo>
                <a:lnTo>
                  <a:pt x="826093" y="14516"/>
                </a:lnTo>
                <a:lnTo>
                  <a:pt x="826093" y="0"/>
                </a:lnTo>
                <a:close/>
                <a:moveTo>
                  <a:pt x="888336" y="34988"/>
                </a:moveTo>
                <a:cubicBezTo>
                  <a:pt x="882215" y="34988"/>
                  <a:pt x="877376" y="37383"/>
                  <a:pt x="873820" y="42171"/>
                </a:cubicBezTo>
                <a:cubicBezTo>
                  <a:pt x="870263" y="46958"/>
                  <a:pt x="868484" y="53518"/>
                  <a:pt x="868484" y="61850"/>
                </a:cubicBezTo>
                <a:cubicBezTo>
                  <a:pt x="868484" y="70182"/>
                  <a:pt x="870252" y="76743"/>
                  <a:pt x="873789" y="81531"/>
                </a:cubicBezTo>
                <a:cubicBezTo>
                  <a:pt x="877325" y="86318"/>
                  <a:pt x="882174" y="88712"/>
                  <a:pt x="888336" y="88712"/>
                </a:cubicBezTo>
                <a:cubicBezTo>
                  <a:pt x="894416" y="88712"/>
                  <a:pt x="899234" y="86308"/>
                  <a:pt x="902790" y="81500"/>
                </a:cubicBezTo>
                <a:cubicBezTo>
                  <a:pt x="906347" y="76691"/>
                  <a:pt x="908126" y="70141"/>
                  <a:pt x="908126" y="61850"/>
                </a:cubicBezTo>
                <a:cubicBezTo>
                  <a:pt x="908126" y="53601"/>
                  <a:pt x="906347" y="47062"/>
                  <a:pt x="902790" y="42233"/>
                </a:cubicBezTo>
                <a:cubicBezTo>
                  <a:pt x="899234" y="37403"/>
                  <a:pt x="894416" y="34988"/>
                  <a:pt x="888336" y="34988"/>
                </a:cubicBezTo>
                <a:moveTo>
                  <a:pt x="888336" y="25311"/>
                </a:moveTo>
                <a:cubicBezTo>
                  <a:pt x="898262" y="25311"/>
                  <a:pt x="906058" y="28542"/>
                  <a:pt x="911724" y="35006"/>
                </a:cubicBezTo>
                <a:cubicBezTo>
                  <a:pt x="917390" y="41468"/>
                  <a:pt x="920223" y="50416"/>
                  <a:pt x="920223" y="61850"/>
                </a:cubicBezTo>
                <a:cubicBezTo>
                  <a:pt x="920223" y="73243"/>
                  <a:pt x="917390" y="82181"/>
                  <a:pt x="911724" y="88665"/>
                </a:cubicBezTo>
                <a:cubicBezTo>
                  <a:pt x="906058" y="95148"/>
                  <a:pt x="898262" y="98389"/>
                  <a:pt x="888336" y="98389"/>
                </a:cubicBezTo>
                <a:cubicBezTo>
                  <a:pt x="878369" y="98389"/>
                  <a:pt x="870563" y="95148"/>
                  <a:pt x="864917" y="88665"/>
                </a:cubicBezTo>
                <a:cubicBezTo>
                  <a:pt x="859272" y="82181"/>
                  <a:pt x="856449" y="73243"/>
                  <a:pt x="856449" y="61850"/>
                </a:cubicBezTo>
                <a:cubicBezTo>
                  <a:pt x="856449" y="50416"/>
                  <a:pt x="859272" y="41468"/>
                  <a:pt x="864917" y="35006"/>
                </a:cubicBezTo>
                <a:cubicBezTo>
                  <a:pt x="870563" y="28542"/>
                  <a:pt x="878369" y="25311"/>
                  <a:pt x="888336" y="25311"/>
                </a:cubicBezTo>
                <a:close/>
                <a:moveTo>
                  <a:pt x="996923" y="54592"/>
                </a:moveTo>
                <a:lnTo>
                  <a:pt x="996923" y="96528"/>
                </a:lnTo>
                <a:lnTo>
                  <a:pt x="985508" y="96528"/>
                </a:lnTo>
                <a:lnTo>
                  <a:pt x="985508" y="54964"/>
                </a:lnTo>
                <a:cubicBezTo>
                  <a:pt x="985508" y="48368"/>
                  <a:pt x="984226" y="43431"/>
                  <a:pt x="981662" y="40153"/>
                </a:cubicBezTo>
                <a:cubicBezTo>
                  <a:pt x="979098" y="36875"/>
                  <a:pt x="975251" y="35237"/>
                  <a:pt x="970123" y="35237"/>
                </a:cubicBezTo>
                <a:cubicBezTo>
                  <a:pt x="963961" y="35237"/>
                  <a:pt x="959101" y="37207"/>
                  <a:pt x="955544" y="41147"/>
                </a:cubicBezTo>
                <a:cubicBezTo>
                  <a:pt x="951988" y="45087"/>
                  <a:pt x="950209" y="50457"/>
                  <a:pt x="950209" y="57259"/>
                </a:cubicBezTo>
                <a:lnTo>
                  <a:pt x="950209" y="96528"/>
                </a:lnTo>
                <a:lnTo>
                  <a:pt x="938733" y="96528"/>
                </a:lnTo>
                <a:lnTo>
                  <a:pt x="938733" y="27048"/>
                </a:lnTo>
                <a:lnTo>
                  <a:pt x="950209" y="27048"/>
                </a:lnTo>
                <a:lnTo>
                  <a:pt x="950209" y="37842"/>
                </a:lnTo>
                <a:cubicBezTo>
                  <a:pt x="952939" y="33644"/>
                  <a:pt x="956154" y="30506"/>
                  <a:pt x="959856" y="28428"/>
                </a:cubicBezTo>
                <a:cubicBezTo>
                  <a:pt x="963557" y="26350"/>
                  <a:pt x="967828" y="25311"/>
                  <a:pt x="972666" y="25311"/>
                </a:cubicBezTo>
                <a:cubicBezTo>
                  <a:pt x="980648" y="25311"/>
                  <a:pt x="986687" y="27787"/>
                  <a:pt x="990781" y="32740"/>
                </a:cubicBezTo>
                <a:cubicBezTo>
                  <a:pt x="994875" y="37692"/>
                  <a:pt x="996923" y="44976"/>
                  <a:pt x="996923" y="54592"/>
                </a:cubicBezTo>
                <a:close/>
                <a:moveTo>
                  <a:pt x="1053481" y="27048"/>
                </a:moveTo>
                <a:lnTo>
                  <a:pt x="1064895" y="27048"/>
                </a:lnTo>
                <a:lnTo>
                  <a:pt x="1079164" y="81267"/>
                </a:lnTo>
                <a:lnTo>
                  <a:pt x="1093370" y="27048"/>
                </a:lnTo>
                <a:lnTo>
                  <a:pt x="1106832" y="27048"/>
                </a:lnTo>
                <a:lnTo>
                  <a:pt x="1121100" y="81267"/>
                </a:lnTo>
                <a:lnTo>
                  <a:pt x="1135306" y="27048"/>
                </a:lnTo>
                <a:lnTo>
                  <a:pt x="1146721" y="27048"/>
                </a:lnTo>
                <a:lnTo>
                  <a:pt x="1128545" y="96528"/>
                </a:lnTo>
                <a:lnTo>
                  <a:pt x="1115083" y="96528"/>
                </a:lnTo>
                <a:lnTo>
                  <a:pt x="1100132" y="39579"/>
                </a:lnTo>
                <a:lnTo>
                  <a:pt x="1085119" y="96528"/>
                </a:lnTo>
                <a:lnTo>
                  <a:pt x="1071657" y="96528"/>
                </a:lnTo>
                <a:lnTo>
                  <a:pt x="1053481" y="27048"/>
                </a:lnTo>
                <a:close/>
                <a:moveTo>
                  <a:pt x="1184332" y="3846"/>
                </a:moveTo>
                <a:lnTo>
                  <a:pt x="1194878" y="3846"/>
                </a:lnTo>
                <a:lnTo>
                  <a:pt x="1162619" y="108315"/>
                </a:lnTo>
                <a:lnTo>
                  <a:pt x="1152073" y="108315"/>
                </a:lnTo>
                <a:lnTo>
                  <a:pt x="1184332" y="3846"/>
                </a:lnTo>
                <a:close/>
                <a:moveTo>
                  <a:pt x="1260290" y="14144"/>
                </a:moveTo>
                <a:lnTo>
                  <a:pt x="1260290" y="49009"/>
                </a:lnTo>
                <a:lnTo>
                  <a:pt x="1276048" y="49009"/>
                </a:lnTo>
                <a:cubicBezTo>
                  <a:pt x="1281879" y="49009"/>
                  <a:pt x="1286387" y="47496"/>
                  <a:pt x="1289572" y="44472"/>
                </a:cubicBezTo>
                <a:cubicBezTo>
                  <a:pt x="1292756" y="41448"/>
                  <a:pt x="1294348" y="37139"/>
                  <a:pt x="1294348" y="31545"/>
                </a:cubicBezTo>
                <a:cubicBezTo>
                  <a:pt x="1294348" y="25993"/>
                  <a:pt x="1292756" y="21705"/>
                  <a:pt x="1289572" y="18681"/>
                </a:cubicBezTo>
                <a:cubicBezTo>
                  <a:pt x="1286387" y="15656"/>
                  <a:pt x="1281879" y="14144"/>
                  <a:pt x="1276048" y="14144"/>
                </a:cubicBezTo>
                <a:lnTo>
                  <a:pt x="1260290" y="14144"/>
                </a:lnTo>
                <a:moveTo>
                  <a:pt x="1247759" y="3846"/>
                </a:moveTo>
                <a:lnTo>
                  <a:pt x="1276048" y="3846"/>
                </a:lnTo>
                <a:cubicBezTo>
                  <a:pt x="1286428" y="3846"/>
                  <a:pt x="1294276" y="6196"/>
                  <a:pt x="1299590" y="10895"/>
                </a:cubicBezTo>
                <a:cubicBezTo>
                  <a:pt x="1304905" y="15594"/>
                  <a:pt x="1307562" y="22478"/>
                  <a:pt x="1307562" y="31545"/>
                </a:cubicBezTo>
                <a:cubicBezTo>
                  <a:pt x="1307562" y="40696"/>
                  <a:pt x="1304905" y="47610"/>
                  <a:pt x="1299590" y="52289"/>
                </a:cubicBezTo>
                <a:cubicBezTo>
                  <a:pt x="1294276" y="56967"/>
                  <a:pt x="1286428" y="59307"/>
                  <a:pt x="1276048" y="59307"/>
                </a:cubicBezTo>
                <a:lnTo>
                  <a:pt x="1260290" y="59307"/>
                </a:lnTo>
                <a:lnTo>
                  <a:pt x="1260290" y="96528"/>
                </a:lnTo>
                <a:lnTo>
                  <a:pt x="1247759" y="96528"/>
                </a:lnTo>
                <a:lnTo>
                  <a:pt x="1247759" y="3846"/>
                </a:lnTo>
                <a:close/>
                <a:moveTo>
                  <a:pt x="1349536" y="61540"/>
                </a:moveTo>
                <a:cubicBezTo>
                  <a:pt x="1340314" y="61540"/>
                  <a:pt x="1333924" y="62600"/>
                  <a:pt x="1330367" y="64719"/>
                </a:cubicBezTo>
                <a:cubicBezTo>
                  <a:pt x="1326810" y="66838"/>
                  <a:pt x="1325032" y="70452"/>
                  <a:pt x="1325032" y="75562"/>
                </a:cubicBezTo>
                <a:cubicBezTo>
                  <a:pt x="1325032" y="79633"/>
                  <a:pt x="1326366" y="82864"/>
                  <a:pt x="1329033" y="85253"/>
                </a:cubicBezTo>
                <a:cubicBezTo>
                  <a:pt x="1331701" y="87642"/>
                  <a:pt x="1335330" y="88836"/>
                  <a:pt x="1339921" y="88836"/>
                </a:cubicBezTo>
                <a:cubicBezTo>
                  <a:pt x="1346248" y="88836"/>
                  <a:pt x="1351325" y="86582"/>
                  <a:pt x="1355151" y="82074"/>
                </a:cubicBezTo>
                <a:cubicBezTo>
                  <a:pt x="1358976" y="77565"/>
                  <a:pt x="1360889" y="71570"/>
                  <a:pt x="1360889" y="64089"/>
                </a:cubicBezTo>
                <a:lnTo>
                  <a:pt x="1360889" y="61540"/>
                </a:lnTo>
                <a:lnTo>
                  <a:pt x="1349536" y="61540"/>
                </a:lnTo>
                <a:moveTo>
                  <a:pt x="1372304" y="56825"/>
                </a:moveTo>
                <a:lnTo>
                  <a:pt x="1372304" y="96528"/>
                </a:lnTo>
                <a:lnTo>
                  <a:pt x="1360889" y="96528"/>
                </a:lnTo>
                <a:lnTo>
                  <a:pt x="1360889" y="85982"/>
                </a:lnTo>
                <a:cubicBezTo>
                  <a:pt x="1358283" y="90221"/>
                  <a:pt x="1355037" y="93349"/>
                  <a:pt x="1351149" y="95365"/>
                </a:cubicBezTo>
                <a:cubicBezTo>
                  <a:pt x="1347262" y="97381"/>
                  <a:pt x="1342506" y="98389"/>
                  <a:pt x="1336881" y="98389"/>
                </a:cubicBezTo>
                <a:cubicBezTo>
                  <a:pt x="1329767" y="98389"/>
                  <a:pt x="1324112" y="96389"/>
                  <a:pt x="1319914" y="92387"/>
                </a:cubicBezTo>
                <a:cubicBezTo>
                  <a:pt x="1315716" y="88385"/>
                  <a:pt x="1313617" y="83025"/>
                  <a:pt x="1313617" y="76307"/>
                </a:cubicBezTo>
                <a:cubicBezTo>
                  <a:pt x="1313617" y="68469"/>
                  <a:pt x="1316233" y="62560"/>
                  <a:pt x="1321465" y="58580"/>
                </a:cubicBezTo>
                <a:cubicBezTo>
                  <a:pt x="1326697" y="54598"/>
                  <a:pt x="1334503" y="52607"/>
                  <a:pt x="1344884" y="52607"/>
                </a:cubicBezTo>
                <a:lnTo>
                  <a:pt x="1360889" y="52607"/>
                </a:lnTo>
                <a:lnTo>
                  <a:pt x="1360889" y="51490"/>
                </a:lnTo>
                <a:cubicBezTo>
                  <a:pt x="1360889" y="46238"/>
                  <a:pt x="1359162" y="42174"/>
                  <a:pt x="1355709" y="39300"/>
                </a:cubicBezTo>
                <a:cubicBezTo>
                  <a:pt x="1352256" y="36426"/>
                  <a:pt x="1347406" y="34988"/>
                  <a:pt x="1341161" y="34988"/>
                </a:cubicBezTo>
                <a:cubicBezTo>
                  <a:pt x="1337191" y="34988"/>
                  <a:pt x="1333324" y="35464"/>
                  <a:pt x="1329561" y="36415"/>
                </a:cubicBezTo>
                <a:cubicBezTo>
                  <a:pt x="1325797" y="37366"/>
                  <a:pt x="1322178" y="38793"/>
                  <a:pt x="1318704" y="40696"/>
                </a:cubicBezTo>
                <a:lnTo>
                  <a:pt x="1318704" y="30150"/>
                </a:lnTo>
                <a:cubicBezTo>
                  <a:pt x="1322881" y="28537"/>
                  <a:pt x="1326935" y="27327"/>
                  <a:pt x="1330863" y="26520"/>
                </a:cubicBezTo>
                <a:cubicBezTo>
                  <a:pt x="1334792" y="25714"/>
                  <a:pt x="1338618" y="25311"/>
                  <a:pt x="1342340" y="25311"/>
                </a:cubicBezTo>
                <a:cubicBezTo>
                  <a:pt x="1352390" y="25311"/>
                  <a:pt x="1359896" y="27916"/>
                  <a:pt x="1364859" y="33127"/>
                </a:cubicBezTo>
                <a:cubicBezTo>
                  <a:pt x="1369822" y="38338"/>
                  <a:pt x="1372304" y="46238"/>
                  <a:pt x="1372304" y="56825"/>
                </a:cubicBezTo>
                <a:close/>
                <a:moveTo>
                  <a:pt x="1407131" y="7320"/>
                </a:moveTo>
                <a:lnTo>
                  <a:pt x="1407131" y="27048"/>
                </a:lnTo>
                <a:lnTo>
                  <a:pt x="1430643" y="27048"/>
                </a:lnTo>
                <a:lnTo>
                  <a:pt x="1430643" y="35981"/>
                </a:lnTo>
                <a:lnTo>
                  <a:pt x="1407131" y="35981"/>
                </a:lnTo>
                <a:lnTo>
                  <a:pt x="1407131" y="73653"/>
                </a:lnTo>
                <a:cubicBezTo>
                  <a:pt x="1407131" y="79312"/>
                  <a:pt x="1407907" y="82948"/>
                  <a:pt x="1409458" y="84559"/>
                </a:cubicBezTo>
                <a:cubicBezTo>
                  <a:pt x="1411009" y="86170"/>
                  <a:pt x="1414162" y="86975"/>
                  <a:pt x="1418918" y="86975"/>
                </a:cubicBezTo>
                <a:lnTo>
                  <a:pt x="1430643" y="86975"/>
                </a:lnTo>
                <a:lnTo>
                  <a:pt x="1430643" y="96528"/>
                </a:lnTo>
                <a:lnTo>
                  <a:pt x="1418918" y="96528"/>
                </a:lnTo>
                <a:cubicBezTo>
                  <a:pt x="1410109" y="96528"/>
                  <a:pt x="1404030" y="94886"/>
                  <a:pt x="1400680" y="91600"/>
                </a:cubicBezTo>
                <a:cubicBezTo>
                  <a:pt x="1397330" y="88314"/>
                  <a:pt x="1395655" y="82331"/>
                  <a:pt x="1395655" y="73653"/>
                </a:cubicBezTo>
                <a:lnTo>
                  <a:pt x="1395655" y="35981"/>
                </a:lnTo>
                <a:lnTo>
                  <a:pt x="1387280" y="35981"/>
                </a:lnTo>
                <a:lnTo>
                  <a:pt x="1387280" y="27048"/>
                </a:lnTo>
                <a:lnTo>
                  <a:pt x="1395655" y="27048"/>
                </a:lnTo>
                <a:lnTo>
                  <a:pt x="1395655" y="7320"/>
                </a:lnTo>
                <a:lnTo>
                  <a:pt x="1407131" y="7320"/>
                </a:lnTo>
                <a:close/>
                <a:moveTo>
                  <a:pt x="1495646" y="29653"/>
                </a:moveTo>
                <a:lnTo>
                  <a:pt x="1495646" y="40324"/>
                </a:lnTo>
                <a:cubicBezTo>
                  <a:pt x="1492420" y="38545"/>
                  <a:pt x="1489184" y="37211"/>
                  <a:pt x="1485937" y="36322"/>
                </a:cubicBezTo>
                <a:cubicBezTo>
                  <a:pt x="1482691" y="35433"/>
                  <a:pt x="1479413" y="34988"/>
                  <a:pt x="1476105" y="34988"/>
                </a:cubicBezTo>
                <a:cubicBezTo>
                  <a:pt x="1468702" y="34988"/>
                  <a:pt x="1462953" y="37341"/>
                  <a:pt x="1458858" y="42047"/>
                </a:cubicBezTo>
                <a:cubicBezTo>
                  <a:pt x="1454764" y="46751"/>
                  <a:pt x="1452717" y="53352"/>
                  <a:pt x="1452717" y="61850"/>
                </a:cubicBezTo>
                <a:cubicBezTo>
                  <a:pt x="1452717" y="70348"/>
                  <a:pt x="1454764" y="76950"/>
                  <a:pt x="1458858" y="81655"/>
                </a:cubicBezTo>
                <a:cubicBezTo>
                  <a:pt x="1462953" y="86360"/>
                  <a:pt x="1468702" y="88712"/>
                  <a:pt x="1476105" y="88712"/>
                </a:cubicBezTo>
                <a:cubicBezTo>
                  <a:pt x="1479413" y="88712"/>
                  <a:pt x="1482691" y="88267"/>
                  <a:pt x="1485937" y="87378"/>
                </a:cubicBezTo>
                <a:cubicBezTo>
                  <a:pt x="1489184" y="86489"/>
                  <a:pt x="1492420" y="85155"/>
                  <a:pt x="1495646" y="83377"/>
                </a:cubicBezTo>
                <a:lnTo>
                  <a:pt x="1495646" y="93923"/>
                </a:lnTo>
                <a:cubicBezTo>
                  <a:pt x="1492461" y="95412"/>
                  <a:pt x="1489163" y="96528"/>
                  <a:pt x="1485751" y="97273"/>
                </a:cubicBezTo>
                <a:cubicBezTo>
                  <a:pt x="1482339" y="98017"/>
                  <a:pt x="1478710" y="98389"/>
                  <a:pt x="1474864" y="98389"/>
                </a:cubicBezTo>
                <a:cubicBezTo>
                  <a:pt x="1464400" y="98389"/>
                  <a:pt x="1456088" y="95096"/>
                  <a:pt x="1449925" y="88510"/>
                </a:cubicBezTo>
                <a:cubicBezTo>
                  <a:pt x="1443763" y="81923"/>
                  <a:pt x="1440682" y="73036"/>
                  <a:pt x="1440682" y="61850"/>
                </a:cubicBezTo>
                <a:cubicBezTo>
                  <a:pt x="1440682" y="50499"/>
                  <a:pt x="1443794" y="41571"/>
                  <a:pt x="1450018" y="35068"/>
                </a:cubicBezTo>
                <a:cubicBezTo>
                  <a:pt x="1456243" y="28563"/>
                  <a:pt x="1464773" y="25311"/>
                  <a:pt x="1475608" y="25311"/>
                </a:cubicBezTo>
                <a:cubicBezTo>
                  <a:pt x="1479124" y="25311"/>
                  <a:pt x="1482556" y="25673"/>
                  <a:pt x="1485906" y="26396"/>
                </a:cubicBezTo>
                <a:cubicBezTo>
                  <a:pt x="1489256" y="27120"/>
                  <a:pt x="1492503" y="28206"/>
                  <a:pt x="1495646" y="29653"/>
                </a:cubicBezTo>
                <a:close/>
                <a:moveTo>
                  <a:pt x="1573278" y="54592"/>
                </a:moveTo>
                <a:lnTo>
                  <a:pt x="1573278" y="96528"/>
                </a:lnTo>
                <a:lnTo>
                  <a:pt x="1561863" y="96528"/>
                </a:lnTo>
                <a:lnTo>
                  <a:pt x="1561863" y="54964"/>
                </a:lnTo>
                <a:cubicBezTo>
                  <a:pt x="1561863" y="48368"/>
                  <a:pt x="1560581" y="43431"/>
                  <a:pt x="1558017" y="40153"/>
                </a:cubicBezTo>
                <a:cubicBezTo>
                  <a:pt x="1555453" y="36875"/>
                  <a:pt x="1551606" y="35237"/>
                  <a:pt x="1546478" y="35237"/>
                </a:cubicBezTo>
                <a:cubicBezTo>
                  <a:pt x="1540316" y="35237"/>
                  <a:pt x="1535456" y="37207"/>
                  <a:pt x="1531900" y="41147"/>
                </a:cubicBezTo>
                <a:cubicBezTo>
                  <a:pt x="1528343" y="45087"/>
                  <a:pt x="1526564" y="50457"/>
                  <a:pt x="1526564" y="57259"/>
                </a:cubicBezTo>
                <a:lnTo>
                  <a:pt x="1526564" y="96528"/>
                </a:lnTo>
                <a:lnTo>
                  <a:pt x="1515088" y="96528"/>
                </a:lnTo>
                <a:lnTo>
                  <a:pt x="1515088" y="0"/>
                </a:lnTo>
                <a:lnTo>
                  <a:pt x="1526564" y="0"/>
                </a:lnTo>
                <a:lnTo>
                  <a:pt x="1526564" y="37842"/>
                </a:lnTo>
                <a:cubicBezTo>
                  <a:pt x="1529294" y="33644"/>
                  <a:pt x="1532510" y="30506"/>
                  <a:pt x="1536211" y="28428"/>
                </a:cubicBezTo>
                <a:cubicBezTo>
                  <a:pt x="1539913" y="26350"/>
                  <a:pt x="1544183" y="25311"/>
                  <a:pt x="1549022" y="25311"/>
                </a:cubicBezTo>
                <a:cubicBezTo>
                  <a:pt x="1557004" y="25311"/>
                  <a:pt x="1563042" y="27787"/>
                  <a:pt x="1567136" y="32740"/>
                </a:cubicBezTo>
                <a:cubicBezTo>
                  <a:pt x="1571231" y="37692"/>
                  <a:pt x="1573278" y="44976"/>
                  <a:pt x="1573278" y="545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20A2BA-DBE9-4650-928F-B70B1B02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5914" y="6784436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EE7C01-9D24-44FD-A282-DEA6560B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5914" y="6784436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E6E6E6"/>
            </a:solidFill>
            <a:miter/>
          </a:ln>
        </p:spPr>
      </p:sp>
      <p:sp>
        <p:nvSpPr>
          <p:cNvPr id="1123" name="Text Impossible">
            <a:extLst xmlns:a="http://schemas.openxmlformats.org/drawingml/2006/main">
              <a:ext uri="{FF2B5EF4-FFF2-40B4-BE49-F238E27FC236}">
                <a16:creationId xmlns:a16="http://schemas.microsoft.com/office/drawing/2014/main" id="{620DBA51-15AF-44B0-ABC2-30182B2D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309" y="6774533"/>
            <a:ext cx="662295" cy="122956"/>
          </a:xfrm>
          <a:custGeom xmlns:a="http://schemas.openxmlformats.org/drawingml/2006/main">
            <a:pathLst>
              <a:path w="662295" h="122956">
                <a:moveTo>
                  <a:pt x="0" y="3846"/>
                </a:moveTo>
                <a:lnTo>
                  <a:pt x="12531" y="3846"/>
                </a:lnTo>
                <a:lnTo>
                  <a:pt x="12531" y="96528"/>
                </a:lnTo>
                <a:lnTo>
                  <a:pt x="0" y="96528"/>
                </a:lnTo>
                <a:lnTo>
                  <a:pt x="0" y="3846"/>
                </a:lnTo>
                <a:close/>
                <a:moveTo>
                  <a:pt x="91079" y="40386"/>
                </a:moveTo>
                <a:cubicBezTo>
                  <a:pt x="93932" y="35237"/>
                  <a:pt x="97344" y="31437"/>
                  <a:pt x="101315" y="28986"/>
                </a:cubicBezTo>
                <a:cubicBezTo>
                  <a:pt x="105285" y="26536"/>
                  <a:pt x="109958" y="25311"/>
                  <a:pt x="115335" y="25311"/>
                </a:cubicBezTo>
                <a:cubicBezTo>
                  <a:pt x="122572" y="25311"/>
                  <a:pt x="128156" y="27850"/>
                  <a:pt x="132085" y="32928"/>
                </a:cubicBezTo>
                <a:cubicBezTo>
                  <a:pt x="136014" y="38004"/>
                  <a:pt x="137978" y="45226"/>
                  <a:pt x="137978" y="54592"/>
                </a:cubicBezTo>
                <a:lnTo>
                  <a:pt x="137978" y="96528"/>
                </a:lnTo>
                <a:lnTo>
                  <a:pt x="126501" y="96528"/>
                </a:lnTo>
                <a:lnTo>
                  <a:pt x="126501" y="54964"/>
                </a:lnTo>
                <a:cubicBezTo>
                  <a:pt x="126501" y="48285"/>
                  <a:pt x="125323" y="43327"/>
                  <a:pt x="122965" y="40091"/>
                </a:cubicBezTo>
                <a:cubicBezTo>
                  <a:pt x="120608" y="36855"/>
                  <a:pt x="117010" y="35237"/>
                  <a:pt x="112171" y="35237"/>
                </a:cubicBezTo>
                <a:cubicBezTo>
                  <a:pt x="106257" y="35237"/>
                  <a:pt x="101583" y="37207"/>
                  <a:pt x="98151" y="41147"/>
                </a:cubicBezTo>
                <a:cubicBezTo>
                  <a:pt x="94718" y="45087"/>
                  <a:pt x="93002" y="50457"/>
                  <a:pt x="93002" y="57259"/>
                </a:cubicBezTo>
                <a:lnTo>
                  <a:pt x="93002" y="96528"/>
                </a:lnTo>
                <a:lnTo>
                  <a:pt x="81525" y="96528"/>
                </a:lnTo>
                <a:lnTo>
                  <a:pt x="81525" y="54964"/>
                </a:lnTo>
                <a:cubicBezTo>
                  <a:pt x="81525" y="48244"/>
                  <a:pt x="80346" y="43275"/>
                  <a:pt x="77989" y="40060"/>
                </a:cubicBezTo>
                <a:cubicBezTo>
                  <a:pt x="75632" y="36844"/>
                  <a:pt x="71992" y="35237"/>
                  <a:pt x="67071" y="35237"/>
                </a:cubicBezTo>
                <a:cubicBezTo>
                  <a:pt x="61239" y="35237"/>
                  <a:pt x="56607" y="37217"/>
                  <a:pt x="53174" y="41178"/>
                </a:cubicBezTo>
                <a:cubicBezTo>
                  <a:pt x="49742" y="45138"/>
                  <a:pt x="48025" y="50499"/>
                  <a:pt x="48025" y="57259"/>
                </a:cubicBezTo>
                <a:lnTo>
                  <a:pt x="48025" y="96528"/>
                </a:lnTo>
                <a:lnTo>
                  <a:pt x="36549" y="96528"/>
                </a:lnTo>
                <a:lnTo>
                  <a:pt x="36549" y="27048"/>
                </a:lnTo>
                <a:lnTo>
                  <a:pt x="48025" y="27048"/>
                </a:lnTo>
                <a:lnTo>
                  <a:pt x="48025" y="37842"/>
                </a:lnTo>
                <a:cubicBezTo>
                  <a:pt x="50631" y="33562"/>
                  <a:pt x="53753" y="30403"/>
                  <a:pt x="57393" y="28366"/>
                </a:cubicBezTo>
                <a:cubicBezTo>
                  <a:pt x="61032" y="26329"/>
                  <a:pt x="65354" y="25311"/>
                  <a:pt x="70358" y="25311"/>
                </a:cubicBezTo>
                <a:cubicBezTo>
                  <a:pt x="75404" y="25311"/>
                  <a:pt x="79695" y="26598"/>
                  <a:pt x="83231" y="29173"/>
                </a:cubicBezTo>
                <a:cubicBezTo>
                  <a:pt x="86767" y="31747"/>
                  <a:pt x="89383" y="35485"/>
                  <a:pt x="91079" y="40386"/>
                </a:cubicBezTo>
                <a:close/>
                <a:moveTo>
                  <a:pt x="171772" y="86106"/>
                </a:moveTo>
                <a:lnTo>
                  <a:pt x="171772" y="122956"/>
                </a:lnTo>
                <a:lnTo>
                  <a:pt x="160296" y="122956"/>
                </a:lnTo>
                <a:lnTo>
                  <a:pt x="160296" y="27048"/>
                </a:lnTo>
                <a:lnTo>
                  <a:pt x="171772" y="27048"/>
                </a:lnTo>
                <a:lnTo>
                  <a:pt x="171772" y="37594"/>
                </a:lnTo>
                <a:cubicBezTo>
                  <a:pt x="174171" y="33438"/>
                  <a:pt x="177200" y="30351"/>
                  <a:pt x="180861" y="28335"/>
                </a:cubicBezTo>
                <a:cubicBezTo>
                  <a:pt x="184521" y="26319"/>
                  <a:pt x="188894" y="25311"/>
                  <a:pt x="193981" y="25311"/>
                </a:cubicBezTo>
                <a:cubicBezTo>
                  <a:pt x="202418" y="25311"/>
                  <a:pt x="209273" y="28667"/>
                  <a:pt x="214546" y="35378"/>
                </a:cubicBezTo>
                <a:cubicBezTo>
                  <a:pt x="219819" y="42090"/>
                  <a:pt x="222456" y="50914"/>
                  <a:pt x="222456" y="61850"/>
                </a:cubicBezTo>
                <a:cubicBezTo>
                  <a:pt x="222456" y="72787"/>
                  <a:pt x="219819" y="81611"/>
                  <a:pt x="214546" y="88322"/>
                </a:cubicBezTo>
                <a:cubicBezTo>
                  <a:pt x="209273" y="95034"/>
                  <a:pt x="202418" y="98389"/>
                  <a:pt x="193981" y="98389"/>
                </a:cubicBezTo>
                <a:cubicBezTo>
                  <a:pt x="188894" y="98389"/>
                  <a:pt x="184521" y="97381"/>
                  <a:pt x="180861" y="95365"/>
                </a:cubicBezTo>
                <a:cubicBezTo>
                  <a:pt x="177200" y="93349"/>
                  <a:pt x="174171" y="90263"/>
                  <a:pt x="171772" y="86106"/>
                </a:cubicBezTo>
                <a:moveTo>
                  <a:pt x="210607" y="61850"/>
                </a:moveTo>
                <a:cubicBezTo>
                  <a:pt x="210607" y="53435"/>
                  <a:pt x="208880" y="46834"/>
                  <a:pt x="205427" y="42047"/>
                </a:cubicBezTo>
                <a:cubicBezTo>
                  <a:pt x="201974" y="37259"/>
                  <a:pt x="197228" y="34864"/>
                  <a:pt x="191190" y="34864"/>
                </a:cubicBezTo>
                <a:cubicBezTo>
                  <a:pt x="185151" y="34864"/>
                  <a:pt x="180406" y="37259"/>
                  <a:pt x="176952" y="42047"/>
                </a:cubicBezTo>
                <a:cubicBezTo>
                  <a:pt x="173499" y="46834"/>
                  <a:pt x="171772" y="53435"/>
                  <a:pt x="171772" y="61850"/>
                </a:cubicBezTo>
                <a:cubicBezTo>
                  <a:pt x="171772" y="70265"/>
                  <a:pt x="173499" y="76867"/>
                  <a:pt x="176952" y="81655"/>
                </a:cubicBezTo>
                <a:cubicBezTo>
                  <a:pt x="180406" y="86442"/>
                  <a:pt x="185151" y="88836"/>
                  <a:pt x="191190" y="88836"/>
                </a:cubicBezTo>
                <a:cubicBezTo>
                  <a:pt x="197228" y="88836"/>
                  <a:pt x="201974" y="86442"/>
                  <a:pt x="205427" y="81655"/>
                </a:cubicBezTo>
                <a:cubicBezTo>
                  <a:pt x="208880" y="76867"/>
                  <a:pt x="210607" y="70265"/>
                  <a:pt x="210607" y="61850"/>
                </a:cubicBezTo>
                <a:close/>
                <a:moveTo>
                  <a:pt x="268331" y="34988"/>
                </a:moveTo>
                <a:cubicBezTo>
                  <a:pt x="262210" y="34988"/>
                  <a:pt x="257371" y="37383"/>
                  <a:pt x="253814" y="42171"/>
                </a:cubicBezTo>
                <a:cubicBezTo>
                  <a:pt x="250257" y="46958"/>
                  <a:pt x="248479" y="53518"/>
                  <a:pt x="248479" y="61850"/>
                </a:cubicBezTo>
                <a:cubicBezTo>
                  <a:pt x="248479" y="70182"/>
                  <a:pt x="250247" y="76743"/>
                  <a:pt x="253783" y="81531"/>
                </a:cubicBezTo>
                <a:cubicBezTo>
                  <a:pt x="257319" y="86318"/>
                  <a:pt x="262168" y="88712"/>
                  <a:pt x="268331" y="88712"/>
                </a:cubicBezTo>
                <a:cubicBezTo>
                  <a:pt x="274410" y="88712"/>
                  <a:pt x="279228" y="86308"/>
                  <a:pt x="282785" y="81500"/>
                </a:cubicBezTo>
                <a:cubicBezTo>
                  <a:pt x="286342" y="76691"/>
                  <a:pt x="288120" y="70141"/>
                  <a:pt x="288120" y="61850"/>
                </a:cubicBezTo>
                <a:cubicBezTo>
                  <a:pt x="288120" y="53601"/>
                  <a:pt x="286342" y="47062"/>
                  <a:pt x="282785" y="42233"/>
                </a:cubicBezTo>
                <a:cubicBezTo>
                  <a:pt x="279228" y="37403"/>
                  <a:pt x="274410" y="34988"/>
                  <a:pt x="268331" y="34988"/>
                </a:cubicBezTo>
                <a:moveTo>
                  <a:pt x="268331" y="25311"/>
                </a:moveTo>
                <a:cubicBezTo>
                  <a:pt x="278256" y="25311"/>
                  <a:pt x="286052" y="28542"/>
                  <a:pt x="291718" y="35006"/>
                </a:cubicBezTo>
                <a:cubicBezTo>
                  <a:pt x="297384" y="41468"/>
                  <a:pt x="300217" y="50416"/>
                  <a:pt x="300217" y="61850"/>
                </a:cubicBezTo>
                <a:cubicBezTo>
                  <a:pt x="300217" y="73243"/>
                  <a:pt x="297384" y="82181"/>
                  <a:pt x="291718" y="88665"/>
                </a:cubicBezTo>
                <a:cubicBezTo>
                  <a:pt x="286052" y="95148"/>
                  <a:pt x="278256" y="98389"/>
                  <a:pt x="268331" y="98389"/>
                </a:cubicBezTo>
                <a:cubicBezTo>
                  <a:pt x="258363" y="98389"/>
                  <a:pt x="250557" y="95148"/>
                  <a:pt x="244912" y="88665"/>
                </a:cubicBezTo>
                <a:cubicBezTo>
                  <a:pt x="239267" y="82181"/>
                  <a:pt x="236444" y="73243"/>
                  <a:pt x="236444" y="61850"/>
                </a:cubicBezTo>
                <a:cubicBezTo>
                  <a:pt x="236444" y="50416"/>
                  <a:pt x="239267" y="41468"/>
                  <a:pt x="244912" y="35006"/>
                </a:cubicBezTo>
                <a:cubicBezTo>
                  <a:pt x="250557" y="28542"/>
                  <a:pt x="258363" y="25311"/>
                  <a:pt x="268331" y="25311"/>
                </a:cubicBezTo>
                <a:close/>
                <a:moveTo>
                  <a:pt x="363455" y="29033"/>
                </a:moveTo>
                <a:lnTo>
                  <a:pt x="363455" y="39827"/>
                </a:lnTo>
                <a:cubicBezTo>
                  <a:pt x="360229" y="38173"/>
                  <a:pt x="356879" y="36932"/>
                  <a:pt x="353405" y="36105"/>
                </a:cubicBezTo>
                <a:cubicBezTo>
                  <a:pt x="349931" y="35278"/>
                  <a:pt x="346333" y="34864"/>
                  <a:pt x="342611" y="34864"/>
                </a:cubicBezTo>
                <a:cubicBezTo>
                  <a:pt x="336945" y="34864"/>
                  <a:pt x="332695" y="35735"/>
                  <a:pt x="329862" y="37476"/>
                </a:cubicBezTo>
                <a:cubicBezTo>
                  <a:pt x="327029" y="39217"/>
                  <a:pt x="325613" y="41828"/>
                  <a:pt x="325613" y="45310"/>
                </a:cubicBezTo>
                <a:cubicBezTo>
                  <a:pt x="325613" y="47962"/>
                  <a:pt x="326626" y="50045"/>
                  <a:pt x="328653" y="51558"/>
                </a:cubicBezTo>
                <a:cubicBezTo>
                  <a:pt x="330679" y="53071"/>
                  <a:pt x="334753" y="54512"/>
                  <a:pt x="340874" y="55879"/>
                </a:cubicBezTo>
                <a:lnTo>
                  <a:pt x="344782" y="56752"/>
                </a:lnTo>
                <a:cubicBezTo>
                  <a:pt x="352888" y="58491"/>
                  <a:pt x="358647" y="60946"/>
                  <a:pt x="362059" y="64116"/>
                </a:cubicBezTo>
                <a:cubicBezTo>
                  <a:pt x="365471" y="67285"/>
                  <a:pt x="367177" y="71708"/>
                  <a:pt x="367177" y="77384"/>
                </a:cubicBezTo>
                <a:cubicBezTo>
                  <a:pt x="367177" y="83848"/>
                  <a:pt x="364623" y="88965"/>
                  <a:pt x="359516" y="92734"/>
                </a:cubicBezTo>
                <a:cubicBezTo>
                  <a:pt x="354408" y="96504"/>
                  <a:pt x="347388" y="98389"/>
                  <a:pt x="338454" y="98389"/>
                </a:cubicBezTo>
                <a:cubicBezTo>
                  <a:pt x="334732" y="98389"/>
                  <a:pt x="330855" y="98028"/>
                  <a:pt x="326823" y="97304"/>
                </a:cubicBezTo>
                <a:cubicBezTo>
                  <a:pt x="322790" y="96580"/>
                  <a:pt x="318541" y="95494"/>
                  <a:pt x="314074" y="94047"/>
                </a:cubicBezTo>
                <a:lnTo>
                  <a:pt x="314074" y="82260"/>
                </a:lnTo>
                <a:cubicBezTo>
                  <a:pt x="318293" y="84452"/>
                  <a:pt x="322449" y="86096"/>
                  <a:pt x="326543" y="87192"/>
                </a:cubicBezTo>
                <a:cubicBezTo>
                  <a:pt x="330638" y="88288"/>
                  <a:pt x="334691" y="88836"/>
                  <a:pt x="338703" y="88836"/>
                </a:cubicBezTo>
                <a:cubicBezTo>
                  <a:pt x="344079" y="88836"/>
                  <a:pt x="348215" y="87914"/>
                  <a:pt x="351110" y="86069"/>
                </a:cubicBezTo>
                <a:cubicBezTo>
                  <a:pt x="354005" y="84225"/>
                  <a:pt x="355452" y="81625"/>
                  <a:pt x="355452" y="78268"/>
                </a:cubicBezTo>
                <a:cubicBezTo>
                  <a:pt x="355452" y="75160"/>
                  <a:pt x="354408" y="72777"/>
                  <a:pt x="352319" y="71119"/>
                </a:cubicBezTo>
                <a:cubicBezTo>
                  <a:pt x="350231" y="69461"/>
                  <a:pt x="345651" y="67865"/>
                  <a:pt x="338578" y="66332"/>
                </a:cubicBezTo>
                <a:lnTo>
                  <a:pt x="334608" y="65400"/>
                </a:lnTo>
                <a:cubicBezTo>
                  <a:pt x="327536" y="63908"/>
                  <a:pt x="322428" y="61619"/>
                  <a:pt x="319285" y="58533"/>
                </a:cubicBezTo>
                <a:cubicBezTo>
                  <a:pt x="316142" y="55446"/>
                  <a:pt x="314570" y="51208"/>
                  <a:pt x="314570" y="45822"/>
                </a:cubicBezTo>
                <a:cubicBezTo>
                  <a:pt x="314570" y="39274"/>
                  <a:pt x="316886" y="34219"/>
                  <a:pt x="321518" y="30656"/>
                </a:cubicBezTo>
                <a:cubicBezTo>
                  <a:pt x="326151" y="27092"/>
                  <a:pt x="332726" y="25311"/>
                  <a:pt x="341246" y="25311"/>
                </a:cubicBezTo>
                <a:cubicBezTo>
                  <a:pt x="345464" y="25311"/>
                  <a:pt x="349435" y="25621"/>
                  <a:pt x="353157" y="26241"/>
                </a:cubicBezTo>
                <a:cubicBezTo>
                  <a:pt x="356879" y="26862"/>
                  <a:pt x="360312" y="27792"/>
                  <a:pt x="363455" y="29033"/>
                </a:cubicBezTo>
                <a:close/>
                <a:moveTo>
                  <a:pt x="429649" y="29033"/>
                </a:moveTo>
                <a:lnTo>
                  <a:pt x="429649" y="39827"/>
                </a:lnTo>
                <a:cubicBezTo>
                  <a:pt x="426423" y="38173"/>
                  <a:pt x="423073" y="36932"/>
                  <a:pt x="419599" y="36105"/>
                </a:cubicBezTo>
                <a:cubicBezTo>
                  <a:pt x="416125" y="35278"/>
                  <a:pt x="412527" y="34864"/>
                  <a:pt x="408805" y="34864"/>
                </a:cubicBezTo>
                <a:cubicBezTo>
                  <a:pt x="403139" y="34864"/>
                  <a:pt x="398889" y="35735"/>
                  <a:pt x="396056" y="37476"/>
                </a:cubicBezTo>
                <a:cubicBezTo>
                  <a:pt x="393223" y="39217"/>
                  <a:pt x="391807" y="41828"/>
                  <a:pt x="391807" y="45310"/>
                </a:cubicBezTo>
                <a:cubicBezTo>
                  <a:pt x="391807" y="47962"/>
                  <a:pt x="392820" y="50045"/>
                  <a:pt x="394847" y="51558"/>
                </a:cubicBezTo>
                <a:cubicBezTo>
                  <a:pt x="396873" y="53071"/>
                  <a:pt x="400947" y="54512"/>
                  <a:pt x="407068" y="55879"/>
                </a:cubicBezTo>
                <a:lnTo>
                  <a:pt x="410976" y="56752"/>
                </a:lnTo>
                <a:cubicBezTo>
                  <a:pt x="419082" y="58491"/>
                  <a:pt x="424841" y="60946"/>
                  <a:pt x="428253" y="64116"/>
                </a:cubicBezTo>
                <a:cubicBezTo>
                  <a:pt x="431665" y="67285"/>
                  <a:pt x="433371" y="71708"/>
                  <a:pt x="433371" y="77384"/>
                </a:cubicBezTo>
                <a:cubicBezTo>
                  <a:pt x="433371" y="83848"/>
                  <a:pt x="430817" y="88965"/>
                  <a:pt x="425710" y="92734"/>
                </a:cubicBezTo>
                <a:cubicBezTo>
                  <a:pt x="420602" y="96504"/>
                  <a:pt x="413582" y="98389"/>
                  <a:pt x="404648" y="98389"/>
                </a:cubicBezTo>
                <a:cubicBezTo>
                  <a:pt x="400926" y="98389"/>
                  <a:pt x="397049" y="98028"/>
                  <a:pt x="393017" y="97304"/>
                </a:cubicBezTo>
                <a:cubicBezTo>
                  <a:pt x="388984" y="96580"/>
                  <a:pt x="384735" y="95494"/>
                  <a:pt x="380268" y="94047"/>
                </a:cubicBezTo>
                <a:lnTo>
                  <a:pt x="380268" y="82260"/>
                </a:lnTo>
                <a:cubicBezTo>
                  <a:pt x="384487" y="84452"/>
                  <a:pt x="388643" y="86096"/>
                  <a:pt x="392737" y="87192"/>
                </a:cubicBezTo>
                <a:cubicBezTo>
                  <a:pt x="396832" y="88288"/>
                  <a:pt x="400885" y="88836"/>
                  <a:pt x="404896" y="88836"/>
                </a:cubicBezTo>
                <a:cubicBezTo>
                  <a:pt x="410273" y="88836"/>
                  <a:pt x="414409" y="87914"/>
                  <a:pt x="417304" y="86069"/>
                </a:cubicBezTo>
                <a:cubicBezTo>
                  <a:pt x="420199" y="84225"/>
                  <a:pt x="421646" y="81625"/>
                  <a:pt x="421646" y="78268"/>
                </a:cubicBezTo>
                <a:cubicBezTo>
                  <a:pt x="421646" y="75160"/>
                  <a:pt x="420602" y="72777"/>
                  <a:pt x="418513" y="71119"/>
                </a:cubicBezTo>
                <a:cubicBezTo>
                  <a:pt x="416425" y="69461"/>
                  <a:pt x="411845" y="67865"/>
                  <a:pt x="404772" y="66332"/>
                </a:cubicBezTo>
                <a:lnTo>
                  <a:pt x="400802" y="65400"/>
                </a:lnTo>
                <a:cubicBezTo>
                  <a:pt x="393730" y="63908"/>
                  <a:pt x="388622" y="61619"/>
                  <a:pt x="385479" y="58533"/>
                </a:cubicBezTo>
                <a:cubicBezTo>
                  <a:pt x="382336" y="55446"/>
                  <a:pt x="380764" y="51208"/>
                  <a:pt x="380764" y="45822"/>
                </a:cubicBezTo>
                <a:cubicBezTo>
                  <a:pt x="380764" y="39274"/>
                  <a:pt x="383080" y="34219"/>
                  <a:pt x="387712" y="30656"/>
                </a:cubicBezTo>
                <a:cubicBezTo>
                  <a:pt x="392344" y="27092"/>
                  <a:pt x="398920" y="25311"/>
                  <a:pt x="407440" y="25311"/>
                </a:cubicBezTo>
                <a:cubicBezTo>
                  <a:pt x="411658" y="25311"/>
                  <a:pt x="415629" y="25621"/>
                  <a:pt x="419351" y="26241"/>
                </a:cubicBezTo>
                <a:cubicBezTo>
                  <a:pt x="423073" y="26862"/>
                  <a:pt x="426506" y="27792"/>
                  <a:pt x="429649" y="29033"/>
                </a:cubicBezTo>
                <a:close/>
                <a:moveTo>
                  <a:pt x="451548" y="27048"/>
                </a:moveTo>
                <a:lnTo>
                  <a:pt x="462963" y="27048"/>
                </a:lnTo>
                <a:lnTo>
                  <a:pt x="462963" y="96528"/>
                </a:lnTo>
                <a:lnTo>
                  <a:pt x="451548" y="96528"/>
                </a:lnTo>
                <a:lnTo>
                  <a:pt x="451548" y="27048"/>
                </a:lnTo>
                <a:moveTo>
                  <a:pt x="451548" y="0"/>
                </a:moveTo>
                <a:lnTo>
                  <a:pt x="462963" y="0"/>
                </a:lnTo>
                <a:lnTo>
                  <a:pt x="462963" y="14516"/>
                </a:lnTo>
                <a:lnTo>
                  <a:pt x="451548" y="14516"/>
                </a:lnTo>
                <a:lnTo>
                  <a:pt x="451548" y="0"/>
                </a:lnTo>
                <a:close/>
                <a:moveTo>
                  <a:pt x="536745" y="61850"/>
                </a:moveTo>
                <a:cubicBezTo>
                  <a:pt x="536745" y="53435"/>
                  <a:pt x="535018" y="46834"/>
                  <a:pt x="531565" y="42047"/>
                </a:cubicBezTo>
                <a:cubicBezTo>
                  <a:pt x="528112" y="37259"/>
                  <a:pt x="523366" y="34864"/>
                  <a:pt x="517328" y="34864"/>
                </a:cubicBezTo>
                <a:cubicBezTo>
                  <a:pt x="511289" y="34864"/>
                  <a:pt x="506544" y="37259"/>
                  <a:pt x="503090" y="42047"/>
                </a:cubicBezTo>
                <a:cubicBezTo>
                  <a:pt x="499637" y="46834"/>
                  <a:pt x="497910" y="53435"/>
                  <a:pt x="497910" y="61850"/>
                </a:cubicBezTo>
                <a:cubicBezTo>
                  <a:pt x="497910" y="70265"/>
                  <a:pt x="499637" y="76867"/>
                  <a:pt x="503090" y="81655"/>
                </a:cubicBezTo>
                <a:cubicBezTo>
                  <a:pt x="506544" y="86442"/>
                  <a:pt x="511289" y="88836"/>
                  <a:pt x="517328" y="88836"/>
                </a:cubicBezTo>
                <a:cubicBezTo>
                  <a:pt x="523366" y="88836"/>
                  <a:pt x="528112" y="86442"/>
                  <a:pt x="531565" y="81655"/>
                </a:cubicBezTo>
                <a:cubicBezTo>
                  <a:pt x="535018" y="76867"/>
                  <a:pt x="536745" y="70265"/>
                  <a:pt x="536745" y="61850"/>
                </a:cubicBezTo>
                <a:moveTo>
                  <a:pt x="497910" y="37594"/>
                </a:moveTo>
                <a:cubicBezTo>
                  <a:pt x="500309" y="33438"/>
                  <a:pt x="503338" y="30351"/>
                  <a:pt x="506999" y="28335"/>
                </a:cubicBezTo>
                <a:cubicBezTo>
                  <a:pt x="510659" y="26319"/>
                  <a:pt x="515032" y="25311"/>
                  <a:pt x="520119" y="25311"/>
                </a:cubicBezTo>
                <a:cubicBezTo>
                  <a:pt x="528556" y="25311"/>
                  <a:pt x="535411" y="28667"/>
                  <a:pt x="540684" y="35378"/>
                </a:cubicBezTo>
                <a:cubicBezTo>
                  <a:pt x="545957" y="42090"/>
                  <a:pt x="548594" y="50914"/>
                  <a:pt x="548594" y="61850"/>
                </a:cubicBezTo>
                <a:cubicBezTo>
                  <a:pt x="548594" y="72787"/>
                  <a:pt x="545957" y="81611"/>
                  <a:pt x="540684" y="88322"/>
                </a:cubicBezTo>
                <a:cubicBezTo>
                  <a:pt x="535411" y="95034"/>
                  <a:pt x="528556" y="98389"/>
                  <a:pt x="520119" y="98389"/>
                </a:cubicBezTo>
                <a:cubicBezTo>
                  <a:pt x="515032" y="98389"/>
                  <a:pt x="510659" y="97381"/>
                  <a:pt x="506999" y="95365"/>
                </a:cubicBezTo>
                <a:cubicBezTo>
                  <a:pt x="503338" y="93349"/>
                  <a:pt x="500309" y="90263"/>
                  <a:pt x="497910" y="86106"/>
                </a:cubicBezTo>
                <a:lnTo>
                  <a:pt x="497910" y="96528"/>
                </a:lnTo>
                <a:lnTo>
                  <a:pt x="486434" y="96528"/>
                </a:lnTo>
                <a:lnTo>
                  <a:pt x="486434" y="0"/>
                </a:lnTo>
                <a:lnTo>
                  <a:pt x="497910" y="0"/>
                </a:lnTo>
                <a:lnTo>
                  <a:pt x="497910" y="37594"/>
                </a:lnTo>
                <a:close/>
                <a:moveTo>
                  <a:pt x="567544" y="0"/>
                </a:moveTo>
                <a:lnTo>
                  <a:pt x="578959" y="0"/>
                </a:lnTo>
                <a:lnTo>
                  <a:pt x="578959" y="96528"/>
                </a:lnTo>
                <a:lnTo>
                  <a:pt x="567544" y="96528"/>
                </a:lnTo>
                <a:lnTo>
                  <a:pt x="567544" y="0"/>
                </a:lnTo>
                <a:close/>
                <a:moveTo>
                  <a:pt x="662295" y="58934"/>
                </a:moveTo>
                <a:lnTo>
                  <a:pt x="662295" y="64518"/>
                </a:lnTo>
                <a:lnTo>
                  <a:pt x="609813" y="64518"/>
                </a:lnTo>
                <a:cubicBezTo>
                  <a:pt x="610309" y="72396"/>
                  <a:pt x="612677" y="78398"/>
                  <a:pt x="616916" y="82524"/>
                </a:cubicBezTo>
                <a:cubicBezTo>
                  <a:pt x="621155" y="86649"/>
                  <a:pt x="627059" y="88712"/>
                  <a:pt x="634627" y="88712"/>
                </a:cubicBezTo>
                <a:cubicBezTo>
                  <a:pt x="639011" y="88712"/>
                  <a:pt x="643260" y="88174"/>
                  <a:pt x="647376" y="87099"/>
                </a:cubicBezTo>
                <a:cubicBezTo>
                  <a:pt x="651491" y="86024"/>
                  <a:pt x="655575" y="84411"/>
                  <a:pt x="659628" y="82260"/>
                </a:cubicBezTo>
                <a:lnTo>
                  <a:pt x="659628" y="93054"/>
                </a:lnTo>
                <a:cubicBezTo>
                  <a:pt x="655533" y="94791"/>
                  <a:pt x="651336" y="96115"/>
                  <a:pt x="647034" y="97025"/>
                </a:cubicBezTo>
                <a:cubicBezTo>
                  <a:pt x="642733" y="97935"/>
                  <a:pt x="638370" y="98389"/>
                  <a:pt x="633945" y="98389"/>
                </a:cubicBezTo>
                <a:cubicBezTo>
                  <a:pt x="622861" y="98389"/>
                  <a:pt x="614083" y="95158"/>
                  <a:pt x="607610" y="88696"/>
                </a:cubicBezTo>
                <a:cubicBezTo>
                  <a:pt x="601138" y="82233"/>
                  <a:pt x="597902" y="73492"/>
                  <a:pt x="597902" y="62472"/>
                </a:cubicBezTo>
                <a:cubicBezTo>
                  <a:pt x="597902" y="51080"/>
                  <a:pt x="600972" y="42038"/>
                  <a:pt x="607114" y="35347"/>
                </a:cubicBezTo>
                <a:cubicBezTo>
                  <a:pt x="613256" y="28656"/>
                  <a:pt x="621537" y="25311"/>
                  <a:pt x="631960" y="25311"/>
                </a:cubicBezTo>
                <a:cubicBezTo>
                  <a:pt x="641306" y="25311"/>
                  <a:pt x="648699" y="28325"/>
                  <a:pt x="654138" y="34355"/>
                </a:cubicBezTo>
                <a:cubicBezTo>
                  <a:pt x="659576" y="40382"/>
                  <a:pt x="662295" y="48576"/>
                  <a:pt x="662295" y="58934"/>
                </a:cubicBezTo>
                <a:moveTo>
                  <a:pt x="650881" y="55584"/>
                </a:moveTo>
                <a:cubicBezTo>
                  <a:pt x="650798" y="49320"/>
                  <a:pt x="649051" y="44322"/>
                  <a:pt x="645639" y="40589"/>
                </a:cubicBezTo>
                <a:cubicBezTo>
                  <a:pt x="642227" y="36855"/>
                  <a:pt x="637708" y="34988"/>
                  <a:pt x="632084" y="34988"/>
                </a:cubicBezTo>
                <a:cubicBezTo>
                  <a:pt x="625715" y="34988"/>
                  <a:pt x="620617" y="36793"/>
                  <a:pt x="616792" y="40403"/>
                </a:cubicBezTo>
                <a:cubicBezTo>
                  <a:pt x="612966" y="44011"/>
                  <a:pt x="610764" y="49093"/>
                  <a:pt x="610185" y="55647"/>
                </a:cubicBezTo>
                <a:lnTo>
                  <a:pt x="650881" y="555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4" name="Text conﬁguration">
            <a:extLst xmlns:a="http://schemas.openxmlformats.org/drawingml/2006/main">
              <a:ext uri="{FF2B5EF4-FFF2-40B4-BE49-F238E27FC236}">
                <a16:creationId xmlns:a16="http://schemas.microsoft.com/office/drawing/2014/main" id="{93F1CDCE-8B52-44CE-A176-9CDBD7D3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850" y="6936233"/>
            <a:ext cx="825146" cy="122956"/>
          </a:xfrm>
          <a:custGeom xmlns:a="http://schemas.openxmlformats.org/drawingml/2006/main">
            <a:pathLst>
              <a:path w="825146" h="122956">
                <a:moveTo>
                  <a:pt x="54964" y="29653"/>
                </a:moveTo>
                <a:lnTo>
                  <a:pt x="54964" y="40324"/>
                </a:lnTo>
                <a:cubicBezTo>
                  <a:pt x="51738" y="38545"/>
                  <a:pt x="48502" y="37211"/>
                  <a:pt x="45255" y="36322"/>
                </a:cubicBezTo>
                <a:cubicBezTo>
                  <a:pt x="42009" y="35433"/>
                  <a:pt x="38731" y="34988"/>
                  <a:pt x="35423" y="34988"/>
                </a:cubicBezTo>
                <a:cubicBezTo>
                  <a:pt x="28020" y="34988"/>
                  <a:pt x="22271" y="37341"/>
                  <a:pt x="18177" y="42047"/>
                </a:cubicBezTo>
                <a:cubicBezTo>
                  <a:pt x="14082" y="46751"/>
                  <a:pt x="12035" y="53352"/>
                  <a:pt x="12035" y="61850"/>
                </a:cubicBezTo>
                <a:cubicBezTo>
                  <a:pt x="12035" y="70348"/>
                  <a:pt x="14082" y="76950"/>
                  <a:pt x="18177" y="81655"/>
                </a:cubicBezTo>
                <a:cubicBezTo>
                  <a:pt x="22271" y="86360"/>
                  <a:pt x="28020" y="88712"/>
                  <a:pt x="35423" y="88712"/>
                </a:cubicBezTo>
                <a:cubicBezTo>
                  <a:pt x="38731" y="88712"/>
                  <a:pt x="42009" y="88267"/>
                  <a:pt x="45255" y="87378"/>
                </a:cubicBezTo>
                <a:cubicBezTo>
                  <a:pt x="48502" y="86489"/>
                  <a:pt x="51738" y="85155"/>
                  <a:pt x="54964" y="83377"/>
                </a:cubicBezTo>
                <a:lnTo>
                  <a:pt x="54964" y="93923"/>
                </a:lnTo>
                <a:cubicBezTo>
                  <a:pt x="51780" y="95412"/>
                  <a:pt x="48481" y="96528"/>
                  <a:pt x="45069" y="97273"/>
                </a:cubicBezTo>
                <a:cubicBezTo>
                  <a:pt x="41657" y="98017"/>
                  <a:pt x="38028" y="98389"/>
                  <a:pt x="34182" y="98389"/>
                </a:cubicBezTo>
                <a:cubicBezTo>
                  <a:pt x="23719" y="98389"/>
                  <a:pt x="15406" y="95096"/>
                  <a:pt x="9243" y="88510"/>
                </a:cubicBezTo>
                <a:cubicBezTo>
                  <a:pt x="3081" y="81923"/>
                  <a:pt x="0" y="73036"/>
                  <a:pt x="0" y="61850"/>
                </a:cubicBezTo>
                <a:cubicBezTo>
                  <a:pt x="0" y="50499"/>
                  <a:pt x="3112" y="41571"/>
                  <a:pt x="9336" y="35068"/>
                </a:cubicBezTo>
                <a:cubicBezTo>
                  <a:pt x="15561" y="28563"/>
                  <a:pt x="24091" y="25311"/>
                  <a:pt x="34926" y="25311"/>
                </a:cubicBezTo>
                <a:cubicBezTo>
                  <a:pt x="38442" y="25311"/>
                  <a:pt x="41874" y="25673"/>
                  <a:pt x="45224" y="26396"/>
                </a:cubicBezTo>
                <a:cubicBezTo>
                  <a:pt x="48574" y="27120"/>
                  <a:pt x="51821" y="28206"/>
                  <a:pt x="54964" y="29653"/>
                </a:cubicBezTo>
                <a:close/>
                <a:moveTo>
                  <a:pt x="101764" y="34988"/>
                </a:moveTo>
                <a:cubicBezTo>
                  <a:pt x="95643" y="34988"/>
                  <a:pt x="90804" y="37383"/>
                  <a:pt x="87248" y="42171"/>
                </a:cubicBezTo>
                <a:cubicBezTo>
                  <a:pt x="83691" y="46958"/>
                  <a:pt x="81913" y="53518"/>
                  <a:pt x="81913" y="61850"/>
                </a:cubicBezTo>
                <a:cubicBezTo>
                  <a:pt x="81913" y="70182"/>
                  <a:pt x="83681" y="76743"/>
                  <a:pt x="87217" y="81531"/>
                </a:cubicBezTo>
                <a:cubicBezTo>
                  <a:pt x="90753" y="86318"/>
                  <a:pt x="95602" y="88712"/>
                  <a:pt x="101764" y="88712"/>
                </a:cubicBezTo>
                <a:cubicBezTo>
                  <a:pt x="107844" y="88712"/>
                  <a:pt x="112662" y="86308"/>
                  <a:pt x="116219" y="81500"/>
                </a:cubicBezTo>
                <a:cubicBezTo>
                  <a:pt x="119775" y="76691"/>
                  <a:pt x="121554" y="70141"/>
                  <a:pt x="121554" y="61850"/>
                </a:cubicBezTo>
                <a:cubicBezTo>
                  <a:pt x="121554" y="53601"/>
                  <a:pt x="119775" y="47062"/>
                  <a:pt x="116219" y="42233"/>
                </a:cubicBezTo>
                <a:cubicBezTo>
                  <a:pt x="112662" y="37403"/>
                  <a:pt x="107844" y="34988"/>
                  <a:pt x="101764" y="34988"/>
                </a:cubicBezTo>
                <a:moveTo>
                  <a:pt x="101764" y="25311"/>
                </a:moveTo>
                <a:cubicBezTo>
                  <a:pt x="111690" y="25311"/>
                  <a:pt x="119486" y="28542"/>
                  <a:pt x="125152" y="35006"/>
                </a:cubicBezTo>
                <a:cubicBezTo>
                  <a:pt x="130818" y="41468"/>
                  <a:pt x="133651" y="50416"/>
                  <a:pt x="133651" y="61850"/>
                </a:cubicBezTo>
                <a:cubicBezTo>
                  <a:pt x="133651" y="73243"/>
                  <a:pt x="130818" y="82181"/>
                  <a:pt x="125152" y="88665"/>
                </a:cubicBezTo>
                <a:cubicBezTo>
                  <a:pt x="119486" y="95148"/>
                  <a:pt x="111690" y="98389"/>
                  <a:pt x="101764" y="98389"/>
                </a:cubicBezTo>
                <a:cubicBezTo>
                  <a:pt x="91797" y="98389"/>
                  <a:pt x="83991" y="95148"/>
                  <a:pt x="78346" y="88665"/>
                </a:cubicBezTo>
                <a:cubicBezTo>
                  <a:pt x="72700" y="82181"/>
                  <a:pt x="69878" y="73243"/>
                  <a:pt x="69878" y="61850"/>
                </a:cubicBezTo>
                <a:cubicBezTo>
                  <a:pt x="69878" y="50416"/>
                  <a:pt x="72700" y="41468"/>
                  <a:pt x="78346" y="35006"/>
                </a:cubicBezTo>
                <a:cubicBezTo>
                  <a:pt x="83991" y="28542"/>
                  <a:pt x="91797" y="25311"/>
                  <a:pt x="101764" y="25311"/>
                </a:cubicBezTo>
                <a:close/>
                <a:moveTo>
                  <a:pt x="210351" y="54592"/>
                </a:moveTo>
                <a:lnTo>
                  <a:pt x="210351" y="96528"/>
                </a:lnTo>
                <a:lnTo>
                  <a:pt x="198936" y="96528"/>
                </a:lnTo>
                <a:lnTo>
                  <a:pt x="198936" y="54964"/>
                </a:lnTo>
                <a:cubicBezTo>
                  <a:pt x="198936" y="48368"/>
                  <a:pt x="197654" y="43431"/>
                  <a:pt x="195090" y="40153"/>
                </a:cubicBezTo>
                <a:cubicBezTo>
                  <a:pt x="192526" y="36875"/>
                  <a:pt x="188679" y="35237"/>
                  <a:pt x="183551" y="35237"/>
                </a:cubicBezTo>
                <a:cubicBezTo>
                  <a:pt x="177389" y="35237"/>
                  <a:pt x="172529" y="37207"/>
                  <a:pt x="168973" y="41147"/>
                </a:cubicBezTo>
                <a:cubicBezTo>
                  <a:pt x="165416" y="45087"/>
                  <a:pt x="163638" y="50457"/>
                  <a:pt x="163638" y="57259"/>
                </a:cubicBezTo>
                <a:lnTo>
                  <a:pt x="163638" y="96528"/>
                </a:lnTo>
                <a:lnTo>
                  <a:pt x="152161" y="96528"/>
                </a:lnTo>
                <a:lnTo>
                  <a:pt x="152161" y="27048"/>
                </a:lnTo>
                <a:lnTo>
                  <a:pt x="163638" y="27048"/>
                </a:lnTo>
                <a:lnTo>
                  <a:pt x="163638" y="37842"/>
                </a:lnTo>
                <a:cubicBezTo>
                  <a:pt x="166367" y="33644"/>
                  <a:pt x="169583" y="30506"/>
                  <a:pt x="173284" y="28428"/>
                </a:cubicBezTo>
                <a:cubicBezTo>
                  <a:pt x="176986" y="26350"/>
                  <a:pt x="181256" y="25311"/>
                  <a:pt x="186095" y="25311"/>
                </a:cubicBezTo>
                <a:cubicBezTo>
                  <a:pt x="194077" y="25311"/>
                  <a:pt x="200115" y="27787"/>
                  <a:pt x="204209" y="32740"/>
                </a:cubicBezTo>
                <a:cubicBezTo>
                  <a:pt x="208304" y="37692"/>
                  <a:pt x="210351" y="44976"/>
                  <a:pt x="210351" y="54592"/>
                </a:cubicBezTo>
                <a:close/>
                <a:moveTo>
                  <a:pt x="289287" y="27048"/>
                </a:moveTo>
                <a:lnTo>
                  <a:pt x="289287" y="96528"/>
                </a:lnTo>
                <a:lnTo>
                  <a:pt x="277810" y="96528"/>
                </a:lnTo>
                <a:lnTo>
                  <a:pt x="277810" y="35981"/>
                </a:lnTo>
                <a:lnTo>
                  <a:pt x="246482" y="35981"/>
                </a:lnTo>
                <a:lnTo>
                  <a:pt x="246482" y="96528"/>
                </a:lnTo>
                <a:lnTo>
                  <a:pt x="235005" y="96528"/>
                </a:lnTo>
                <a:lnTo>
                  <a:pt x="235005" y="35981"/>
                </a:lnTo>
                <a:lnTo>
                  <a:pt x="224087" y="35981"/>
                </a:lnTo>
                <a:lnTo>
                  <a:pt x="224087" y="27048"/>
                </a:lnTo>
                <a:lnTo>
                  <a:pt x="235005" y="27048"/>
                </a:lnTo>
                <a:lnTo>
                  <a:pt x="235005" y="22209"/>
                </a:lnTo>
                <a:cubicBezTo>
                  <a:pt x="235005" y="14641"/>
                  <a:pt x="236794" y="9047"/>
                  <a:pt x="240371" y="5428"/>
                </a:cubicBezTo>
                <a:cubicBezTo>
                  <a:pt x="243949" y="1809"/>
                  <a:pt x="249439" y="0"/>
                  <a:pt x="256842" y="0"/>
                </a:cubicBezTo>
                <a:lnTo>
                  <a:pt x="268319" y="0"/>
                </a:lnTo>
                <a:lnTo>
                  <a:pt x="268319" y="9554"/>
                </a:lnTo>
                <a:lnTo>
                  <a:pt x="257400" y="9554"/>
                </a:lnTo>
                <a:cubicBezTo>
                  <a:pt x="253306" y="9554"/>
                  <a:pt x="250463" y="10378"/>
                  <a:pt x="248870" y="12027"/>
                </a:cubicBezTo>
                <a:cubicBezTo>
                  <a:pt x="247278" y="13675"/>
                  <a:pt x="246482" y="16642"/>
                  <a:pt x="246482" y="20928"/>
                </a:cubicBezTo>
                <a:lnTo>
                  <a:pt x="246482" y="27048"/>
                </a:lnTo>
                <a:lnTo>
                  <a:pt x="289287" y="27048"/>
                </a:lnTo>
                <a:moveTo>
                  <a:pt x="277810" y="124"/>
                </a:moveTo>
                <a:lnTo>
                  <a:pt x="289287" y="124"/>
                </a:lnTo>
                <a:lnTo>
                  <a:pt x="289287" y="14641"/>
                </a:lnTo>
                <a:lnTo>
                  <a:pt x="277810" y="14641"/>
                </a:lnTo>
                <a:lnTo>
                  <a:pt x="277810" y="124"/>
                </a:lnTo>
                <a:close/>
                <a:moveTo>
                  <a:pt x="358907" y="60951"/>
                </a:moveTo>
                <a:cubicBezTo>
                  <a:pt x="358907" y="52669"/>
                  <a:pt x="357201" y="46251"/>
                  <a:pt x="353789" y="41696"/>
                </a:cubicBezTo>
                <a:cubicBezTo>
                  <a:pt x="350377" y="37142"/>
                  <a:pt x="345590" y="34864"/>
                  <a:pt x="339428" y="34864"/>
                </a:cubicBezTo>
                <a:cubicBezTo>
                  <a:pt x="333307" y="34864"/>
                  <a:pt x="328540" y="37142"/>
                  <a:pt x="325128" y="41696"/>
                </a:cubicBezTo>
                <a:cubicBezTo>
                  <a:pt x="321716" y="46251"/>
                  <a:pt x="320010" y="52669"/>
                  <a:pt x="320010" y="60951"/>
                </a:cubicBezTo>
                <a:cubicBezTo>
                  <a:pt x="320010" y="69191"/>
                  <a:pt x="321716" y="75589"/>
                  <a:pt x="325128" y="80143"/>
                </a:cubicBezTo>
                <a:cubicBezTo>
                  <a:pt x="328540" y="84698"/>
                  <a:pt x="333307" y="86975"/>
                  <a:pt x="339428" y="86975"/>
                </a:cubicBezTo>
                <a:cubicBezTo>
                  <a:pt x="345590" y="86975"/>
                  <a:pt x="350377" y="84698"/>
                  <a:pt x="353789" y="80143"/>
                </a:cubicBezTo>
                <a:cubicBezTo>
                  <a:pt x="357201" y="75589"/>
                  <a:pt x="358907" y="69191"/>
                  <a:pt x="358907" y="60951"/>
                </a:cubicBezTo>
                <a:moveTo>
                  <a:pt x="370322" y="87905"/>
                </a:moveTo>
                <a:cubicBezTo>
                  <a:pt x="370322" y="99734"/>
                  <a:pt x="367695" y="108532"/>
                  <a:pt x="362443" y="114302"/>
                </a:cubicBezTo>
                <a:cubicBezTo>
                  <a:pt x="357191" y="120071"/>
                  <a:pt x="349147" y="122956"/>
                  <a:pt x="338311" y="122956"/>
                </a:cubicBezTo>
                <a:cubicBezTo>
                  <a:pt x="334299" y="122956"/>
                  <a:pt x="330515" y="122661"/>
                  <a:pt x="326958" y="122072"/>
                </a:cubicBezTo>
                <a:cubicBezTo>
                  <a:pt x="323402" y="121482"/>
                  <a:pt x="319948" y="120578"/>
                  <a:pt x="316598" y="119358"/>
                </a:cubicBezTo>
                <a:lnTo>
                  <a:pt x="316598" y="108191"/>
                </a:lnTo>
                <a:cubicBezTo>
                  <a:pt x="319948" y="110011"/>
                  <a:pt x="323257" y="111355"/>
                  <a:pt x="326524" y="112224"/>
                </a:cubicBezTo>
                <a:cubicBezTo>
                  <a:pt x="329791" y="113092"/>
                  <a:pt x="333121" y="113526"/>
                  <a:pt x="336512" y="113526"/>
                </a:cubicBezTo>
                <a:cubicBezTo>
                  <a:pt x="343998" y="113526"/>
                  <a:pt x="349602" y="111572"/>
                  <a:pt x="353324" y="107664"/>
                </a:cubicBezTo>
                <a:cubicBezTo>
                  <a:pt x="357046" y="103756"/>
                  <a:pt x="358907" y="97852"/>
                  <a:pt x="358907" y="89953"/>
                </a:cubicBezTo>
                <a:lnTo>
                  <a:pt x="358907" y="84245"/>
                </a:lnTo>
                <a:cubicBezTo>
                  <a:pt x="356550" y="88360"/>
                  <a:pt x="353531" y="91436"/>
                  <a:pt x="349850" y="93473"/>
                </a:cubicBezTo>
                <a:cubicBezTo>
                  <a:pt x="346169" y="95510"/>
                  <a:pt x="341764" y="96528"/>
                  <a:pt x="336636" y="96528"/>
                </a:cubicBezTo>
                <a:cubicBezTo>
                  <a:pt x="328116" y="96528"/>
                  <a:pt x="321251" y="93279"/>
                  <a:pt x="316040" y="86781"/>
                </a:cubicBezTo>
                <a:cubicBezTo>
                  <a:pt x="310829" y="80281"/>
                  <a:pt x="308223" y="71671"/>
                  <a:pt x="308223" y="60951"/>
                </a:cubicBezTo>
                <a:cubicBezTo>
                  <a:pt x="308223" y="50189"/>
                  <a:pt x="310829" y="41558"/>
                  <a:pt x="316040" y="35060"/>
                </a:cubicBezTo>
                <a:cubicBezTo>
                  <a:pt x="321251" y="28561"/>
                  <a:pt x="328116" y="25311"/>
                  <a:pt x="336636" y="25311"/>
                </a:cubicBezTo>
                <a:cubicBezTo>
                  <a:pt x="341764" y="25311"/>
                  <a:pt x="346169" y="26329"/>
                  <a:pt x="349850" y="28366"/>
                </a:cubicBezTo>
                <a:cubicBezTo>
                  <a:pt x="353531" y="30403"/>
                  <a:pt x="356550" y="33479"/>
                  <a:pt x="358907" y="37594"/>
                </a:cubicBezTo>
                <a:lnTo>
                  <a:pt x="358907" y="27048"/>
                </a:lnTo>
                <a:lnTo>
                  <a:pt x="370322" y="27048"/>
                </a:lnTo>
                <a:lnTo>
                  <a:pt x="370322" y="87905"/>
                </a:lnTo>
                <a:close/>
                <a:moveTo>
                  <a:pt x="392684" y="69108"/>
                </a:moveTo>
                <a:lnTo>
                  <a:pt x="392684" y="27048"/>
                </a:lnTo>
                <a:lnTo>
                  <a:pt x="404099" y="27048"/>
                </a:lnTo>
                <a:lnTo>
                  <a:pt x="404099" y="68674"/>
                </a:lnTo>
                <a:cubicBezTo>
                  <a:pt x="404099" y="75271"/>
                  <a:pt x="405381" y="80218"/>
                  <a:pt x="407945" y="83516"/>
                </a:cubicBezTo>
                <a:cubicBezTo>
                  <a:pt x="410509" y="86815"/>
                  <a:pt x="414356" y="88464"/>
                  <a:pt x="419484" y="88464"/>
                </a:cubicBezTo>
                <a:cubicBezTo>
                  <a:pt x="425646" y="88464"/>
                  <a:pt x="430516" y="86494"/>
                  <a:pt x="434093" y="82555"/>
                </a:cubicBezTo>
                <a:cubicBezTo>
                  <a:pt x="437671" y="78614"/>
                  <a:pt x="439460" y="73243"/>
                  <a:pt x="439460" y="66441"/>
                </a:cubicBezTo>
                <a:lnTo>
                  <a:pt x="439460" y="27048"/>
                </a:lnTo>
                <a:lnTo>
                  <a:pt x="450874" y="27048"/>
                </a:lnTo>
                <a:lnTo>
                  <a:pt x="450874" y="96528"/>
                </a:lnTo>
                <a:lnTo>
                  <a:pt x="439460" y="96528"/>
                </a:lnTo>
                <a:lnTo>
                  <a:pt x="439460" y="85858"/>
                </a:lnTo>
                <a:cubicBezTo>
                  <a:pt x="436689" y="90097"/>
                  <a:pt x="433473" y="93246"/>
                  <a:pt x="429813" y="95303"/>
                </a:cubicBezTo>
                <a:cubicBezTo>
                  <a:pt x="426153" y="97361"/>
                  <a:pt x="421903" y="98389"/>
                  <a:pt x="417064" y="98389"/>
                </a:cubicBezTo>
                <a:cubicBezTo>
                  <a:pt x="409082" y="98389"/>
                  <a:pt x="403024" y="95903"/>
                  <a:pt x="398888" y="90930"/>
                </a:cubicBezTo>
                <a:cubicBezTo>
                  <a:pt x="394752" y="85956"/>
                  <a:pt x="392684" y="78683"/>
                  <a:pt x="392684" y="69108"/>
                </a:cubicBezTo>
                <a:moveTo>
                  <a:pt x="421407" y="25311"/>
                </a:moveTo>
                <a:lnTo>
                  <a:pt x="421407" y="25311"/>
                </a:lnTo>
                <a:close/>
                <a:moveTo>
                  <a:pt x="514674" y="37718"/>
                </a:moveTo>
                <a:cubicBezTo>
                  <a:pt x="513392" y="36953"/>
                  <a:pt x="511996" y="36389"/>
                  <a:pt x="510487" y="36028"/>
                </a:cubicBezTo>
                <a:cubicBezTo>
                  <a:pt x="508977" y="35666"/>
                  <a:pt x="507312" y="35485"/>
                  <a:pt x="505493" y="35485"/>
                </a:cubicBezTo>
                <a:cubicBezTo>
                  <a:pt x="499041" y="35485"/>
                  <a:pt x="494088" y="37589"/>
                  <a:pt x="490635" y="41799"/>
                </a:cubicBezTo>
                <a:cubicBezTo>
                  <a:pt x="487182" y="46007"/>
                  <a:pt x="485455" y="52050"/>
                  <a:pt x="485455" y="59927"/>
                </a:cubicBezTo>
                <a:lnTo>
                  <a:pt x="485455" y="96528"/>
                </a:lnTo>
                <a:lnTo>
                  <a:pt x="473978" y="96528"/>
                </a:lnTo>
                <a:lnTo>
                  <a:pt x="473978" y="27048"/>
                </a:lnTo>
                <a:lnTo>
                  <a:pt x="485455" y="27048"/>
                </a:lnTo>
                <a:lnTo>
                  <a:pt x="485455" y="37842"/>
                </a:lnTo>
                <a:cubicBezTo>
                  <a:pt x="487854" y="33603"/>
                  <a:pt x="490976" y="30455"/>
                  <a:pt x="494822" y="28397"/>
                </a:cubicBezTo>
                <a:cubicBezTo>
                  <a:pt x="498669" y="26340"/>
                  <a:pt x="503342" y="25311"/>
                  <a:pt x="508843" y="25311"/>
                </a:cubicBezTo>
                <a:cubicBezTo>
                  <a:pt x="509628" y="25311"/>
                  <a:pt x="510497" y="25362"/>
                  <a:pt x="511448" y="25466"/>
                </a:cubicBezTo>
                <a:cubicBezTo>
                  <a:pt x="512399" y="25569"/>
                  <a:pt x="513454" y="25724"/>
                  <a:pt x="514612" y="25931"/>
                </a:cubicBezTo>
                <a:lnTo>
                  <a:pt x="514674" y="37718"/>
                </a:lnTo>
                <a:close/>
                <a:moveTo>
                  <a:pt x="558207" y="61540"/>
                </a:moveTo>
                <a:cubicBezTo>
                  <a:pt x="548984" y="61540"/>
                  <a:pt x="542594" y="62600"/>
                  <a:pt x="539038" y="64719"/>
                </a:cubicBezTo>
                <a:cubicBezTo>
                  <a:pt x="535481" y="66838"/>
                  <a:pt x="533703" y="70452"/>
                  <a:pt x="533703" y="75562"/>
                </a:cubicBezTo>
                <a:cubicBezTo>
                  <a:pt x="533703" y="79633"/>
                  <a:pt x="535036" y="82864"/>
                  <a:pt x="537704" y="85253"/>
                </a:cubicBezTo>
                <a:cubicBezTo>
                  <a:pt x="540371" y="87642"/>
                  <a:pt x="544001" y="88836"/>
                  <a:pt x="548591" y="88836"/>
                </a:cubicBezTo>
                <a:cubicBezTo>
                  <a:pt x="554919" y="88836"/>
                  <a:pt x="559996" y="86582"/>
                  <a:pt x="563821" y="82074"/>
                </a:cubicBezTo>
                <a:cubicBezTo>
                  <a:pt x="567647" y="77565"/>
                  <a:pt x="569559" y="71570"/>
                  <a:pt x="569559" y="64089"/>
                </a:cubicBezTo>
                <a:lnTo>
                  <a:pt x="569559" y="61540"/>
                </a:lnTo>
                <a:lnTo>
                  <a:pt x="558207" y="61540"/>
                </a:lnTo>
                <a:moveTo>
                  <a:pt x="580974" y="56825"/>
                </a:moveTo>
                <a:lnTo>
                  <a:pt x="580974" y="96528"/>
                </a:lnTo>
                <a:lnTo>
                  <a:pt x="569559" y="96528"/>
                </a:lnTo>
                <a:lnTo>
                  <a:pt x="569559" y="85982"/>
                </a:lnTo>
                <a:cubicBezTo>
                  <a:pt x="566954" y="90221"/>
                  <a:pt x="563707" y="93349"/>
                  <a:pt x="559820" y="95365"/>
                </a:cubicBezTo>
                <a:cubicBezTo>
                  <a:pt x="555932" y="97381"/>
                  <a:pt x="551176" y="98389"/>
                  <a:pt x="545551" y="98389"/>
                </a:cubicBezTo>
                <a:cubicBezTo>
                  <a:pt x="538438" y="98389"/>
                  <a:pt x="532782" y="96389"/>
                  <a:pt x="528585" y="92387"/>
                </a:cubicBezTo>
                <a:cubicBezTo>
                  <a:pt x="524387" y="88385"/>
                  <a:pt x="522288" y="83025"/>
                  <a:pt x="522288" y="76307"/>
                </a:cubicBezTo>
                <a:cubicBezTo>
                  <a:pt x="522288" y="68469"/>
                  <a:pt x="524904" y="62560"/>
                  <a:pt x="530135" y="58580"/>
                </a:cubicBezTo>
                <a:cubicBezTo>
                  <a:pt x="535367" y="54598"/>
                  <a:pt x="543173" y="52607"/>
                  <a:pt x="553554" y="52607"/>
                </a:cubicBezTo>
                <a:lnTo>
                  <a:pt x="569559" y="52607"/>
                </a:lnTo>
                <a:lnTo>
                  <a:pt x="569559" y="51490"/>
                </a:lnTo>
                <a:cubicBezTo>
                  <a:pt x="569559" y="46238"/>
                  <a:pt x="567833" y="42174"/>
                  <a:pt x="564379" y="39300"/>
                </a:cubicBezTo>
                <a:cubicBezTo>
                  <a:pt x="560926" y="36426"/>
                  <a:pt x="556077" y="34988"/>
                  <a:pt x="549832" y="34988"/>
                </a:cubicBezTo>
                <a:cubicBezTo>
                  <a:pt x="545862" y="34988"/>
                  <a:pt x="541995" y="35464"/>
                  <a:pt x="538231" y="36415"/>
                </a:cubicBezTo>
                <a:cubicBezTo>
                  <a:pt x="534468" y="37366"/>
                  <a:pt x="530849" y="38793"/>
                  <a:pt x="527375" y="40696"/>
                </a:cubicBezTo>
                <a:lnTo>
                  <a:pt x="527375" y="30150"/>
                </a:lnTo>
                <a:cubicBezTo>
                  <a:pt x="531552" y="28537"/>
                  <a:pt x="535605" y="27327"/>
                  <a:pt x="539534" y="26520"/>
                </a:cubicBezTo>
                <a:cubicBezTo>
                  <a:pt x="543463" y="25714"/>
                  <a:pt x="547288" y="25311"/>
                  <a:pt x="551011" y="25311"/>
                </a:cubicBezTo>
                <a:cubicBezTo>
                  <a:pt x="561061" y="25311"/>
                  <a:pt x="568567" y="27916"/>
                  <a:pt x="573530" y="33127"/>
                </a:cubicBezTo>
                <a:cubicBezTo>
                  <a:pt x="578493" y="38338"/>
                  <a:pt x="580974" y="46238"/>
                  <a:pt x="580974" y="56825"/>
                </a:cubicBezTo>
                <a:close/>
                <a:moveTo>
                  <a:pt x="615803" y="7320"/>
                </a:moveTo>
                <a:lnTo>
                  <a:pt x="615803" y="27048"/>
                </a:lnTo>
                <a:lnTo>
                  <a:pt x="639314" y="27048"/>
                </a:lnTo>
                <a:lnTo>
                  <a:pt x="639314" y="35981"/>
                </a:lnTo>
                <a:lnTo>
                  <a:pt x="615803" y="35981"/>
                </a:lnTo>
                <a:lnTo>
                  <a:pt x="615803" y="73653"/>
                </a:lnTo>
                <a:cubicBezTo>
                  <a:pt x="615803" y="79312"/>
                  <a:pt x="616578" y="82948"/>
                  <a:pt x="618129" y="84559"/>
                </a:cubicBezTo>
                <a:cubicBezTo>
                  <a:pt x="619680" y="86170"/>
                  <a:pt x="622833" y="86975"/>
                  <a:pt x="627590" y="86975"/>
                </a:cubicBezTo>
                <a:lnTo>
                  <a:pt x="639314" y="86975"/>
                </a:lnTo>
                <a:lnTo>
                  <a:pt x="639314" y="96528"/>
                </a:lnTo>
                <a:lnTo>
                  <a:pt x="627590" y="96528"/>
                </a:lnTo>
                <a:cubicBezTo>
                  <a:pt x="618780" y="96528"/>
                  <a:pt x="612701" y="94886"/>
                  <a:pt x="609351" y="91600"/>
                </a:cubicBezTo>
                <a:cubicBezTo>
                  <a:pt x="606001" y="88314"/>
                  <a:pt x="604326" y="82331"/>
                  <a:pt x="604326" y="73653"/>
                </a:cubicBezTo>
                <a:lnTo>
                  <a:pt x="604326" y="35981"/>
                </a:lnTo>
                <a:lnTo>
                  <a:pt x="595951" y="35981"/>
                </a:lnTo>
                <a:lnTo>
                  <a:pt x="595951" y="27048"/>
                </a:lnTo>
                <a:lnTo>
                  <a:pt x="604326" y="27048"/>
                </a:lnTo>
                <a:lnTo>
                  <a:pt x="604326" y="7320"/>
                </a:lnTo>
                <a:lnTo>
                  <a:pt x="615803" y="7320"/>
                </a:lnTo>
                <a:close/>
                <a:moveTo>
                  <a:pt x="654315" y="27048"/>
                </a:moveTo>
                <a:lnTo>
                  <a:pt x="665730" y="27048"/>
                </a:lnTo>
                <a:lnTo>
                  <a:pt x="665730" y="96528"/>
                </a:lnTo>
                <a:lnTo>
                  <a:pt x="654315" y="96528"/>
                </a:lnTo>
                <a:lnTo>
                  <a:pt x="654315" y="27048"/>
                </a:lnTo>
                <a:moveTo>
                  <a:pt x="654315" y="0"/>
                </a:moveTo>
                <a:lnTo>
                  <a:pt x="665730" y="0"/>
                </a:lnTo>
                <a:lnTo>
                  <a:pt x="665730" y="14516"/>
                </a:lnTo>
                <a:lnTo>
                  <a:pt x="654315" y="14516"/>
                </a:lnTo>
                <a:lnTo>
                  <a:pt x="654315" y="0"/>
                </a:lnTo>
                <a:close/>
                <a:moveTo>
                  <a:pt x="716559" y="34988"/>
                </a:moveTo>
                <a:cubicBezTo>
                  <a:pt x="710438" y="34988"/>
                  <a:pt x="705599" y="37383"/>
                  <a:pt x="702043" y="42171"/>
                </a:cubicBezTo>
                <a:cubicBezTo>
                  <a:pt x="698486" y="46958"/>
                  <a:pt x="696707" y="53518"/>
                  <a:pt x="696707" y="61850"/>
                </a:cubicBezTo>
                <a:cubicBezTo>
                  <a:pt x="696707" y="70182"/>
                  <a:pt x="698475" y="76743"/>
                  <a:pt x="702012" y="81531"/>
                </a:cubicBezTo>
                <a:cubicBezTo>
                  <a:pt x="705548" y="86318"/>
                  <a:pt x="710397" y="88712"/>
                  <a:pt x="716559" y="88712"/>
                </a:cubicBezTo>
                <a:cubicBezTo>
                  <a:pt x="722639" y="88712"/>
                  <a:pt x="727457" y="86308"/>
                  <a:pt x="731014" y="81500"/>
                </a:cubicBezTo>
                <a:cubicBezTo>
                  <a:pt x="734570" y="76691"/>
                  <a:pt x="736349" y="70141"/>
                  <a:pt x="736349" y="61850"/>
                </a:cubicBezTo>
                <a:cubicBezTo>
                  <a:pt x="736349" y="53601"/>
                  <a:pt x="734570" y="47062"/>
                  <a:pt x="731014" y="42233"/>
                </a:cubicBezTo>
                <a:cubicBezTo>
                  <a:pt x="727457" y="37403"/>
                  <a:pt x="722639" y="34988"/>
                  <a:pt x="716559" y="34988"/>
                </a:cubicBezTo>
                <a:moveTo>
                  <a:pt x="716559" y="25311"/>
                </a:moveTo>
                <a:cubicBezTo>
                  <a:pt x="726485" y="25311"/>
                  <a:pt x="734281" y="28542"/>
                  <a:pt x="739947" y="35006"/>
                </a:cubicBezTo>
                <a:cubicBezTo>
                  <a:pt x="745613" y="41468"/>
                  <a:pt x="748446" y="50416"/>
                  <a:pt x="748446" y="61850"/>
                </a:cubicBezTo>
                <a:cubicBezTo>
                  <a:pt x="748446" y="73243"/>
                  <a:pt x="745613" y="82181"/>
                  <a:pt x="739947" y="88665"/>
                </a:cubicBezTo>
                <a:cubicBezTo>
                  <a:pt x="734281" y="95148"/>
                  <a:pt x="726485" y="98389"/>
                  <a:pt x="716559" y="98389"/>
                </a:cubicBezTo>
                <a:cubicBezTo>
                  <a:pt x="706592" y="98389"/>
                  <a:pt x="698786" y="95148"/>
                  <a:pt x="693140" y="88665"/>
                </a:cubicBezTo>
                <a:cubicBezTo>
                  <a:pt x="687495" y="82181"/>
                  <a:pt x="684672" y="73243"/>
                  <a:pt x="684672" y="61850"/>
                </a:cubicBezTo>
                <a:cubicBezTo>
                  <a:pt x="684672" y="50416"/>
                  <a:pt x="687495" y="41468"/>
                  <a:pt x="693140" y="35006"/>
                </a:cubicBezTo>
                <a:cubicBezTo>
                  <a:pt x="698786" y="28542"/>
                  <a:pt x="706592" y="25311"/>
                  <a:pt x="716559" y="25311"/>
                </a:cubicBezTo>
                <a:close/>
                <a:moveTo>
                  <a:pt x="825146" y="54592"/>
                </a:moveTo>
                <a:lnTo>
                  <a:pt x="825146" y="96528"/>
                </a:lnTo>
                <a:lnTo>
                  <a:pt x="813731" y="96528"/>
                </a:lnTo>
                <a:lnTo>
                  <a:pt x="813731" y="54964"/>
                </a:lnTo>
                <a:cubicBezTo>
                  <a:pt x="813731" y="48368"/>
                  <a:pt x="812449" y="43431"/>
                  <a:pt x="809885" y="40153"/>
                </a:cubicBezTo>
                <a:cubicBezTo>
                  <a:pt x="807321" y="36875"/>
                  <a:pt x="803474" y="35237"/>
                  <a:pt x="798346" y="35237"/>
                </a:cubicBezTo>
                <a:cubicBezTo>
                  <a:pt x="792184" y="35237"/>
                  <a:pt x="787324" y="37207"/>
                  <a:pt x="783767" y="41147"/>
                </a:cubicBezTo>
                <a:cubicBezTo>
                  <a:pt x="780211" y="45087"/>
                  <a:pt x="778432" y="50457"/>
                  <a:pt x="778432" y="57259"/>
                </a:cubicBezTo>
                <a:lnTo>
                  <a:pt x="778432" y="96528"/>
                </a:lnTo>
                <a:lnTo>
                  <a:pt x="766956" y="96528"/>
                </a:lnTo>
                <a:lnTo>
                  <a:pt x="766956" y="27048"/>
                </a:lnTo>
                <a:lnTo>
                  <a:pt x="778432" y="27048"/>
                </a:lnTo>
                <a:lnTo>
                  <a:pt x="778432" y="37842"/>
                </a:lnTo>
                <a:cubicBezTo>
                  <a:pt x="781162" y="33644"/>
                  <a:pt x="784377" y="30506"/>
                  <a:pt x="788079" y="28428"/>
                </a:cubicBezTo>
                <a:cubicBezTo>
                  <a:pt x="791780" y="26350"/>
                  <a:pt x="796051" y="25311"/>
                  <a:pt x="800889" y="25311"/>
                </a:cubicBezTo>
                <a:cubicBezTo>
                  <a:pt x="808871" y="25311"/>
                  <a:pt x="814910" y="27787"/>
                  <a:pt x="819004" y="32740"/>
                </a:cubicBezTo>
                <a:cubicBezTo>
                  <a:pt x="823098" y="37692"/>
                  <a:pt x="825146" y="44976"/>
                  <a:pt x="825146" y="545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033F24-2BEB-4CD0-9F39-94DB50AF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58" y="1956527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B8C04F-F581-4C18-83CC-BCE1D3BA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58" y="1956527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B85450"/>
            </a:solidFill>
            <a:miter/>
          </a:ln>
        </p:spPr>
      </p:sp>
      <p:sp>
        <p:nvSpPr>
          <p:cNvPr id="1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4BA300-4432-477F-873B-5C96052C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733" y="1962302"/>
            <a:ext cx="219450" cy="219450"/>
          </a:xfrm>
          <a:custGeom xmlns:a="http://schemas.openxmlformats.org/drawingml/2006/main">
            <a:pathLst>
              <a:path w="219450" h="219450">
                <a:moveTo>
                  <a:pt x="219450" y="219450"/>
                </a:moveTo>
                <a:lnTo>
                  <a:pt x="0" y="219450"/>
                </a:lnTo>
                <a:lnTo>
                  <a:pt x="219450" y="0"/>
                </a:lnTo>
                <a:lnTo>
                  <a:pt x="219450" y="21945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C3F37C-E9CD-4FFC-BF05-B8AD24DC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58" y="2187528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D8373E-4DD4-48B7-8C9D-174A5450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58" y="2187528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B85450"/>
            </a:solidFill>
            <a:miter/>
          </a:ln>
        </p:spPr>
      </p:sp>
      <p:sp>
        <p:nvSpPr>
          <p:cNvPr id="1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74772E-E0E6-46B4-A55A-89A4C0B6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733" y="2193302"/>
            <a:ext cx="219450" cy="219450"/>
          </a:xfrm>
          <a:custGeom xmlns:a="http://schemas.openxmlformats.org/drawingml/2006/main">
            <a:pathLst>
              <a:path w="219450" h="219450">
                <a:moveTo>
                  <a:pt x="219450" y="219450"/>
                </a:moveTo>
                <a:lnTo>
                  <a:pt x="0" y="219450"/>
                </a:lnTo>
                <a:lnTo>
                  <a:pt x="219450" y="0"/>
                </a:lnTo>
                <a:lnTo>
                  <a:pt x="219450" y="21945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F97551-BC99-4A23-B9F8-3D8D130A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58" y="1263526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0FE7FE-453B-48CD-9EE9-DABA575F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58" y="1263526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B85450"/>
            </a:solidFill>
            <a:miter/>
          </a:ln>
        </p:spPr>
      </p:sp>
      <p:sp>
        <p:nvSpPr>
          <p:cNvPr id="1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194BEB-94F8-4F86-8E57-FA7EDDCE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733" y="1269302"/>
            <a:ext cx="219450" cy="219450"/>
          </a:xfrm>
          <a:custGeom xmlns:a="http://schemas.openxmlformats.org/drawingml/2006/main">
            <a:pathLst>
              <a:path w="219450" h="219450">
                <a:moveTo>
                  <a:pt x="219450" y="219450"/>
                </a:moveTo>
                <a:lnTo>
                  <a:pt x="0" y="219450"/>
                </a:lnTo>
                <a:lnTo>
                  <a:pt x="219450" y="0"/>
                </a:lnTo>
                <a:lnTo>
                  <a:pt x="219450" y="21945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B9A63E-A7E3-4C96-931F-F8F561A2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460" y="1725527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DBB884-5C3E-48FE-9A62-1AC51A47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460" y="1725527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B85450"/>
            </a:solidFill>
            <a:miter/>
          </a:ln>
        </p:spPr>
      </p:sp>
      <p:sp>
        <p:nvSpPr>
          <p:cNvPr id="1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9FB9CC-0921-450E-82C2-CC12C176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5235" y="1731302"/>
            <a:ext cx="219450" cy="219450"/>
          </a:xfrm>
          <a:custGeom xmlns:a="http://schemas.openxmlformats.org/drawingml/2006/main">
            <a:pathLst>
              <a:path w="219450" h="219450">
                <a:moveTo>
                  <a:pt x="219450" y="219450"/>
                </a:moveTo>
                <a:lnTo>
                  <a:pt x="0" y="219450"/>
                </a:lnTo>
                <a:lnTo>
                  <a:pt x="219450" y="0"/>
                </a:lnTo>
                <a:lnTo>
                  <a:pt x="219450" y="21945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2BA8B8-C313-40DA-BA93-CEBA97EC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460" y="1956527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17E83C-42BC-4229-974D-9B5E491F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460" y="1956527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B85450"/>
            </a:solidFill>
            <a:miter/>
          </a:ln>
        </p:spPr>
      </p:sp>
      <p:sp>
        <p:nvSpPr>
          <p:cNvPr id="1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B81FE5-F4DE-4543-8039-0E7E492F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5235" y="1962302"/>
            <a:ext cx="219450" cy="219450"/>
          </a:xfrm>
          <a:custGeom xmlns:a="http://schemas.openxmlformats.org/drawingml/2006/main">
            <a:pathLst>
              <a:path w="219450" h="219450">
                <a:moveTo>
                  <a:pt x="219450" y="219450"/>
                </a:moveTo>
                <a:lnTo>
                  <a:pt x="0" y="219450"/>
                </a:lnTo>
                <a:lnTo>
                  <a:pt x="219450" y="0"/>
                </a:lnTo>
                <a:lnTo>
                  <a:pt x="219450" y="21945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A29564-AD96-4B58-9E31-32A7D9DA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460" y="2187528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EF4646-C6DA-4DFE-BE21-49719666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460" y="2187528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B85450"/>
            </a:solidFill>
            <a:miter/>
          </a:ln>
        </p:spPr>
      </p:sp>
      <p:sp>
        <p:nvSpPr>
          <p:cNvPr id="1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EA5978-3250-43D1-911B-F5E8855B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5235" y="2193302"/>
            <a:ext cx="219450" cy="219450"/>
          </a:xfrm>
          <a:custGeom xmlns:a="http://schemas.openxmlformats.org/drawingml/2006/main">
            <a:pathLst>
              <a:path w="219450" h="219450">
                <a:moveTo>
                  <a:pt x="219450" y="219450"/>
                </a:moveTo>
                <a:lnTo>
                  <a:pt x="0" y="219450"/>
                </a:lnTo>
                <a:lnTo>
                  <a:pt x="219450" y="0"/>
                </a:lnTo>
                <a:lnTo>
                  <a:pt x="219450" y="21945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66DA52-200B-452D-9433-D0FB4AD9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58" y="2649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4E3F88-E387-4148-8959-AA95A28D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58" y="2649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B85450"/>
            </a:solidFill>
            <a:miter/>
          </a:ln>
        </p:spPr>
      </p:sp>
      <p:sp>
        <p:nvSpPr>
          <p:cNvPr id="1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53EC46-46D5-49CF-8A37-F035C723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733" y="2655303"/>
            <a:ext cx="219450" cy="219450"/>
          </a:xfrm>
          <a:custGeom xmlns:a="http://schemas.openxmlformats.org/drawingml/2006/main">
            <a:pathLst>
              <a:path w="219450" h="219450">
                <a:moveTo>
                  <a:pt x="219450" y="219450"/>
                </a:moveTo>
                <a:lnTo>
                  <a:pt x="0" y="219450"/>
                </a:lnTo>
                <a:lnTo>
                  <a:pt x="219450" y="0"/>
                </a:lnTo>
                <a:lnTo>
                  <a:pt x="219450" y="21945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49DFB3-FB53-4751-9C7A-52C5D674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58" y="2880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127518-3A12-4897-B303-B133C8E5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58" y="2880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B85450"/>
            </a:solidFill>
            <a:miter/>
          </a:ln>
        </p:spPr>
      </p:sp>
      <p:sp>
        <p:nvSpPr>
          <p:cNvPr id="1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BE46F4-EF72-491F-9EBD-B7196F0D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733" y="2886304"/>
            <a:ext cx="219450" cy="219450"/>
          </a:xfrm>
          <a:custGeom xmlns:a="http://schemas.openxmlformats.org/drawingml/2006/main">
            <a:pathLst>
              <a:path w="219450" h="219450">
                <a:moveTo>
                  <a:pt x="219450" y="219450"/>
                </a:moveTo>
                <a:lnTo>
                  <a:pt x="0" y="219450"/>
                </a:lnTo>
                <a:lnTo>
                  <a:pt x="219450" y="0"/>
                </a:lnTo>
                <a:lnTo>
                  <a:pt x="219450" y="21945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EE91DE-55B9-4AE8-B364-756CAD20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58" y="3111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A54B6D-4FE4-4ACC-B44F-12BC4737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58" y="3111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B85450"/>
            </a:solidFill>
            <a:miter/>
          </a:ln>
        </p:spPr>
      </p:sp>
      <p:sp>
        <p:nvSpPr>
          <p:cNvPr id="1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3E4BB8-8B7F-4F3E-A57B-5025F2B8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733" y="3117304"/>
            <a:ext cx="219450" cy="219450"/>
          </a:xfrm>
          <a:custGeom xmlns:a="http://schemas.openxmlformats.org/drawingml/2006/main">
            <a:pathLst>
              <a:path w="219450" h="219450">
                <a:moveTo>
                  <a:pt x="219450" y="219450"/>
                </a:moveTo>
                <a:lnTo>
                  <a:pt x="0" y="219450"/>
                </a:lnTo>
                <a:lnTo>
                  <a:pt x="219450" y="0"/>
                </a:lnTo>
                <a:lnTo>
                  <a:pt x="219450" y="21945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79DBC9-4879-41DD-8ADE-5ABB871F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58" y="3342530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0CDA0E-92DF-4A97-9E07-4343309B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58" y="3342530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B85450"/>
            </a:solidFill>
            <a:miter/>
          </a:ln>
        </p:spPr>
      </p:sp>
      <p:sp>
        <p:nvSpPr>
          <p:cNvPr id="1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C17F8C-6C74-4B3F-8551-38859E71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733" y="3348305"/>
            <a:ext cx="219450" cy="219450"/>
          </a:xfrm>
          <a:custGeom xmlns:a="http://schemas.openxmlformats.org/drawingml/2006/main">
            <a:pathLst>
              <a:path w="219450" h="219450">
                <a:moveTo>
                  <a:pt x="219450" y="219450"/>
                </a:moveTo>
                <a:lnTo>
                  <a:pt x="0" y="219450"/>
                </a:lnTo>
                <a:lnTo>
                  <a:pt x="219450" y="0"/>
                </a:lnTo>
                <a:lnTo>
                  <a:pt x="219450" y="21945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FE4F25-F4DC-49DC-9BB5-C0F31AB1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58" y="3573530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1BD846-75BE-4918-B18A-61DD3F72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958" y="3573530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B85450"/>
            </a:solidFill>
            <a:miter/>
          </a:ln>
        </p:spPr>
      </p:sp>
      <p:sp>
        <p:nvSpPr>
          <p:cNvPr id="1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50C279-97AC-48BD-A886-9EE3FE78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733" y="3579305"/>
            <a:ext cx="219450" cy="219450"/>
          </a:xfrm>
          <a:custGeom xmlns:a="http://schemas.openxmlformats.org/drawingml/2006/main">
            <a:pathLst>
              <a:path w="219450" h="219450">
                <a:moveTo>
                  <a:pt x="219450" y="219450"/>
                </a:moveTo>
                <a:lnTo>
                  <a:pt x="0" y="219450"/>
                </a:lnTo>
                <a:lnTo>
                  <a:pt x="219450" y="0"/>
                </a:lnTo>
                <a:lnTo>
                  <a:pt x="219450" y="21945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23B2E4-C4DC-46FC-A480-B15CAF01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460" y="2880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6CD6CF-DA35-485C-B90D-ADD3F54C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460" y="2880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B85450"/>
            </a:solidFill>
            <a:miter/>
          </a:ln>
        </p:spPr>
      </p:sp>
      <p:sp>
        <p:nvSpPr>
          <p:cNvPr id="1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0C5862-0D62-4056-91D1-440D0498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5236" y="2886304"/>
            <a:ext cx="219450" cy="219450"/>
          </a:xfrm>
          <a:custGeom xmlns:a="http://schemas.openxmlformats.org/drawingml/2006/main">
            <a:pathLst>
              <a:path w="219450" h="219450">
                <a:moveTo>
                  <a:pt x="219450" y="219450"/>
                </a:moveTo>
                <a:lnTo>
                  <a:pt x="0" y="219450"/>
                </a:lnTo>
                <a:lnTo>
                  <a:pt x="219450" y="0"/>
                </a:lnTo>
                <a:lnTo>
                  <a:pt x="219450" y="21945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973D30-01B5-427C-8DE2-316B9CAB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460" y="3111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817D29-723F-4483-97DD-B9F9BDE9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460" y="3111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B85450"/>
            </a:solidFill>
            <a:miter/>
          </a:ln>
        </p:spPr>
      </p:sp>
      <p:sp>
        <p:nvSpPr>
          <p:cNvPr id="1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706F1B-B70F-4128-BDCB-84C23730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5235" y="3117304"/>
            <a:ext cx="219450" cy="219450"/>
          </a:xfrm>
          <a:custGeom xmlns:a="http://schemas.openxmlformats.org/drawingml/2006/main">
            <a:pathLst>
              <a:path w="219450" h="219450">
                <a:moveTo>
                  <a:pt x="219450" y="219450"/>
                </a:moveTo>
                <a:lnTo>
                  <a:pt x="0" y="219450"/>
                </a:lnTo>
                <a:lnTo>
                  <a:pt x="219450" y="0"/>
                </a:lnTo>
                <a:lnTo>
                  <a:pt x="219450" y="21945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8DA7A0-8049-417D-AE02-C19BD269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460" y="3342530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1AFA09-40E4-4C27-A76F-F3D148C2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460" y="3342530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B85450"/>
            </a:solidFill>
            <a:miter/>
          </a:ln>
        </p:spPr>
      </p:sp>
      <p:sp>
        <p:nvSpPr>
          <p:cNvPr id="1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C38552-EE25-41E8-B9D0-D960247C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5236" y="3348305"/>
            <a:ext cx="219450" cy="219450"/>
          </a:xfrm>
          <a:custGeom xmlns:a="http://schemas.openxmlformats.org/drawingml/2006/main">
            <a:pathLst>
              <a:path w="219450" h="219450">
                <a:moveTo>
                  <a:pt x="219450" y="219450"/>
                </a:moveTo>
                <a:lnTo>
                  <a:pt x="0" y="219450"/>
                </a:lnTo>
                <a:lnTo>
                  <a:pt x="219450" y="0"/>
                </a:lnTo>
                <a:lnTo>
                  <a:pt x="219450" y="21945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1C6EE4-3826-4015-91B4-DCC35CA5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460" y="3573530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F5EE5F-0D76-498F-82CF-C3C72573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460" y="3573530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B85450"/>
            </a:solidFill>
            <a:miter/>
          </a:ln>
        </p:spPr>
      </p:sp>
      <p:sp>
        <p:nvSpPr>
          <p:cNvPr id="1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BE416E-7EAB-457F-BF70-DBAAFF35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5235" y="3579306"/>
            <a:ext cx="219450" cy="219450"/>
          </a:xfrm>
          <a:custGeom xmlns:a="http://schemas.openxmlformats.org/drawingml/2006/main">
            <a:pathLst>
              <a:path w="219450" h="219450">
                <a:moveTo>
                  <a:pt x="219450" y="219450"/>
                </a:moveTo>
                <a:lnTo>
                  <a:pt x="0" y="219450"/>
                </a:lnTo>
                <a:lnTo>
                  <a:pt x="219450" y="0"/>
                </a:lnTo>
                <a:lnTo>
                  <a:pt x="219450" y="21945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263D10-8767-4860-8811-CE6D6004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460" y="2649529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61F29D-8C4A-4E08-9D10-A3D93182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460" y="2649529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B85450"/>
            </a:solidFill>
            <a:miter/>
          </a:ln>
        </p:spPr>
      </p:sp>
      <p:sp>
        <p:nvSpPr>
          <p:cNvPr id="1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798B02-709A-4A52-BD30-183178C3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5235" y="2655303"/>
            <a:ext cx="219450" cy="219450"/>
          </a:xfrm>
          <a:custGeom xmlns:a="http://schemas.openxmlformats.org/drawingml/2006/main">
            <a:pathLst>
              <a:path w="219450" h="219450">
                <a:moveTo>
                  <a:pt x="219450" y="219450"/>
                </a:moveTo>
                <a:lnTo>
                  <a:pt x="0" y="219450"/>
                </a:lnTo>
                <a:lnTo>
                  <a:pt x="219450" y="0"/>
                </a:lnTo>
                <a:lnTo>
                  <a:pt x="219450" y="21945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4648CA-3DAD-4BD7-AF95-29E46565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963" y="1494526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7CF23E-8C61-4928-9545-A3C08997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963" y="1494526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B85450"/>
            </a:solidFill>
            <a:miter/>
          </a:ln>
        </p:spPr>
      </p:sp>
      <p:sp>
        <p:nvSpPr>
          <p:cNvPr id="1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9A92D4-DB17-4FD6-BA95-9D185997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738" y="1500302"/>
            <a:ext cx="219450" cy="219450"/>
          </a:xfrm>
          <a:custGeom xmlns:a="http://schemas.openxmlformats.org/drawingml/2006/main">
            <a:pathLst>
              <a:path w="219450" h="219450">
                <a:moveTo>
                  <a:pt x="219450" y="219450"/>
                </a:moveTo>
                <a:lnTo>
                  <a:pt x="0" y="219450"/>
                </a:lnTo>
                <a:lnTo>
                  <a:pt x="219450" y="0"/>
                </a:lnTo>
                <a:lnTo>
                  <a:pt x="219450" y="21945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CD61A9-8926-4084-B8FB-BD85C055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963" y="1725527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5C573F-8E52-43B7-A172-E72A6807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963" y="1725527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B85450"/>
            </a:solidFill>
            <a:miter/>
          </a:ln>
        </p:spPr>
      </p:sp>
      <p:sp>
        <p:nvSpPr>
          <p:cNvPr id="1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2CD3E2-70FD-4511-BFF4-C94C0F21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738" y="1731302"/>
            <a:ext cx="219450" cy="219450"/>
          </a:xfrm>
          <a:custGeom xmlns:a="http://schemas.openxmlformats.org/drawingml/2006/main">
            <a:pathLst>
              <a:path w="219450" h="219450">
                <a:moveTo>
                  <a:pt x="219450" y="219450"/>
                </a:moveTo>
                <a:lnTo>
                  <a:pt x="0" y="219450"/>
                </a:lnTo>
                <a:lnTo>
                  <a:pt x="219450" y="0"/>
                </a:lnTo>
                <a:lnTo>
                  <a:pt x="219450" y="21945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329374-A476-4F8C-87B8-C4D36D3E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963" y="1956527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C75F6A-E547-473F-97D4-8709B698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963" y="1956527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B85450"/>
            </a:solidFill>
            <a:miter/>
          </a:ln>
        </p:spPr>
      </p:sp>
      <p:sp>
        <p:nvSpPr>
          <p:cNvPr id="1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5559C3-7045-4D3F-8610-41313E8A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738" y="1962302"/>
            <a:ext cx="219450" cy="219450"/>
          </a:xfrm>
          <a:custGeom xmlns:a="http://schemas.openxmlformats.org/drawingml/2006/main">
            <a:pathLst>
              <a:path w="219450" h="219450">
                <a:moveTo>
                  <a:pt x="219450" y="219450"/>
                </a:moveTo>
                <a:lnTo>
                  <a:pt x="0" y="219450"/>
                </a:lnTo>
                <a:lnTo>
                  <a:pt x="219450" y="0"/>
                </a:lnTo>
                <a:lnTo>
                  <a:pt x="219450" y="21945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87E31D-2AD6-4608-A485-B8444390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963" y="2187528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DD71CB-F7C8-42DB-83A1-34E4B640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963" y="2187528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B85450"/>
            </a:solidFill>
            <a:miter/>
          </a:ln>
        </p:spPr>
      </p:sp>
      <p:sp>
        <p:nvSpPr>
          <p:cNvPr id="1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97F95E-D6FF-4425-8F67-A7A93C2E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738" y="2193302"/>
            <a:ext cx="219450" cy="219450"/>
          </a:xfrm>
          <a:custGeom xmlns:a="http://schemas.openxmlformats.org/drawingml/2006/main">
            <a:pathLst>
              <a:path w="219450" h="219450">
                <a:moveTo>
                  <a:pt x="219450" y="219450"/>
                </a:moveTo>
                <a:lnTo>
                  <a:pt x="0" y="219450"/>
                </a:lnTo>
                <a:lnTo>
                  <a:pt x="219450" y="0"/>
                </a:lnTo>
                <a:lnTo>
                  <a:pt x="219450" y="21945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0B97B9-055C-422E-86F2-7C723D39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963" y="1263526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A74E8A-505F-461B-9E70-E85A8B02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963" y="1263526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B85450"/>
            </a:solidFill>
            <a:miter/>
          </a:ln>
        </p:spPr>
      </p:sp>
      <p:sp>
        <p:nvSpPr>
          <p:cNvPr id="1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46881A-6F43-4950-BEC1-1BA6DBB7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738" y="1269301"/>
            <a:ext cx="219450" cy="219450"/>
          </a:xfrm>
          <a:custGeom xmlns:a="http://schemas.openxmlformats.org/drawingml/2006/main">
            <a:pathLst>
              <a:path w="219450" h="219450">
                <a:moveTo>
                  <a:pt x="219450" y="219450"/>
                </a:moveTo>
                <a:lnTo>
                  <a:pt x="0" y="219450"/>
                </a:lnTo>
                <a:lnTo>
                  <a:pt x="219450" y="0"/>
                </a:lnTo>
                <a:lnTo>
                  <a:pt x="219450" y="21945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4D60D0-FDDA-4766-9FE4-648405EB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466" y="1494526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BAD507-37D1-4B43-B31E-F46EE468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466" y="1494526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B85450"/>
            </a:solidFill>
            <a:miter/>
          </a:ln>
        </p:spPr>
      </p:sp>
      <p:sp>
        <p:nvSpPr>
          <p:cNvPr id="1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4D094D-8263-4843-BC8C-7126B730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241" y="1500302"/>
            <a:ext cx="219450" cy="219450"/>
          </a:xfrm>
          <a:custGeom xmlns:a="http://schemas.openxmlformats.org/drawingml/2006/main">
            <a:pathLst>
              <a:path w="219450" h="219450">
                <a:moveTo>
                  <a:pt x="219450" y="219450"/>
                </a:moveTo>
                <a:lnTo>
                  <a:pt x="0" y="219450"/>
                </a:lnTo>
                <a:lnTo>
                  <a:pt x="219450" y="0"/>
                </a:lnTo>
                <a:lnTo>
                  <a:pt x="219450" y="21945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F6AAD6-021E-48DE-BF6C-0D33260D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466" y="1725527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8D9FE5-6DCA-423C-BDE6-771F5BAC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466" y="1725527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B85450"/>
            </a:solidFill>
            <a:miter/>
          </a:ln>
        </p:spPr>
      </p:sp>
      <p:sp>
        <p:nvSpPr>
          <p:cNvPr id="1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6129B9-5650-4112-BEDE-43825E65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241" y="1731303"/>
            <a:ext cx="219450" cy="219450"/>
          </a:xfrm>
          <a:custGeom xmlns:a="http://schemas.openxmlformats.org/drawingml/2006/main">
            <a:pathLst>
              <a:path w="219450" h="219450">
                <a:moveTo>
                  <a:pt x="219450" y="219450"/>
                </a:moveTo>
                <a:lnTo>
                  <a:pt x="0" y="219450"/>
                </a:lnTo>
                <a:lnTo>
                  <a:pt x="219450" y="0"/>
                </a:lnTo>
                <a:lnTo>
                  <a:pt x="219450" y="21945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E48204-3C46-4042-8786-51918A79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466" y="1956527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373647-0BD9-4FDA-AA55-4A360562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466" y="1956527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B85450"/>
            </a:solidFill>
            <a:miter/>
          </a:ln>
        </p:spPr>
      </p:sp>
      <p:sp>
        <p:nvSpPr>
          <p:cNvPr id="1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38E1EE-E6CC-40FF-B007-EDAD096E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240" y="1962301"/>
            <a:ext cx="219450" cy="219450"/>
          </a:xfrm>
          <a:custGeom xmlns:a="http://schemas.openxmlformats.org/drawingml/2006/main">
            <a:pathLst>
              <a:path w="219450" h="219450">
                <a:moveTo>
                  <a:pt x="219450" y="219450"/>
                </a:moveTo>
                <a:lnTo>
                  <a:pt x="0" y="219450"/>
                </a:lnTo>
                <a:lnTo>
                  <a:pt x="219450" y="0"/>
                </a:lnTo>
                <a:lnTo>
                  <a:pt x="219450" y="21945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2F3DB4-1F24-4D08-84BD-16523B74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466" y="2187528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81D57A-39D8-44FE-BFCD-9CDB0C63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466" y="2187528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B85450"/>
            </a:solidFill>
            <a:miter/>
          </a:ln>
        </p:spPr>
      </p:sp>
      <p:sp>
        <p:nvSpPr>
          <p:cNvPr id="1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27119A-A2F9-4932-80F6-E7AFBE10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241" y="2193303"/>
            <a:ext cx="219450" cy="219450"/>
          </a:xfrm>
          <a:custGeom xmlns:a="http://schemas.openxmlformats.org/drawingml/2006/main">
            <a:pathLst>
              <a:path w="219450" h="219450">
                <a:moveTo>
                  <a:pt x="219450" y="219450"/>
                </a:moveTo>
                <a:lnTo>
                  <a:pt x="0" y="219450"/>
                </a:lnTo>
                <a:lnTo>
                  <a:pt x="219450" y="0"/>
                </a:lnTo>
                <a:lnTo>
                  <a:pt x="219450" y="21945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438D9B-0476-40B8-AB08-86D2ECB1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466" y="1263526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2C3BF1-3F98-4258-ABAA-26CBDF61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466" y="1263526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B85450"/>
            </a:solidFill>
            <a:miter/>
          </a:ln>
        </p:spPr>
      </p:sp>
      <p:sp>
        <p:nvSpPr>
          <p:cNvPr id="1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9C1767-0B8C-401E-B085-0CA2461B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241" y="1269302"/>
            <a:ext cx="219450" cy="219450"/>
          </a:xfrm>
          <a:custGeom xmlns:a="http://schemas.openxmlformats.org/drawingml/2006/main">
            <a:pathLst>
              <a:path w="219450" h="219450">
                <a:moveTo>
                  <a:pt x="219450" y="219450"/>
                </a:moveTo>
                <a:lnTo>
                  <a:pt x="0" y="219450"/>
                </a:lnTo>
                <a:lnTo>
                  <a:pt x="219450" y="0"/>
                </a:lnTo>
                <a:lnTo>
                  <a:pt x="219450" y="219450"/>
                </a:lnTo>
                <a:close/>
              </a:path>
            </a:pathLst>
          </a:custGeom>
          <a:solidFill xmlns:a="http://schemas.openxmlformats.org/drawingml/2006/main">
            <a:srgbClr val="B4E8A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838A0B-66CB-4937-8016-8B272094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963" y="4266531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64DAED-BE53-4C6E-9577-8C7679F1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963" y="4266531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B85450"/>
            </a:solidFill>
            <a:miter/>
          </a:ln>
        </p:spPr>
      </p:sp>
      <p:sp>
        <p:nvSpPr>
          <p:cNvPr id="1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E1C847-A2C9-4154-BB10-A60C6775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964" y="4266531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383887-E33B-481F-BFBF-7BCD24B7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964" y="4266531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B85450"/>
            </a:solidFill>
            <a:miter/>
          </a:ln>
        </p:spPr>
      </p:sp>
      <p:sp>
        <p:nvSpPr>
          <p:cNvPr id="1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EE5194-7A2F-4751-9B41-61B52D33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963" y="4266531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57F497-9DEF-45A2-8133-25EA8E71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963" y="4266531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B85450"/>
            </a:solidFill>
            <a:miter/>
          </a:ln>
        </p:spPr>
      </p:sp>
      <p:sp>
        <p:nvSpPr>
          <p:cNvPr id="1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45D373-C216-4581-B261-D622C192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964" y="4266531"/>
            <a:ext cx="231000" cy="231000"/>
          </a:xfrm>
          <a:custGeom xmlns:a="http://schemas.openxmlformats.org/drawingml/2006/main">
            <a:pathLst>
              <a:path w="231000" h="231000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27FACB-2F0E-4AFB-B7B3-00EA9501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964" y="4266531"/>
            <a:ext cx="231000" cy="231000"/>
          </a:xfrm>
          <a:custGeom xmlns:a="http://schemas.openxmlformats.org/drawingml/2006/main">
            <a:pathLst>
              <a:path w="231000" h="231000" fill="none">
                <a:moveTo>
                  <a:pt x="0" y="0"/>
                </a:moveTo>
                <a:lnTo>
                  <a:pt x="231000" y="0"/>
                </a:lnTo>
                <a:lnTo>
                  <a:pt x="231000" y="231000"/>
                </a:lnTo>
                <a:lnTo>
                  <a:pt x="0" y="2310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50" cap="flat">
            <a:solidFill>
              <a:srgbClr val="A50040"/>
            </a:solidFill>
            <a:miter/>
          </a:ln>
        </p:spPr>
      </p:sp>
    </p:spTree>
    <p:extLst>
      <p:ext uri="{BB962C8B-B14F-4D97-AF65-F5344CB8AC3E}">
        <p14:creationId xmlns:p14="http://schemas.microsoft.com/office/powerpoint/2010/main" val="6184697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2026-09-05T17:00:56.6470000Z</dcterms:created>
  <dcterms:modified xsi:type="dcterms:W3CDTF">2026-09-05T17:00:56.6470000Z</dcterms:modified>
</coreProperties>
</file>