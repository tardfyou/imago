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72a5a8d3e4ae6" /><Relationship Type="http://schemas.openxmlformats.org/officeDocument/2006/relationships/extended-properties" Target="/docProps/app.xml" Id="R8263e5f897c443d1" /><Relationship Type="http://schemas.openxmlformats.org/officeDocument/2006/relationships/officeDocument" Target="/ppt/presentation.xml" Id="Rac5b2f13e141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f853b6982545a9"/>
  </p:sldMasterIdLst>
  <p:notesMasterIdLst>
    <p:notesMasterId xmlns:r="http://schemas.openxmlformats.org/officeDocument/2006/relationships" r:id="R169c6ce2a47547ee"/>
  </p:notesMasterIdLst>
  <p:sldIdLst>
    <p:sldId xmlns:r="http://schemas.openxmlformats.org/officeDocument/2006/relationships" id="256" r:id="R9dfa31a9c2644738"/>
  </p:sldIdLst>
  <p:sldSz cx="6000750" cy="9344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97e3445f854eb7" /><Relationship Type="http://schemas.openxmlformats.org/officeDocument/2006/relationships/slideMaster" Target="/ppt/slideMasters/slideMaster1.xml" Id="Re2f853b6982545a9" /><Relationship Type="http://schemas.openxmlformats.org/officeDocument/2006/relationships/notesMaster" Target="/ppt/notesMasters/notesMaster1.xml" Id="R169c6ce2a47547ee" /><Relationship Type="http://schemas.openxmlformats.org/officeDocument/2006/relationships/presProps" Target="/ppt/presProps.xml" Id="Rff9aa570ca5c46af" /><Relationship Type="http://schemas.openxmlformats.org/officeDocument/2006/relationships/tableStyles" Target="/ppt/tableStyles.xml" Id="R105b0bd2d36b4e35" /><Relationship Type="http://schemas.openxmlformats.org/officeDocument/2006/relationships/slide" Target="/ppt/slides/slide1.xml" Id="R9dfa31a9c264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472224ae4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88e85e2a6e4426" /><Relationship Type="http://schemas.openxmlformats.org/officeDocument/2006/relationships/notesMaster" Target="/ppt/notesMasters/notesMaster1.xml" Id="R3735552cf8724f4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素材ID：SEC-070</ns1:t>
            </ns1:r>
          </ns1:p>
          <ns1:p>
            <ns1:r>
              <ns1:t>论文：Adversarial Observations in Weather Forecasting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5，PDF第8页</ns1:t>
            </ns1:r>
          </ns1:p>
          <ns1:p>
            <ns1:r>
              <ns1:t>类型：实验图表</ns1:t>
            </ns1:r>
          </ns1:p>
          <ns1:p>
            <ns1:r>
              <ns1:t>借鉴点：上下地理视图共用温度色阶，以国界底图叠加网格值，虚线框指明目标区域，清晰表达局部干预的空间影响。</ns1:t>
            </ns1:r>
          </ns1:p>
          <ns1:p>
            <ns1:r>
              <ns1:t>论文URL：https://arxiv.org/pdf/2504.15942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30e492066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5a35e72154233" /><Relationship Type="http://schemas.openxmlformats.org/officeDocument/2006/relationships/slideLayout" Target="/ppt/slideLayouts/slideLayout1.xml" Id="Re682aeebaaf043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2aeebaaf043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f5964a7c4a4e" /><Relationship Type="http://schemas.openxmlformats.org/officeDocument/2006/relationships/image" Target="/ppt/media/image.png" Id="R90481e9ded6b46a9" /><Relationship Type="http://schemas.openxmlformats.org/officeDocument/2006/relationships/notesSlide" Target="/ppt/notesSlides/notesSlide1.xml" Id="R5f8f7fdf738d4b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81e9ded6b46a9"/>
          <a:stretch xmlns:a="http://schemas.openxmlformats.org/drawingml/2006/main"/>
        </p:blipFill>
        <p:spPr>
          <a:xfrm xmlns:a="http://schemas.openxmlformats.org/drawingml/2006/main">
            <a:off x="714291" y="341589"/>
            <a:ext cx="4577158" cy="214220"/>
          </a:xfrm>
          <a:prstGeom xmlns:a="http://schemas.openxmlformats.org/drawingml/2006/main" prst="rect">
            <a:avLst/>
          </a:prstGeom>
        </p:spPr>
      </p:pic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B6987-AF1B-444C-A51D-0100986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4" y="294235"/>
            <a:ext cx="10" cy="45772"/>
          </a:xfrm>
          <a:custGeom xmlns:a="http://schemas.openxmlformats.org/drawingml/2006/main">
            <a:pathLst>
              <a:path w="1" h="45772" fill="none">
                <a:moveTo>
                  <a:pt x="0" y="45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36" cap="flat">
            <a:solidFill>
              <a:srgbClr val="000000"/>
            </a:solidFill>
            <a:miter/>
          </a:ln>
        </p:spPr>
      </p:sp>
      <p:sp>
        <p:nvSpPr>
          <p:cNvPr id="3" name="Text 5°C">
            <a:extLst xmlns:a="http://schemas.openxmlformats.org/drawingml/2006/main">
              <a:ext uri="{FF2B5EF4-FFF2-40B4-BE49-F238E27FC236}">
                <a16:creationId xmlns:a16="http://schemas.microsoft.com/office/drawing/2014/main" id="{FE9D864A-F416-4AC1-8885-E77C499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91" y="87101"/>
            <a:ext cx="331384" cy="166503"/>
          </a:xfrm>
          <a:custGeom xmlns:a="http://schemas.openxmlformats.org/drawingml/2006/main">
            <a:pathLst>
              <a:path w="331384" h="166503">
                <a:moveTo>
                  <a:pt x="0" y="124504"/>
                </a:moveTo>
                <a:cubicBezTo>
                  <a:pt x="0" y="119943"/>
                  <a:pt x="1220" y="116788"/>
                  <a:pt x="3660" y="115040"/>
                </a:cubicBezTo>
                <a:cubicBezTo>
                  <a:pt x="6102" y="113292"/>
                  <a:pt x="8620" y="112418"/>
                  <a:pt x="11213" y="112418"/>
                </a:cubicBezTo>
                <a:cubicBezTo>
                  <a:pt x="14722" y="112418"/>
                  <a:pt x="17506" y="113520"/>
                  <a:pt x="19566" y="115725"/>
                </a:cubicBezTo>
                <a:cubicBezTo>
                  <a:pt x="21627" y="117929"/>
                  <a:pt x="22657" y="120552"/>
                  <a:pt x="22657" y="123592"/>
                </a:cubicBezTo>
                <a:cubicBezTo>
                  <a:pt x="22657" y="126633"/>
                  <a:pt x="21627" y="129255"/>
                  <a:pt x="19566" y="131460"/>
                </a:cubicBezTo>
                <a:cubicBezTo>
                  <a:pt x="17506" y="133665"/>
                  <a:pt x="14722" y="134767"/>
                  <a:pt x="11213" y="134767"/>
                </a:cubicBezTo>
                <a:cubicBezTo>
                  <a:pt x="9535" y="134767"/>
                  <a:pt x="8238" y="134614"/>
                  <a:pt x="7323" y="134309"/>
                </a:cubicBezTo>
                <a:cubicBezTo>
                  <a:pt x="9306" y="141468"/>
                  <a:pt x="13388" y="147618"/>
                  <a:pt x="19566" y="152758"/>
                </a:cubicBezTo>
                <a:cubicBezTo>
                  <a:pt x="25747" y="157899"/>
                  <a:pt x="32880" y="160469"/>
                  <a:pt x="40966" y="160469"/>
                </a:cubicBezTo>
                <a:cubicBezTo>
                  <a:pt x="51188" y="160469"/>
                  <a:pt x="59350" y="155461"/>
                  <a:pt x="65452" y="145446"/>
                </a:cubicBezTo>
                <a:cubicBezTo>
                  <a:pt x="69114" y="138976"/>
                  <a:pt x="70945" y="128423"/>
                  <a:pt x="70945" y="113786"/>
                </a:cubicBezTo>
                <a:cubicBezTo>
                  <a:pt x="70945" y="100998"/>
                  <a:pt x="69572" y="91408"/>
                  <a:pt x="66825" y="85015"/>
                </a:cubicBezTo>
                <a:cubicBezTo>
                  <a:pt x="62553" y="75272"/>
                  <a:pt x="56069" y="70401"/>
                  <a:pt x="47374" y="70401"/>
                </a:cubicBezTo>
                <a:cubicBezTo>
                  <a:pt x="35016" y="70401"/>
                  <a:pt x="25176" y="75682"/>
                  <a:pt x="17852" y="86244"/>
                </a:cubicBezTo>
                <a:cubicBezTo>
                  <a:pt x="16937" y="87602"/>
                  <a:pt x="15945" y="88280"/>
                  <a:pt x="14876" y="88280"/>
                </a:cubicBezTo>
                <a:cubicBezTo>
                  <a:pt x="13349" y="88280"/>
                  <a:pt x="12433" y="87861"/>
                  <a:pt x="12128" y="87023"/>
                </a:cubicBezTo>
                <a:cubicBezTo>
                  <a:pt x="11823" y="86185"/>
                  <a:pt x="11671" y="84623"/>
                  <a:pt x="11671" y="82337"/>
                </a:cubicBezTo>
                <a:lnTo>
                  <a:pt x="11671" y="14653"/>
                </a:lnTo>
                <a:cubicBezTo>
                  <a:pt x="11671" y="10993"/>
                  <a:pt x="12433" y="9163"/>
                  <a:pt x="13958" y="9163"/>
                </a:cubicBezTo>
                <a:cubicBezTo>
                  <a:pt x="14570" y="9163"/>
                  <a:pt x="15486" y="9394"/>
                  <a:pt x="16706" y="9855"/>
                </a:cubicBezTo>
                <a:cubicBezTo>
                  <a:pt x="26319" y="14162"/>
                  <a:pt x="36464" y="16315"/>
                  <a:pt x="47143" y="16315"/>
                </a:cubicBezTo>
                <a:cubicBezTo>
                  <a:pt x="58129" y="16315"/>
                  <a:pt x="68504" y="14085"/>
                  <a:pt x="78268" y="9624"/>
                </a:cubicBezTo>
                <a:cubicBezTo>
                  <a:pt x="79032" y="9163"/>
                  <a:pt x="79643" y="8933"/>
                  <a:pt x="80102" y="8933"/>
                </a:cubicBezTo>
                <a:cubicBezTo>
                  <a:pt x="81627" y="8933"/>
                  <a:pt x="82389" y="9779"/>
                  <a:pt x="82389" y="11472"/>
                </a:cubicBezTo>
                <a:cubicBezTo>
                  <a:pt x="82389" y="12084"/>
                  <a:pt x="81778" y="13269"/>
                  <a:pt x="80556" y="15026"/>
                </a:cubicBezTo>
                <a:cubicBezTo>
                  <a:pt x="79336" y="16782"/>
                  <a:pt x="77429" y="18806"/>
                  <a:pt x="74836" y="21099"/>
                </a:cubicBezTo>
                <a:cubicBezTo>
                  <a:pt x="72242" y="23392"/>
                  <a:pt x="69267" y="25609"/>
                  <a:pt x="65910" y="27748"/>
                </a:cubicBezTo>
                <a:cubicBezTo>
                  <a:pt x="62555" y="29888"/>
                  <a:pt x="58436" y="31684"/>
                  <a:pt x="53551" y="33136"/>
                </a:cubicBezTo>
                <a:cubicBezTo>
                  <a:pt x="48669" y="34587"/>
                  <a:pt x="43559" y="35312"/>
                  <a:pt x="38221" y="35312"/>
                </a:cubicBezTo>
                <a:cubicBezTo>
                  <a:pt x="31812" y="35312"/>
                  <a:pt x="25327" y="34320"/>
                  <a:pt x="18767" y="32337"/>
                </a:cubicBezTo>
                <a:lnTo>
                  <a:pt x="18767" y="77022"/>
                </a:lnTo>
                <a:cubicBezTo>
                  <a:pt x="26701" y="69181"/>
                  <a:pt x="36389" y="65260"/>
                  <a:pt x="47831" y="65260"/>
                </a:cubicBezTo>
                <a:cubicBezTo>
                  <a:pt x="60037" y="65260"/>
                  <a:pt x="70335" y="70182"/>
                  <a:pt x="78726" y="80025"/>
                </a:cubicBezTo>
                <a:cubicBezTo>
                  <a:pt x="87118" y="89866"/>
                  <a:pt x="91315" y="101651"/>
                  <a:pt x="91315" y="115382"/>
                </a:cubicBezTo>
                <a:cubicBezTo>
                  <a:pt x="91315" y="129749"/>
                  <a:pt x="86356" y="141861"/>
                  <a:pt x="76438" y="151718"/>
                </a:cubicBezTo>
                <a:cubicBezTo>
                  <a:pt x="66521" y="161575"/>
                  <a:pt x="54849" y="166503"/>
                  <a:pt x="41423" y="166503"/>
                </a:cubicBezTo>
                <a:cubicBezTo>
                  <a:pt x="29217" y="166503"/>
                  <a:pt x="19261" y="162143"/>
                  <a:pt x="11555" y="153422"/>
                </a:cubicBezTo>
                <a:cubicBezTo>
                  <a:pt x="3852" y="144701"/>
                  <a:pt x="0" y="135061"/>
                  <a:pt x="0" y="124504"/>
                </a:cubicBezTo>
                <a:close/>
                <a:moveTo>
                  <a:pt x="115571" y="30510"/>
                </a:moveTo>
                <a:cubicBezTo>
                  <a:pt x="115571" y="23501"/>
                  <a:pt x="118050" y="17520"/>
                  <a:pt x="123009" y="12568"/>
                </a:cubicBezTo>
                <a:cubicBezTo>
                  <a:pt x="127968" y="7616"/>
                  <a:pt x="133957" y="5140"/>
                  <a:pt x="140976" y="5140"/>
                </a:cubicBezTo>
                <a:cubicBezTo>
                  <a:pt x="148146" y="5140"/>
                  <a:pt x="154172" y="7655"/>
                  <a:pt x="159054" y="12683"/>
                </a:cubicBezTo>
                <a:cubicBezTo>
                  <a:pt x="163936" y="17710"/>
                  <a:pt x="166377" y="23575"/>
                  <a:pt x="166377" y="30280"/>
                </a:cubicBezTo>
                <a:cubicBezTo>
                  <a:pt x="166377" y="37290"/>
                  <a:pt x="163860" y="43271"/>
                  <a:pt x="158824" y="48222"/>
                </a:cubicBezTo>
                <a:cubicBezTo>
                  <a:pt x="153791" y="53174"/>
                  <a:pt x="147841" y="55650"/>
                  <a:pt x="140976" y="55650"/>
                </a:cubicBezTo>
                <a:cubicBezTo>
                  <a:pt x="133805" y="55650"/>
                  <a:pt x="127778" y="53137"/>
                  <a:pt x="122894" y="48111"/>
                </a:cubicBezTo>
                <a:cubicBezTo>
                  <a:pt x="118012" y="43082"/>
                  <a:pt x="115571" y="37215"/>
                  <a:pt x="115571" y="30510"/>
                </a:cubicBezTo>
                <a:moveTo>
                  <a:pt x="129532" y="18983"/>
                </a:moveTo>
                <a:cubicBezTo>
                  <a:pt x="126329" y="22103"/>
                  <a:pt x="124727" y="25945"/>
                  <a:pt x="124727" y="30510"/>
                </a:cubicBezTo>
                <a:cubicBezTo>
                  <a:pt x="124727" y="35076"/>
                  <a:pt x="126329" y="38880"/>
                  <a:pt x="129532" y="41923"/>
                </a:cubicBezTo>
                <a:cubicBezTo>
                  <a:pt x="132736" y="44965"/>
                  <a:pt x="136549" y="46487"/>
                  <a:pt x="140972" y="46487"/>
                </a:cubicBezTo>
                <a:cubicBezTo>
                  <a:pt x="145398" y="46487"/>
                  <a:pt x="149174" y="44965"/>
                  <a:pt x="152301" y="41923"/>
                </a:cubicBezTo>
                <a:cubicBezTo>
                  <a:pt x="155430" y="38880"/>
                  <a:pt x="156994" y="35076"/>
                  <a:pt x="156994" y="30510"/>
                </a:cubicBezTo>
                <a:cubicBezTo>
                  <a:pt x="156994" y="25945"/>
                  <a:pt x="155392" y="22103"/>
                  <a:pt x="152189" y="18983"/>
                </a:cubicBezTo>
                <a:cubicBezTo>
                  <a:pt x="148986" y="15863"/>
                  <a:pt x="145248" y="14304"/>
                  <a:pt x="140976" y="14304"/>
                </a:cubicBezTo>
                <a:cubicBezTo>
                  <a:pt x="136550" y="14304"/>
                  <a:pt x="132736" y="15863"/>
                  <a:pt x="129532" y="18983"/>
                </a:cubicBezTo>
                <a:close/>
                <a:moveTo>
                  <a:pt x="192011" y="83136"/>
                </a:moveTo>
                <a:cubicBezTo>
                  <a:pt x="192011" y="60081"/>
                  <a:pt x="199868" y="40462"/>
                  <a:pt x="215583" y="24277"/>
                </a:cubicBezTo>
                <a:cubicBezTo>
                  <a:pt x="231299" y="8092"/>
                  <a:pt x="249990" y="0"/>
                  <a:pt x="271655" y="0"/>
                </a:cubicBezTo>
                <a:cubicBezTo>
                  <a:pt x="278367" y="0"/>
                  <a:pt x="284698" y="1225"/>
                  <a:pt x="290649" y="3674"/>
                </a:cubicBezTo>
                <a:cubicBezTo>
                  <a:pt x="296599" y="6120"/>
                  <a:pt x="300947" y="8416"/>
                  <a:pt x="303692" y="10560"/>
                </a:cubicBezTo>
                <a:cubicBezTo>
                  <a:pt x="306439" y="12702"/>
                  <a:pt x="309796" y="15762"/>
                  <a:pt x="313763" y="19741"/>
                </a:cubicBezTo>
                <a:lnTo>
                  <a:pt x="325206" y="2755"/>
                </a:lnTo>
                <a:cubicBezTo>
                  <a:pt x="326426" y="918"/>
                  <a:pt x="327646" y="0"/>
                  <a:pt x="328866" y="0"/>
                </a:cubicBezTo>
                <a:cubicBezTo>
                  <a:pt x="330088" y="0"/>
                  <a:pt x="330814" y="342"/>
                  <a:pt x="331042" y="1027"/>
                </a:cubicBezTo>
                <a:cubicBezTo>
                  <a:pt x="331270" y="1711"/>
                  <a:pt x="331384" y="3194"/>
                  <a:pt x="331384" y="5476"/>
                </a:cubicBezTo>
                <a:lnTo>
                  <a:pt x="331384" y="59561"/>
                </a:lnTo>
                <a:cubicBezTo>
                  <a:pt x="331384" y="61994"/>
                  <a:pt x="331232" y="63515"/>
                  <a:pt x="330927" y="64125"/>
                </a:cubicBezTo>
                <a:cubicBezTo>
                  <a:pt x="330622" y="64733"/>
                  <a:pt x="329554" y="65037"/>
                  <a:pt x="327724" y="65037"/>
                </a:cubicBezTo>
                <a:cubicBezTo>
                  <a:pt x="326197" y="65037"/>
                  <a:pt x="325281" y="64809"/>
                  <a:pt x="324976" y="64352"/>
                </a:cubicBezTo>
                <a:cubicBezTo>
                  <a:pt x="324671" y="63896"/>
                  <a:pt x="324366" y="62833"/>
                  <a:pt x="324061" y="61164"/>
                </a:cubicBezTo>
                <a:cubicBezTo>
                  <a:pt x="321773" y="44756"/>
                  <a:pt x="316051" y="31652"/>
                  <a:pt x="306897" y="21854"/>
                </a:cubicBezTo>
                <a:cubicBezTo>
                  <a:pt x="297744" y="12052"/>
                  <a:pt x="286834" y="7152"/>
                  <a:pt x="274170" y="7152"/>
                </a:cubicBezTo>
                <a:cubicBezTo>
                  <a:pt x="270507" y="7152"/>
                  <a:pt x="266655" y="7572"/>
                  <a:pt x="262611" y="8412"/>
                </a:cubicBezTo>
                <a:cubicBezTo>
                  <a:pt x="258569" y="9251"/>
                  <a:pt x="253612" y="11234"/>
                  <a:pt x="247738" y="14363"/>
                </a:cubicBezTo>
                <a:cubicBezTo>
                  <a:pt x="241864" y="17490"/>
                  <a:pt x="236676" y="21647"/>
                  <a:pt x="232174" y="26837"/>
                </a:cubicBezTo>
                <a:cubicBezTo>
                  <a:pt x="227673" y="32024"/>
                  <a:pt x="223783" y="39500"/>
                  <a:pt x="220503" y="49266"/>
                </a:cubicBezTo>
                <a:cubicBezTo>
                  <a:pt x="217223" y="59030"/>
                  <a:pt x="215583" y="70397"/>
                  <a:pt x="215583" y="83367"/>
                </a:cubicBezTo>
                <a:cubicBezTo>
                  <a:pt x="215583" y="96183"/>
                  <a:pt x="217223" y="107512"/>
                  <a:pt x="220503" y="117355"/>
                </a:cubicBezTo>
                <a:cubicBezTo>
                  <a:pt x="223783" y="127196"/>
                  <a:pt x="227673" y="134673"/>
                  <a:pt x="232174" y="139785"/>
                </a:cubicBezTo>
                <a:cubicBezTo>
                  <a:pt x="236676" y="144895"/>
                  <a:pt x="241864" y="149015"/>
                  <a:pt x="247738" y="152144"/>
                </a:cubicBezTo>
                <a:cubicBezTo>
                  <a:pt x="253612" y="155270"/>
                  <a:pt x="258608" y="157254"/>
                  <a:pt x="262726" y="158094"/>
                </a:cubicBezTo>
                <a:cubicBezTo>
                  <a:pt x="266847" y="158932"/>
                  <a:pt x="270738" y="159351"/>
                  <a:pt x="274400" y="159351"/>
                </a:cubicBezTo>
                <a:cubicBezTo>
                  <a:pt x="287521" y="159351"/>
                  <a:pt x="299116" y="154713"/>
                  <a:pt x="309185" y="145435"/>
                </a:cubicBezTo>
                <a:cubicBezTo>
                  <a:pt x="319256" y="136158"/>
                  <a:pt x="324749" y="123686"/>
                  <a:pt x="325664" y="108021"/>
                </a:cubicBezTo>
                <a:cubicBezTo>
                  <a:pt x="325818" y="107262"/>
                  <a:pt x="325894" y="106730"/>
                  <a:pt x="325894" y="106425"/>
                </a:cubicBezTo>
                <a:cubicBezTo>
                  <a:pt x="325894" y="106120"/>
                  <a:pt x="325970" y="105778"/>
                  <a:pt x="326121" y="105398"/>
                </a:cubicBezTo>
                <a:cubicBezTo>
                  <a:pt x="326275" y="105019"/>
                  <a:pt x="326543" y="104754"/>
                  <a:pt x="326925" y="104602"/>
                </a:cubicBezTo>
                <a:cubicBezTo>
                  <a:pt x="327306" y="104449"/>
                  <a:pt x="327802" y="104372"/>
                  <a:pt x="328412" y="104372"/>
                </a:cubicBezTo>
                <a:cubicBezTo>
                  <a:pt x="330393" y="104372"/>
                  <a:pt x="331384" y="105666"/>
                  <a:pt x="331384" y="108255"/>
                </a:cubicBezTo>
                <a:cubicBezTo>
                  <a:pt x="331384" y="122722"/>
                  <a:pt x="325815" y="136046"/>
                  <a:pt x="314678" y="148229"/>
                </a:cubicBezTo>
                <a:cubicBezTo>
                  <a:pt x="303540" y="160412"/>
                  <a:pt x="289200" y="166503"/>
                  <a:pt x="271655" y="166503"/>
                </a:cubicBezTo>
                <a:cubicBezTo>
                  <a:pt x="249990" y="166503"/>
                  <a:pt x="231299" y="158449"/>
                  <a:pt x="215583" y="142341"/>
                </a:cubicBezTo>
                <a:cubicBezTo>
                  <a:pt x="199868" y="126233"/>
                  <a:pt x="192011" y="106498"/>
                  <a:pt x="192011" y="83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70D28-033B-4163-9FB2-FA685479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753" y="294235"/>
            <a:ext cx="10" cy="36739"/>
          </a:xfrm>
          <a:custGeom xmlns:a="http://schemas.openxmlformats.org/drawingml/2006/main">
            <a:pathLst>
              <a:path w="1" h="36739" fill="none">
                <a:moveTo>
                  <a:pt x="0" y="367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36" cap="flat">
            <a:solidFill>
              <a:srgbClr val="000000"/>
            </a:solidFill>
            <a:miter/>
          </a:ln>
        </p:spPr>
      </p:sp>
      <p:sp>
        <p:nvSpPr>
          <p:cNvPr id="5" name="Text 15°C">
            <a:extLst xmlns:a="http://schemas.openxmlformats.org/drawingml/2006/main">
              <a:ext uri="{FF2B5EF4-FFF2-40B4-BE49-F238E27FC236}">
                <a16:creationId xmlns:a16="http://schemas.microsoft.com/office/drawing/2014/main" id="{4F2D2EE0-E9EB-4868-B177-F501403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971" y="87101"/>
            <a:ext cx="436887" cy="166503"/>
          </a:xfrm>
          <a:custGeom xmlns:a="http://schemas.openxmlformats.org/drawingml/2006/main">
            <a:pathLst>
              <a:path w="436887" h="166503">
                <a:moveTo>
                  <a:pt x="0" y="30842"/>
                </a:moveTo>
                <a:lnTo>
                  <a:pt x="0" y="23690"/>
                </a:lnTo>
                <a:cubicBezTo>
                  <a:pt x="18308" y="23690"/>
                  <a:pt x="32191" y="18773"/>
                  <a:pt x="41650" y="8940"/>
                </a:cubicBezTo>
                <a:cubicBezTo>
                  <a:pt x="44246" y="8940"/>
                  <a:pt x="45772" y="9247"/>
                  <a:pt x="46228" y="9862"/>
                </a:cubicBezTo>
                <a:cubicBezTo>
                  <a:pt x="46687" y="10476"/>
                  <a:pt x="46916" y="12166"/>
                  <a:pt x="46916" y="14932"/>
                </a:cubicBezTo>
                <a:lnTo>
                  <a:pt x="46916" y="143246"/>
                </a:lnTo>
                <a:cubicBezTo>
                  <a:pt x="46916" y="147813"/>
                  <a:pt x="48022" y="150783"/>
                  <a:pt x="50234" y="152154"/>
                </a:cubicBezTo>
                <a:cubicBezTo>
                  <a:pt x="52448" y="153525"/>
                  <a:pt x="58437" y="154211"/>
                  <a:pt x="68201" y="154211"/>
                </a:cubicBezTo>
                <a:lnTo>
                  <a:pt x="75524" y="154211"/>
                </a:lnTo>
                <a:lnTo>
                  <a:pt x="75524" y="161363"/>
                </a:lnTo>
                <a:cubicBezTo>
                  <a:pt x="70183" y="160902"/>
                  <a:pt x="57824" y="160671"/>
                  <a:pt x="38448" y="160671"/>
                </a:cubicBezTo>
                <a:cubicBezTo>
                  <a:pt x="19071" y="160671"/>
                  <a:pt x="6713" y="160902"/>
                  <a:pt x="1372" y="161363"/>
                </a:cubicBezTo>
                <a:lnTo>
                  <a:pt x="1372" y="154211"/>
                </a:lnTo>
                <a:lnTo>
                  <a:pt x="8695" y="154211"/>
                </a:lnTo>
                <a:cubicBezTo>
                  <a:pt x="18308" y="154211"/>
                  <a:pt x="24258" y="153525"/>
                  <a:pt x="26547" y="152154"/>
                </a:cubicBezTo>
                <a:cubicBezTo>
                  <a:pt x="28835" y="150783"/>
                  <a:pt x="29980" y="147811"/>
                  <a:pt x="29980" y="143239"/>
                </a:cubicBezTo>
                <a:lnTo>
                  <a:pt x="29980" y="24843"/>
                </a:lnTo>
                <a:cubicBezTo>
                  <a:pt x="22046" y="28842"/>
                  <a:pt x="12052" y="30842"/>
                  <a:pt x="0" y="30842"/>
                </a:cubicBezTo>
                <a:close/>
                <a:moveTo>
                  <a:pt x="105503" y="124504"/>
                </a:moveTo>
                <a:cubicBezTo>
                  <a:pt x="105503" y="119943"/>
                  <a:pt x="106723" y="116788"/>
                  <a:pt x="109163" y="115040"/>
                </a:cubicBezTo>
                <a:cubicBezTo>
                  <a:pt x="111605" y="113292"/>
                  <a:pt x="114123" y="112418"/>
                  <a:pt x="116716" y="112418"/>
                </a:cubicBezTo>
                <a:cubicBezTo>
                  <a:pt x="120225" y="112418"/>
                  <a:pt x="123009" y="113520"/>
                  <a:pt x="125070" y="115725"/>
                </a:cubicBezTo>
                <a:cubicBezTo>
                  <a:pt x="127130" y="117929"/>
                  <a:pt x="128160" y="120552"/>
                  <a:pt x="128160" y="123592"/>
                </a:cubicBezTo>
                <a:cubicBezTo>
                  <a:pt x="128160" y="126633"/>
                  <a:pt x="127130" y="129255"/>
                  <a:pt x="125070" y="131460"/>
                </a:cubicBezTo>
                <a:cubicBezTo>
                  <a:pt x="123009" y="133665"/>
                  <a:pt x="120225" y="134767"/>
                  <a:pt x="116716" y="134767"/>
                </a:cubicBezTo>
                <a:cubicBezTo>
                  <a:pt x="115038" y="134767"/>
                  <a:pt x="113741" y="134614"/>
                  <a:pt x="112826" y="134309"/>
                </a:cubicBezTo>
                <a:cubicBezTo>
                  <a:pt x="114810" y="141468"/>
                  <a:pt x="118891" y="147618"/>
                  <a:pt x="125070" y="152758"/>
                </a:cubicBezTo>
                <a:cubicBezTo>
                  <a:pt x="131251" y="157899"/>
                  <a:pt x="138384" y="160469"/>
                  <a:pt x="146469" y="160469"/>
                </a:cubicBezTo>
                <a:cubicBezTo>
                  <a:pt x="156692" y="160469"/>
                  <a:pt x="164854" y="155461"/>
                  <a:pt x="170956" y="145446"/>
                </a:cubicBezTo>
                <a:cubicBezTo>
                  <a:pt x="174618" y="138976"/>
                  <a:pt x="176449" y="128423"/>
                  <a:pt x="176449" y="113786"/>
                </a:cubicBezTo>
                <a:cubicBezTo>
                  <a:pt x="176449" y="100998"/>
                  <a:pt x="175075" y="91408"/>
                  <a:pt x="172328" y="85015"/>
                </a:cubicBezTo>
                <a:cubicBezTo>
                  <a:pt x="168056" y="75272"/>
                  <a:pt x="161572" y="70401"/>
                  <a:pt x="152877" y="70401"/>
                </a:cubicBezTo>
                <a:cubicBezTo>
                  <a:pt x="140520" y="70401"/>
                  <a:pt x="130679" y="75682"/>
                  <a:pt x="123355" y="86244"/>
                </a:cubicBezTo>
                <a:cubicBezTo>
                  <a:pt x="122440" y="87602"/>
                  <a:pt x="121448" y="88280"/>
                  <a:pt x="120380" y="88280"/>
                </a:cubicBezTo>
                <a:cubicBezTo>
                  <a:pt x="118852" y="88280"/>
                  <a:pt x="117936" y="87861"/>
                  <a:pt x="117631" y="87023"/>
                </a:cubicBezTo>
                <a:cubicBezTo>
                  <a:pt x="117326" y="86185"/>
                  <a:pt x="117174" y="84623"/>
                  <a:pt x="117174" y="82337"/>
                </a:cubicBezTo>
                <a:lnTo>
                  <a:pt x="117174" y="14653"/>
                </a:lnTo>
                <a:cubicBezTo>
                  <a:pt x="117174" y="10993"/>
                  <a:pt x="117936" y="9163"/>
                  <a:pt x="119461" y="9163"/>
                </a:cubicBezTo>
                <a:cubicBezTo>
                  <a:pt x="120074" y="9163"/>
                  <a:pt x="120990" y="9394"/>
                  <a:pt x="122210" y="9855"/>
                </a:cubicBezTo>
                <a:cubicBezTo>
                  <a:pt x="131822" y="14162"/>
                  <a:pt x="141968" y="16315"/>
                  <a:pt x="152647" y="16315"/>
                </a:cubicBezTo>
                <a:cubicBezTo>
                  <a:pt x="163633" y="16315"/>
                  <a:pt x="174008" y="14085"/>
                  <a:pt x="183772" y="9624"/>
                </a:cubicBezTo>
                <a:cubicBezTo>
                  <a:pt x="184535" y="9163"/>
                  <a:pt x="185146" y="8933"/>
                  <a:pt x="185605" y="8933"/>
                </a:cubicBezTo>
                <a:cubicBezTo>
                  <a:pt x="187130" y="8933"/>
                  <a:pt x="187892" y="9779"/>
                  <a:pt x="187892" y="11472"/>
                </a:cubicBezTo>
                <a:cubicBezTo>
                  <a:pt x="187892" y="12084"/>
                  <a:pt x="187281" y="13269"/>
                  <a:pt x="186059" y="15026"/>
                </a:cubicBezTo>
                <a:cubicBezTo>
                  <a:pt x="184839" y="16782"/>
                  <a:pt x="182932" y="18806"/>
                  <a:pt x="180339" y="21099"/>
                </a:cubicBezTo>
                <a:cubicBezTo>
                  <a:pt x="177745" y="23392"/>
                  <a:pt x="174770" y="25609"/>
                  <a:pt x="171413" y="27748"/>
                </a:cubicBezTo>
                <a:cubicBezTo>
                  <a:pt x="168058" y="29888"/>
                  <a:pt x="163939" y="31684"/>
                  <a:pt x="159055" y="33136"/>
                </a:cubicBezTo>
                <a:cubicBezTo>
                  <a:pt x="154173" y="34587"/>
                  <a:pt x="149063" y="35312"/>
                  <a:pt x="143724" y="35312"/>
                </a:cubicBezTo>
                <a:cubicBezTo>
                  <a:pt x="137315" y="35312"/>
                  <a:pt x="130830" y="34320"/>
                  <a:pt x="124270" y="32337"/>
                </a:cubicBezTo>
                <a:lnTo>
                  <a:pt x="124270" y="77022"/>
                </a:lnTo>
                <a:cubicBezTo>
                  <a:pt x="132204" y="69181"/>
                  <a:pt x="141892" y="65260"/>
                  <a:pt x="153335" y="65260"/>
                </a:cubicBezTo>
                <a:cubicBezTo>
                  <a:pt x="165541" y="65260"/>
                  <a:pt x="175839" y="70182"/>
                  <a:pt x="184229" y="80025"/>
                </a:cubicBezTo>
                <a:cubicBezTo>
                  <a:pt x="192622" y="89866"/>
                  <a:pt x="196818" y="101651"/>
                  <a:pt x="196818" y="115382"/>
                </a:cubicBezTo>
                <a:cubicBezTo>
                  <a:pt x="196818" y="129749"/>
                  <a:pt x="191859" y="141861"/>
                  <a:pt x="181942" y="151718"/>
                </a:cubicBezTo>
                <a:cubicBezTo>
                  <a:pt x="172024" y="161575"/>
                  <a:pt x="160353" y="166503"/>
                  <a:pt x="146927" y="166503"/>
                </a:cubicBezTo>
                <a:cubicBezTo>
                  <a:pt x="134721" y="166503"/>
                  <a:pt x="124765" y="162143"/>
                  <a:pt x="117059" y="153422"/>
                </a:cubicBezTo>
                <a:cubicBezTo>
                  <a:pt x="109355" y="144701"/>
                  <a:pt x="105503" y="135061"/>
                  <a:pt x="105503" y="124504"/>
                </a:cubicBezTo>
                <a:close/>
                <a:moveTo>
                  <a:pt x="221074" y="30510"/>
                </a:moveTo>
                <a:cubicBezTo>
                  <a:pt x="221074" y="23501"/>
                  <a:pt x="223554" y="17520"/>
                  <a:pt x="228512" y="12568"/>
                </a:cubicBezTo>
                <a:cubicBezTo>
                  <a:pt x="233471" y="7616"/>
                  <a:pt x="239460" y="5140"/>
                  <a:pt x="246479" y="5140"/>
                </a:cubicBezTo>
                <a:cubicBezTo>
                  <a:pt x="253650" y="5140"/>
                  <a:pt x="259676" y="7655"/>
                  <a:pt x="264558" y="12683"/>
                </a:cubicBezTo>
                <a:cubicBezTo>
                  <a:pt x="269440" y="17710"/>
                  <a:pt x="271881" y="23575"/>
                  <a:pt x="271881" y="30280"/>
                </a:cubicBezTo>
                <a:cubicBezTo>
                  <a:pt x="271881" y="37290"/>
                  <a:pt x="269363" y="43271"/>
                  <a:pt x="264327" y="48222"/>
                </a:cubicBezTo>
                <a:cubicBezTo>
                  <a:pt x="259294" y="53174"/>
                  <a:pt x="253345" y="55650"/>
                  <a:pt x="246479" y="55650"/>
                </a:cubicBezTo>
                <a:cubicBezTo>
                  <a:pt x="239309" y="55650"/>
                  <a:pt x="233281" y="53137"/>
                  <a:pt x="228397" y="48111"/>
                </a:cubicBezTo>
                <a:cubicBezTo>
                  <a:pt x="223515" y="43082"/>
                  <a:pt x="221074" y="37215"/>
                  <a:pt x="221074" y="30510"/>
                </a:cubicBezTo>
                <a:moveTo>
                  <a:pt x="235036" y="18983"/>
                </a:moveTo>
                <a:cubicBezTo>
                  <a:pt x="231832" y="22103"/>
                  <a:pt x="230230" y="25945"/>
                  <a:pt x="230230" y="30510"/>
                </a:cubicBezTo>
                <a:cubicBezTo>
                  <a:pt x="230230" y="35076"/>
                  <a:pt x="231832" y="38880"/>
                  <a:pt x="235036" y="41923"/>
                </a:cubicBezTo>
                <a:cubicBezTo>
                  <a:pt x="238239" y="44965"/>
                  <a:pt x="242052" y="46487"/>
                  <a:pt x="246476" y="46487"/>
                </a:cubicBezTo>
                <a:cubicBezTo>
                  <a:pt x="250901" y="46487"/>
                  <a:pt x="254677" y="44965"/>
                  <a:pt x="257804" y="41923"/>
                </a:cubicBezTo>
                <a:cubicBezTo>
                  <a:pt x="260933" y="38880"/>
                  <a:pt x="262497" y="35076"/>
                  <a:pt x="262497" y="30510"/>
                </a:cubicBezTo>
                <a:cubicBezTo>
                  <a:pt x="262497" y="25945"/>
                  <a:pt x="260896" y="22103"/>
                  <a:pt x="257692" y="18983"/>
                </a:cubicBezTo>
                <a:cubicBezTo>
                  <a:pt x="254489" y="15863"/>
                  <a:pt x="250751" y="14304"/>
                  <a:pt x="246479" y="14304"/>
                </a:cubicBezTo>
                <a:cubicBezTo>
                  <a:pt x="242053" y="14304"/>
                  <a:pt x="238239" y="15863"/>
                  <a:pt x="235036" y="18983"/>
                </a:cubicBezTo>
                <a:close/>
                <a:moveTo>
                  <a:pt x="297514" y="83136"/>
                </a:moveTo>
                <a:cubicBezTo>
                  <a:pt x="297514" y="60081"/>
                  <a:pt x="305372" y="40462"/>
                  <a:pt x="321086" y="24277"/>
                </a:cubicBezTo>
                <a:cubicBezTo>
                  <a:pt x="336803" y="8092"/>
                  <a:pt x="355494" y="0"/>
                  <a:pt x="377159" y="0"/>
                </a:cubicBezTo>
                <a:cubicBezTo>
                  <a:pt x="383870" y="0"/>
                  <a:pt x="390202" y="1225"/>
                  <a:pt x="396152" y="3674"/>
                </a:cubicBezTo>
                <a:cubicBezTo>
                  <a:pt x="402103" y="6120"/>
                  <a:pt x="406450" y="8416"/>
                  <a:pt x="409195" y="10560"/>
                </a:cubicBezTo>
                <a:cubicBezTo>
                  <a:pt x="411942" y="12702"/>
                  <a:pt x="415299" y="15762"/>
                  <a:pt x="419266" y="19741"/>
                </a:cubicBezTo>
                <a:lnTo>
                  <a:pt x="430710" y="2755"/>
                </a:lnTo>
                <a:cubicBezTo>
                  <a:pt x="431930" y="918"/>
                  <a:pt x="433150" y="0"/>
                  <a:pt x="434370" y="0"/>
                </a:cubicBezTo>
                <a:cubicBezTo>
                  <a:pt x="435592" y="0"/>
                  <a:pt x="436317" y="342"/>
                  <a:pt x="436545" y="1027"/>
                </a:cubicBezTo>
                <a:cubicBezTo>
                  <a:pt x="436773" y="1711"/>
                  <a:pt x="436887" y="3194"/>
                  <a:pt x="436887" y="5476"/>
                </a:cubicBezTo>
                <a:lnTo>
                  <a:pt x="436887" y="59561"/>
                </a:lnTo>
                <a:cubicBezTo>
                  <a:pt x="436887" y="61994"/>
                  <a:pt x="436735" y="63515"/>
                  <a:pt x="436430" y="64125"/>
                </a:cubicBezTo>
                <a:cubicBezTo>
                  <a:pt x="436125" y="64733"/>
                  <a:pt x="435058" y="65037"/>
                  <a:pt x="433228" y="65037"/>
                </a:cubicBezTo>
                <a:cubicBezTo>
                  <a:pt x="431700" y="65037"/>
                  <a:pt x="430784" y="64809"/>
                  <a:pt x="430479" y="64352"/>
                </a:cubicBezTo>
                <a:cubicBezTo>
                  <a:pt x="430174" y="63896"/>
                  <a:pt x="429869" y="62833"/>
                  <a:pt x="429564" y="61164"/>
                </a:cubicBezTo>
                <a:cubicBezTo>
                  <a:pt x="427276" y="44756"/>
                  <a:pt x="421555" y="31652"/>
                  <a:pt x="412401" y="21854"/>
                </a:cubicBezTo>
                <a:cubicBezTo>
                  <a:pt x="403247" y="12052"/>
                  <a:pt x="392338" y="7152"/>
                  <a:pt x="379673" y="7152"/>
                </a:cubicBezTo>
                <a:cubicBezTo>
                  <a:pt x="376011" y="7152"/>
                  <a:pt x="372158" y="7572"/>
                  <a:pt x="368114" y="8412"/>
                </a:cubicBezTo>
                <a:cubicBezTo>
                  <a:pt x="364073" y="9251"/>
                  <a:pt x="359115" y="11234"/>
                  <a:pt x="353241" y="14363"/>
                </a:cubicBezTo>
                <a:cubicBezTo>
                  <a:pt x="347368" y="17490"/>
                  <a:pt x="342179" y="21647"/>
                  <a:pt x="337677" y="26837"/>
                </a:cubicBezTo>
                <a:cubicBezTo>
                  <a:pt x="333177" y="32024"/>
                  <a:pt x="329287" y="39500"/>
                  <a:pt x="326006" y="49266"/>
                </a:cubicBezTo>
                <a:cubicBezTo>
                  <a:pt x="322726" y="59030"/>
                  <a:pt x="321086" y="70397"/>
                  <a:pt x="321086" y="83367"/>
                </a:cubicBezTo>
                <a:cubicBezTo>
                  <a:pt x="321086" y="96183"/>
                  <a:pt x="322726" y="107512"/>
                  <a:pt x="326006" y="117355"/>
                </a:cubicBezTo>
                <a:cubicBezTo>
                  <a:pt x="329287" y="127196"/>
                  <a:pt x="333177" y="134673"/>
                  <a:pt x="337677" y="139785"/>
                </a:cubicBezTo>
                <a:cubicBezTo>
                  <a:pt x="342179" y="144895"/>
                  <a:pt x="347368" y="149015"/>
                  <a:pt x="353241" y="152144"/>
                </a:cubicBezTo>
                <a:cubicBezTo>
                  <a:pt x="359115" y="155270"/>
                  <a:pt x="364111" y="157254"/>
                  <a:pt x="368229" y="158094"/>
                </a:cubicBezTo>
                <a:cubicBezTo>
                  <a:pt x="372350" y="158932"/>
                  <a:pt x="376241" y="159351"/>
                  <a:pt x="379903" y="159351"/>
                </a:cubicBezTo>
                <a:cubicBezTo>
                  <a:pt x="393024" y="159351"/>
                  <a:pt x="404619" y="154713"/>
                  <a:pt x="414688" y="145435"/>
                </a:cubicBezTo>
                <a:cubicBezTo>
                  <a:pt x="424759" y="136158"/>
                  <a:pt x="430252" y="123686"/>
                  <a:pt x="431167" y="108021"/>
                </a:cubicBezTo>
                <a:cubicBezTo>
                  <a:pt x="431321" y="107262"/>
                  <a:pt x="431398" y="106730"/>
                  <a:pt x="431398" y="106425"/>
                </a:cubicBezTo>
                <a:cubicBezTo>
                  <a:pt x="431398" y="106120"/>
                  <a:pt x="431473" y="105778"/>
                  <a:pt x="431625" y="105398"/>
                </a:cubicBezTo>
                <a:cubicBezTo>
                  <a:pt x="431778" y="105019"/>
                  <a:pt x="432046" y="104754"/>
                  <a:pt x="432428" y="104602"/>
                </a:cubicBezTo>
                <a:cubicBezTo>
                  <a:pt x="432810" y="104449"/>
                  <a:pt x="433306" y="104372"/>
                  <a:pt x="433916" y="104372"/>
                </a:cubicBezTo>
                <a:cubicBezTo>
                  <a:pt x="435897" y="104372"/>
                  <a:pt x="436887" y="105666"/>
                  <a:pt x="436887" y="108255"/>
                </a:cubicBezTo>
                <a:cubicBezTo>
                  <a:pt x="436887" y="122722"/>
                  <a:pt x="431319" y="136046"/>
                  <a:pt x="420181" y="148229"/>
                </a:cubicBezTo>
                <a:cubicBezTo>
                  <a:pt x="409044" y="160412"/>
                  <a:pt x="394703" y="166503"/>
                  <a:pt x="377159" y="166503"/>
                </a:cubicBezTo>
                <a:cubicBezTo>
                  <a:pt x="355494" y="166503"/>
                  <a:pt x="336803" y="158449"/>
                  <a:pt x="321086" y="142341"/>
                </a:cubicBezTo>
                <a:cubicBezTo>
                  <a:pt x="305372" y="126233"/>
                  <a:pt x="297514" y="106498"/>
                  <a:pt x="297514" y="83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E072D-EF2B-4B1F-A96D-BD3B3B3E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215" y="294235"/>
            <a:ext cx="10" cy="36739"/>
          </a:xfrm>
          <a:custGeom xmlns:a="http://schemas.openxmlformats.org/drawingml/2006/main">
            <a:pathLst>
              <a:path w="1" h="36739" fill="none">
                <a:moveTo>
                  <a:pt x="0" y="367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36" cap="flat">
            <a:solidFill>
              <a:srgbClr val="000000"/>
            </a:solidFill>
            <a:miter/>
          </a:ln>
        </p:spPr>
      </p:sp>
      <p:sp>
        <p:nvSpPr>
          <p:cNvPr id="7" name="Text 25°C">
            <a:extLst xmlns:a="http://schemas.openxmlformats.org/drawingml/2006/main">
              <a:ext uri="{FF2B5EF4-FFF2-40B4-BE49-F238E27FC236}">
                <a16:creationId xmlns:a16="http://schemas.microsoft.com/office/drawing/2014/main" id="{69C8F6A0-0ABF-40B5-A8F5-21C7E37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07" y="87101"/>
            <a:ext cx="445813" cy="166503"/>
          </a:xfrm>
          <a:custGeom xmlns:a="http://schemas.openxmlformats.org/drawingml/2006/main">
            <a:pathLst>
              <a:path w="445813" h="166503">
                <a:moveTo>
                  <a:pt x="0" y="161363"/>
                </a:moveTo>
                <a:cubicBezTo>
                  <a:pt x="0" y="158611"/>
                  <a:pt x="114" y="156815"/>
                  <a:pt x="342" y="155974"/>
                </a:cubicBezTo>
                <a:cubicBezTo>
                  <a:pt x="573" y="155132"/>
                  <a:pt x="1298" y="154099"/>
                  <a:pt x="2518" y="152877"/>
                </a:cubicBezTo>
                <a:lnTo>
                  <a:pt x="46459" y="103935"/>
                </a:lnTo>
                <a:cubicBezTo>
                  <a:pt x="62478" y="85935"/>
                  <a:pt x="70488" y="69077"/>
                  <a:pt x="70488" y="53363"/>
                </a:cubicBezTo>
                <a:cubicBezTo>
                  <a:pt x="70488" y="43149"/>
                  <a:pt x="67818" y="34384"/>
                  <a:pt x="62477" y="27067"/>
                </a:cubicBezTo>
                <a:cubicBezTo>
                  <a:pt x="57136" y="19750"/>
                  <a:pt x="49584" y="16092"/>
                  <a:pt x="39820" y="16092"/>
                </a:cubicBezTo>
                <a:cubicBezTo>
                  <a:pt x="33109" y="16092"/>
                  <a:pt x="26930" y="18143"/>
                  <a:pt x="21284" y="22245"/>
                </a:cubicBezTo>
                <a:cubicBezTo>
                  <a:pt x="15639" y="26347"/>
                  <a:pt x="11519" y="32045"/>
                  <a:pt x="8926" y="39338"/>
                </a:cubicBezTo>
                <a:cubicBezTo>
                  <a:pt x="9384" y="39187"/>
                  <a:pt x="10376" y="39111"/>
                  <a:pt x="11901" y="39111"/>
                </a:cubicBezTo>
                <a:cubicBezTo>
                  <a:pt x="15714" y="39111"/>
                  <a:pt x="18689" y="40300"/>
                  <a:pt x="20823" y="42677"/>
                </a:cubicBezTo>
                <a:cubicBezTo>
                  <a:pt x="22961" y="45052"/>
                  <a:pt x="24029" y="47848"/>
                  <a:pt x="24029" y="51065"/>
                </a:cubicBezTo>
                <a:cubicBezTo>
                  <a:pt x="24029" y="55202"/>
                  <a:pt x="22694" y="58267"/>
                  <a:pt x="20024" y="60260"/>
                </a:cubicBezTo>
                <a:cubicBezTo>
                  <a:pt x="17353" y="62252"/>
                  <a:pt x="14722" y="63249"/>
                  <a:pt x="12128" y="63249"/>
                </a:cubicBezTo>
                <a:cubicBezTo>
                  <a:pt x="11062" y="63249"/>
                  <a:pt x="9842" y="63135"/>
                  <a:pt x="8468" y="62907"/>
                </a:cubicBezTo>
                <a:cubicBezTo>
                  <a:pt x="7095" y="62676"/>
                  <a:pt x="5339" y="61489"/>
                  <a:pt x="3202" y="59345"/>
                </a:cubicBezTo>
                <a:cubicBezTo>
                  <a:pt x="1067" y="57198"/>
                  <a:pt x="0" y="54209"/>
                  <a:pt x="0" y="50377"/>
                </a:cubicBezTo>
                <a:cubicBezTo>
                  <a:pt x="0" y="39693"/>
                  <a:pt x="4043" y="30117"/>
                  <a:pt x="12128" y="21647"/>
                </a:cubicBezTo>
                <a:cubicBezTo>
                  <a:pt x="20216" y="13176"/>
                  <a:pt x="30438" y="8940"/>
                  <a:pt x="42796" y="8940"/>
                </a:cubicBezTo>
                <a:cubicBezTo>
                  <a:pt x="56832" y="8940"/>
                  <a:pt x="68426" y="13100"/>
                  <a:pt x="77580" y="21421"/>
                </a:cubicBezTo>
                <a:cubicBezTo>
                  <a:pt x="86737" y="29739"/>
                  <a:pt x="91315" y="40386"/>
                  <a:pt x="91315" y="53363"/>
                </a:cubicBezTo>
                <a:cubicBezTo>
                  <a:pt x="91315" y="58016"/>
                  <a:pt x="90628" y="62399"/>
                  <a:pt x="89254" y="66510"/>
                </a:cubicBezTo>
                <a:cubicBezTo>
                  <a:pt x="87881" y="70622"/>
                  <a:pt x="86278" y="74277"/>
                  <a:pt x="84446" y="77476"/>
                </a:cubicBezTo>
                <a:cubicBezTo>
                  <a:pt x="82616" y="80672"/>
                  <a:pt x="79260" y="84821"/>
                  <a:pt x="74378" y="89921"/>
                </a:cubicBezTo>
                <a:cubicBezTo>
                  <a:pt x="69496" y="95022"/>
                  <a:pt x="65072" y="99400"/>
                  <a:pt x="61105" y="103055"/>
                </a:cubicBezTo>
                <a:cubicBezTo>
                  <a:pt x="57138" y="106708"/>
                  <a:pt x="50730" y="112418"/>
                  <a:pt x="41881" y="120184"/>
                </a:cubicBezTo>
                <a:lnTo>
                  <a:pt x="17621" y="143707"/>
                </a:lnTo>
                <a:lnTo>
                  <a:pt x="58814" y="143707"/>
                </a:lnTo>
                <a:cubicBezTo>
                  <a:pt x="72240" y="143707"/>
                  <a:pt x="79487" y="143097"/>
                  <a:pt x="80556" y="141877"/>
                </a:cubicBezTo>
                <a:cubicBezTo>
                  <a:pt x="82083" y="139744"/>
                  <a:pt x="83761" y="132964"/>
                  <a:pt x="85591" y="121535"/>
                </a:cubicBezTo>
                <a:lnTo>
                  <a:pt x="91315" y="121535"/>
                </a:lnTo>
                <a:lnTo>
                  <a:pt x="84907" y="161363"/>
                </a:lnTo>
                <a:lnTo>
                  <a:pt x="0" y="161363"/>
                </a:lnTo>
                <a:close/>
                <a:moveTo>
                  <a:pt x="114429" y="124504"/>
                </a:moveTo>
                <a:cubicBezTo>
                  <a:pt x="114429" y="119943"/>
                  <a:pt x="115649" y="116788"/>
                  <a:pt x="118089" y="115040"/>
                </a:cubicBezTo>
                <a:cubicBezTo>
                  <a:pt x="120531" y="113292"/>
                  <a:pt x="123049" y="112418"/>
                  <a:pt x="125642" y="112418"/>
                </a:cubicBezTo>
                <a:cubicBezTo>
                  <a:pt x="129151" y="112418"/>
                  <a:pt x="131935" y="113520"/>
                  <a:pt x="133995" y="115725"/>
                </a:cubicBezTo>
                <a:cubicBezTo>
                  <a:pt x="136056" y="117929"/>
                  <a:pt x="137086" y="120552"/>
                  <a:pt x="137086" y="123592"/>
                </a:cubicBezTo>
                <a:cubicBezTo>
                  <a:pt x="137086" y="126633"/>
                  <a:pt x="136056" y="129255"/>
                  <a:pt x="133995" y="131460"/>
                </a:cubicBezTo>
                <a:cubicBezTo>
                  <a:pt x="131935" y="133665"/>
                  <a:pt x="129151" y="134767"/>
                  <a:pt x="125642" y="134767"/>
                </a:cubicBezTo>
                <a:cubicBezTo>
                  <a:pt x="123964" y="134767"/>
                  <a:pt x="122667" y="134614"/>
                  <a:pt x="121752" y="134309"/>
                </a:cubicBezTo>
                <a:cubicBezTo>
                  <a:pt x="123736" y="141468"/>
                  <a:pt x="127817" y="147618"/>
                  <a:pt x="133995" y="152758"/>
                </a:cubicBezTo>
                <a:cubicBezTo>
                  <a:pt x="140176" y="157899"/>
                  <a:pt x="147310" y="160469"/>
                  <a:pt x="155395" y="160469"/>
                </a:cubicBezTo>
                <a:cubicBezTo>
                  <a:pt x="165617" y="160469"/>
                  <a:pt x="173780" y="155461"/>
                  <a:pt x="179881" y="145446"/>
                </a:cubicBezTo>
                <a:cubicBezTo>
                  <a:pt x="183543" y="138976"/>
                  <a:pt x="185374" y="128423"/>
                  <a:pt x="185374" y="113786"/>
                </a:cubicBezTo>
                <a:cubicBezTo>
                  <a:pt x="185374" y="100998"/>
                  <a:pt x="184001" y="91408"/>
                  <a:pt x="181254" y="85015"/>
                </a:cubicBezTo>
                <a:cubicBezTo>
                  <a:pt x="176982" y="75272"/>
                  <a:pt x="170498" y="70401"/>
                  <a:pt x="161803" y="70401"/>
                </a:cubicBezTo>
                <a:cubicBezTo>
                  <a:pt x="149445" y="70401"/>
                  <a:pt x="139605" y="75682"/>
                  <a:pt x="132281" y="86244"/>
                </a:cubicBezTo>
                <a:cubicBezTo>
                  <a:pt x="131366" y="87602"/>
                  <a:pt x="130374" y="88280"/>
                  <a:pt x="129305" y="88280"/>
                </a:cubicBezTo>
                <a:cubicBezTo>
                  <a:pt x="127778" y="88280"/>
                  <a:pt x="126862" y="87861"/>
                  <a:pt x="126557" y="87023"/>
                </a:cubicBezTo>
                <a:cubicBezTo>
                  <a:pt x="126252" y="86185"/>
                  <a:pt x="126100" y="84623"/>
                  <a:pt x="126100" y="82337"/>
                </a:cubicBezTo>
                <a:lnTo>
                  <a:pt x="126100" y="14653"/>
                </a:lnTo>
                <a:cubicBezTo>
                  <a:pt x="126100" y="10993"/>
                  <a:pt x="126862" y="9163"/>
                  <a:pt x="128387" y="9163"/>
                </a:cubicBezTo>
                <a:cubicBezTo>
                  <a:pt x="128999" y="9163"/>
                  <a:pt x="129915" y="9394"/>
                  <a:pt x="131135" y="9855"/>
                </a:cubicBezTo>
                <a:cubicBezTo>
                  <a:pt x="140748" y="14162"/>
                  <a:pt x="150894" y="16315"/>
                  <a:pt x="161572" y="16315"/>
                </a:cubicBezTo>
                <a:cubicBezTo>
                  <a:pt x="172559" y="16315"/>
                  <a:pt x="182934" y="14085"/>
                  <a:pt x="192697" y="9624"/>
                </a:cubicBezTo>
                <a:cubicBezTo>
                  <a:pt x="193461" y="9163"/>
                  <a:pt x="194072" y="8933"/>
                  <a:pt x="194531" y="8933"/>
                </a:cubicBezTo>
                <a:cubicBezTo>
                  <a:pt x="196056" y="8933"/>
                  <a:pt x="196818" y="9779"/>
                  <a:pt x="196818" y="11472"/>
                </a:cubicBezTo>
                <a:cubicBezTo>
                  <a:pt x="196818" y="12084"/>
                  <a:pt x="196207" y="13269"/>
                  <a:pt x="194985" y="15026"/>
                </a:cubicBezTo>
                <a:cubicBezTo>
                  <a:pt x="193765" y="16782"/>
                  <a:pt x="191858" y="18806"/>
                  <a:pt x="189265" y="21099"/>
                </a:cubicBezTo>
                <a:cubicBezTo>
                  <a:pt x="186671" y="23392"/>
                  <a:pt x="183696" y="25609"/>
                  <a:pt x="180339" y="27748"/>
                </a:cubicBezTo>
                <a:cubicBezTo>
                  <a:pt x="176984" y="29888"/>
                  <a:pt x="172865" y="31684"/>
                  <a:pt x="167980" y="33136"/>
                </a:cubicBezTo>
                <a:cubicBezTo>
                  <a:pt x="163098" y="34587"/>
                  <a:pt x="157988" y="35312"/>
                  <a:pt x="152650" y="35312"/>
                </a:cubicBezTo>
                <a:cubicBezTo>
                  <a:pt x="146241" y="35312"/>
                  <a:pt x="139756" y="34320"/>
                  <a:pt x="133196" y="32337"/>
                </a:cubicBezTo>
                <a:lnTo>
                  <a:pt x="133196" y="77022"/>
                </a:lnTo>
                <a:cubicBezTo>
                  <a:pt x="141130" y="69181"/>
                  <a:pt x="150818" y="65260"/>
                  <a:pt x="162260" y="65260"/>
                </a:cubicBezTo>
                <a:cubicBezTo>
                  <a:pt x="174466" y="65260"/>
                  <a:pt x="184765" y="70182"/>
                  <a:pt x="193155" y="80025"/>
                </a:cubicBezTo>
                <a:cubicBezTo>
                  <a:pt x="201548" y="89866"/>
                  <a:pt x="205744" y="101651"/>
                  <a:pt x="205744" y="115382"/>
                </a:cubicBezTo>
                <a:cubicBezTo>
                  <a:pt x="205744" y="129749"/>
                  <a:pt x="200785" y="141861"/>
                  <a:pt x="190868" y="151718"/>
                </a:cubicBezTo>
                <a:cubicBezTo>
                  <a:pt x="180950" y="161575"/>
                  <a:pt x="169278" y="166503"/>
                  <a:pt x="155852" y="166503"/>
                </a:cubicBezTo>
                <a:cubicBezTo>
                  <a:pt x="143646" y="166503"/>
                  <a:pt x="133690" y="162143"/>
                  <a:pt x="125984" y="153422"/>
                </a:cubicBezTo>
                <a:cubicBezTo>
                  <a:pt x="118281" y="144701"/>
                  <a:pt x="114429" y="135061"/>
                  <a:pt x="114429" y="124504"/>
                </a:cubicBezTo>
                <a:close/>
                <a:moveTo>
                  <a:pt x="230000" y="30510"/>
                </a:moveTo>
                <a:cubicBezTo>
                  <a:pt x="230000" y="23501"/>
                  <a:pt x="232479" y="17520"/>
                  <a:pt x="237438" y="12568"/>
                </a:cubicBezTo>
                <a:cubicBezTo>
                  <a:pt x="242397" y="7616"/>
                  <a:pt x="248386" y="5140"/>
                  <a:pt x="255405" y="5140"/>
                </a:cubicBezTo>
                <a:cubicBezTo>
                  <a:pt x="262575" y="5140"/>
                  <a:pt x="268602" y="7655"/>
                  <a:pt x="273484" y="12683"/>
                </a:cubicBezTo>
                <a:cubicBezTo>
                  <a:pt x="278365" y="17710"/>
                  <a:pt x="280806" y="23575"/>
                  <a:pt x="280806" y="30280"/>
                </a:cubicBezTo>
                <a:cubicBezTo>
                  <a:pt x="280806" y="37290"/>
                  <a:pt x="278289" y="43271"/>
                  <a:pt x="273253" y="48222"/>
                </a:cubicBezTo>
                <a:cubicBezTo>
                  <a:pt x="268220" y="53174"/>
                  <a:pt x="262270" y="55650"/>
                  <a:pt x="255405" y="55650"/>
                </a:cubicBezTo>
                <a:cubicBezTo>
                  <a:pt x="248235" y="55650"/>
                  <a:pt x="242207" y="53137"/>
                  <a:pt x="237323" y="48111"/>
                </a:cubicBezTo>
                <a:cubicBezTo>
                  <a:pt x="232441" y="43082"/>
                  <a:pt x="230000" y="37215"/>
                  <a:pt x="230000" y="30510"/>
                </a:cubicBezTo>
                <a:moveTo>
                  <a:pt x="243961" y="18983"/>
                </a:moveTo>
                <a:cubicBezTo>
                  <a:pt x="240758" y="22103"/>
                  <a:pt x="239156" y="25945"/>
                  <a:pt x="239156" y="30510"/>
                </a:cubicBezTo>
                <a:cubicBezTo>
                  <a:pt x="239156" y="35076"/>
                  <a:pt x="240758" y="38880"/>
                  <a:pt x="243961" y="41923"/>
                </a:cubicBezTo>
                <a:cubicBezTo>
                  <a:pt x="247165" y="44965"/>
                  <a:pt x="250978" y="46487"/>
                  <a:pt x="255401" y="46487"/>
                </a:cubicBezTo>
                <a:cubicBezTo>
                  <a:pt x="259827" y="46487"/>
                  <a:pt x="263603" y="44965"/>
                  <a:pt x="266730" y="41923"/>
                </a:cubicBezTo>
                <a:cubicBezTo>
                  <a:pt x="269859" y="38880"/>
                  <a:pt x="271423" y="35076"/>
                  <a:pt x="271423" y="30510"/>
                </a:cubicBezTo>
                <a:cubicBezTo>
                  <a:pt x="271423" y="25945"/>
                  <a:pt x="269821" y="22103"/>
                  <a:pt x="266618" y="18983"/>
                </a:cubicBezTo>
                <a:cubicBezTo>
                  <a:pt x="263415" y="15863"/>
                  <a:pt x="259677" y="14304"/>
                  <a:pt x="255405" y="14304"/>
                </a:cubicBezTo>
                <a:cubicBezTo>
                  <a:pt x="250979" y="14304"/>
                  <a:pt x="247165" y="15863"/>
                  <a:pt x="243961" y="18983"/>
                </a:cubicBezTo>
                <a:close/>
                <a:moveTo>
                  <a:pt x="306440" y="83136"/>
                </a:moveTo>
                <a:cubicBezTo>
                  <a:pt x="306440" y="60081"/>
                  <a:pt x="314297" y="40462"/>
                  <a:pt x="330012" y="24277"/>
                </a:cubicBezTo>
                <a:cubicBezTo>
                  <a:pt x="345728" y="8092"/>
                  <a:pt x="364419" y="0"/>
                  <a:pt x="386084" y="0"/>
                </a:cubicBezTo>
                <a:cubicBezTo>
                  <a:pt x="392796" y="0"/>
                  <a:pt x="399127" y="1225"/>
                  <a:pt x="405078" y="3674"/>
                </a:cubicBezTo>
                <a:cubicBezTo>
                  <a:pt x="411028" y="6120"/>
                  <a:pt x="415376" y="8416"/>
                  <a:pt x="418121" y="10560"/>
                </a:cubicBezTo>
                <a:cubicBezTo>
                  <a:pt x="420868" y="12702"/>
                  <a:pt x="424225" y="15762"/>
                  <a:pt x="428192" y="19741"/>
                </a:cubicBezTo>
                <a:lnTo>
                  <a:pt x="439635" y="2755"/>
                </a:lnTo>
                <a:cubicBezTo>
                  <a:pt x="440855" y="918"/>
                  <a:pt x="442075" y="0"/>
                  <a:pt x="443295" y="0"/>
                </a:cubicBezTo>
                <a:cubicBezTo>
                  <a:pt x="444517" y="0"/>
                  <a:pt x="445243" y="342"/>
                  <a:pt x="445471" y="1027"/>
                </a:cubicBezTo>
                <a:cubicBezTo>
                  <a:pt x="445699" y="1711"/>
                  <a:pt x="445813" y="3194"/>
                  <a:pt x="445813" y="5476"/>
                </a:cubicBezTo>
                <a:lnTo>
                  <a:pt x="445813" y="59561"/>
                </a:lnTo>
                <a:cubicBezTo>
                  <a:pt x="445813" y="61994"/>
                  <a:pt x="445660" y="63515"/>
                  <a:pt x="445355" y="64125"/>
                </a:cubicBezTo>
                <a:cubicBezTo>
                  <a:pt x="445051" y="64733"/>
                  <a:pt x="443983" y="65037"/>
                  <a:pt x="442153" y="65037"/>
                </a:cubicBezTo>
                <a:cubicBezTo>
                  <a:pt x="440626" y="65037"/>
                  <a:pt x="439710" y="64809"/>
                  <a:pt x="439405" y="64352"/>
                </a:cubicBezTo>
                <a:cubicBezTo>
                  <a:pt x="439100" y="63896"/>
                  <a:pt x="438795" y="62833"/>
                  <a:pt x="438490" y="61164"/>
                </a:cubicBezTo>
                <a:cubicBezTo>
                  <a:pt x="436202" y="44756"/>
                  <a:pt x="430480" y="31652"/>
                  <a:pt x="421326" y="21854"/>
                </a:cubicBezTo>
                <a:cubicBezTo>
                  <a:pt x="412172" y="12052"/>
                  <a:pt x="401263" y="7152"/>
                  <a:pt x="388598" y="7152"/>
                </a:cubicBezTo>
                <a:cubicBezTo>
                  <a:pt x="384936" y="7152"/>
                  <a:pt x="381083" y="7572"/>
                  <a:pt x="377040" y="8412"/>
                </a:cubicBezTo>
                <a:cubicBezTo>
                  <a:pt x="372998" y="9251"/>
                  <a:pt x="368041" y="11234"/>
                  <a:pt x="362167" y="14363"/>
                </a:cubicBezTo>
                <a:cubicBezTo>
                  <a:pt x="356293" y="17490"/>
                  <a:pt x="351105" y="21647"/>
                  <a:pt x="346603" y="26837"/>
                </a:cubicBezTo>
                <a:cubicBezTo>
                  <a:pt x="342102" y="32024"/>
                  <a:pt x="338212" y="39500"/>
                  <a:pt x="334932" y="49266"/>
                </a:cubicBezTo>
                <a:cubicBezTo>
                  <a:pt x="331652" y="59030"/>
                  <a:pt x="330012" y="70397"/>
                  <a:pt x="330012" y="83367"/>
                </a:cubicBezTo>
                <a:cubicBezTo>
                  <a:pt x="330012" y="96183"/>
                  <a:pt x="331652" y="107512"/>
                  <a:pt x="334932" y="117355"/>
                </a:cubicBezTo>
                <a:cubicBezTo>
                  <a:pt x="338212" y="127196"/>
                  <a:pt x="342102" y="134673"/>
                  <a:pt x="346603" y="139785"/>
                </a:cubicBezTo>
                <a:cubicBezTo>
                  <a:pt x="351105" y="144895"/>
                  <a:pt x="356293" y="149015"/>
                  <a:pt x="362167" y="152144"/>
                </a:cubicBezTo>
                <a:cubicBezTo>
                  <a:pt x="368041" y="155270"/>
                  <a:pt x="373037" y="157254"/>
                  <a:pt x="377155" y="158094"/>
                </a:cubicBezTo>
                <a:cubicBezTo>
                  <a:pt x="381276" y="158932"/>
                  <a:pt x="385167" y="159351"/>
                  <a:pt x="388829" y="159351"/>
                </a:cubicBezTo>
                <a:cubicBezTo>
                  <a:pt x="401950" y="159351"/>
                  <a:pt x="413545" y="154713"/>
                  <a:pt x="423614" y="145435"/>
                </a:cubicBezTo>
                <a:cubicBezTo>
                  <a:pt x="433685" y="136158"/>
                  <a:pt x="439178" y="123686"/>
                  <a:pt x="440093" y="108021"/>
                </a:cubicBezTo>
                <a:cubicBezTo>
                  <a:pt x="440247" y="107262"/>
                  <a:pt x="440323" y="106730"/>
                  <a:pt x="440323" y="106425"/>
                </a:cubicBezTo>
                <a:cubicBezTo>
                  <a:pt x="440323" y="106120"/>
                  <a:pt x="440399" y="105778"/>
                  <a:pt x="440550" y="105398"/>
                </a:cubicBezTo>
                <a:cubicBezTo>
                  <a:pt x="440704" y="105019"/>
                  <a:pt x="440972" y="104754"/>
                  <a:pt x="441354" y="104602"/>
                </a:cubicBezTo>
                <a:cubicBezTo>
                  <a:pt x="441735" y="104449"/>
                  <a:pt x="442231" y="104372"/>
                  <a:pt x="442841" y="104372"/>
                </a:cubicBezTo>
                <a:cubicBezTo>
                  <a:pt x="444822" y="104372"/>
                  <a:pt x="445813" y="105666"/>
                  <a:pt x="445813" y="108255"/>
                </a:cubicBezTo>
                <a:cubicBezTo>
                  <a:pt x="445813" y="122722"/>
                  <a:pt x="440244" y="136046"/>
                  <a:pt x="429107" y="148229"/>
                </a:cubicBezTo>
                <a:cubicBezTo>
                  <a:pt x="417969" y="160412"/>
                  <a:pt x="403628" y="166503"/>
                  <a:pt x="386084" y="166503"/>
                </a:cubicBezTo>
                <a:cubicBezTo>
                  <a:pt x="364419" y="166503"/>
                  <a:pt x="345728" y="158449"/>
                  <a:pt x="330012" y="142341"/>
                </a:cubicBezTo>
                <a:cubicBezTo>
                  <a:pt x="314297" y="126233"/>
                  <a:pt x="306440" y="106498"/>
                  <a:pt x="306440" y="83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664F1-AD59-4C2D-A68E-60520D6C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595" y="294235"/>
            <a:ext cx="10" cy="45772"/>
          </a:xfrm>
          <a:custGeom xmlns:a="http://schemas.openxmlformats.org/drawingml/2006/main">
            <a:pathLst>
              <a:path w="1" h="45772" fill="none">
                <a:moveTo>
                  <a:pt x="0" y="45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36" cap="flat">
            <a:solidFill>
              <a:srgbClr val="000000"/>
            </a:solidFill>
            <a:miter/>
          </a:ln>
        </p:spPr>
      </p:sp>
      <p:sp>
        <p:nvSpPr>
          <p:cNvPr id="9" name="Text 35°C">
            <a:extLst xmlns:a="http://schemas.openxmlformats.org/drawingml/2006/main">
              <a:ext uri="{FF2B5EF4-FFF2-40B4-BE49-F238E27FC236}">
                <a16:creationId xmlns:a16="http://schemas.microsoft.com/office/drawing/2014/main" id="{F071CC27-F206-464D-8AA8-249428BE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932" y="87101"/>
            <a:ext cx="447643" cy="166503"/>
          </a:xfrm>
          <a:custGeom xmlns:a="http://schemas.openxmlformats.org/drawingml/2006/main">
            <a:pathLst>
              <a:path w="447643" h="166503">
                <a:moveTo>
                  <a:pt x="0" y="130646"/>
                </a:moveTo>
                <a:cubicBezTo>
                  <a:pt x="0" y="126055"/>
                  <a:pt x="1297" y="122689"/>
                  <a:pt x="3890" y="120547"/>
                </a:cubicBezTo>
                <a:cubicBezTo>
                  <a:pt x="6484" y="118405"/>
                  <a:pt x="9459" y="117334"/>
                  <a:pt x="12816" y="117334"/>
                </a:cubicBezTo>
                <a:cubicBezTo>
                  <a:pt x="16324" y="117334"/>
                  <a:pt x="19337" y="118482"/>
                  <a:pt x="21854" y="120778"/>
                </a:cubicBezTo>
                <a:cubicBezTo>
                  <a:pt x="24372" y="123073"/>
                  <a:pt x="25632" y="126210"/>
                  <a:pt x="25632" y="130189"/>
                </a:cubicBezTo>
                <a:cubicBezTo>
                  <a:pt x="25632" y="134472"/>
                  <a:pt x="24144" y="137800"/>
                  <a:pt x="21169" y="140173"/>
                </a:cubicBezTo>
                <a:cubicBezTo>
                  <a:pt x="18194" y="142543"/>
                  <a:pt x="14646" y="143423"/>
                  <a:pt x="10525" y="142813"/>
                </a:cubicBezTo>
                <a:cubicBezTo>
                  <a:pt x="14187" y="149008"/>
                  <a:pt x="19374" y="153500"/>
                  <a:pt x="26086" y="156289"/>
                </a:cubicBezTo>
                <a:cubicBezTo>
                  <a:pt x="32800" y="159075"/>
                  <a:pt x="39285" y="160469"/>
                  <a:pt x="45540" y="160469"/>
                </a:cubicBezTo>
                <a:cubicBezTo>
                  <a:pt x="52101" y="160469"/>
                  <a:pt x="58051" y="157623"/>
                  <a:pt x="63392" y="151931"/>
                </a:cubicBezTo>
                <a:cubicBezTo>
                  <a:pt x="68733" y="146236"/>
                  <a:pt x="71403" y="136387"/>
                  <a:pt x="71403" y="122384"/>
                </a:cubicBezTo>
                <a:cubicBezTo>
                  <a:pt x="71403" y="110595"/>
                  <a:pt x="69114" y="101293"/>
                  <a:pt x="64537" y="94479"/>
                </a:cubicBezTo>
                <a:cubicBezTo>
                  <a:pt x="59960" y="87664"/>
                  <a:pt x="53171" y="84257"/>
                  <a:pt x="44168" y="84257"/>
                </a:cubicBezTo>
                <a:lnTo>
                  <a:pt x="34097" y="84257"/>
                </a:lnTo>
                <a:cubicBezTo>
                  <a:pt x="31811" y="84257"/>
                  <a:pt x="30324" y="84146"/>
                  <a:pt x="29637" y="83922"/>
                </a:cubicBezTo>
                <a:cubicBezTo>
                  <a:pt x="28951" y="83699"/>
                  <a:pt x="28607" y="82991"/>
                  <a:pt x="28607" y="81799"/>
                </a:cubicBezTo>
                <a:cubicBezTo>
                  <a:pt x="28607" y="80309"/>
                  <a:pt x="29751" y="79415"/>
                  <a:pt x="32040" y="79117"/>
                </a:cubicBezTo>
                <a:cubicBezTo>
                  <a:pt x="34328" y="79117"/>
                  <a:pt x="37304" y="78888"/>
                  <a:pt x="40966" y="78429"/>
                </a:cubicBezTo>
                <a:cubicBezTo>
                  <a:pt x="49815" y="78124"/>
                  <a:pt x="56603" y="74158"/>
                  <a:pt x="61332" y="66531"/>
                </a:cubicBezTo>
                <a:cubicBezTo>
                  <a:pt x="65604" y="59363"/>
                  <a:pt x="67740" y="50669"/>
                  <a:pt x="67740" y="40449"/>
                </a:cubicBezTo>
                <a:cubicBezTo>
                  <a:pt x="67740" y="31200"/>
                  <a:pt x="65527" y="24641"/>
                  <a:pt x="61101" y="20774"/>
                </a:cubicBezTo>
                <a:cubicBezTo>
                  <a:pt x="56678" y="16908"/>
                  <a:pt x="51568" y="14974"/>
                  <a:pt x="45771" y="14974"/>
                </a:cubicBezTo>
                <a:cubicBezTo>
                  <a:pt x="40430" y="14974"/>
                  <a:pt x="34822" y="16072"/>
                  <a:pt x="28946" y="18267"/>
                </a:cubicBezTo>
                <a:cubicBezTo>
                  <a:pt x="23072" y="20463"/>
                  <a:pt x="18534" y="24058"/>
                  <a:pt x="15330" y="29054"/>
                </a:cubicBezTo>
                <a:cubicBezTo>
                  <a:pt x="24792" y="29054"/>
                  <a:pt x="29522" y="32852"/>
                  <a:pt x="29522" y="40449"/>
                </a:cubicBezTo>
                <a:cubicBezTo>
                  <a:pt x="29522" y="43792"/>
                  <a:pt x="28454" y="46566"/>
                  <a:pt x="26316" y="48771"/>
                </a:cubicBezTo>
                <a:cubicBezTo>
                  <a:pt x="24182" y="50973"/>
                  <a:pt x="21359" y="52074"/>
                  <a:pt x="17848" y="52074"/>
                </a:cubicBezTo>
                <a:cubicBezTo>
                  <a:pt x="14491" y="52074"/>
                  <a:pt x="11707" y="51010"/>
                  <a:pt x="9495" y="48882"/>
                </a:cubicBezTo>
                <a:cubicBezTo>
                  <a:pt x="7283" y="46754"/>
                  <a:pt x="6178" y="43868"/>
                  <a:pt x="6178" y="40222"/>
                </a:cubicBezTo>
                <a:cubicBezTo>
                  <a:pt x="6178" y="31482"/>
                  <a:pt x="10068" y="24084"/>
                  <a:pt x="17848" y="18026"/>
                </a:cubicBezTo>
                <a:cubicBezTo>
                  <a:pt x="25631" y="11969"/>
                  <a:pt x="35243" y="8940"/>
                  <a:pt x="46686" y="8940"/>
                </a:cubicBezTo>
                <a:cubicBezTo>
                  <a:pt x="57975" y="8940"/>
                  <a:pt x="67814" y="11930"/>
                  <a:pt x="76204" y="17911"/>
                </a:cubicBezTo>
                <a:cubicBezTo>
                  <a:pt x="84597" y="23889"/>
                  <a:pt x="88793" y="31479"/>
                  <a:pt x="88793" y="40679"/>
                </a:cubicBezTo>
                <a:cubicBezTo>
                  <a:pt x="88793" y="49668"/>
                  <a:pt x="85818" y="57858"/>
                  <a:pt x="79868" y="65250"/>
                </a:cubicBezTo>
                <a:cubicBezTo>
                  <a:pt x="73917" y="72639"/>
                  <a:pt x="66212" y="77857"/>
                  <a:pt x="56754" y="80905"/>
                </a:cubicBezTo>
                <a:cubicBezTo>
                  <a:pt x="68350" y="83196"/>
                  <a:pt x="77619" y="88275"/>
                  <a:pt x="84561" y="96144"/>
                </a:cubicBezTo>
                <a:cubicBezTo>
                  <a:pt x="91503" y="104013"/>
                  <a:pt x="94975" y="112760"/>
                  <a:pt x="94975" y="122384"/>
                </a:cubicBezTo>
                <a:cubicBezTo>
                  <a:pt x="94975" y="134271"/>
                  <a:pt x="90282" y="144596"/>
                  <a:pt x="80898" y="153359"/>
                </a:cubicBezTo>
                <a:cubicBezTo>
                  <a:pt x="71516" y="162122"/>
                  <a:pt x="59959" y="166503"/>
                  <a:pt x="46228" y="166503"/>
                </a:cubicBezTo>
                <a:cubicBezTo>
                  <a:pt x="33566" y="166503"/>
                  <a:pt x="22695" y="163077"/>
                  <a:pt x="13616" y="156226"/>
                </a:cubicBezTo>
                <a:cubicBezTo>
                  <a:pt x="4539" y="149374"/>
                  <a:pt x="0" y="140848"/>
                  <a:pt x="0" y="130646"/>
                </a:cubicBezTo>
                <a:close/>
                <a:moveTo>
                  <a:pt x="116259" y="124504"/>
                </a:moveTo>
                <a:cubicBezTo>
                  <a:pt x="116259" y="119943"/>
                  <a:pt x="117479" y="116788"/>
                  <a:pt x="119919" y="115040"/>
                </a:cubicBezTo>
                <a:cubicBezTo>
                  <a:pt x="122361" y="113292"/>
                  <a:pt x="124879" y="112418"/>
                  <a:pt x="127472" y="112418"/>
                </a:cubicBezTo>
                <a:cubicBezTo>
                  <a:pt x="130981" y="112418"/>
                  <a:pt x="133765" y="113520"/>
                  <a:pt x="135825" y="115725"/>
                </a:cubicBezTo>
                <a:cubicBezTo>
                  <a:pt x="137886" y="117929"/>
                  <a:pt x="138916" y="120552"/>
                  <a:pt x="138916" y="123592"/>
                </a:cubicBezTo>
                <a:cubicBezTo>
                  <a:pt x="138916" y="126633"/>
                  <a:pt x="137886" y="129255"/>
                  <a:pt x="135825" y="131460"/>
                </a:cubicBezTo>
                <a:cubicBezTo>
                  <a:pt x="133765" y="133665"/>
                  <a:pt x="130981" y="134767"/>
                  <a:pt x="127472" y="134767"/>
                </a:cubicBezTo>
                <a:cubicBezTo>
                  <a:pt x="125794" y="134767"/>
                  <a:pt x="124497" y="134614"/>
                  <a:pt x="123582" y="134309"/>
                </a:cubicBezTo>
                <a:cubicBezTo>
                  <a:pt x="125565" y="141468"/>
                  <a:pt x="129647" y="147618"/>
                  <a:pt x="135825" y="152758"/>
                </a:cubicBezTo>
                <a:cubicBezTo>
                  <a:pt x="142006" y="157899"/>
                  <a:pt x="149139" y="160469"/>
                  <a:pt x="157225" y="160469"/>
                </a:cubicBezTo>
                <a:cubicBezTo>
                  <a:pt x="167447" y="160469"/>
                  <a:pt x="175609" y="155461"/>
                  <a:pt x="181711" y="145446"/>
                </a:cubicBezTo>
                <a:cubicBezTo>
                  <a:pt x="185373" y="138976"/>
                  <a:pt x="187204" y="128423"/>
                  <a:pt x="187204" y="113786"/>
                </a:cubicBezTo>
                <a:cubicBezTo>
                  <a:pt x="187204" y="100998"/>
                  <a:pt x="185831" y="91408"/>
                  <a:pt x="183084" y="85015"/>
                </a:cubicBezTo>
                <a:cubicBezTo>
                  <a:pt x="178812" y="75272"/>
                  <a:pt x="172328" y="70401"/>
                  <a:pt x="163633" y="70401"/>
                </a:cubicBezTo>
                <a:cubicBezTo>
                  <a:pt x="151275" y="70401"/>
                  <a:pt x="141435" y="75682"/>
                  <a:pt x="134111" y="86244"/>
                </a:cubicBezTo>
                <a:cubicBezTo>
                  <a:pt x="133196" y="87602"/>
                  <a:pt x="132204" y="88280"/>
                  <a:pt x="131135" y="88280"/>
                </a:cubicBezTo>
                <a:cubicBezTo>
                  <a:pt x="129608" y="88280"/>
                  <a:pt x="128692" y="87861"/>
                  <a:pt x="128387" y="87023"/>
                </a:cubicBezTo>
                <a:cubicBezTo>
                  <a:pt x="128082" y="86185"/>
                  <a:pt x="127930" y="84623"/>
                  <a:pt x="127930" y="82337"/>
                </a:cubicBezTo>
                <a:lnTo>
                  <a:pt x="127930" y="14653"/>
                </a:lnTo>
                <a:cubicBezTo>
                  <a:pt x="127930" y="10993"/>
                  <a:pt x="128692" y="9163"/>
                  <a:pt x="130217" y="9163"/>
                </a:cubicBezTo>
                <a:cubicBezTo>
                  <a:pt x="130829" y="9163"/>
                  <a:pt x="131745" y="9394"/>
                  <a:pt x="132965" y="9855"/>
                </a:cubicBezTo>
                <a:cubicBezTo>
                  <a:pt x="142578" y="14162"/>
                  <a:pt x="152723" y="16315"/>
                  <a:pt x="163402" y="16315"/>
                </a:cubicBezTo>
                <a:cubicBezTo>
                  <a:pt x="174388" y="16315"/>
                  <a:pt x="184763" y="14085"/>
                  <a:pt x="194527" y="9624"/>
                </a:cubicBezTo>
                <a:cubicBezTo>
                  <a:pt x="195291" y="9163"/>
                  <a:pt x="195902" y="8933"/>
                  <a:pt x="196361" y="8933"/>
                </a:cubicBezTo>
                <a:cubicBezTo>
                  <a:pt x="197886" y="8933"/>
                  <a:pt x="198648" y="9779"/>
                  <a:pt x="198648" y="11472"/>
                </a:cubicBezTo>
                <a:cubicBezTo>
                  <a:pt x="198648" y="12084"/>
                  <a:pt x="198037" y="13269"/>
                  <a:pt x="196815" y="15026"/>
                </a:cubicBezTo>
                <a:cubicBezTo>
                  <a:pt x="195595" y="16782"/>
                  <a:pt x="193688" y="18806"/>
                  <a:pt x="191095" y="21099"/>
                </a:cubicBezTo>
                <a:cubicBezTo>
                  <a:pt x="188501" y="23392"/>
                  <a:pt x="185526" y="25609"/>
                  <a:pt x="182169" y="27748"/>
                </a:cubicBezTo>
                <a:cubicBezTo>
                  <a:pt x="178814" y="29888"/>
                  <a:pt x="174695" y="31684"/>
                  <a:pt x="169810" y="33136"/>
                </a:cubicBezTo>
                <a:cubicBezTo>
                  <a:pt x="164928" y="34587"/>
                  <a:pt x="159818" y="35312"/>
                  <a:pt x="154480" y="35312"/>
                </a:cubicBezTo>
                <a:cubicBezTo>
                  <a:pt x="148071" y="35312"/>
                  <a:pt x="141586" y="34320"/>
                  <a:pt x="135026" y="32337"/>
                </a:cubicBezTo>
                <a:lnTo>
                  <a:pt x="135026" y="77022"/>
                </a:lnTo>
                <a:cubicBezTo>
                  <a:pt x="142960" y="69181"/>
                  <a:pt x="152648" y="65260"/>
                  <a:pt x="164090" y="65260"/>
                </a:cubicBezTo>
                <a:cubicBezTo>
                  <a:pt x="176296" y="65260"/>
                  <a:pt x="186594" y="70182"/>
                  <a:pt x="194985" y="80025"/>
                </a:cubicBezTo>
                <a:cubicBezTo>
                  <a:pt x="203377" y="89866"/>
                  <a:pt x="207574" y="101651"/>
                  <a:pt x="207574" y="115382"/>
                </a:cubicBezTo>
                <a:cubicBezTo>
                  <a:pt x="207574" y="129749"/>
                  <a:pt x="202615" y="141861"/>
                  <a:pt x="192697" y="151718"/>
                </a:cubicBezTo>
                <a:cubicBezTo>
                  <a:pt x="182780" y="161575"/>
                  <a:pt x="171108" y="166503"/>
                  <a:pt x="157682" y="166503"/>
                </a:cubicBezTo>
                <a:cubicBezTo>
                  <a:pt x="145476" y="166503"/>
                  <a:pt x="135520" y="162143"/>
                  <a:pt x="127814" y="153422"/>
                </a:cubicBezTo>
                <a:cubicBezTo>
                  <a:pt x="120111" y="144701"/>
                  <a:pt x="116259" y="135061"/>
                  <a:pt x="116259" y="124504"/>
                </a:cubicBezTo>
                <a:close/>
                <a:moveTo>
                  <a:pt x="231830" y="30510"/>
                </a:moveTo>
                <a:cubicBezTo>
                  <a:pt x="231830" y="23501"/>
                  <a:pt x="234309" y="17520"/>
                  <a:pt x="239268" y="12568"/>
                </a:cubicBezTo>
                <a:cubicBezTo>
                  <a:pt x="244226" y="7616"/>
                  <a:pt x="250215" y="5140"/>
                  <a:pt x="257235" y="5140"/>
                </a:cubicBezTo>
                <a:cubicBezTo>
                  <a:pt x="264405" y="5140"/>
                  <a:pt x="270431" y="7655"/>
                  <a:pt x="275313" y="12683"/>
                </a:cubicBezTo>
                <a:cubicBezTo>
                  <a:pt x="280195" y="17710"/>
                  <a:pt x="282636" y="23575"/>
                  <a:pt x="282636" y="30280"/>
                </a:cubicBezTo>
                <a:cubicBezTo>
                  <a:pt x="282636" y="37290"/>
                  <a:pt x="280118" y="43271"/>
                  <a:pt x="275083" y="48222"/>
                </a:cubicBezTo>
                <a:cubicBezTo>
                  <a:pt x="270049" y="53174"/>
                  <a:pt x="264100" y="55650"/>
                  <a:pt x="257235" y="55650"/>
                </a:cubicBezTo>
                <a:cubicBezTo>
                  <a:pt x="250064" y="55650"/>
                  <a:pt x="244037" y="53137"/>
                  <a:pt x="239152" y="48111"/>
                </a:cubicBezTo>
                <a:cubicBezTo>
                  <a:pt x="234270" y="43082"/>
                  <a:pt x="231830" y="37215"/>
                  <a:pt x="231830" y="30510"/>
                </a:cubicBezTo>
                <a:moveTo>
                  <a:pt x="245791" y="18983"/>
                </a:moveTo>
                <a:cubicBezTo>
                  <a:pt x="242587" y="22103"/>
                  <a:pt x="240986" y="25945"/>
                  <a:pt x="240986" y="30510"/>
                </a:cubicBezTo>
                <a:cubicBezTo>
                  <a:pt x="240986" y="35076"/>
                  <a:pt x="242587" y="38880"/>
                  <a:pt x="245791" y="41923"/>
                </a:cubicBezTo>
                <a:cubicBezTo>
                  <a:pt x="248994" y="44965"/>
                  <a:pt x="252808" y="46487"/>
                  <a:pt x="257231" y="46487"/>
                </a:cubicBezTo>
                <a:cubicBezTo>
                  <a:pt x="261657" y="46487"/>
                  <a:pt x="265433" y="44965"/>
                  <a:pt x="268559" y="41923"/>
                </a:cubicBezTo>
                <a:cubicBezTo>
                  <a:pt x="271688" y="38880"/>
                  <a:pt x="273253" y="35076"/>
                  <a:pt x="273253" y="30510"/>
                </a:cubicBezTo>
                <a:cubicBezTo>
                  <a:pt x="273253" y="25945"/>
                  <a:pt x="271651" y="22103"/>
                  <a:pt x="268448" y="18983"/>
                </a:cubicBezTo>
                <a:cubicBezTo>
                  <a:pt x="265244" y="15863"/>
                  <a:pt x="261507" y="14304"/>
                  <a:pt x="257235" y="14304"/>
                </a:cubicBezTo>
                <a:cubicBezTo>
                  <a:pt x="252809" y="14304"/>
                  <a:pt x="248994" y="15863"/>
                  <a:pt x="245791" y="18983"/>
                </a:cubicBezTo>
                <a:close/>
                <a:moveTo>
                  <a:pt x="308270" y="83136"/>
                </a:moveTo>
                <a:cubicBezTo>
                  <a:pt x="308270" y="60081"/>
                  <a:pt x="316127" y="40462"/>
                  <a:pt x="331841" y="24277"/>
                </a:cubicBezTo>
                <a:cubicBezTo>
                  <a:pt x="347558" y="8092"/>
                  <a:pt x="366249" y="0"/>
                  <a:pt x="387914" y="0"/>
                </a:cubicBezTo>
                <a:cubicBezTo>
                  <a:pt x="394626" y="0"/>
                  <a:pt x="400957" y="1225"/>
                  <a:pt x="406908" y="3674"/>
                </a:cubicBezTo>
                <a:cubicBezTo>
                  <a:pt x="412858" y="6120"/>
                  <a:pt x="417206" y="8416"/>
                  <a:pt x="419950" y="10560"/>
                </a:cubicBezTo>
                <a:cubicBezTo>
                  <a:pt x="422698" y="12702"/>
                  <a:pt x="426055" y="15762"/>
                  <a:pt x="430022" y="19741"/>
                </a:cubicBezTo>
                <a:lnTo>
                  <a:pt x="441465" y="2755"/>
                </a:lnTo>
                <a:cubicBezTo>
                  <a:pt x="442685" y="918"/>
                  <a:pt x="443905" y="0"/>
                  <a:pt x="445125" y="0"/>
                </a:cubicBezTo>
                <a:cubicBezTo>
                  <a:pt x="446347" y="0"/>
                  <a:pt x="447072" y="342"/>
                  <a:pt x="447301" y="1027"/>
                </a:cubicBezTo>
                <a:cubicBezTo>
                  <a:pt x="447529" y="1711"/>
                  <a:pt x="447643" y="3194"/>
                  <a:pt x="447643" y="5476"/>
                </a:cubicBezTo>
                <a:lnTo>
                  <a:pt x="447643" y="59561"/>
                </a:lnTo>
                <a:cubicBezTo>
                  <a:pt x="447643" y="61994"/>
                  <a:pt x="447490" y="63515"/>
                  <a:pt x="447185" y="64125"/>
                </a:cubicBezTo>
                <a:cubicBezTo>
                  <a:pt x="446880" y="64733"/>
                  <a:pt x="445813" y="65037"/>
                  <a:pt x="443983" y="65037"/>
                </a:cubicBezTo>
                <a:cubicBezTo>
                  <a:pt x="442456" y="65037"/>
                  <a:pt x="441540" y="64809"/>
                  <a:pt x="441235" y="64352"/>
                </a:cubicBezTo>
                <a:cubicBezTo>
                  <a:pt x="440930" y="63896"/>
                  <a:pt x="440625" y="62833"/>
                  <a:pt x="440320" y="61164"/>
                </a:cubicBezTo>
                <a:cubicBezTo>
                  <a:pt x="438031" y="44756"/>
                  <a:pt x="432310" y="31652"/>
                  <a:pt x="423156" y="21854"/>
                </a:cubicBezTo>
                <a:cubicBezTo>
                  <a:pt x="414002" y="12052"/>
                  <a:pt x="403093" y="7152"/>
                  <a:pt x="390428" y="7152"/>
                </a:cubicBezTo>
                <a:cubicBezTo>
                  <a:pt x="386766" y="7152"/>
                  <a:pt x="382913" y="7572"/>
                  <a:pt x="378869" y="8412"/>
                </a:cubicBezTo>
                <a:cubicBezTo>
                  <a:pt x="374828" y="9251"/>
                  <a:pt x="369870" y="11234"/>
                  <a:pt x="363997" y="14363"/>
                </a:cubicBezTo>
                <a:cubicBezTo>
                  <a:pt x="358123" y="17490"/>
                  <a:pt x="352935" y="21647"/>
                  <a:pt x="348432" y="26837"/>
                </a:cubicBezTo>
                <a:cubicBezTo>
                  <a:pt x="343932" y="32024"/>
                  <a:pt x="340042" y="39500"/>
                  <a:pt x="336762" y="49266"/>
                </a:cubicBezTo>
                <a:cubicBezTo>
                  <a:pt x="333482" y="59030"/>
                  <a:pt x="331841" y="70397"/>
                  <a:pt x="331841" y="83367"/>
                </a:cubicBezTo>
                <a:cubicBezTo>
                  <a:pt x="331841" y="96183"/>
                  <a:pt x="333482" y="107512"/>
                  <a:pt x="336762" y="117355"/>
                </a:cubicBezTo>
                <a:cubicBezTo>
                  <a:pt x="340042" y="127196"/>
                  <a:pt x="343932" y="134673"/>
                  <a:pt x="348432" y="139785"/>
                </a:cubicBezTo>
                <a:cubicBezTo>
                  <a:pt x="352935" y="144895"/>
                  <a:pt x="358123" y="149015"/>
                  <a:pt x="363997" y="152144"/>
                </a:cubicBezTo>
                <a:cubicBezTo>
                  <a:pt x="369870" y="155270"/>
                  <a:pt x="374866" y="157254"/>
                  <a:pt x="378985" y="158094"/>
                </a:cubicBezTo>
                <a:cubicBezTo>
                  <a:pt x="383105" y="158932"/>
                  <a:pt x="386997" y="159351"/>
                  <a:pt x="390659" y="159351"/>
                </a:cubicBezTo>
                <a:cubicBezTo>
                  <a:pt x="403780" y="159351"/>
                  <a:pt x="415375" y="154713"/>
                  <a:pt x="425444" y="145435"/>
                </a:cubicBezTo>
                <a:cubicBezTo>
                  <a:pt x="435515" y="136158"/>
                  <a:pt x="441008" y="123686"/>
                  <a:pt x="441923" y="108021"/>
                </a:cubicBezTo>
                <a:cubicBezTo>
                  <a:pt x="442076" y="107262"/>
                  <a:pt x="442153" y="106730"/>
                  <a:pt x="442153" y="106425"/>
                </a:cubicBezTo>
                <a:cubicBezTo>
                  <a:pt x="442153" y="106120"/>
                  <a:pt x="442229" y="105778"/>
                  <a:pt x="442380" y="105398"/>
                </a:cubicBezTo>
                <a:cubicBezTo>
                  <a:pt x="442534" y="105019"/>
                  <a:pt x="442802" y="104754"/>
                  <a:pt x="443183" y="104602"/>
                </a:cubicBezTo>
                <a:cubicBezTo>
                  <a:pt x="443565" y="104449"/>
                  <a:pt x="444061" y="104372"/>
                  <a:pt x="444671" y="104372"/>
                </a:cubicBezTo>
                <a:cubicBezTo>
                  <a:pt x="446652" y="104372"/>
                  <a:pt x="447643" y="105666"/>
                  <a:pt x="447643" y="108255"/>
                </a:cubicBezTo>
                <a:cubicBezTo>
                  <a:pt x="447643" y="122722"/>
                  <a:pt x="442074" y="136046"/>
                  <a:pt x="430937" y="148229"/>
                </a:cubicBezTo>
                <a:cubicBezTo>
                  <a:pt x="419799" y="160412"/>
                  <a:pt x="405458" y="166503"/>
                  <a:pt x="387914" y="166503"/>
                </a:cubicBezTo>
                <a:cubicBezTo>
                  <a:pt x="366249" y="166503"/>
                  <a:pt x="347558" y="158449"/>
                  <a:pt x="331841" y="142341"/>
                </a:cubicBezTo>
                <a:cubicBezTo>
                  <a:pt x="316127" y="126233"/>
                  <a:pt x="308270" y="106498"/>
                  <a:pt x="308270" y="83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A8064-89C2-4A1B-ABB3-5BE49829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2" y="1374650"/>
            <a:ext cx="565592" cy="408309"/>
          </a:xfrm>
          <a:custGeom xmlns:a="http://schemas.openxmlformats.org/drawingml/2006/main">
            <a:pathLst>
              <a:path w="565592" h="408309">
                <a:moveTo>
                  <a:pt x="394464" y="383549"/>
                </a:moveTo>
                <a:lnTo>
                  <a:pt x="435071" y="408309"/>
                </a:lnTo>
                <a:lnTo>
                  <a:pt x="474808" y="383549"/>
                </a:lnTo>
                <a:lnTo>
                  <a:pt x="506713" y="334030"/>
                </a:lnTo>
                <a:lnTo>
                  <a:pt x="548480" y="321875"/>
                </a:lnTo>
                <a:lnTo>
                  <a:pt x="528176" y="262002"/>
                </a:lnTo>
                <a:lnTo>
                  <a:pt x="559791" y="307920"/>
                </a:lnTo>
                <a:lnTo>
                  <a:pt x="565592" y="239493"/>
                </a:lnTo>
                <a:lnTo>
                  <a:pt x="536008" y="189974"/>
                </a:lnTo>
                <a:lnTo>
                  <a:pt x="493081" y="198977"/>
                </a:lnTo>
                <a:lnTo>
                  <a:pt x="518025" y="144506"/>
                </a:lnTo>
                <a:lnTo>
                  <a:pt x="479448" y="112544"/>
                </a:lnTo>
                <a:lnTo>
                  <a:pt x="449864" y="61674"/>
                </a:lnTo>
                <a:lnTo>
                  <a:pt x="423759" y="7203"/>
                </a:lnTo>
                <a:lnTo>
                  <a:pt x="379672" y="0"/>
                </a:lnTo>
                <a:lnTo>
                  <a:pt x="335585" y="1801"/>
                </a:lnTo>
                <a:lnTo>
                  <a:pt x="293528" y="19358"/>
                </a:lnTo>
                <a:lnTo>
                  <a:pt x="249441" y="19358"/>
                </a:lnTo>
                <a:lnTo>
                  <a:pt x="216665" y="65275"/>
                </a:lnTo>
                <a:lnTo>
                  <a:pt x="172288" y="72028"/>
                </a:lnTo>
                <a:lnTo>
                  <a:pt x="137192" y="112544"/>
                </a:lnTo>
                <a:lnTo>
                  <a:pt x="109928" y="167015"/>
                </a:lnTo>
                <a:lnTo>
                  <a:pt x="67001" y="179620"/>
                </a:lnTo>
                <a:lnTo>
                  <a:pt x="44377" y="237692"/>
                </a:lnTo>
                <a:lnTo>
                  <a:pt x="0" y="253448"/>
                </a:lnTo>
                <a:lnTo>
                  <a:pt x="24944" y="309720"/>
                </a:lnTo>
                <a:lnTo>
                  <a:pt x="61200" y="348435"/>
                </a:lnTo>
                <a:lnTo>
                  <a:pt x="103257" y="371394"/>
                </a:lnTo>
                <a:lnTo>
                  <a:pt x="148504" y="371394"/>
                </a:lnTo>
                <a:lnTo>
                  <a:pt x="189401" y="346635"/>
                </a:lnTo>
                <a:lnTo>
                  <a:pt x="215505" y="292163"/>
                </a:lnTo>
                <a:lnTo>
                  <a:pt x="259592" y="300717"/>
                </a:lnTo>
                <a:lnTo>
                  <a:pt x="289177" y="353387"/>
                </a:lnTo>
                <a:lnTo>
                  <a:pt x="317312" y="406508"/>
                </a:lnTo>
                <a:lnTo>
                  <a:pt x="361689" y="397504"/>
                </a:lnTo>
                <a:lnTo>
                  <a:pt x="394464" y="383549"/>
                </a:lnTo>
                <a:close/>
                <a:moveTo>
                  <a:pt x="394464" y="383549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8ACE0-89B9-48EB-998B-D08B5A8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2" y="1374650"/>
            <a:ext cx="565592" cy="408309"/>
          </a:xfrm>
          <a:custGeom xmlns:a="http://schemas.openxmlformats.org/drawingml/2006/main">
            <a:pathLst>
              <a:path w="565592" h="408309" fill="none">
                <a:moveTo>
                  <a:pt x="394464" y="383549"/>
                </a:moveTo>
                <a:lnTo>
                  <a:pt x="435071" y="408309"/>
                </a:lnTo>
                <a:lnTo>
                  <a:pt x="474808" y="383549"/>
                </a:lnTo>
                <a:lnTo>
                  <a:pt x="506713" y="334030"/>
                </a:lnTo>
                <a:lnTo>
                  <a:pt x="548480" y="321875"/>
                </a:lnTo>
                <a:lnTo>
                  <a:pt x="528176" y="262002"/>
                </a:lnTo>
                <a:lnTo>
                  <a:pt x="559791" y="307920"/>
                </a:lnTo>
                <a:lnTo>
                  <a:pt x="565592" y="239493"/>
                </a:lnTo>
                <a:lnTo>
                  <a:pt x="536008" y="189974"/>
                </a:lnTo>
                <a:lnTo>
                  <a:pt x="493081" y="198977"/>
                </a:lnTo>
                <a:lnTo>
                  <a:pt x="518025" y="144506"/>
                </a:lnTo>
                <a:lnTo>
                  <a:pt x="479448" y="112544"/>
                </a:lnTo>
                <a:lnTo>
                  <a:pt x="449864" y="61674"/>
                </a:lnTo>
                <a:lnTo>
                  <a:pt x="423759" y="7203"/>
                </a:lnTo>
                <a:lnTo>
                  <a:pt x="379672" y="0"/>
                </a:lnTo>
                <a:lnTo>
                  <a:pt x="335585" y="1801"/>
                </a:lnTo>
                <a:lnTo>
                  <a:pt x="293528" y="19358"/>
                </a:lnTo>
                <a:lnTo>
                  <a:pt x="249441" y="19358"/>
                </a:lnTo>
                <a:lnTo>
                  <a:pt x="216665" y="65275"/>
                </a:lnTo>
                <a:lnTo>
                  <a:pt x="172288" y="72028"/>
                </a:lnTo>
                <a:lnTo>
                  <a:pt x="137192" y="112544"/>
                </a:lnTo>
                <a:lnTo>
                  <a:pt x="109928" y="167015"/>
                </a:lnTo>
                <a:lnTo>
                  <a:pt x="67001" y="179620"/>
                </a:lnTo>
                <a:lnTo>
                  <a:pt x="44377" y="237692"/>
                </a:lnTo>
                <a:lnTo>
                  <a:pt x="0" y="253448"/>
                </a:lnTo>
                <a:lnTo>
                  <a:pt x="24944" y="309720"/>
                </a:lnTo>
                <a:lnTo>
                  <a:pt x="61200" y="348435"/>
                </a:lnTo>
                <a:lnTo>
                  <a:pt x="103257" y="371394"/>
                </a:lnTo>
                <a:lnTo>
                  <a:pt x="148504" y="371394"/>
                </a:lnTo>
                <a:lnTo>
                  <a:pt x="189401" y="346635"/>
                </a:lnTo>
                <a:lnTo>
                  <a:pt x="215505" y="292163"/>
                </a:lnTo>
                <a:lnTo>
                  <a:pt x="259592" y="300717"/>
                </a:lnTo>
                <a:lnTo>
                  <a:pt x="289177" y="353387"/>
                </a:lnTo>
                <a:lnTo>
                  <a:pt x="317312" y="406508"/>
                </a:lnTo>
                <a:lnTo>
                  <a:pt x="361689" y="397504"/>
                </a:lnTo>
                <a:lnTo>
                  <a:pt x="394464" y="383549"/>
                </a:lnTo>
                <a:close/>
                <a:moveTo>
                  <a:pt x="394464" y="383549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38F66-62DC-47CE-BAC3-98DB1FCA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9" y="1139209"/>
            <a:ext cx="80343" cy="116145"/>
          </a:xfrm>
          <a:custGeom xmlns:a="http://schemas.openxmlformats.org/drawingml/2006/main">
            <a:pathLst>
              <a:path w="80343" h="116145">
                <a:moveTo>
                  <a:pt x="75702" y="0"/>
                </a:moveTo>
                <a:lnTo>
                  <a:pt x="33936" y="21158"/>
                </a:lnTo>
                <a:lnTo>
                  <a:pt x="0" y="63475"/>
                </a:lnTo>
                <a:lnTo>
                  <a:pt x="42927" y="52670"/>
                </a:lnTo>
                <a:lnTo>
                  <a:pt x="29295" y="116145"/>
                </a:lnTo>
                <a:lnTo>
                  <a:pt x="72512" y="103540"/>
                </a:lnTo>
                <a:lnTo>
                  <a:pt x="80343" y="35114"/>
                </a:lnTo>
                <a:lnTo>
                  <a:pt x="75702" y="0"/>
                </a:lnTo>
                <a:close/>
                <a:moveTo>
                  <a:pt x="75702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79B14-A10F-4B2C-8DEE-670F72E1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9" y="1139209"/>
            <a:ext cx="80343" cy="116145"/>
          </a:xfrm>
          <a:custGeom xmlns:a="http://schemas.openxmlformats.org/drawingml/2006/main">
            <a:pathLst>
              <a:path w="80343" h="116145" fill="none">
                <a:moveTo>
                  <a:pt x="75702" y="0"/>
                </a:moveTo>
                <a:lnTo>
                  <a:pt x="33936" y="21158"/>
                </a:lnTo>
                <a:lnTo>
                  <a:pt x="0" y="63475"/>
                </a:lnTo>
                <a:lnTo>
                  <a:pt x="42927" y="52670"/>
                </a:lnTo>
                <a:lnTo>
                  <a:pt x="29295" y="116145"/>
                </a:lnTo>
                <a:lnTo>
                  <a:pt x="72512" y="103540"/>
                </a:lnTo>
                <a:lnTo>
                  <a:pt x="80343" y="35114"/>
                </a:lnTo>
                <a:lnTo>
                  <a:pt x="75702" y="0"/>
                </a:lnTo>
                <a:close/>
                <a:moveTo>
                  <a:pt x="757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540F3-EEF5-4893-855D-DE24ACEB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65" y="898365"/>
            <a:ext cx="141543" cy="121097"/>
          </a:xfrm>
          <a:custGeom xmlns:a="http://schemas.openxmlformats.org/drawingml/2006/main">
            <a:pathLst>
              <a:path w="141543" h="121097">
                <a:moveTo>
                  <a:pt x="41767" y="0"/>
                </a:moveTo>
                <a:lnTo>
                  <a:pt x="0" y="15756"/>
                </a:lnTo>
                <a:lnTo>
                  <a:pt x="36256" y="54471"/>
                </a:lnTo>
                <a:lnTo>
                  <a:pt x="13342" y="112544"/>
                </a:lnTo>
                <a:lnTo>
                  <a:pt x="56559" y="121097"/>
                </a:lnTo>
                <a:lnTo>
                  <a:pt x="99486" y="99939"/>
                </a:lnTo>
                <a:lnTo>
                  <a:pt x="141543" y="82382"/>
                </a:lnTo>
                <a:lnTo>
                  <a:pt x="105287" y="45468"/>
                </a:lnTo>
                <a:lnTo>
                  <a:pt x="64391" y="21158"/>
                </a:lnTo>
                <a:lnTo>
                  <a:pt x="41767" y="0"/>
                </a:lnTo>
                <a:close/>
                <a:moveTo>
                  <a:pt x="41767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FD014-4266-40AF-903E-3CED20F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65" y="898365"/>
            <a:ext cx="141543" cy="121097"/>
          </a:xfrm>
          <a:custGeom xmlns:a="http://schemas.openxmlformats.org/drawingml/2006/main">
            <a:pathLst>
              <a:path w="141543" h="121097" fill="none">
                <a:moveTo>
                  <a:pt x="41767" y="0"/>
                </a:moveTo>
                <a:lnTo>
                  <a:pt x="0" y="15756"/>
                </a:lnTo>
                <a:lnTo>
                  <a:pt x="36256" y="54471"/>
                </a:lnTo>
                <a:lnTo>
                  <a:pt x="13342" y="112544"/>
                </a:lnTo>
                <a:lnTo>
                  <a:pt x="56559" y="121097"/>
                </a:lnTo>
                <a:lnTo>
                  <a:pt x="99486" y="99939"/>
                </a:lnTo>
                <a:lnTo>
                  <a:pt x="141543" y="82382"/>
                </a:lnTo>
                <a:lnTo>
                  <a:pt x="105287" y="45468"/>
                </a:lnTo>
                <a:lnTo>
                  <a:pt x="64391" y="21158"/>
                </a:lnTo>
                <a:lnTo>
                  <a:pt x="41767" y="0"/>
                </a:lnTo>
                <a:close/>
                <a:moveTo>
                  <a:pt x="4176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83D96-CD52-457B-A52F-9206F1C0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44" y="780419"/>
            <a:ext cx="1697357" cy="2372421"/>
          </a:xfrm>
          <a:custGeom xmlns:a="http://schemas.openxmlformats.org/drawingml/2006/main">
            <a:pathLst>
              <a:path w="1697357" h="2372421">
                <a:moveTo>
                  <a:pt x="37416" y="31512"/>
                </a:moveTo>
                <a:lnTo>
                  <a:pt x="82664" y="40516"/>
                </a:lnTo>
                <a:lnTo>
                  <a:pt x="43217" y="75629"/>
                </a:lnTo>
                <a:lnTo>
                  <a:pt x="0" y="81032"/>
                </a:lnTo>
                <a:lnTo>
                  <a:pt x="39736" y="110743"/>
                </a:lnTo>
                <a:lnTo>
                  <a:pt x="82664" y="103540"/>
                </a:lnTo>
                <a:lnTo>
                  <a:pt x="40897" y="121547"/>
                </a:lnTo>
                <a:lnTo>
                  <a:pt x="75992" y="163414"/>
                </a:lnTo>
                <a:lnTo>
                  <a:pt x="117759" y="144056"/>
                </a:lnTo>
                <a:lnTo>
                  <a:pt x="155175" y="108942"/>
                </a:lnTo>
                <a:lnTo>
                  <a:pt x="191431" y="73829"/>
                </a:lnTo>
                <a:lnTo>
                  <a:pt x="164457" y="124698"/>
                </a:lnTo>
                <a:lnTo>
                  <a:pt x="131391" y="170616"/>
                </a:lnTo>
                <a:lnTo>
                  <a:pt x="174609" y="180970"/>
                </a:lnTo>
                <a:lnTo>
                  <a:pt x="214345" y="149458"/>
                </a:lnTo>
                <a:lnTo>
                  <a:pt x="178959" y="189974"/>
                </a:lnTo>
                <a:lnTo>
                  <a:pt x="136032" y="184572"/>
                </a:lnTo>
                <a:lnTo>
                  <a:pt x="105287" y="232290"/>
                </a:lnTo>
                <a:lnTo>
                  <a:pt x="107608" y="298916"/>
                </a:lnTo>
                <a:lnTo>
                  <a:pt x="78313" y="349786"/>
                </a:lnTo>
                <a:lnTo>
                  <a:pt x="99776" y="407858"/>
                </a:lnTo>
                <a:lnTo>
                  <a:pt x="82664" y="471333"/>
                </a:lnTo>
                <a:lnTo>
                  <a:pt x="68161" y="534808"/>
                </a:lnTo>
                <a:lnTo>
                  <a:pt x="106447" y="568121"/>
                </a:lnTo>
                <a:lnTo>
                  <a:pt x="121240" y="504646"/>
                </a:lnTo>
                <a:lnTo>
                  <a:pt x="134872" y="439821"/>
                </a:lnTo>
                <a:lnTo>
                  <a:pt x="141833" y="372745"/>
                </a:lnTo>
                <a:lnTo>
                  <a:pt x="167647" y="314672"/>
                </a:lnTo>
                <a:lnTo>
                  <a:pt x="206224" y="279559"/>
                </a:lnTo>
                <a:lnTo>
                  <a:pt x="244800" y="248046"/>
                </a:lnTo>
                <a:lnTo>
                  <a:pt x="208544" y="284961"/>
                </a:lnTo>
                <a:lnTo>
                  <a:pt x="169968" y="320074"/>
                </a:lnTo>
                <a:lnTo>
                  <a:pt x="163297" y="386700"/>
                </a:lnTo>
                <a:lnTo>
                  <a:pt x="207384" y="370944"/>
                </a:lnTo>
                <a:lnTo>
                  <a:pt x="250311" y="353387"/>
                </a:lnTo>
                <a:lnTo>
                  <a:pt x="251471" y="286761"/>
                </a:lnTo>
                <a:lnTo>
                  <a:pt x="274385" y="344834"/>
                </a:lnTo>
                <a:lnTo>
                  <a:pt x="318472" y="356989"/>
                </a:lnTo>
                <a:lnTo>
                  <a:pt x="273225" y="351587"/>
                </a:lnTo>
                <a:lnTo>
                  <a:pt x="261913" y="416862"/>
                </a:lnTo>
                <a:lnTo>
                  <a:pt x="292368" y="467732"/>
                </a:lnTo>
                <a:lnTo>
                  <a:pt x="286857" y="534808"/>
                </a:lnTo>
                <a:lnTo>
                  <a:pt x="261913" y="590629"/>
                </a:lnTo>
                <a:lnTo>
                  <a:pt x="231168" y="638348"/>
                </a:lnTo>
                <a:lnTo>
                  <a:pt x="227687" y="706775"/>
                </a:lnTo>
                <a:lnTo>
                  <a:pt x="240159" y="772050"/>
                </a:lnTo>
                <a:lnTo>
                  <a:pt x="272064" y="721180"/>
                </a:lnTo>
                <a:lnTo>
                  <a:pt x="312671" y="749091"/>
                </a:lnTo>
                <a:lnTo>
                  <a:pt x="354728" y="780603"/>
                </a:lnTo>
                <a:lnTo>
                  <a:pt x="359369" y="713977"/>
                </a:lnTo>
                <a:lnTo>
                  <a:pt x="403456" y="721180"/>
                </a:lnTo>
                <a:lnTo>
                  <a:pt x="442032" y="752692"/>
                </a:lnTo>
                <a:lnTo>
                  <a:pt x="484959" y="738737"/>
                </a:lnTo>
                <a:lnTo>
                  <a:pt x="527016" y="717579"/>
                </a:lnTo>
                <a:lnTo>
                  <a:pt x="567623" y="685616"/>
                </a:lnTo>
                <a:lnTo>
                  <a:pt x="610840" y="685616"/>
                </a:lnTo>
                <a:lnTo>
                  <a:pt x="654927" y="680664"/>
                </a:lnTo>
                <a:lnTo>
                  <a:pt x="612000" y="694620"/>
                </a:lnTo>
                <a:lnTo>
                  <a:pt x="575744" y="733335"/>
                </a:lnTo>
                <a:lnTo>
                  <a:pt x="547319" y="786005"/>
                </a:lnTo>
                <a:lnTo>
                  <a:pt x="538328" y="851281"/>
                </a:lnTo>
                <a:lnTo>
                  <a:pt x="571103" y="896748"/>
                </a:lnTo>
                <a:lnTo>
                  <a:pt x="598368" y="949419"/>
                </a:lnTo>
                <a:lnTo>
                  <a:pt x="633464" y="989935"/>
                </a:lnTo>
                <a:lnTo>
                  <a:pt x="659568" y="937264"/>
                </a:lnTo>
                <a:lnTo>
                  <a:pt x="703655" y="940865"/>
                </a:lnTo>
                <a:lnTo>
                  <a:pt x="684512" y="1000739"/>
                </a:lnTo>
                <a:lnTo>
                  <a:pt x="656087" y="1055210"/>
                </a:lnTo>
                <a:lnTo>
                  <a:pt x="686542" y="1104279"/>
                </a:lnTo>
                <a:lnTo>
                  <a:pt x="652607" y="1146595"/>
                </a:lnTo>
                <a:lnTo>
                  <a:pt x="666239" y="1211421"/>
                </a:lnTo>
                <a:lnTo>
                  <a:pt x="705975" y="1237981"/>
                </a:lnTo>
                <a:lnTo>
                  <a:pt x="663918" y="1215022"/>
                </a:lnTo>
                <a:lnTo>
                  <a:pt x="631143" y="1259139"/>
                </a:lnTo>
                <a:lnTo>
                  <a:pt x="589086" y="1232579"/>
                </a:lnTo>
                <a:lnTo>
                  <a:pt x="543839" y="1248335"/>
                </a:lnTo>
                <a:lnTo>
                  <a:pt x="499752" y="1241582"/>
                </a:lnTo>
                <a:lnTo>
                  <a:pt x="456535" y="1260940"/>
                </a:lnTo>
                <a:lnTo>
                  <a:pt x="413608" y="1276696"/>
                </a:lnTo>
                <a:lnTo>
                  <a:pt x="375031" y="1310009"/>
                </a:lnTo>
                <a:lnTo>
                  <a:pt x="345736" y="1360879"/>
                </a:lnTo>
                <a:lnTo>
                  <a:pt x="304840" y="1387439"/>
                </a:lnTo>
                <a:lnTo>
                  <a:pt x="343416" y="1420752"/>
                </a:lnTo>
                <a:lnTo>
                  <a:pt x="379672" y="1382037"/>
                </a:lnTo>
                <a:lnTo>
                  <a:pt x="422599" y="1375284"/>
                </a:lnTo>
                <a:lnTo>
                  <a:pt x="433911" y="1440109"/>
                </a:lnTo>
                <a:lnTo>
                  <a:pt x="454504" y="1501783"/>
                </a:lnTo>
                <a:lnTo>
                  <a:pt x="428400" y="1556254"/>
                </a:lnTo>
                <a:lnTo>
                  <a:pt x="397655" y="1603523"/>
                </a:lnTo>
                <a:lnTo>
                  <a:pt x="354728" y="1628282"/>
                </a:lnTo>
                <a:lnTo>
                  <a:pt x="309481" y="1642238"/>
                </a:lnTo>
                <a:lnTo>
                  <a:pt x="269744" y="1668798"/>
                </a:lnTo>
                <a:lnTo>
                  <a:pt x="226527" y="1679152"/>
                </a:lnTo>
                <a:lnTo>
                  <a:pt x="185920" y="1709314"/>
                </a:lnTo>
                <a:lnTo>
                  <a:pt x="187081" y="1775940"/>
                </a:lnTo>
                <a:lnTo>
                  <a:pt x="231168" y="1788545"/>
                </a:lnTo>
                <a:lnTo>
                  <a:pt x="273225" y="1809703"/>
                </a:lnTo>
                <a:lnTo>
                  <a:pt x="312671" y="1777740"/>
                </a:lnTo>
                <a:lnTo>
                  <a:pt x="357048" y="1775940"/>
                </a:lnTo>
                <a:lnTo>
                  <a:pt x="399975" y="1797098"/>
                </a:lnTo>
                <a:lnTo>
                  <a:pt x="435071" y="1837614"/>
                </a:lnTo>
                <a:lnTo>
                  <a:pt x="477128" y="1818256"/>
                </a:lnTo>
                <a:lnTo>
                  <a:pt x="509903" y="1864174"/>
                </a:lnTo>
                <a:lnTo>
                  <a:pt x="551960" y="1892085"/>
                </a:lnTo>
                <a:lnTo>
                  <a:pt x="597208" y="1895686"/>
                </a:lnTo>
                <a:lnTo>
                  <a:pt x="637814" y="1869126"/>
                </a:lnTo>
                <a:lnTo>
                  <a:pt x="682191" y="1844817"/>
                </a:lnTo>
                <a:lnTo>
                  <a:pt x="726279" y="1830411"/>
                </a:lnTo>
                <a:lnTo>
                  <a:pt x="801111" y="1756582"/>
                </a:lnTo>
                <a:lnTo>
                  <a:pt x="766015" y="1798899"/>
                </a:lnTo>
                <a:lnTo>
                  <a:pt x="734110" y="1847968"/>
                </a:lnTo>
                <a:lnTo>
                  <a:pt x="694664" y="1879930"/>
                </a:lnTo>
                <a:lnTo>
                  <a:pt x="663918" y="1928999"/>
                </a:lnTo>
                <a:lnTo>
                  <a:pt x="624472" y="1959161"/>
                </a:lnTo>
                <a:lnTo>
                  <a:pt x="578935" y="1964113"/>
                </a:lnTo>
                <a:lnTo>
                  <a:pt x="536008" y="1951958"/>
                </a:lnTo>
                <a:lnTo>
                  <a:pt x="490760" y="1948357"/>
                </a:lnTo>
                <a:lnTo>
                  <a:pt x="446383" y="1951958"/>
                </a:lnTo>
                <a:lnTo>
                  <a:pt x="403456" y="1962312"/>
                </a:lnTo>
                <a:lnTo>
                  <a:pt x="385183" y="2023986"/>
                </a:lnTo>
                <a:lnTo>
                  <a:pt x="341096" y="2018584"/>
                </a:lnTo>
                <a:lnTo>
                  <a:pt x="327464" y="2083859"/>
                </a:lnTo>
                <a:lnTo>
                  <a:pt x="295848" y="2131128"/>
                </a:lnTo>
                <a:lnTo>
                  <a:pt x="258432" y="2166241"/>
                </a:lnTo>
                <a:lnTo>
                  <a:pt x="221016" y="2203606"/>
                </a:lnTo>
                <a:lnTo>
                  <a:pt x="190271" y="2252675"/>
                </a:lnTo>
                <a:lnTo>
                  <a:pt x="150825" y="2284187"/>
                </a:lnTo>
                <a:lnTo>
                  <a:pt x="108768" y="2296792"/>
                </a:lnTo>
                <a:lnTo>
                  <a:pt x="146184" y="2328304"/>
                </a:lnTo>
                <a:lnTo>
                  <a:pt x="181280" y="2372421"/>
                </a:lnTo>
                <a:lnTo>
                  <a:pt x="214345" y="2326504"/>
                </a:lnTo>
                <a:lnTo>
                  <a:pt x="252631" y="2294991"/>
                </a:lnTo>
                <a:lnTo>
                  <a:pt x="286857" y="2252675"/>
                </a:lnTo>
                <a:lnTo>
                  <a:pt x="330944" y="2254476"/>
                </a:lnTo>
                <a:lnTo>
                  <a:pt x="373871" y="2241871"/>
                </a:lnTo>
                <a:lnTo>
                  <a:pt x="419409" y="2241871"/>
                </a:lnTo>
                <a:lnTo>
                  <a:pt x="462336" y="2258077"/>
                </a:lnTo>
                <a:lnTo>
                  <a:pt x="505263" y="2275634"/>
                </a:lnTo>
                <a:lnTo>
                  <a:pt x="539488" y="2231517"/>
                </a:lnTo>
                <a:lnTo>
                  <a:pt x="564432" y="2175245"/>
                </a:lnTo>
                <a:lnTo>
                  <a:pt x="603879" y="2147334"/>
                </a:lnTo>
                <a:lnTo>
                  <a:pt x="647096" y="2132928"/>
                </a:lnTo>
                <a:lnTo>
                  <a:pt x="688863" y="2117172"/>
                </a:lnTo>
                <a:lnTo>
                  <a:pt x="732080" y="2131128"/>
                </a:lnTo>
                <a:lnTo>
                  <a:pt x="773846" y="2161289"/>
                </a:lnTo>
                <a:lnTo>
                  <a:pt x="818224" y="2152286"/>
                </a:lnTo>
                <a:lnTo>
                  <a:pt x="861151" y="2163090"/>
                </a:lnTo>
                <a:lnTo>
                  <a:pt x="898567" y="2127976"/>
                </a:lnTo>
                <a:lnTo>
                  <a:pt x="942654" y="2118973"/>
                </a:lnTo>
                <a:lnTo>
                  <a:pt x="987031" y="2115372"/>
                </a:lnTo>
                <a:lnTo>
                  <a:pt x="1028798" y="2096014"/>
                </a:lnTo>
                <a:lnTo>
                  <a:pt x="1074046" y="2101416"/>
                </a:lnTo>
                <a:lnTo>
                  <a:pt x="1114942" y="2080258"/>
                </a:lnTo>
                <a:lnTo>
                  <a:pt x="1151198" y="2117172"/>
                </a:lnTo>
                <a:lnTo>
                  <a:pt x="1194125" y="2096014"/>
                </a:lnTo>
                <a:lnTo>
                  <a:pt x="1280269" y="2085660"/>
                </a:lnTo>
                <a:lnTo>
                  <a:pt x="1324646" y="2099615"/>
                </a:lnTo>
                <a:lnTo>
                  <a:pt x="1366413" y="2115372"/>
                </a:lnTo>
                <a:lnTo>
                  <a:pt x="1407310" y="2085660"/>
                </a:lnTo>
                <a:lnTo>
                  <a:pt x="1451397" y="2074856"/>
                </a:lnTo>
                <a:lnTo>
                  <a:pt x="1535221" y="2022185"/>
                </a:lnTo>
                <a:lnTo>
                  <a:pt x="1577278" y="2001027"/>
                </a:lnTo>
                <a:lnTo>
                  <a:pt x="1617884" y="1979869"/>
                </a:lnTo>
                <a:lnTo>
                  <a:pt x="1629196" y="1913243"/>
                </a:lnTo>
                <a:lnTo>
                  <a:pt x="1583949" y="1897487"/>
                </a:lnTo>
                <a:lnTo>
                  <a:pt x="1539862" y="1906040"/>
                </a:lnTo>
                <a:lnTo>
                  <a:pt x="1496645" y="1907841"/>
                </a:lnTo>
                <a:lnTo>
                  <a:pt x="1452557" y="1897487"/>
                </a:lnTo>
                <a:lnTo>
                  <a:pt x="1410500" y="1876329"/>
                </a:lnTo>
                <a:lnTo>
                  <a:pt x="1452557" y="1853370"/>
                </a:lnTo>
                <a:lnTo>
                  <a:pt x="1496645" y="1844817"/>
                </a:lnTo>
                <a:lnTo>
                  <a:pt x="1527390" y="1795297"/>
                </a:lnTo>
                <a:lnTo>
                  <a:pt x="1483012" y="1791696"/>
                </a:lnTo>
                <a:lnTo>
                  <a:pt x="1526229" y="1765586"/>
                </a:lnTo>
                <a:lnTo>
                  <a:pt x="1569156" y="1761984"/>
                </a:lnTo>
                <a:lnTo>
                  <a:pt x="1598741" y="1711115"/>
                </a:lnTo>
                <a:lnTo>
                  <a:pt x="1554654" y="1705712"/>
                </a:lnTo>
                <a:lnTo>
                  <a:pt x="1598741" y="1702111"/>
                </a:lnTo>
                <a:lnTo>
                  <a:pt x="1638478" y="1674200"/>
                </a:lnTo>
                <a:lnTo>
                  <a:pt x="1671253" y="1630083"/>
                </a:lnTo>
                <a:lnTo>
                  <a:pt x="1690396" y="1568409"/>
                </a:lnTo>
                <a:lnTo>
                  <a:pt x="1697357" y="1499983"/>
                </a:lnTo>
                <a:lnTo>
                  <a:pt x="1683725" y="1436508"/>
                </a:lnTo>
                <a:lnTo>
                  <a:pt x="1640508" y="1399594"/>
                </a:lnTo>
                <a:lnTo>
                  <a:pt x="1601062" y="1371683"/>
                </a:lnTo>
                <a:lnTo>
                  <a:pt x="1557845" y="1364480"/>
                </a:lnTo>
                <a:lnTo>
                  <a:pt x="1513757" y="1360879"/>
                </a:lnTo>
                <a:lnTo>
                  <a:pt x="1463869" y="1354126"/>
                </a:lnTo>
                <a:lnTo>
                  <a:pt x="1422973" y="1378435"/>
                </a:lnTo>
                <a:lnTo>
                  <a:pt x="1383526" y="1413999"/>
                </a:lnTo>
                <a:lnTo>
                  <a:pt x="1340309" y="1387439"/>
                </a:lnTo>
                <a:lnTo>
                  <a:pt x="1369894" y="1332968"/>
                </a:lnTo>
                <a:lnTo>
                  <a:pt x="1394838" y="1276696"/>
                </a:lnTo>
                <a:lnTo>
                  <a:pt x="1371054" y="1218623"/>
                </a:lnTo>
                <a:lnTo>
                  <a:pt x="1335958" y="1178108"/>
                </a:lnTo>
                <a:lnTo>
                  <a:pt x="1293901" y="1150197"/>
                </a:lnTo>
                <a:lnTo>
                  <a:pt x="1257646" y="1111482"/>
                </a:lnTo>
                <a:lnTo>
                  <a:pt x="1213558" y="1116434"/>
                </a:lnTo>
                <a:lnTo>
                  <a:pt x="1170341" y="1115083"/>
                </a:lnTo>
                <a:lnTo>
                  <a:pt x="1214718" y="1109681"/>
                </a:lnTo>
                <a:lnTo>
                  <a:pt x="1258806" y="1100678"/>
                </a:lnTo>
                <a:lnTo>
                  <a:pt x="1296222" y="1135791"/>
                </a:lnTo>
                <a:lnTo>
                  <a:pt x="1341469" y="1135791"/>
                </a:lnTo>
                <a:lnTo>
                  <a:pt x="1313335" y="1084921"/>
                </a:lnTo>
                <a:lnTo>
                  <a:pt x="1282590" y="1035852"/>
                </a:lnTo>
                <a:lnTo>
                  <a:pt x="1302893" y="975979"/>
                </a:lnTo>
                <a:lnTo>
                  <a:pt x="1261126" y="951219"/>
                </a:lnTo>
                <a:lnTo>
                  <a:pt x="1229511" y="903951"/>
                </a:lnTo>
                <a:lnTo>
                  <a:pt x="1198766" y="854432"/>
                </a:lnTo>
                <a:lnTo>
                  <a:pt x="1156999" y="833724"/>
                </a:lnTo>
                <a:lnTo>
                  <a:pt x="1114942" y="814366"/>
                </a:lnTo>
                <a:lnTo>
                  <a:pt x="1072885" y="796810"/>
                </a:lnTo>
                <a:lnTo>
                  <a:pt x="1037790" y="754493"/>
                </a:lnTo>
                <a:lnTo>
                  <a:pt x="1025318" y="689218"/>
                </a:lnTo>
                <a:lnTo>
                  <a:pt x="994863" y="641949"/>
                </a:lnTo>
                <a:lnTo>
                  <a:pt x="977750" y="578475"/>
                </a:lnTo>
                <a:lnTo>
                  <a:pt x="973399" y="511849"/>
                </a:lnTo>
                <a:lnTo>
                  <a:pt x="941494" y="465931"/>
                </a:lnTo>
                <a:lnTo>
                  <a:pt x="902047" y="434419"/>
                </a:lnTo>
                <a:lnTo>
                  <a:pt x="870142" y="388501"/>
                </a:lnTo>
                <a:lnTo>
                  <a:pt x="829536" y="362391"/>
                </a:lnTo>
                <a:lnTo>
                  <a:pt x="787479" y="341233"/>
                </a:lnTo>
                <a:lnTo>
                  <a:pt x="746582" y="320074"/>
                </a:lnTo>
                <a:lnTo>
                  <a:pt x="702495" y="323676"/>
                </a:lnTo>
                <a:lnTo>
                  <a:pt x="663918" y="353387"/>
                </a:lnTo>
                <a:lnTo>
                  <a:pt x="619831" y="343033"/>
                </a:lnTo>
                <a:lnTo>
                  <a:pt x="576904" y="337631"/>
                </a:lnTo>
                <a:lnTo>
                  <a:pt x="532527" y="332229"/>
                </a:lnTo>
                <a:lnTo>
                  <a:pt x="493951" y="302518"/>
                </a:lnTo>
                <a:lnTo>
                  <a:pt x="534847" y="323676"/>
                </a:lnTo>
                <a:lnTo>
                  <a:pt x="577774" y="334030"/>
                </a:lnTo>
                <a:lnTo>
                  <a:pt x="619831" y="316473"/>
                </a:lnTo>
                <a:lnTo>
                  <a:pt x="659568" y="281359"/>
                </a:lnTo>
                <a:lnTo>
                  <a:pt x="703655" y="274157"/>
                </a:lnTo>
                <a:lnTo>
                  <a:pt x="744552" y="254799"/>
                </a:lnTo>
                <a:lnTo>
                  <a:pt x="709456" y="216084"/>
                </a:lnTo>
                <a:lnTo>
                  <a:pt x="667399" y="195376"/>
                </a:lnTo>
                <a:lnTo>
                  <a:pt x="624472" y="214733"/>
                </a:lnTo>
                <a:lnTo>
                  <a:pt x="665079" y="186372"/>
                </a:lnTo>
                <a:lnTo>
                  <a:pt x="709456" y="176018"/>
                </a:lnTo>
                <a:lnTo>
                  <a:pt x="751223" y="153059"/>
                </a:lnTo>
                <a:lnTo>
                  <a:pt x="786318" y="108942"/>
                </a:lnTo>
                <a:lnTo>
                  <a:pt x="819094" y="63475"/>
                </a:lnTo>
                <a:lnTo>
                  <a:pt x="844038" y="7203"/>
                </a:lnTo>
                <a:lnTo>
                  <a:pt x="848510" y="0"/>
                </a:lnTo>
                <a:lnTo>
                  <a:pt x="69357" y="0"/>
                </a:lnTo>
                <a:lnTo>
                  <a:pt x="37416" y="31512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E66329B-DC33-43BB-8AFB-58632DA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98" y="780419"/>
            <a:ext cx="1717450" cy="2381675"/>
          </a:xfrm>
          <a:custGeom xmlns:a="http://schemas.openxmlformats.org/drawingml/2006/main">
            <a:pathLst>
              <a:path w="1717450" h="2381675">
                <a:moveTo>
                  <a:pt x="46241" y="119387"/>
                </a:moveTo>
                <a:lnTo>
                  <a:pt x="52692" y="116605"/>
                </a:lnTo>
                <a:lnTo>
                  <a:pt x="0" y="77207"/>
                </a:lnTo>
                <a:lnTo>
                  <a:pt x="55245" y="70301"/>
                </a:lnTo>
                <a:lnTo>
                  <a:pt x="85011" y="43805"/>
                </a:lnTo>
                <a:lnTo>
                  <a:pt x="40437" y="34935"/>
                </a:lnTo>
                <a:lnTo>
                  <a:pt x="75847" y="0"/>
                </a:lnTo>
                <a:lnTo>
                  <a:pt x="142705" y="0"/>
                </a:lnTo>
                <a:lnTo>
                  <a:pt x="147338" y="4946"/>
                </a:lnTo>
                <a:lnTo>
                  <a:pt x="91377" y="375"/>
                </a:lnTo>
                <a:lnTo>
                  <a:pt x="63286" y="28089"/>
                </a:lnTo>
                <a:lnTo>
                  <a:pt x="109207" y="37227"/>
                </a:lnTo>
                <a:lnTo>
                  <a:pt x="60079" y="80958"/>
                </a:lnTo>
                <a:lnTo>
                  <a:pt x="28891" y="84856"/>
                </a:lnTo>
                <a:lnTo>
                  <a:pt x="55614" y="104838"/>
                </a:lnTo>
                <a:lnTo>
                  <a:pt x="123269" y="93486"/>
                </a:lnTo>
                <a:lnTo>
                  <a:pt x="124540" y="97798"/>
                </a:lnTo>
                <a:lnTo>
                  <a:pt x="64443" y="123708"/>
                </a:lnTo>
                <a:lnTo>
                  <a:pt x="91971" y="156545"/>
                </a:lnTo>
                <a:lnTo>
                  <a:pt x="129038" y="139366"/>
                </a:lnTo>
                <a:lnTo>
                  <a:pt x="165765" y="104898"/>
                </a:lnTo>
                <a:lnTo>
                  <a:pt x="221671" y="50754"/>
                </a:lnTo>
                <a:lnTo>
                  <a:pt x="223648" y="52240"/>
                </a:lnTo>
                <a:lnTo>
                  <a:pt x="183659" y="127653"/>
                </a:lnTo>
                <a:lnTo>
                  <a:pt x="155237" y="167123"/>
                </a:lnTo>
                <a:lnTo>
                  <a:pt x="187712" y="174904"/>
                </a:lnTo>
                <a:lnTo>
                  <a:pt x="246898" y="127968"/>
                </a:lnTo>
                <a:lnTo>
                  <a:pt x="251115" y="132390"/>
                </a:lnTo>
                <a:lnTo>
                  <a:pt x="195657" y="195888"/>
                </a:lnTo>
                <a:lnTo>
                  <a:pt x="153269" y="190554"/>
                </a:lnTo>
                <a:lnTo>
                  <a:pt x="125377" y="233845"/>
                </a:lnTo>
                <a:lnTo>
                  <a:pt x="127692" y="300319"/>
                </a:lnTo>
                <a:lnTo>
                  <a:pt x="98906" y="350305"/>
                </a:lnTo>
                <a:lnTo>
                  <a:pt x="120080" y="407593"/>
                </a:lnTo>
                <a:lnTo>
                  <a:pt x="102531" y="472683"/>
                </a:lnTo>
                <a:lnTo>
                  <a:pt x="88799" y="532790"/>
                </a:lnTo>
                <a:lnTo>
                  <a:pt x="117558" y="557813"/>
                </a:lnTo>
                <a:lnTo>
                  <a:pt x="130230" y="503437"/>
                </a:lnTo>
                <a:lnTo>
                  <a:pt x="143790" y="438955"/>
                </a:lnTo>
                <a:lnTo>
                  <a:pt x="150813" y="371286"/>
                </a:lnTo>
                <a:lnTo>
                  <a:pt x="177464" y="311330"/>
                </a:lnTo>
                <a:lnTo>
                  <a:pt x="217019" y="275326"/>
                </a:lnTo>
                <a:lnTo>
                  <a:pt x="277141" y="226214"/>
                </a:lnTo>
                <a:lnTo>
                  <a:pt x="282621" y="232220"/>
                </a:lnTo>
                <a:lnTo>
                  <a:pt x="226866" y="288987"/>
                </a:lnTo>
                <a:lnTo>
                  <a:pt x="189759" y="322763"/>
                </a:lnTo>
                <a:lnTo>
                  <a:pt x="184181" y="378466"/>
                </a:lnTo>
                <a:lnTo>
                  <a:pt x="219831" y="365725"/>
                </a:lnTo>
                <a:lnTo>
                  <a:pt x="259234" y="349610"/>
                </a:lnTo>
                <a:lnTo>
                  <a:pt x="260807" y="259297"/>
                </a:lnTo>
                <a:lnTo>
                  <a:pt x="261067" y="259250"/>
                </a:lnTo>
                <a:lnTo>
                  <a:pt x="293004" y="340189"/>
                </a:lnTo>
                <a:lnTo>
                  <a:pt x="361004" y="358937"/>
                </a:lnTo>
                <a:lnTo>
                  <a:pt x="359654" y="365808"/>
                </a:lnTo>
                <a:lnTo>
                  <a:pt x="292270" y="357762"/>
                </a:lnTo>
                <a:lnTo>
                  <a:pt x="282217" y="415772"/>
                </a:lnTo>
                <a:lnTo>
                  <a:pt x="312528" y="466401"/>
                </a:lnTo>
                <a:lnTo>
                  <a:pt x="306792" y="536216"/>
                </a:lnTo>
                <a:lnTo>
                  <a:pt x="281285" y="593298"/>
                </a:lnTo>
                <a:lnTo>
                  <a:pt x="251117" y="640121"/>
                </a:lnTo>
                <a:lnTo>
                  <a:pt x="247747" y="706387"/>
                </a:lnTo>
                <a:lnTo>
                  <a:pt x="257425" y="757039"/>
                </a:lnTo>
                <a:lnTo>
                  <a:pt x="284873" y="713275"/>
                </a:lnTo>
                <a:lnTo>
                  <a:pt x="330375" y="744551"/>
                </a:lnTo>
                <a:lnTo>
                  <a:pt x="364313" y="769980"/>
                </a:lnTo>
                <a:lnTo>
                  <a:pt x="368666" y="707475"/>
                </a:lnTo>
                <a:lnTo>
                  <a:pt x="420278" y="715907"/>
                </a:lnTo>
                <a:lnTo>
                  <a:pt x="457650" y="746436"/>
                </a:lnTo>
                <a:lnTo>
                  <a:pt x="497273" y="733555"/>
                </a:lnTo>
                <a:lnTo>
                  <a:pt x="538448" y="712841"/>
                </a:lnTo>
                <a:lnTo>
                  <a:pt x="580133" y="680029"/>
                </a:lnTo>
                <a:lnTo>
                  <a:pt x="624972" y="680029"/>
                </a:lnTo>
                <a:lnTo>
                  <a:pt x="696088" y="672041"/>
                </a:lnTo>
                <a:lnTo>
                  <a:pt x="697263" y="677472"/>
                </a:lnTo>
                <a:lnTo>
                  <a:pt x="629540" y="699488"/>
                </a:lnTo>
                <a:lnTo>
                  <a:pt x="594762" y="736625"/>
                </a:lnTo>
                <a:lnTo>
                  <a:pt x="567162" y="787769"/>
                </a:lnTo>
                <a:lnTo>
                  <a:pt x="558613" y="849828"/>
                </a:lnTo>
                <a:lnTo>
                  <a:pt x="590321" y="893815"/>
                </a:lnTo>
                <a:lnTo>
                  <a:pt x="617470" y="946262"/>
                </a:lnTo>
                <a:lnTo>
                  <a:pt x="646633" y="979928"/>
                </a:lnTo>
                <a:lnTo>
                  <a:pt x="670690" y="931387"/>
                </a:lnTo>
                <a:lnTo>
                  <a:pt x="725563" y="935869"/>
                </a:lnTo>
                <a:lnTo>
                  <a:pt x="704133" y="1002898"/>
                </a:lnTo>
                <a:lnTo>
                  <a:pt x="676960" y="1054970"/>
                </a:lnTo>
                <a:lnTo>
                  <a:pt x="707819" y="1104691"/>
                </a:lnTo>
                <a:lnTo>
                  <a:pt x="673063" y="1148030"/>
                </a:lnTo>
                <a:lnTo>
                  <a:pt x="685683" y="1208041"/>
                </a:lnTo>
                <a:lnTo>
                  <a:pt x="746565" y="1248736"/>
                </a:lnTo>
                <a:lnTo>
                  <a:pt x="742068" y="1256164"/>
                </a:lnTo>
                <a:lnTo>
                  <a:pt x="679951" y="1222254"/>
                </a:lnTo>
                <a:lnTo>
                  <a:pt x="646984" y="1266629"/>
                </a:lnTo>
                <a:lnTo>
                  <a:pt x="602825" y="1238741"/>
                </a:lnTo>
                <a:lnTo>
                  <a:pt x="558811" y="1254068"/>
                </a:lnTo>
                <a:lnTo>
                  <a:pt x="514978" y="1247354"/>
                </a:lnTo>
                <a:lnTo>
                  <a:pt x="473087" y="1266118"/>
                </a:lnTo>
                <a:lnTo>
                  <a:pt x="430934" y="1281590"/>
                </a:lnTo>
                <a:lnTo>
                  <a:pt x="393845" y="1313618"/>
                </a:lnTo>
                <a:lnTo>
                  <a:pt x="364352" y="1364832"/>
                </a:lnTo>
                <a:lnTo>
                  <a:pt x="328567" y="1388073"/>
                </a:lnTo>
                <a:lnTo>
                  <a:pt x="357452" y="1413016"/>
                </a:lnTo>
                <a:lnTo>
                  <a:pt x="391352" y="1376816"/>
                </a:lnTo>
                <a:lnTo>
                  <a:pt x="441604" y="1368911"/>
                </a:lnTo>
                <a:lnTo>
                  <a:pt x="453788" y="1438737"/>
                </a:lnTo>
                <a:lnTo>
                  <a:pt x="474965" y="1502159"/>
                </a:lnTo>
                <a:lnTo>
                  <a:pt x="447727" y="1558996"/>
                </a:lnTo>
                <a:lnTo>
                  <a:pt x="416053" y="1607693"/>
                </a:lnTo>
                <a:lnTo>
                  <a:pt x="371420" y="1633436"/>
                </a:lnTo>
                <a:lnTo>
                  <a:pt x="326352" y="1647336"/>
                </a:lnTo>
                <a:lnTo>
                  <a:pt x="286463" y="1673999"/>
                </a:lnTo>
                <a:lnTo>
                  <a:pt x="243386" y="1684319"/>
                </a:lnTo>
                <a:lnTo>
                  <a:pt x="206002" y="1712087"/>
                </a:lnTo>
                <a:lnTo>
                  <a:pt x="207040" y="1771705"/>
                </a:lnTo>
                <a:lnTo>
                  <a:pt x="247654" y="1783317"/>
                </a:lnTo>
                <a:lnTo>
                  <a:pt x="286957" y="1803090"/>
                </a:lnTo>
                <a:lnTo>
                  <a:pt x="325039" y="1772233"/>
                </a:lnTo>
                <a:lnTo>
                  <a:pt x="372688" y="1770300"/>
                </a:lnTo>
                <a:lnTo>
                  <a:pt x="417904" y="1792586"/>
                </a:lnTo>
                <a:lnTo>
                  <a:pt x="450992" y="1830784"/>
                </a:lnTo>
                <a:lnTo>
                  <a:pt x="493436" y="1811249"/>
                </a:lnTo>
                <a:lnTo>
                  <a:pt x="528297" y="1860089"/>
                </a:lnTo>
                <a:lnTo>
                  <a:pt x="568290" y="1886630"/>
                </a:lnTo>
                <a:lnTo>
                  <a:pt x="610193" y="1889965"/>
                </a:lnTo>
                <a:lnTo>
                  <a:pt x="649384" y="1864331"/>
                </a:lnTo>
                <a:lnTo>
                  <a:pt x="694408" y="1839667"/>
                </a:lnTo>
                <a:lnTo>
                  <a:pt x="737737" y="1825509"/>
                </a:lnTo>
                <a:lnTo>
                  <a:pt x="831345" y="1733157"/>
                </a:lnTo>
                <a:lnTo>
                  <a:pt x="837534" y="1738835"/>
                </a:lnTo>
                <a:lnTo>
                  <a:pt x="784968" y="1802216"/>
                </a:lnTo>
                <a:lnTo>
                  <a:pt x="752758" y="1851753"/>
                </a:lnTo>
                <a:lnTo>
                  <a:pt x="713349" y="1883685"/>
                </a:lnTo>
                <a:lnTo>
                  <a:pt x="682561" y="1932823"/>
                </a:lnTo>
                <a:lnTo>
                  <a:pt x="641072" y="1964547"/>
                </a:lnTo>
                <a:lnTo>
                  <a:pt x="592904" y="1969785"/>
                </a:lnTo>
                <a:lnTo>
                  <a:pt x="549461" y="1957484"/>
                </a:lnTo>
                <a:lnTo>
                  <a:pt x="505210" y="1953962"/>
                </a:lnTo>
                <a:lnTo>
                  <a:pt x="461715" y="1957492"/>
                </a:lnTo>
                <a:lnTo>
                  <a:pt x="422343" y="1966988"/>
                </a:lnTo>
                <a:lnTo>
                  <a:pt x="403642" y="2030107"/>
                </a:lnTo>
                <a:lnTo>
                  <a:pt x="359960" y="2024754"/>
                </a:lnTo>
                <a:lnTo>
                  <a:pt x="347156" y="2086064"/>
                </a:lnTo>
                <a:lnTo>
                  <a:pt x="314583" y="2134765"/>
                </a:lnTo>
                <a:lnTo>
                  <a:pt x="276764" y="2170256"/>
                </a:lnTo>
                <a:lnTo>
                  <a:pt x="239859" y="2207110"/>
                </a:lnTo>
                <a:lnTo>
                  <a:pt x="208946" y="2256447"/>
                </a:lnTo>
                <a:lnTo>
                  <a:pt x="167911" y="2289228"/>
                </a:lnTo>
                <a:lnTo>
                  <a:pt x="134717" y="2299177"/>
                </a:lnTo>
                <a:lnTo>
                  <a:pt x="164655" y="2324390"/>
                </a:lnTo>
                <a:lnTo>
                  <a:pt x="195503" y="2363168"/>
                </a:lnTo>
                <a:lnTo>
                  <a:pt x="224680" y="2322651"/>
                </a:lnTo>
                <a:lnTo>
                  <a:pt x="263089" y="2291038"/>
                </a:lnTo>
                <a:lnTo>
                  <a:pt x="298724" y="2246978"/>
                </a:lnTo>
                <a:lnTo>
                  <a:pt x="344698" y="2248856"/>
                </a:lnTo>
                <a:lnTo>
                  <a:pt x="387513" y="2236284"/>
                </a:lnTo>
                <a:lnTo>
                  <a:pt x="434873" y="2236284"/>
                </a:lnTo>
                <a:lnTo>
                  <a:pt x="478825" y="2252877"/>
                </a:lnTo>
                <a:lnTo>
                  <a:pt x="517895" y="2268856"/>
                </a:lnTo>
                <a:lnTo>
                  <a:pt x="549102" y="2228630"/>
                </a:lnTo>
                <a:lnTo>
                  <a:pt x="574394" y="2171573"/>
                </a:lnTo>
                <a:lnTo>
                  <a:pt x="615772" y="2142295"/>
                </a:lnTo>
                <a:lnTo>
                  <a:pt x="659671" y="2127663"/>
                </a:lnTo>
                <a:lnTo>
                  <a:pt x="703165" y="2111255"/>
                </a:lnTo>
                <a:lnTo>
                  <a:pt x="749081" y="2126082"/>
                </a:lnTo>
                <a:lnTo>
                  <a:pt x="789579" y="2155327"/>
                </a:lnTo>
                <a:lnTo>
                  <a:pt x="832802" y="2146558"/>
                </a:lnTo>
                <a:lnTo>
                  <a:pt x="873999" y="2156927"/>
                </a:lnTo>
                <a:lnTo>
                  <a:pt x="910343" y="2122819"/>
                </a:lnTo>
                <a:lnTo>
                  <a:pt x="956312" y="2113432"/>
                </a:lnTo>
                <a:lnTo>
                  <a:pt x="1000031" y="2109883"/>
                </a:lnTo>
                <a:lnTo>
                  <a:pt x="1042332" y="2090279"/>
                </a:lnTo>
                <a:lnTo>
                  <a:pt x="1087448" y="2095665"/>
                </a:lnTo>
                <a:lnTo>
                  <a:pt x="1130483" y="2073401"/>
                </a:lnTo>
                <a:lnTo>
                  <a:pt x="1166798" y="2110374"/>
                </a:lnTo>
                <a:lnTo>
                  <a:pt x="1206956" y="2090581"/>
                </a:lnTo>
                <a:lnTo>
                  <a:pt x="1295243" y="2079969"/>
                </a:lnTo>
                <a:lnTo>
                  <a:pt x="1340917" y="2094333"/>
                </a:lnTo>
                <a:lnTo>
                  <a:pt x="1380012" y="2109081"/>
                </a:lnTo>
                <a:lnTo>
                  <a:pt x="1419359" y="2080495"/>
                </a:lnTo>
                <a:lnTo>
                  <a:pt x="1463635" y="2069644"/>
                </a:lnTo>
                <a:lnTo>
                  <a:pt x="1546918" y="2017314"/>
                </a:lnTo>
                <a:lnTo>
                  <a:pt x="1589177" y="1996054"/>
                </a:lnTo>
                <a:lnTo>
                  <a:pt x="1627286" y="1976197"/>
                </a:lnTo>
                <a:lnTo>
                  <a:pt x="1637343" y="1916966"/>
                </a:lnTo>
                <a:lnTo>
                  <a:pt x="1597979" y="1903259"/>
                </a:lnTo>
                <a:lnTo>
                  <a:pt x="1554959" y="1911605"/>
                </a:lnTo>
                <a:lnTo>
                  <a:pt x="1510558" y="1913455"/>
                </a:lnTo>
                <a:lnTo>
                  <a:pt x="1465082" y="1902775"/>
                </a:lnTo>
                <a:lnTo>
                  <a:pt x="1412916" y="1876531"/>
                </a:lnTo>
                <a:lnTo>
                  <a:pt x="1465087" y="1848050"/>
                </a:lnTo>
                <a:lnTo>
                  <a:pt x="1507630" y="1839796"/>
                </a:lnTo>
                <a:lnTo>
                  <a:pt x="1532261" y="1800126"/>
                </a:lnTo>
                <a:lnTo>
                  <a:pt x="1479754" y="1795865"/>
                </a:lnTo>
                <a:lnTo>
                  <a:pt x="1538905" y="1760128"/>
                </a:lnTo>
                <a:lnTo>
                  <a:pt x="1580235" y="1756660"/>
                </a:lnTo>
                <a:lnTo>
                  <a:pt x="1604097" y="1715630"/>
                </a:lnTo>
                <a:lnTo>
                  <a:pt x="1541114" y="1707912"/>
                </a:lnTo>
                <a:lnTo>
                  <a:pt x="1541226" y="1702384"/>
                </a:lnTo>
                <a:lnTo>
                  <a:pt x="1611218" y="1696666"/>
                </a:lnTo>
                <a:lnTo>
                  <a:pt x="1648975" y="1670146"/>
                </a:lnTo>
                <a:lnTo>
                  <a:pt x="1680645" y="1627516"/>
                </a:lnTo>
                <a:lnTo>
                  <a:pt x="1699340" y="1567287"/>
                </a:lnTo>
                <a:lnTo>
                  <a:pt x="1706155" y="1500294"/>
                </a:lnTo>
                <a:lnTo>
                  <a:pt x="1693105" y="1439529"/>
                </a:lnTo>
                <a:lnTo>
                  <a:pt x="1651518" y="1404007"/>
                </a:lnTo>
                <a:lnTo>
                  <a:pt x="1613325" y="1376983"/>
                </a:lnTo>
                <a:lnTo>
                  <a:pt x="1571602" y="1370029"/>
                </a:lnTo>
                <a:lnTo>
                  <a:pt x="1527600" y="1366435"/>
                </a:lnTo>
                <a:lnTo>
                  <a:pt x="1479495" y="1359924"/>
                </a:lnTo>
                <a:lnTo>
                  <a:pt x="1440748" y="1382955"/>
                </a:lnTo>
                <a:lnTo>
                  <a:pt x="1398608" y="1420948"/>
                </a:lnTo>
                <a:lnTo>
                  <a:pt x="1347317" y="1389426"/>
                </a:lnTo>
                <a:lnTo>
                  <a:pt x="1379322" y="1330498"/>
                </a:lnTo>
                <a:lnTo>
                  <a:pt x="1403210" y="1276609"/>
                </a:lnTo>
                <a:lnTo>
                  <a:pt x="1380676" y="1221589"/>
                </a:lnTo>
                <a:lnTo>
                  <a:pt x="1346679" y="1182341"/>
                </a:lnTo>
                <a:lnTo>
                  <a:pt x="1304714" y="1154491"/>
                </a:lnTo>
                <a:lnTo>
                  <a:pt x="1269929" y="1117347"/>
                </a:lnTo>
                <a:lnTo>
                  <a:pt x="1228229" y="1122030"/>
                </a:lnTo>
                <a:lnTo>
                  <a:pt x="1157036" y="1119806"/>
                </a:lnTo>
                <a:lnTo>
                  <a:pt x="1156724" y="1112871"/>
                </a:lnTo>
                <a:lnTo>
                  <a:pt x="1228266" y="1104162"/>
                </a:lnTo>
                <a:lnTo>
                  <a:pt x="1274966" y="1094625"/>
                </a:lnTo>
                <a:lnTo>
                  <a:pt x="1312878" y="1130204"/>
                </a:lnTo>
                <a:lnTo>
                  <a:pt x="1346440" y="1130204"/>
                </a:lnTo>
                <a:lnTo>
                  <a:pt x="1322965" y="1087759"/>
                </a:lnTo>
                <a:lnTo>
                  <a:pt x="1290892" y="1036571"/>
                </a:lnTo>
                <a:lnTo>
                  <a:pt x="1310592" y="978475"/>
                </a:lnTo>
                <a:lnTo>
                  <a:pt x="1271632" y="955379"/>
                </a:lnTo>
                <a:lnTo>
                  <a:pt x="1239260" y="906979"/>
                </a:lnTo>
                <a:lnTo>
                  <a:pt x="1209304" y="858731"/>
                </a:lnTo>
                <a:lnTo>
                  <a:pt x="1169035" y="838765"/>
                </a:lnTo>
                <a:lnTo>
                  <a:pt x="1127143" y="819483"/>
                </a:lnTo>
                <a:lnTo>
                  <a:pt x="1083909" y="801435"/>
                </a:lnTo>
                <a:lnTo>
                  <a:pt x="1047017" y="756953"/>
                </a:lnTo>
                <a:lnTo>
                  <a:pt x="1034479" y="691332"/>
                </a:lnTo>
                <a:lnTo>
                  <a:pt x="1004140" y="644244"/>
                </a:lnTo>
                <a:lnTo>
                  <a:pt x="986656" y="579393"/>
                </a:lnTo>
                <a:lnTo>
                  <a:pt x="982370" y="513762"/>
                </a:lnTo>
                <a:lnTo>
                  <a:pt x="951816" y="469788"/>
                </a:lnTo>
                <a:lnTo>
                  <a:pt x="912369" y="438276"/>
                </a:lnTo>
                <a:lnTo>
                  <a:pt x="880632" y="392600"/>
                </a:lnTo>
                <a:lnTo>
                  <a:pt x="841207" y="367249"/>
                </a:lnTo>
                <a:lnTo>
                  <a:pt x="799385" y="346209"/>
                </a:lnTo>
                <a:lnTo>
                  <a:pt x="759884" y="325773"/>
                </a:lnTo>
                <a:lnTo>
                  <a:pt x="719041" y="329110"/>
                </a:lnTo>
                <a:lnTo>
                  <a:pt x="679670" y="359433"/>
                </a:lnTo>
                <a:lnTo>
                  <a:pt x="633286" y="348540"/>
                </a:lnTo>
                <a:lnTo>
                  <a:pt x="590663" y="343176"/>
                </a:lnTo>
                <a:lnTo>
                  <a:pt x="544777" y="337590"/>
                </a:lnTo>
                <a:lnTo>
                  <a:pt x="483163" y="290135"/>
                </a:lnTo>
                <a:lnTo>
                  <a:pt x="486497" y="284898"/>
                </a:lnTo>
                <a:lnTo>
                  <a:pt x="551260" y="318403"/>
                </a:lnTo>
                <a:lnTo>
                  <a:pt x="591754" y="328170"/>
                </a:lnTo>
                <a:lnTo>
                  <a:pt x="631270" y="311674"/>
                </a:lnTo>
                <a:lnTo>
                  <a:pt x="671521" y="276105"/>
                </a:lnTo>
                <a:lnTo>
                  <a:pt x="716422" y="268770"/>
                </a:lnTo>
                <a:lnTo>
                  <a:pt x="749799" y="252971"/>
                </a:lnTo>
                <a:lnTo>
                  <a:pt x="720477" y="220626"/>
                </a:lnTo>
                <a:lnTo>
                  <a:pt x="681740" y="201552"/>
                </a:lnTo>
                <a:lnTo>
                  <a:pt x="616113" y="231146"/>
                </a:lnTo>
                <a:lnTo>
                  <a:pt x="613144" y="225920"/>
                </a:lnTo>
                <a:lnTo>
                  <a:pt x="677207" y="181176"/>
                </a:lnTo>
                <a:lnTo>
                  <a:pt x="721883" y="170752"/>
                </a:lnTo>
                <a:lnTo>
                  <a:pt x="761994" y="148704"/>
                </a:lnTo>
                <a:lnTo>
                  <a:pt x="796309" y="105568"/>
                </a:lnTo>
                <a:lnTo>
                  <a:pt x="828667" y="60679"/>
                </a:lnTo>
                <a:lnTo>
                  <a:pt x="853532" y="4585"/>
                </a:lnTo>
                <a:lnTo>
                  <a:pt x="856379" y="0"/>
                </a:lnTo>
                <a:lnTo>
                  <a:pt x="869532" y="0"/>
                </a:lnTo>
                <a:lnTo>
                  <a:pt x="863434" y="9821"/>
                </a:lnTo>
                <a:lnTo>
                  <a:pt x="838411" y="66270"/>
                </a:lnTo>
                <a:lnTo>
                  <a:pt x="805219" y="112317"/>
                </a:lnTo>
                <a:lnTo>
                  <a:pt x="769342" y="157415"/>
                </a:lnTo>
                <a:lnTo>
                  <a:pt x="725919" y="181285"/>
                </a:lnTo>
                <a:lnTo>
                  <a:pt x="685179" y="190790"/>
                </a:lnTo>
                <a:lnTo>
                  <a:pt x="727325" y="211542"/>
                </a:lnTo>
                <a:lnTo>
                  <a:pt x="768195" y="256627"/>
                </a:lnTo>
                <a:lnTo>
                  <a:pt x="719779" y="279543"/>
                </a:lnTo>
                <a:lnTo>
                  <a:pt x="676505" y="286613"/>
                </a:lnTo>
                <a:lnTo>
                  <a:pt x="637283" y="321272"/>
                </a:lnTo>
                <a:lnTo>
                  <a:pt x="606898" y="333957"/>
                </a:lnTo>
                <a:lnTo>
                  <a:pt x="635267" y="337527"/>
                </a:lnTo>
                <a:lnTo>
                  <a:pt x="677057" y="347341"/>
                </a:lnTo>
                <a:lnTo>
                  <a:pt x="714839" y="318242"/>
                </a:lnTo>
                <a:lnTo>
                  <a:pt x="762171" y="314375"/>
                </a:lnTo>
                <a:lnTo>
                  <a:pt x="804463" y="336256"/>
                </a:lnTo>
                <a:lnTo>
                  <a:pt x="846755" y="357532"/>
                </a:lnTo>
                <a:lnTo>
                  <a:pt x="888543" y="384402"/>
                </a:lnTo>
                <a:lnTo>
                  <a:pt x="920616" y="430562"/>
                </a:lnTo>
                <a:lnTo>
                  <a:pt x="960063" y="462074"/>
                </a:lnTo>
                <a:lnTo>
                  <a:pt x="993318" y="509936"/>
                </a:lnTo>
                <a:lnTo>
                  <a:pt x="997734" y="577557"/>
                </a:lnTo>
                <a:lnTo>
                  <a:pt x="1014476" y="639655"/>
                </a:lnTo>
                <a:lnTo>
                  <a:pt x="1045047" y="687104"/>
                </a:lnTo>
                <a:lnTo>
                  <a:pt x="1057453" y="752033"/>
                </a:lnTo>
                <a:lnTo>
                  <a:pt x="1090753" y="792184"/>
                </a:lnTo>
                <a:lnTo>
                  <a:pt x="1131632" y="809249"/>
                </a:lnTo>
                <a:lnTo>
                  <a:pt x="1173854" y="828682"/>
                </a:lnTo>
                <a:lnTo>
                  <a:pt x="1217119" y="850133"/>
                </a:lnTo>
                <a:lnTo>
                  <a:pt x="1248653" y="900924"/>
                </a:lnTo>
                <a:lnTo>
                  <a:pt x="1279511" y="947060"/>
                </a:lnTo>
                <a:lnTo>
                  <a:pt x="1324084" y="973483"/>
                </a:lnTo>
                <a:lnTo>
                  <a:pt x="1303178" y="1035134"/>
                </a:lnTo>
                <a:lnTo>
                  <a:pt x="1332595" y="1082084"/>
                </a:lnTo>
                <a:lnTo>
                  <a:pt x="1365389" y="1141378"/>
                </a:lnTo>
                <a:lnTo>
                  <a:pt x="1308456" y="1141378"/>
                </a:lnTo>
                <a:lnTo>
                  <a:pt x="1302568" y="1135852"/>
                </a:lnTo>
                <a:lnTo>
                  <a:pt x="1311979" y="1145902"/>
                </a:lnTo>
                <a:lnTo>
                  <a:pt x="1354128" y="1173874"/>
                </a:lnTo>
                <a:lnTo>
                  <a:pt x="1390322" y="1215658"/>
                </a:lnTo>
                <a:lnTo>
                  <a:pt x="1415356" y="1276783"/>
                </a:lnTo>
                <a:lnTo>
                  <a:pt x="1389356" y="1335437"/>
                </a:lnTo>
                <a:lnTo>
                  <a:pt x="1362191" y="1385452"/>
                </a:lnTo>
                <a:lnTo>
                  <a:pt x="1397335" y="1407050"/>
                </a:lnTo>
                <a:lnTo>
                  <a:pt x="1434088" y="1373915"/>
                </a:lnTo>
                <a:lnTo>
                  <a:pt x="1477134" y="1348328"/>
                </a:lnTo>
                <a:lnTo>
                  <a:pt x="1528805" y="1355322"/>
                </a:lnTo>
                <a:lnTo>
                  <a:pt x="1572978" y="1358931"/>
                </a:lnTo>
                <a:lnTo>
                  <a:pt x="1617689" y="1366382"/>
                </a:lnTo>
                <a:lnTo>
                  <a:pt x="1658388" y="1395180"/>
                </a:lnTo>
                <a:lnTo>
                  <a:pt x="1703236" y="1433487"/>
                </a:lnTo>
                <a:lnTo>
                  <a:pt x="1717450" y="1499671"/>
                </a:lnTo>
                <a:lnTo>
                  <a:pt x="1710343" y="1569531"/>
                </a:lnTo>
                <a:lnTo>
                  <a:pt x="1690752" y="1632650"/>
                </a:lnTo>
                <a:lnTo>
                  <a:pt x="1656871" y="1678255"/>
                </a:lnTo>
                <a:lnTo>
                  <a:pt x="1617372" y="1705999"/>
                </a:lnTo>
                <a:lnTo>
                  <a:pt x="1622276" y="1706599"/>
                </a:lnTo>
                <a:lnTo>
                  <a:pt x="1586968" y="1767309"/>
                </a:lnTo>
                <a:lnTo>
                  <a:pt x="1542445" y="1771044"/>
                </a:lnTo>
                <a:lnTo>
                  <a:pt x="1515162" y="1787527"/>
                </a:lnTo>
                <a:lnTo>
                  <a:pt x="1551409" y="1790469"/>
                </a:lnTo>
                <a:lnTo>
                  <a:pt x="1514549" y="1849837"/>
                </a:lnTo>
                <a:lnTo>
                  <a:pt x="1468918" y="1858689"/>
                </a:lnTo>
                <a:lnTo>
                  <a:pt x="1436976" y="1876127"/>
                </a:lnTo>
                <a:lnTo>
                  <a:pt x="1468923" y="1892199"/>
                </a:lnTo>
                <a:lnTo>
                  <a:pt x="1511622" y="1902227"/>
                </a:lnTo>
                <a:lnTo>
                  <a:pt x="1553655" y="1900476"/>
                </a:lnTo>
                <a:lnTo>
                  <a:pt x="1598809" y="1891715"/>
                </a:lnTo>
                <a:lnTo>
                  <a:pt x="1649941" y="1909520"/>
                </a:lnTo>
                <a:lnTo>
                  <a:pt x="1637373" y="1983541"/>
                </a:lnTo>
                <a:lnTo>
                  <a:pt x="1594269" y="2006000"/>
                </a:lnTo>
                <a:lnTo>
                  <a:pt x="1552414" y="2027057"/>
                </a:lnTo>
                <a:lnTo>
                  <a:pt x="1468050" y="2080067"/>
                </a:lnTo>
                <a:lnTo>
                  <a:pt x="1424151" y="2090825"/>
                </a:lnTo>
                <a:lnTo>
                  <a:pt x="1381705" y="2121662"/>
                </a:lnTo>
                <a:lnTo>
                  <a:pt x="1337266" y="2104898"/>
                </a:lnTo>
                <a:lnTo>
                  <a:pt x="1294186" y="2091351"/>
                </a:lnTo>
                <a:lnTo>
                  <a:pt x="1210185" y="2101447"/>
                </a:lnTo>
                <a:lnTo>
                  <a:pt x="1164489" y="2123970"/>
                </a:lnTo>
                <a:lnTo>
                  <a:pt x="1128292" y="2087115"/>
                </a:lnTo>
                <a:lnTo>
                  <a:pt x="1089533" y="2107167"/>
                </a:lnTo>
                <a:lnTo>
                  <a:pt x="1044155" y="2101750"/>
                </a:lnTo>
                <a:lnTo>
                  <a:pt x="1002922" y="2120860"/>
                </a:lnTo>
                <a:lnTo>
                  <a:pt x="957887" y="2124514"/>
                </a:lnTo>
                <a:lnTo>
                  <a:pt x="915681" y="2133134"/>
                </a:lnTo>
                <a:lnTo>
                  <a:pt x="877193" y="2169253"/>
                </a:lnTo>
                <a:lnTo>
                  <a:pt x="832536" y="2158014"/>
                </a:lnTo>
                <a:lnTo>
                  <a:pt x="787005" y="2167251"/>
                </a:lnTo>
                <a:lnTo>
                  <a:pt x="743969" y="2136173"/>
                </a:lnTo>
                <a:lnTo>
                  <a:pt x="703451" y="2123090"/>
                </a:lnTo>
                <a:lnTo>
                  <a:pt x="663411" y="2138194"/>
                </a:lnTo>
                <a:lnTo>
                  <a:pt x="620876" y="2152373"/>
                </a:lnTo>
                <a:lnTo>
                  <a:pt x="583361" y="2178916"/>
                </a:lnTo>
                <a:lnTo>
                  <a:pt x="558765" y="2234403"/>
                </a:lnTo>
                <a:lnTo>
                  <a:pt x="521521" y="2282412"/>
                </a:lnTo>
                <a:lnTo>
                  <a:pt x="474736" y="2263277"/>
                </a:lnTo>
                <a:lnTo>
                  <a:pt x="432834" y="2247458"/>
                </a:lnTo>
                <a:lnTo>
                  <a:pt x="389120" y="2247458"/>
                </a:lnTo>
                <a:lnTo>
                  <a:pt x="346081" y="2260096"/>
                </a:lnTo>
                <a:lnTo>
                  <a:pt x="303880" y="2258372"/>
                </a:lnTo>
                <a:lnTo>
                  <a:pt x="271064" y="2298945"/>
                </a:lnTo>
                <a:lnTo>
                  <a:pt x="232901" y="2330357"/>
                </a:lnTo>
                <a:lnTo>
                  <a:pt x="195947" y="2381675"/>
                </a:lnTo>
                <a:lnTo>
                  <a:pt x="156604" y="2332219"/>
                </a:lnTo>
                <a:lnTo>
                  <a:pt x="111709" y="2294407"/>
                </a:lnTo>
                <a:lnTo>
                  <a:pt x="162629" y="2279146"/>
                </a:lnTo>
                <a:lnTo>
                  <a:pt x="200487" y="2248903"/>
                </a:lnTo>
                <a:lnTo>
                  <a:pt x="231064" y="2200101"/>
                </a:lnTo>
                <a:lnTo>
                  <a:pt x="268991" y="2162227"/>
                </a:lnTo>
                <a:lnTo>
                  <a:pt x="306005" y="2127491"/>
                </a:lnTo>
                <a:lnTo>
                  <a:pt x="336662" y="2081655"/>
                </a:lnTo>
                <a:lnTo>
                  <a:pt x="351122" y="2012414"/>
                </a:lnTo>
                <a:lnTo>
                  <a:pt x="395615" y="2017865"/>
                </a:lnTo>
                <a:lnTo>
                  <a:pt x="413460" y="1957636"/>
                </a:lnTo>
                <a:lnTo>
                  <a:pt x="459942" y="1946425"/>
                </a:lnTo>
                <a:lnTo>
                  <a:pt x="505201" y="1942752"/>
                </a:lnTo>
                <a:lnTo>
                  <a:pt x="551445" y="1946432"/>
                </a:lnTo>
                <a:lnTo>
                  <a:pt x="593856" y="1958441"/>
                </a:lnTo>
                <a:lnTo>
                  <a:pt x="636763" y="1953775"/>
                </a:lnTo>
                <a:lnTo>
                  <a:pt x="674167" y="1925175"/>
                </a:lnTo>
                <a:lnTo>
                  <a:pt x="704868" y="1876175"/>
                </a:lnTo>
                <a:lnTo>
                  <a:pt x="744352" y="1844182"/>
                </a:lnTo>
                <a:lnTo>
                  <a:pt x="761587" y="1817676"/>
                </a:lnTo>
                <a:lnTo>
                  <a:pt x="743711" y="1835313"/>
                </a:lnTo>
                <a:lnTo>
                  <a:pt x="698866" y="1849966"/>
                </a:lnTo>
                <a:lnTo>
                  <a:pt x="655135" y="1873921"/>
                </a:lnTo>
                <a:lnTo>
                  <a:pt x="613113" y="1901407"/>
                </a:lnTo>
                <a:lnTo>
                  <a:pt x="564521" y="1897540"/>
                </a:lnTo>
                <a:lnTo>
                  <a:pt x="520400" y="1868259"/>
                </a:lnTo>
                <a:lnTo>
                  <a:pt x="489711" y="1825264"/>
                </a:lnTo>
                <a:lnTo>
                  <a:pt x="448041" y="1844443"/>
                </a:lnTo>
                <a:lnTo>
                  <a:pt x="410937" y="1801610"/>
                </a:lnTo>
                <a:lnTo>
                  <a:pt x="370299" y="1781580"/>
                </a:lnTo>
                <a:lnTo>
                  <a:pt x="329194" y="1783248"/>
                </a:lnTo>
                <a:lnTo>
                  <a:pt x="288383" y="1816316"/>
                </a:lnTo>
                <a:lnTo>
                  <a:pt x="243572" y="1793772"/>
                </a:lnTo>
                <a:lnTo>
                  <a:pt x="196012" y="1780174"/>
                </a:lnTo>
                <a:lnTo>
                  <a:pt x="194730" y="1706541"/>
                </a:lnTo>
                <a:lnTo>
                  <a:pt x="238559" y="1673985"/>
                </a:lnTo>
                <a:lnTo>
                  <a:pt x="281916" y="1663598"/>
                </a:lnTo>
                <a:lnTo>
                  <a:pt x="321500" y="1637139"/>
                </a:lnTo>
                <a:lnTo>
                  <a:pt x="366926" y="1623129"/>
                </a:lnTo>
                <a:lnTo>
                  <a:pt x="408148" y="1599353"/>
                </a:lnTo>
                <a:lnTo>
                  <a:pt x="437964" y="1553513"/>
                </a:lnTo>
                <a:lnTo>
                  <a:pt x="462934" y="1501408"/>
                </a:lnTo>
                <a:lnTo>
                  <a:pt x="442924" y="1441482"/>
                </a:lnTo>
                <a:lnTo>
                  <a:pt x="432485" y="1381657"/>
                </a:lnTo>
                <a:lnTo>
                  <a:pt x="396883" y="1387258"/>
                </a:lnTo>
                <a:lnTo>
                  <a:pt x="358271" y="1428488"/>
                </a:lnTo>
                <a:lnTo>
                  <a:pt x="310003" y="1386805"/>
                </a:lnTo>
                <a:lnTo>
                  <a:pt x="356011" y="1356925"/>
                </a:lnTo>
                <a:lnTo>
                  <a:pt x="385108" y="1306400"/>
                </a:lnTo>
                <a:lnTo>
                  <a:pt x="425172" y="1271802"/>
                </a:lnTo>
                <a:lnTo>
                  <a:pt x="468873" y="1255762"/>
                </a:lnTo>
                <a:lnTo>
                  <a:pt x="513416" y="1235810"/>
                </a:lnTo>
                <a:lnTo>
                  <a:pt x="557758" y="1242602"/>
                </a:lnTo>
                <a:lnTo>
                  <a:pt x="604238" y="1226417"/>
                </a:lnTo>
                <a:lnTo>
                  <a:pt x="644192" y="1251650"/>
                </a:lnTo>
                <a:lnTo>
                  <a:pt x="674777" y="1210481"/>
                </a:lnTo>
                <a:lnTo>
                  <a:pt x="661041" y="1145160"/>
                </a:lnTo>
                <a:lnTo>
                  <a:pt x="694156" y="1103867"/>
                </a:lnTo>
                <a:lnTo>
                  <a:pt x="664106" y="1055449"/>
                </a:lnTo>
                <a:lnTo>
                  <a:pt x="693782" y="998580"/>
                </a:lnTo>
                <a:lnTo>
                  <a:pt x="710637" y="945861"/>
                </a:lnTo>
                <a:lnTo>
                  <a:pt x="677336" y="943141"/>
                </a:lnTo>
                <a:lnTo>
                  <a:pt x="649185" y="999941"/>
                </a:lnTo>
                <a:lnTo>
                  <a:pt x="608156" y="952576"/>
                </a:lnTo>
                <a:lnTo>
                  <a:pt x="580776" y="899682"/>
                </a:lnTo>
                <a:lnTo>
                  <a:pt x="546933" y="852734"/>
                </a:lnTo>
                <a:lnTo>
                  <a:pt x="556368" y="784241"/>
                </a:lnTo>
                <a:lnTo>
                  <a:pt x="585617" y="730044"/>
                </a:lnTo>
                <a:lnTo>
                  <a:pt x="621990" y="691203"/>
                </a:lnTo>
                <a:lnTo>
                  <a:pt x="584003" y="691203"/>
                </a:lnTo>
                <a:lnTo>
                  <a:pt x="544475" y="722317"/>
                </a:lnTo>
                <a:lnTo>
                  <a:pt x="501536" y="743919"/>
                </a:lnTo>
                <a:lnTo>
                  <a:pt x="455305" y="758949"/>
                </a:lnTo>
                <a:lnTo>
                  <a:pt x="415525" y="726453"/>
                </a:lnTo>
                <a:lnTo>
                  <a:pt x="378962" y="720479"/>
                </a:lnTo>
                <a:lnTo>
                  <a:pt x="374034" y="791227"/>
                </a:lnTo>
                <a:lnTo>
                  <a:pt x="323858" y="753631"/>
                </a:lnTo>
                <a:lnTo>
                  <a:pt x="288147" y="729085"/>
                </a:lnTo>
                <a:lnTo>
                  <a:pt x="251785" y="787061"/>
                </a:lnTo>
                <a:lnTo>
                  <a:pt x="236519" y="707162"/>
                </a:lnTo>
                <a:lnTo>
                  <a:pt x="240109" y="636575"/>
                </a:lnTo>
                <a:lnTo>
                  <a:pt x="271431" y="587961"/>
                </a:lnTo>
                <a:lnTo>
                  <a:pt x="295812" y="533399"/>
                </a:lnTo>
                <a:lnTo>
                  <a:pt x="301098" y="469062"/>
                </a:lnTo>
                <a:lnTo>
                  <a:pt x="270499" y="417952"/>
                </a:lnTo>
                <a:lnTo>
                  <a:pt x="283064" y="345443"/>
                </a:lnTo>
                <a:lnTo>
                  <a:pt x="271014" y="314903"/>
                </a:lnTo>
                <a:lnTo>
                  <a:pt x="270278" y="357165"/>
                </a:lnTo>
                <a:lnTo>
                  <a:pt x="223828" y="376163"/>
                </a:lnTo>
                <a:lnTo>
                  <a:pt x="171303" y="394935"/>
                </a:lnTo>
                <a:lnTo>
                  <a:pt x="176761" y="340422"/>
                </a:lnTo>
                <a:lnTo>
                  <a:pt x="161744" y="374204"/>
                </a:lnTo>
                <a:lnTo>
                  <a:pt x="154845" y="440686"/>
                </a:lnTo>
                <a:lnTo>
                  <a:pt x="141140" y="505855"/>
                </a:lnTo>
                <a:lnTo>
                  <a:pt x="124227" y="578428"/>
                </a:lnTo>
                <a:lnTo>
                  <a:pt x="76414" y="536826"/>
                </a:lnTo>
                <a:lnTo>
                  <a:pt x="91686" y="469983"/>
                </a:lnTo>
                <a:lnTo>
                  <a:pt x="108363" y="408124"/>
                </a:lnTo>
                <a:lnTo>
                  <a:pt x="86610" y="349267"/>
                </a:lnTo>
                <a:lnTo>
                  <a:pt x="116414" y="297513"/>
                </a:lnTo>
                <a:lnTo>
                  <a:pt x="114088" y="230736"/>
                </a:lnTo>
                <a:lnTo>
                  <a:pt x="147686" y="178589"/>
                </a:lnTo>
                <a:lnTo>
                  <a:pt x="163379" y="180564"/>
                </a:lnTo>
                <a:lnTo>
                  <a:pt x="136437" y="174109"/>
                </a:lnTo>
                <a:lnTo>
                  <a:pt x="174145" y="121744"/>
                </a:lnTo>
                <a:lnTo>
                  <a:pt x="184398" y="102409"/>
                </a:lnTo>
                <a:lnTo>
                  <a:pt x="173476" y="112986"/>
                </a:lnTo>
                <a:lnTo>
                  <a:pt x="135371" y="148746"/>
                </a:lnTo>
                <a:lnTo>
                  <a:pt x="88905" y="170282"/>
                </a:lnTo>
                <a:lnTo>
                  <a:pt x="46241" y="11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D3FEC-7DEE-43DB-81CD-C1D38465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32" y="2674305"/>
            <a:ext cx="175769" cy="59873"/>
          </a:xfrm>
          <a:custGeom xmlns:a="http://schemas.openxmlformats.org/drawingml/2006/main">
            <a:pathLst>
              <a:path w="175769" h="59873">
                <a:moveTo>
                  <a:pt x="175769" y="13955"/>
                </a:moveTo>
                <a:lnTo>
                  <a:pt x="132552" y="3601"/>
                </a:lnTo>
                <a:lnTo>
                  <a:pt x="88464" y="17557"/>
                </a:lnTo>
                <a:lnTo>
                  <a:pt x="44377" y="3601"/>
                </a:lnTo>
                <a:lnTo>
                  <a:pt x="0" y="0"/>
                </a:lnTo>
                <a:lnTo>
                  <a:pt x="40897" y="31512"/>
                </a:lnTo>
                <a:lnTo>
                  <a:pt x="80633" y="59873"/>
                </a:lnTo>
                <a:lnTo>
                  <a:pt x="124720" y="50870"/>
                </a:lnTo>
                <a:lnTo>
                  <a:pt x="168808" y="21158"/>
                </a:lnTo>
                <a:lnTo>
                  <a:pt x="175769" y="13955"/>
                </a:lnTo>
                <a:close/>
                <a:moveTo>
                  <a:pt x="175769" y="13955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79745-B3E2-4276-B3C7-8FF86029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32" y="2674305"/>
            <a:ext cx="175769" cy="59873"/>
          </a:xfrm>
          <a:custGeom xmlns:a="http://schemas.openxmlformats.org/drawingml/2006/main">
            <a:pathLst>
              <a:path w="175769" h="59873" fill="none">
                <a:moveTo>
                  <a:pt x="175769" y="13955"/>
                </a:moveTo>
                <a:lnTo>
                  <a:pt x="132552" y="3601"/>
                </a:lnTo>
                <a:lnTo>
                  <a:pt x="88464" y="17557"/>
                </a:lnTo>
                <a:lnTo>
                  <a:pt x="44377" y="3601"/>
                </a:lnTo>
                <a:lnTo>
                  <a:pt x="0" y="0"/>
                </a:lnTo>
                <a:lnTo>
                  <a:pt x="40897" y="31512"/>
                </a:lnTo>
                <a:lnTo>
                  <a:pt x="80633" y="59873"/>
                </a:lnTo>
                <a:lnTo>
                  <a:pt x="124720" y="50870"/>
                </a:lnTo>
                <a:lnTo>
                  <a:pt x="168808" y="21158"/>
                </a:lnTo>
                <a:lnTo>
                  <a:pt x="175769" y="13955"/>
                </a:lnTo>
                <a:close/>
                <a:moveTo>
                  <a:pt x="175769" y="13955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8633C-F5D2-455A-A4D1-E6FFB750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815" y="2521245"/>
            <a:ext cx="116889" cy="77430"/>
          </a:xfrm>
          <a:custGeom xmlns:a="http://schemas.openxmlformats.org/drawingml/2006/main">
            <a:pathLst>
              <a:path w="116889" h="77430">
                <a:moveTo>
                  <a:pt x="38576" y="0"/>
                </a:moveTo>
                <a:lnTo>
                  <a:pt x="0" y="31962"/>
                </a:lnTo>
                <a:lnTo>
                  <a:pt x="32775" y="77430"/>
                </a:lnTo>
                <a:lnTo>
                  <a:pt x="72512" y="50870"/>
                </a:lnTo>
                <a:lnTo>
                  <a:pt x="116889" y="58073"/>
                </a:lnTo>
                <a:lnTo>
                  <a:pt x="79473" y="22959"/>
                </a:lnTo>
                <a:lnTo>
                  <a:pt x="38576" y="0"/>
                </a:lnTo>
                <a:close/>
                <a:moveTo>
                  <a:pt x="38576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1C5B5-420B-4E4E-AADD-4D30942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815" y="2521245"/>
            <a:ext cx="116889" cy="77430"/>
          </a:xfrm>
          <a:custGeom xmlns:a="http://schemas.openxmlformats.org/drawingml/2006/main">
            <a:pathLst>
              <a:path w="116889" h="77430" fill="none">
                <a:moveTo>
                  <a:pt x="38576" y="0"/>
                </a:moveTo>
                <a:lnTo>
                  <a:pt x="0" y="31962"/>
                </a:lnTo>
                <a:lnTo>
                  <a:pt x="32775" y="77430"/>
                </a:lnTo>
                <a:lnTo>
                  <a:pt x="72512" y="50870"/>
                </a:lnTo>
                <a:lnTo>
                  <a:pt x="116889" y="58073"/>
                </a:lnTo>
                <a:lnTo>
                  <a:pt x="79473" y="22959"/>
                </a:lnTo>
                <a:lnTo>
                  <a:pt x="38576" y="0"/>
                </a:lnTo>
                <a:close/>
                <a:moveTo>
                  <a:pt x="3857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4F109-7D84-438A-8944-450BE66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897" y="1976084"/>
            <a:ext cx="788349" cy="911154"/>
          </a:xfrm>
          <a:custGeom xmlns:a="http://schemas.openxmlformats.org/drawingml/2006/main">
            <a:pathLst>
              <a:path w="788349" h="911154">
                <a:moveTo>
                  <a:pt x="788349" y="73829"/>
                </a:moveTo>
                <a:lnTo>
                  <a:pt x="747742" y="51320"/>
                </a:lnTo>
                <a:lnTo>
                  <a:pt x="714677" y="5402"/>
                </a:lnTo>
                <a:lnTo>
                  <a:pt x="671750" y="0"/>
                </a:lnTo>
                <a:lnTo>
                  <a:pt x="628533" y="10804"/>
                </a:lnTo>
                <a:lnTo>
                  <a:pt x="583285" y="14406"/>
                </a:lnTo>
                <a:lnTo>
                  <a:pt x="539198" y="17557"/>
                </a:lnTo>
                <a:lnTo>
                  <a:pt x="495981" y="26560"/>
                </a:lnTo>
                <a:lnTo>
                  <a:pt x="454214" y="45918"/>
                </a:lnTo>
                <a:lnTo>
                  <a:pt x="410997" y="75629"/>
                </a:lnTo>
                <a:lnTo>
                  <a:pt x="382863" y="128300"/>
                </a:lnTo>
                <a:lnTo>
                  <a:pt x="387213" y="197177"/>
                </a:lnTo>
                <a:lnTo>
                  <a:pt x="431591" y="211132"/>
                </a:lnTo>
                <a:lnTo>
                  <a:pt x="446383" y="279559"/>
                </a:lnTo>
                <a:lnTo>
                  <a:pt x="490470" y="284961"/>
                </a:lnTo>
                <a:lnTo>
                  <a:pt x="444063" y="286761"/>
                </a:lnTo>
                <a:lnTo>
                  <a:pt x="403166" y="313322"/>
                </a:lnTo>
                <a:lnTo>
                  <a:pt x="323983" y="376346"/>
                </a:lnTo>
                <a:lnTo>
                  <a:pt x="320502" y="307920"/>
                </a:lnTo>
                <a:lnTo>
                  <a:pt x="360239" y="271005"/>
                </a:lnTo>
                <a:lnTo>
                  <a:pt x="332974" y="214733"/>
                </a:lnTo>
                <a:lnTo>
                  <a:pt x="293238" y="186372"/>
                </a:lnTo>
                <a:lnTo>
                  <a:pt x="251471" y="165214"/>
                </a:lnTo>
                <a:lnTo>
                  <a:pt x="234358" y="228689"/>
                </a:lnTo>
                <a:lnTo>
                  <a:pt x="224207" y="297115"/>
                </a:lnTo>
                <a:lnTo>
                  <a:pt x="207094" y="358789"/>
                </a:lnTo>
                <a:lnTo>
                  <a:pt x="180990" y="413260"/>
                </a:lnTo>
                <a:lnTo>
                  <a:pt x="147054" y="457378"/>
                </a:lnTo>
                <a:lnTo>
                  <a:pt x="111958" y="496093"/>
                </a:lnTo>
                <a:lnTo>
                  <a:pt x="130231" y="559117"/>
                </a:lnTo>
                <a:lnTo>
                  <a:pt x="170838" y="582076"/>
                </a:lnTo>
                <a:lnTo>
                  <a:pt x="217536" y="591080"/>
                </a:lnTo>
                <a:lnTo>
                  <a:pt x="174318" y="605035"/>
                </a:lnTo>
                <a:lnTo>
                  <a:pt x="130231" y="614038"/>
                </a:lnTo>
                <a:lnTo>
                  <a:pt x="87014" y="631595"/>
                </a:lnTo>
                <a:lnTo>
                  <a:pt x="129071" y="655905"/>
                </a:lnTo>
                <a:lnTo>
                  <a:pt x="84694" y="652303"/>
                </a:lnTo>
                <a:lnTo>
                  <a:pt x="44087" y="626193"/>
                </a:lnTo>
                <a:lnTo>
                  <a:pt x="0" y="629795"/>
                </a:lnTo>
                <a:lnTo>
                  <a:pt x="26974" y="682465"/>
                </a:lnTo>
                <a:lnTo>
                  <a:pt x="70191" y="696420"/>
                </a:lnTo>
                <a:lnTo>
                  <a:pt x="113118" y="692819"/>
                </a:lnTo>
                <a:lnTo>
                  <a:pt x="163007" y="701823"/>
                </a:lnTo>
                <a:lnTo>
                  <a:pt x="207094" y="666709"/>
                </a:lnTo>
                <a:lnTo>
                  <a:pt x="252631" y="664908"/>
                </a:lnTo>
                <a:lnTo>
                  <a:pt x="290918" y="696420"/>
                </a:lnTo>
                <a:lnTo>
                  <a:pt x="335295" y="712177"/>
                </a:lnTo>
                <a:lnTo>
                  <a:pt x="377062" y="740538"/>
                </a:lnTo>
                <a:lnTo>
                  <a:pt x="420279" y="729733"/>
                </a:lnTo>
                <a:lnTo>
                  <a:pt x="457695" y="766648"/>
                </a:lnTo>
                <a:lnTo>
                  <a:pt x="474518" y="830122"/>
                </a:lnTo>
                <a:lnTo>
                  <a:pt x="447253" y="882793"/>
                </a:lnTo>
                <a:lnTo>
                  <a:pt x="486990" y="911154"/>
                </a:lnTo>
                <a:lnTo>
                  <a:pt x="531367" y="907552"/>
                </a:lnTo>
                <a:lnTo>
                  <a:pt x="530207" y="839126"/>
                </a:lnTo>
                <a:lnTo>
                  <a:pt x="552830" y="781053"/>
                </a:lnTo>
                <a:lnTo>
                  <a:pt x="566463" y="717579"/>
                </a:lnTo>
                <a:lnTo>
                  <a:pt x="564142" y="649152"/>
                </a:lnTo>
                <a:lnTo>
                  <a:pt x="532237" y="601434"/>
                </a:lnTo>
                <a:lnTo>
                  <a:pt x="556021" y="545162"/>
                </a:lnTo>
                <a:lnTo>
                  <a:pt x="601558" y="543361"/>
                </a:lnTo>
                <a:lnTo>
                  <a:pt x="644485" y="531206"/>
                </a:lnTo>
                <a:lnTo>
                  <a:pt x="688573" y="524004"/>
                </a:lnTo>
                <a:lnTo>
                  <a:pt x="690893" y="451976"/>
                </a:lnTo>
                <a:lnTo>
                  <a:pt x="732950" y="430817"/>
                </a:lnTo>
                <a:lnTo>
                  <a:pt x="759054" y="372745"/>
                </a:lnTo>
                <a:lnTo>
                  <a:pt x="713517" y="339432"/>
                </a:lnTo>
                <a:lnTo>
                  <a:pt x="674070" y="306119"/>
                </a:lnTo>
                <a:lnTo>
                  <a:pt x="713517" y="272806"/>
                </a:lnTo>
                <a:lnTo>
                  <a:pt x="756734" y="257050"/>
                </a:lnTo>
                <a:lnTo>
                  <a:pt x="775877" y="184572"/>
                </a:lnTo>
                <a:lnTo>
                  <a:pt x="787189" y="117946"/>
                </a:lnTo>
                <a:lnTo>
                  <a:pt x="788349" y="73829"/>
                </a:lnTo>
                <a:close/>
                <a:moveTo>
                  <a:pt x="788349" y="73829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5DDA7-40FE-4E0D-AB5C-56F57E7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897" y="1976084"/>
            <a:ext cx="788349" cy="911154"/>
          </a:xfrm>
          <a:custGeom xmlns:a="http://schemas.openxmlformats.org/drawingml/2006/main">
            <a:pathLst>
              <a:path w="788349" h="911154" fill="none">
                <a:moveTo>
                  <a:pt x="788349" y="73829"/>
                </a:moveTo>
                <a:lnTo>
                  <a:pt x="747742" y="51320"/>
                </a:lnTo>
                <a:lnTo>
                  <a:pt x="714677" y="5402"/>
                </a:lnTo>
                <a:lnTo>
                  <a:pt x="671750" y="0"/>
                </a:lnTo>
                <a:lnTo>
                  <a:pt x="628533" y="10804"/>
                </a:lnTo>
                <a:lnTo>
                  <a:pt x="583285" y="14406"/>
                </a:lnTo>
                <a:lnTo>
                  <a:pt x="539198" y="17557"/>
                </a:lnTo>
                <a:lnTo>
                  <a:pt x="495981" y="26560"/>
                </a:lnTo>
                <a:lnTo>
                  <a:pt x="454214" y="45918"/>
                </a:lnTo>
                <a:lnTo>
                  <a:pt x="410997" y="75629"/>
                </a:lnTo>
                <a:lnTo>
                  <a:pt x="382863" y="128300"/>
                </a:lnTo>
                <a:lnTo>
                  <a:pt x="387213" y="197177"/>
                </a:lnTo>
                <a:lnTo>
                  <a:pt x="431591" y="211132"/>
                </a:lnTo>
                <a:lnTo>
                  <a:pt x="446383" y="279559"/>
                </a:lnTo>
                <a:lnTo>
                  <a:pt x="490470" y="284961"/>
                </a:lnTo>
                <a:lnTo>
                  <a:pt x="444063" y="286761"/>
                </a:lnTo>
                <a:lnTo>
                  <a:pt x="403166" y="313322"/>
                </a:lnTo>
                <a:lnTo>
                  <a:pt x="323983" y="376346"/>
                </a:lnTo>
                <a:lnTo>
                  <a:pt x="320502" y="307920"/>
                </a:lnTo>
                <a:lnTo>
                  <a:pt x="360239" y="271005"/>
                </a:lnTo>
                <a:lnTo>
                  <a:pt x="332974" y="214733"/>
                </a:lnTo>
                <a:lnTo>
                  <a:pt x="293238" y="186372"/>
                </a:lnTo>
                <a:lnTo>
                  <a:pt x="251471" y="165214"/>
                </a:lnTo>
                <a:lnTo>
                  <a:pt x="234358" y="228689"/>
                </a:lnTo>
                <a:lnTo>
                  <a:pt x="224207" y="297115"/>
                </a:lnTo>
                <a:lnTo>
                  <a:pt x="207094" y="358789"/>
                </a:lnTo>
                <a:lnTo>
                  <a:pt x="180990" y="413260"/>
                </a:lnTo>
                <a:lnTo>
                  <a:pt x="147054" y="457378"/>
                </a:lnTo>
                <a:lnTo>
                  <a:pt x="111958" y="496093"/>
                </a:lnTo>
                <a:lnTo>
                  <a:pt x="130231" y="559117"/>
                </a:lnTo>
                <a:lnTo>
                  <a:pt x="170838" y="582076"/>
                </a:lnTo>
                <a:lnTo>
                  <a:pt x="217536" y="591080"/>
                </a:lnTo>
                <a:lnTo>
                  <a:pt x="174318" y="605035"/>
                </a:lnTo>
                <a:lnTo>
                  <a:pt x="130231" y="614038"/>
                </a:lnTo>
                <a:lnTo>
                  <a:pt x="87014" y="631595"/>
                </a:lnTo>
                <a:lnTo>
                  <a:pt x="129071" y="655905"/>
                </a:lnTo>
                <a:lnTo>
                  <a:pt x="84694" y="652303"/>
                </a:lnTo>
                <a:lnTo>
                  <a:pt x="44087" y="626193"/>
                </a:lnTo>
                <a:lnTo>
                  <a:pt x="0" y="629795"/>
                </a:lnTo>
                <a:lnTo>
                  <a:pt x="26974" y="682465"/>
                </a:lnTo>
                <a:lnTo>
                  <a:pt x="70191" y="696420"/>
                </a:lnTo>
                <a:lnTo>
                  <a:pt x="113118" y="692819"/>
                </a:lnTo>
                <a:lnTo>
                  <a:pt x="163007" y="701823"/>
                </a:lnTo>
                <a:lnTo>
                  <a:pt x="207094" y="666709"/>
                </a:lnTo>
                <a:lnTo>
                  <a:pt x="252631" y="664908"/>
                </a:lnTo>
                <a:lnTo>
                  <a:pt x="290918" y="696420"/>
                </a:lnTo>
                <a:lnTo>
                  <a:pt x="335295" y="712177"/>
                </a:lnTo>
                <a:lnTo>
                  <a:pt x="377062" y="740538"/>
                </a:lnTo>
                <a:lnTo>
                  <a:pt x="420279" y="729733"/>
                </a:lnTo>
                <a:lnTo>
                  <a:pt x="457695" y="766648"/>
                </a:lnTo>
                <a:lnTo>
                  <a:pt x="474518" y="830122"/>
                </a:lnTo>
                <a:lnTo>
                  <a:pt x="447253" y="882793"/>
                </a:lnTo>
                <a:lnTo>
                  <a:pt x="486990" y="911154"/>
                </a:lnTo>
                <a:lnTo>
                  <a:pt x="531367" y="907552"/>
                </a:lnTo>
                <a:lnTo>
                  <a:pt x="530207" y="839126"/>
                </a:lnTo>
                <a:lnTo>
                  <a:pt x="552830" y="781053"/>
                </a:lnTo>
                <a:lnTo>
                  <a:pt x="566463" y="717579"/>
                </a:lnTo>
                <a:lnTo>
                  <a:pt x="564142" y="649152"/>
                </a:lnTo>
                <a:lnTo>
                  <a:pt x="532237" y="601434"/>
                </a:lnTo>
                <a:lnTo>
                  <a:pt x="556021" y="545162"/>
                </a:lnTo>
                <a:lnTo>
                  <a:pt x="601558" y="543361"/>
                </a:lnTo>
                <a:lnTo>
                  <a:pt x="644485" y="531206"/>
                </a:lnTo>
                <a:lnTo>
                  <a:pt x="688573" y="524004"/>
                </a:lnTo>
                <a:lnTo>
                  <a:pt x="690893" y="451976"/>
                </a:lnTo>
                <a:lnTo>
                  <a:pt x="732950" y="430817"/>
                </a:lnTo>
                <a:lnTo>
                  <a:pt x="759054" y="372745"/>
                </a:lnTo>
                <a:lnTo>
                  <a:pt x="713517" y="339432"/>
                </a:lnTo>
                <a:lnTo>
                  <a:pt x="674070" y="306119"/>
                </a:lnTo>
                <a:lnTo>
                  <a:pt x="713517" y="272806"/>
                </a:lnTo>
                <a:lnTo>
                  <a:pt x="756734" y="257050"/>
                </a:lnTo>
                <a:lnTo>
                  <a:pt x="775877" y="184572"/>
                </a:lnTo>
                <a:lnTo>
                  <a:pt x="787189" y="117946"/>
                </a:lnTo>
                <a:lnTo>
                  <a:pt x="788349" y="73829"/>
                </a:lnTo>
                <a:close/>
                <a:moveTo>
                  <a:pt x="788349" y="73829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E91E2-B84B-4787-A795-5441FA68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301" y="3477867"/>
            <a:ext cx="1610053" cy="872439"/>
          </a:xfrm>
          <a:custGeom xmlns:a="http://schemas.openxmlformats.org/drawingml/2006/main">
            <a:pathLst>
              <a:path w="1610053" h="872439">
                <a:moveTo>
                  <a:pt x="132552" y="585677"/>
                </a:moveTo>
                <a:lnTo>
                  <a:pt x="107608" y="531206"/>
                </a:lnTo>
                <a:lnTo>
                  <a:pt x="69321" y="499694"/>
                </a:lnTo>
                <a:lnTo>
                  <a:pt x="24944" y="499694"/>
                </a:lnTo>
                <a:lnTo>
                  <a:pt x="3481" y="557316"/>
                </a:lnTo>
                <a:lnTo>
                  <a:pt x="0" y="626193"/>
                </a:lnTo>
                <a:lnTo>
                  <a:pt x="70191" y="706774"/>
                </a:lnTo>
                <a:lnTo>
                  <a:pt x="109928" y="733335"/>
                </a:lnTo>
                <a:lnTo>
                  <a:pt x="150825" y="705424"/>
                </a:lnTo>
                <a:lnTo>
                  <a:pt x="193752" y="700022"/>
                </a:lnTo>
                <a:lnTo>
                  <a:pt x="234648" y="722981"/>
                </a:lnTo>
                <a:lnTo>
                  <a:pt x="273225" y="754493"/>
                </a:lnTo>
                <a:lnTo>
                  <a:pt x="316152" y="744139"/>
                </a:lnTo>
                <a:lnTo>
                  <a:pt x="343416" y="691018"/>
                </a:lnTo>
                <a:lnTo>
                  <a:pt x="386343" y="686066"/>
                </a:lnTo>
                <a:lnTo>
                  <a:pt x="430720" y="680664"/>
                </a:lnTo>
                <a:lnTo>
                  <a:pt x="473647" y="684266"/>
                </a:lnTo>
                <a:lnTo>
                  <a:pt x="515704" y="664908"/>
                </a:lnTo>
                <a:lnTo>
                  <a:pt x="557471" y="650953"/>
                </a:lnTo>
                <a:lnTo>
                  <a:pt x="566463" y="717579"/>
                </a:lnTo>
                <a:lnTo>
                  <a:pt x="600688" y="759895"/>
                </a:lnTo>
                <a:lnTo>
                  <a:pt x="638974" y="791407"/>
                </a:lnTo>
                <a:lnTo>
                  <a:pt x="682191" y="801761"/>
                </a:lnTo>
                <a:lnTo>
                  <a:pt x="725118" y="810765"/>
                </a:lnTo>
                <a:lnTo>
                  <a:pt x="768336" y="816167"/>
                </a:lnTo>
                <a:lnTo>
                  <a:pt x="811263" y="828322"/>
                </a:lnTo>
                <a:lnTo>
                  <a:pt x="855350" y="831923"/>
                </a:lnTo>
                <a:lnTo>
                  <a:pt x="898567" y="840476"/>
                </a:lnTo>
                <a:lnTo>
                  <a:pt x="941494" y="842277"/>
                </a:lnTo>
                <a:lnTo>
                  <a:pt x="984711" y="856683"/>
                </a:lnTo>
                <a:lnTo>
                  <a:pt x="1026478" y="870638"/>
                </a:lnTo>
                <a:lnTo>
                  <a:pt x="1070855" y="872439"/>
                </a:lnTo>
                <a:lnTo>
                  <a:pt x="1112622" y="853081"/>
                </a:lnTo>
                <a:lnTo>
                  <a:pt x="1146557" y="810765"/>
                </a:lnTo>
                <a:lnTo>
                  <a:pt x="1189774" y="796809"/>
                </a:lnTo>
                <a:lnTo>
                  <a:pt x="1232701" y="798610"/>
                </a:lnTo>
                <a:lnTo>
                  <a:pt x="1275918" y="808964"/>
                </a:lnTo>
                <a:lnTo>
                  <a:pt x="1316525" y="782404"/>
                </a:lnTo>
                <a:lnTo>
                  <a:pt x="1359742" y="772050"/>
                </a:lnTo>
                <a:lnTo>
                  <a:pt x="1400349" y="795009"/>
                </a:lnTo>
                <a:lnTo>
                  <a:pt x="1409630" y="727933"/>
                </a:lnTo>
                <a:lnTo>
                  <a:pt x="1445886" y="692819"/>
                </a:lnTo>
                <a:lnTo>
                  <a:pt x="1488813" y="680664"/>
                </a:lnTo>
                <a:lnTo>
                  <a:pt x="1484173" y="613588"/>
                </a:lnTo>
                <a:lnTo>
                  <a:pt x="1491134" y="546962"/>
                </a:lnTo>
                <a:lnTo>
                  <a:pt x="1532900" y="527605"/>
                </a:lnTo>
                <a:lnTo>
                  <a:pt x="1513757" y="467732"/>
                </a:lnTo>
                <a:lnTo>
                  <a:pt x="1557845" y="448374"/>
                </a:lnTo>
                <a:lnTo>
                  <a:pt x="1604252" y="444773"/>
                </a:lnTo>
                <a:lnTo>
                  <a:pt x="1610053" y="426497"/>
                </a:lnTo>
                <a:lnTo>
                  <a:pt x="1610053" y="283414"/>
                </a:lnTo>
                <a:lnTo>
                  <a:pt x="1599901" y="263802"/>
                </a:lnTo>
                <a:lnTo>
                  <a:pt x="1577278" y="203929"/>
                </a:lnTo>
                <a:lnTo>
                  <a:pt x="1596421" y="144056"/>
                </a:lnTo>
                <a:lnTo>
                  <a:pt x="1563646" y="100389"/>
                </a:lnTo>
                <a:lnTo>
                  <a:pt x="1522749" y="77430"/>
                </a:lnTo>
                <a:lnTo>
                  <a:pt x="1479822" y="91385"/>
                </a:lnTo>
                <a:lnTo>
                  <a:pt x="1436605" y="89585"/>
                </a:lnTo>
                <a:lnTo>
                  <a:pt x="1393678" y="79231"/>
                </a:lnTo>
                <a:lnTo>
                  <a:pt x="1355101" y="47719"/>
                </a:lnTo>
                <a:lnTo>
                  <a:pt x="1311014" y="42316"/>
                </a:lnTo>
                <a:lnTo>
                  <a:pt x="1270118" y="21158"/>
                </a:lnTo>
                <a:lnTo>
                  <a:pt x="1226030" y="17557"/>
                </a:lnTo>
                <a:lnTo>
                  <a:pt x="1185134" y="0"/>
                </a:lnTo>
                <a:lnTo>
                  <a:pt x="1168311" y="61674"/>
                </a:lnTo>
                <a:lnTo>
                  <a:pt x="1129735" y="94987"/>
                </a:lnTo>
                <a:lnTo>
                  <a:pt x="1095799" y="137303"/>
                </a:lnTo>
                <a:lnTo>
                  <a:pt x="1052582" y="139104"/>
                </a:lnTo>
                <a:lnTo>
                  <a:pt x="1009655" y="144056"/>
                </a:lnTo>
                <a:lnTo>
                  <a:pt x="966438" y="128300"/>
                </a:lnTo>
                <a:lnTo>
                  <a:pt x="933663" y="84633"/>
                </a:lnTo>
                <a:lnTo>
                  <a:pt x="914519" y="145857"/>
                </a:lnTo>
                <a:lnTo>
                  <a:pt x="871302" y="149458"/>
                </a:lnTo>
                <a:lnTo>
                  <a:pt x="833886" y="184572"/>
                </a:lnTo>
                <a:lnTo>
                  <a:pt x="805752" y="235892"/>
                </a:lnTo>
                <a:lnTo>
                  <a:pt x="761374" y="248046"/>
                </a:lnTo>
                <a:lnTo>
                  <a:pt x="720768" y="272806"/>
                </a:lnTo>
                <a:lnTo>
                  <a:pt x="708296" y="335830"/>
                </a:lnTo>
                <a:lnTo>
                  <a:pt x="737591" y="387150"/>
                </a:lnTo>
                <a:lnTo>
                  <a:pt x="757024" y="446573"/>
                </a:lnTo>
                <a:lnTo>
                  <a:pt x="748902" y="513649"/>
                </a:lnTo>
                <a:lnTo>
                  <a:pt x="707136" y="496093"/>
                </a:lnTo>
                <a:lnTo>
                  <a:pt x="675230" y="448374"/>
                </a:lnTo>
                <a:lnTo>
                  <a:pt x="633464" y="467732"/>
                </a:lnTo>
                <a:lnTo>
                  <a:pt x="592567" y="444773"/>
                </a:lnTo>
                <a:lnTo>
                  <a:pt x="552830" y="474934"/>
                </a:lnTo>
                <a:lnTo>
                  <a:pt x="509903" y="471333"/>
                </a:lnTo>
                <a:lnTo>
                  <a:pt x="465816" y="480337"/>
                </a:lnTo>
                <a:lnTo>
                  <a:pt x="424919" y="506447"/>
                </a:lnTo>
                <a:lnTo>
                  <a:pt x="384023" y="529406"/>
                </a:lnTo>
                <a:lnTo>
                  <a:pt x="341096" y="536608"/>
                </a:lnTo>
                <a:lnTo>
                  <a:pt x="297009" y="529406"/>
                </a:lnTo>
                <a:lnTo>
                  <a:pt x="256112" y="504646"/>
                </a:lnTo>
                <a:lnTo>
                  <a:pt x="214345" y="490691"/>
                </a:lnTo>
                <a:lnTo>
                  <a:pt x="185920" y="490691"/>
                </a:lnTo>
                <a:lnTo>
                  <a:pt x="172288" y="555966"/>
                </a:lnTo>
                <a:lnTo>
                  <a:pt x="132552" y="585677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7B850C2-A37E-4BE3-878F-C5EF887B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607" y="3470199"/>
            <a:ext cx="1615747" cy="885744"/>
          </a:xfrm>
          <a:custGeom xmlns:a="http://schemas.openxmlformats.org/drawingml/2006/main">
            <a:pathLst>
              <a:path w="1615747" h="885744">
                <a:moveTo>
                  <a:pt x="172945" y="560424"/>
                </a:moveTo>
                <a:lnTo>
                  <a:pt x="187073" y="492772"/>
                </a:lnTo>
                <a:lnTo>
                  <a:pt x="220947" y="492772"/>
                </a:lnTo>
                <a:lnTo>
                  <a:pt x="264167" y="507212"/>
                </a:lnTo>
                <a:lnTo>
                  <a:pt x="304671" y="531734"/>
                </a:lnTo>
                <a:lnTo>
                  <a:pt x="346777" y="538614"/>
                </a:lnTo>
                <a:lnTo>
                  <a:pt x="387831" y="531725"/>
                </a:lnTo>
                <a:lnTo>
                  <a:pt x="427740" y="509321"/>
                </a:lnTo>
                <a:lnTo>
                  <a:pt x="469377" y="482738"/>
                </a:lnTo>
                <a:lnTo>
                  <a:pt x="515265" y="473367"/>
                </a:lnTo>
                <a:lnTo>
                  <a:pt x="556854" y="476856"/>
                </a:lnTo>
                <a:lnTo>
                  <a:pt x="597801" y="445776"/>
                </a:lnTo>
                <a:lnTo>
                  <a:pt x="639400" y="469129"/>
                </a:lnTo>
                <a:lnTo>
                  <a:pt x="682912" y="448963"/>
                </a:lnTo>
                <a:lnTo>
                  <a:pt x="716541" y="499261"/>
                </a:lnTo>
                <a:lnTo>
                  <a:pt x="749939" y="513300"/>
                </a:lnTo>
                <a:lnTo>
                  <a:pt x="757022" y="454800"/>
                </a:lnTo>
                <a:lnTo>
                  <a:pt x="738150" y="397095"/>
                </a:lnTo>
                <a:lnTo>
                  <a:pt x="708104" y="344459"/>
                </a:lnTo>
                <a:lnTo>
                  <a:pt x="721457" y="276982"/>
                </a:lnTo>
                <a:lnTo>
                  <a:pt x="764832" y="250534"/>
                </a:lnTo>
                <a:lnTo>
                  <a:pt x="807685" y="238797"/>
                </a:lnTo>
                <a:lnTo>
                  <a:pt x="835108" y="188774"/>
                </a:lnTo>
                <a:lnTo>
                  <a:pt x="874592" y="151720"/>
                </a:lnTo>
                <a:lnTo>
                  <a:pt x="916003" y="148269"/>
                </a:lnTo>
                <a:lnTo>
                  <a:pt x="937278" y="80225"/>
                </a:lnTo>
                <a:lnTo>
                  <a:pt x="975604" y="131287"/>
                </a:lnTo>
                <a:lnTo>
                  <a:pt x="1016021" y="146023"/>
                </a:lnTo>
                <a:lnTo>
                  <a:pt x="1057839" y="141199"/>
                </a:lnTo>
                <a:lnTo>
                  <a:pt x="1098723" y="139495"/>
                </a:lnTo>
                <a:lnTo>
                  <a:pt x="1131390" y="98761"/>
                </a:lnTo>
                <a:lnTo>
                  <a:pt x="1169063" y="66228"/>
                </a:lnTo>
                <a:lnTo>
                  <a:pt x="1187128" y="0"/>
                </a:lnTo>
                <a:lnTo>
                  <a:pt x="1233089" y="19731"/>
                </a:lnTo>
                <a:lnTo>
                  <a:pt x="1277383" y="23349"/>
                </a:lnTo>
                <a:lnTo>
                  <a:pt x="1318384" y="44561"/>
                </a:lnTo>
                <a:lnTo>
                  <a:pt x="1363078" y="50038"/>
                </a:lnTo>
                <a:lnTo>
                  <a:pt x="1401920" y="81766"/>
                </a:lnTo>
                <a:lnTo>
                  <a:pt x="1443077" y="91694"/>
                </a:lnTo>
                <a:lnTo>
                  <a:pt x="1484744" y="93430"/>
                </a:lnTo>
                <a:lnTo>
                  <a:pt x="1529043" y="79028"/>
                </a:lnTo>
                <a:lnTo>
                  <a:pt x="1573101" y="103762"/>
                </a:lnTo>
                <a:lnTo>
                  <a:pt x="1608315" y="150678"/>
                </a:lnTo>
                <a:lnTo>
                  <a:pt x="1588886" y="211444"/>
                </a:lnTo>
                <a:lnTo>
                  <a:pt x="1610706" y="269191"/>
                </a:lnTo>
                <a:lnTo>
                  <a:pt x="1615747" y="278929"/>
                </a:lnTo>
                <a:lnTo>
                  <a:pt x="1615747" y="303236"/>
                </a:lnTo>
                <a:lnTo>
                  <a:pt x="1600484" y="273750"/>
                </a:lnTo>
                <a:lnTo>
                  <a:pt x="1577057" y="211751"/>
                </a:lnTo>
                <a:lnTo>
                  <a:pt x="1595914" y="152771"/>
                </a:lnTo>
                <a:lnTo>
                  <a:pt x="1565578" y="112353"/>
                </a:lnTo>
                <a:lnTo>
                  <a:pt x="1527842" y="91168"/>
                </a:lnTo>
                <a:lnTo>
                  <a:pt x="1486287" y="104678"/>
                </a:lnTo>
                <a:lnTo>
                  <a:pt x="1441520" y="102813"/>
                </a:lnTo>
                <a:lnTo>
                  <a:pt x="1396823" y="92032"/>
                </a:lnTo>
                <a:lnTo>
                  <a:pt x="1358512" y="60736"/>
                </a:lnTo>
                <a:lnTo>
                  <a:pt x="1315032" y="55408"/>
                </a:lnTo>
                <a:lnTo>
                  <a:pt x="1274239" y="34304"/>
                </a:lnTo>
                <a:lnTo>
                  <a:pt x="1230359" y="30719"/>
                </a:lnTo>
                <a:lnTo>
                  <a:pt x="1194527" y="15337"/>
                </a:lnTo>
                <a:lnTo>
                  <a:pt x="1178946" y="72457"/>
                </a:lnTo>
                <a:lnTo>
                  <a:pt x="1139467" y="106549"/>
                </a:lnTo>
                <a:lnTo>
                  <a:pt x="1104263" y="150448"/>
                </a:lnTo>
                <a:lnTo>
                  <a:pt x="1058713" y="152346"/>
                </a:lnTo>
                <a:lnTo>
                  <a:pt x="1014676" y="157426"/>
                </a:lnTo>
                <a:lnTo>
                  <a:pt x="968659" y="140649"/>
                </a:lnTo>
                <a:lnTo>
                  <a:pt x="941434" y="104377"/>
                </a:lnTo>
                <a:lnTo>
                  <a:pt x="924424" y="158780"/>
                </a:lnTo>
                <a:lnTo>
                  <a:pt x="879400" y="162532"/>
                </a:lnTo>
                <a:lnTo>
                  <a:pt x="844052" y="195705"/>
                </a:lnTo>
                <a:lnTo>
                  <a:pt x="815206" y="248323"/>
                </a:lnTo>
                <a:lnTo>
                  <a:pt x="769304" y="260895"/>
                </a:lnTo>
                <a:lnTo>
                  <a:pt x="731466" y="283967"/>
                </a:lnTo>
                <a:lnTo>
                  <a:pt x="719875" y="342539"/>
                </a:lnTo>
                <a:lnTo>
                  <a:pt x="748418" y="392542"/>
                </a:lnTo>
                <a:lnTo>
                  <a:pt x="768413" y="453683"/>
                </a:lnTo>
                <a:lnTo>
                  <a:pt x="759253" y="529336"/>
                </a:lnTo>
                <a:lnTo>
                  <a:pt x="709117" y="508261"/>
                </a:lnTo>
                <a:lnTo>
                  <a:pt x="678936" y="463122"/>
                </a:lnTo>
                <a:lnTo>
                  <a:pt x="638914" y="481671"/>
                </a:lnTo>
                <a:lnTo>
                  <a:pt x="598720" y="459106"/>
                </a:lnTo>
                <a:lnTo>
                  <a:pt x="560194" y="488349"/>
                </a:lnTo>
                <a:lnTo>
                  <a:pt x="515929" y="484636"/>
                </a:lnTo>
                <a:lnTo>
                  <a:pt x="473643" y="493272"/>
                </a:lnTo>
                <a:lnTo>
                  <a:pt x="433486" y="518909"/>
                </a:lnTo>
                <a:lnTo>
                  <a:pt x="391602" y="542423"/>
                </a:lnTo>
                <a:lnTo>
                  <a:pt x="346802" y="549940"/>
                </a:lnTo>
                <a:lnTo>
                  <a:pt x="300734" y="542413"/>
                </a:lnTo>
                <a:lnTo>
                  <a:pt x="259445" y="517416"/>
                </a:lnTo>
                <a:lnTo>
                  <a:pt x="219130" y="503946"/>
                </a:lnTo>
                <a:lnTo>
                  <a:pt x="196155" y="503946"/>
                </a:lnTo>
                <a:lnTo>
                  <a:pt x="183019" y="566844"/>
                </a:lnTo>
                <a:lnTo>
                  <a:pt x="136048" y="601965"/>
                </a:lnTo>
                <a:lnTo>
                  <a:pt x="108757" y="542371"/>
                </a:lnTo>
                <a:lnTo>
                  <a:pt x="73011" y="512949"/>
                </a:lnTo>
                <a:lnTo>
                  <a:pt x="34519" y="512949"/>
                </a:lnTo>
                <a:lnTo>
                  <a:pt x="14711" y="566127"/>
                </a:lnTo>
                <a:lnTo>
                  <a:pt x="11387" y="631892"/>
                </a:lnTo>
                <a:lnTo>
                  <a:pt x="79609" y="710212"/>
                </a:lnTo>
                <a:lnTo>
                  <a:pt x="115589" y="734261"/>
                </a:lnTo>
                <a:lnTo>
                  <a:pt x="154483" y="707717"/>
                </a:lnTo>
                <a:lnTo>
                  <a:pt x="200575" y="701917"/>
                </a:lnTo>
                <a:lnTo>
                  <a:pt x="243500" y="726015"/>
                </a:lnTo>
                <a:lnTo>
                  <a:pt x="280305" y="756080"/>
                </a:lnTo>
                <a:lnTo>
                  <a:pt x="318045" y="746977"/>
                </a:lnTo>
                <a:lnTo>
                  <a:pt x="345503" y="693479"/>
                </a:lnTo>
                <a:lnTo>
                  <a:pt x="391379" y="688187"/>
                </a:lnTo>
                <a:lnTo>
                  <a:pt x="436309" y="682717"/>
                </a:lnTo>
                <a:lnTo>
                  <a:pt x="478342" y="686244"/>
                </a:lnTo>
                <a:lnTo>
                  <a:pt x="519339" y="667374"/>
                </a:lnTo>
                <a:lnTo>
                  <a:pt x="567799" y="651182"/>
                </a:lnTo>
                <a:lnTo>
                  <a:pt x="577484" y="722950"/>
                </a:lnTo>
                <a:lnTo>
                  <a:pt x="610370" y="763610"/>
                </a:lnTo>
                <a:lnTo>
                  <a:pt x="647223" y="793943"/>
                </a:lnTo>
                <a:lnTo>
                  <a:pt x="689110" y="803978"/>
                </a:lnTo>
                <a:lnTo>
                  <a:pt x="731734" y="812918"/>
                </a:lnTo>
                <a:lnTo>
                  <a:pt x="775143" y="818344"/>
                </a:lnTo>
                <a:lnTo>
                  <a:pt x="817954" y="830466"/>
                </a:lnTo>
                <a:lnTo>
                  <a:pt x="861816" y="834049"/>
                </a:lnTo>
                <a:lnTo>
                  <a:pt x="904924" y="842581"/>
                </a:lnTo>
                <a:lnTo>
                  <a:pt x="948208" y="844396"/>
                </a:lnTo>
                <a:lnTo>
                  <a:pt x="992171" y="859051"/>
                </a:lnTo>
                <a:lnTo>
                  <a:pt x="1033190" y="872756"/>
                </a:lnTo>
                <a:lnTo>
                  <a:pt x="1075425" y="874470"/>
                </a:lnTo>
                <a:lnTo>
                  <a:pt x="1114777" y="856232"/>
                </a:lnTo>
                <a:lnTo>
                  <a:pt x="1148940" y="813631"/>
                </a:lnTo>
                <a:lnTo>
                  <a:pt x="1194703" y="798854"/>
                </a:lnTo>
                <a:lnTo>
                  <a:pt x="1239170" y="800719"/>
                </a:lnTo>
                <a:lnTo>
                  <a:pt x="1280571" y="810638"/>
                </a:lnTo>
                <a:lnTo>
                  <a:pt x="1319973" y="784865"/>
                </a:lnTo>
                <a:lnTo>
                  <a:pt x="1366272" y="773773"/>
                </a:lnTo>
                <a:lnTo>
                  <a:pt x="1401635" y="793767"/>
                </a:lnTo>
                <a:lnTo>
                  <a:pt x="1410054" y="732927"/>
                </a:lnTo>
                <a:lnTo>
                  <a:pt x="1448704" y="695495"/>
                </a:lnTo>
                <a:lnTo>
                  <a:pt x="1488620" y="684193"/>
                </a:lnTo>
                <a:lnTo>
                  <a:pt x="1484259" y="621158"/>
                </a:lnTo>
                <a:lnTo>
                  <a:pt x="1491600" y="550895"/>
                </a:lnTo>
                <a:lnTo>
                  <a:pt x="1531771" y="532278"/>
                </a:lnTo>
                <a:lnTo>
                  <a:pt x="1512597" y="472308"/>
                </a:lnTo>
                <a:lnTo>
                  <a:pt x="1562160" y="450546"/>
                </a:lnTo>
                <a:lnTo>
                  <a:pt x="1605760" y="447162"/>
                </a:lnTo>
                <a:lnTo>
                  <a:pt x="1615747" y="415698"/>
                </a:lnTo>
                <a:lnTo>
                  <a:pt x="1615747" y="452632"/>
                </a:lnTo>
                <a:lnTo>
                  <a:pt x="1614132" y="457720"/>
                </a:lnTo>
                <a:lnTo>
                  <a:pt x="1564916" y="461539"/>
                </a:lnTo>
                <a:lnTo>
                  <a:pt x="1526305" y="478492"/>
                </a:lnTo>
                <a:lnTo>
                  <a:pt x="1545418" y="538269"/>
                </a:lnTo>
                <a:lnTo>
                  <a:pt x="1502055" y="558366"/>
                </a:lnTo>
                <a:lnTo>
                  <a:pt x="1495473" y="621355"/>
                </a:lnTo>
                <a:lnTo>
                  <a:pt x="1500394" y="692472"/>
                </a:lnTo>
                <a:lnTo>
                  <a:pt x="1454456" y="705480"/>
                </a:lnTo>
                <a:lnTo>
                  <a:pt x="1420594" y="738274"/>
                </a:lnTo>
                <a:lnTo>
                  <a:pt x="1410450" y="811587"/>
                </a:lnTo>
                <a:lnTo>
                  <a:pt x="1364600" y="785664"/>
                </a:lnTo>
                <a:lnTo>
                  <a:pt x="1324465" y="795279"/>
                </a:lnTo>
                <a:lnTo>
                  <a:pt x="1282654" y="822627"/>
                </a:lnTo>
                <a:lnTo>
                  <a:pt x="1237620" y="811838"/>
                </a:lnTo>
                <a:lnTo>
                  <a:pt x="1196233" y="810102"/>
                </a:lnTo>
                <a:lnTo>
                  <a:pt x="1155562" y="823235"/>
                </a:lnTo>
                <a:lnTo>
                  <a:pt x="1121854" y="865267"/>
                </a:lnTo>
                <a:lnTo>
                  <a:pt x="1077672" y="885744"/>
                </a:lnTo>
                <a:lnTo>
                  <a:pt x="1031153" y="883857"/>
                </a:lnTo>
                <a:lnTo>
                  <a:pt x="988636" y="869651"/>
                </a:lnTo>
                <a:lnTo>
                  <a:pt x="946167" y="855495"/>
                </a:lnTo>
                <a:lnTo>
                  <a:pt x="903597" y="853709"/>
                </a:lnTo>
                <a:lnTo>
                  <a:pt x="860271" y="845134"/>
                </a:lnTo>
                <a:lnTo>
                  <a:pt x="815958" y="841514"/>
                </a:lnTo>
                <a:lnTo>
                  <a:pt x="772915" y="829327"/>
                </a:lnTo>
                <a:lnTo>
                  <a:pt x="729891" y="823948"/>
                </a:lnTo>
                <a:lnTo>
                  <a:pt x="686661" y="814881"/>
                </a:lnTo>
                <a:lnTo>
                  <a:pt x="642113" y="804209"/>
                </a:lnTo>
                <a:lnTo>
                  <a:pt x="602394" y="771517"/>
                </a:lnTo>
                <a:lnTo>
                  <a:pt x="566829" y="727544"/>
                </a:lnTo>
                <a:lnTo>
                  <a:pt x="558531" y="666060"/>
                </a:lnTo>
                <a:lnTo>
                  <a:pt x="523457" y="677779"/>
                </a:lnTo>
                <a:lnTo>
                  <a:pt x="480340" y="697625"/>
                </a:lnTo>
                <a:lnTo>
                  <a:pt x="436519" y="693948"/>
                </a:lnTo>
                <a:lnTo>
                  <a:pt x="392695" y="699283"/>
                </a:lnTo>
                <a:lnTo>
                  <a:pt x="352717" y="703895"/>
                </a:lnTo>
                <a:lnTo>
                  <a:pt x="325646" y="756638"/>
                </a:lnTo>
                <a:lnTo>
                  <a:pt x="277532" y="768243"/>
                </a:lnTo>
                <a:lnTo>
                  <a:pt x="237184" y="735283"/>
                </a:lnTo>
                <a:lnTo>
                  <a:pt x="198316" y="713463"/>
                </a:lnTo>
                <a:lnTo>
                  <a:pt x="158554" y="718467"/>
                </a:lnTo>
                <a:lnTo>
                  <a:pt x="115654" y="747745"/>
                </a:lnTo>
                <a:lnTo>
                  <a:pt x="72161" y="718674"/>
                </a:lnTo>
                <a:lnTo>
                  <a:pt x="0" y="635831"/>
                </a:lnTo>
                <a:lnTo>
                  <a:pt x="3638" y="563842"/>
                </a:lnTo>
                <a:lnTo>
                  <a:pt x="26757" y="501775"/>
                </a:lnTo>
                <a:lnTo>
                  <a:pt x="77019" y="501775"/>
                </a:lnTo>
                <a:lnTo>
                  <a:pt x="117845" y="535379"/>
                </a:lnTo>
                <a:lnTo>
                  <a:pt x="140443" y="584726"/>
                </a:lnTo>
                <a:lnTo>
                  <a:pt x="172945" y="560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F2D2F-7226-4DB7-8532-FE54E6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392" y="2646394"/>
            <a:ext cx="807782" cy="662657"/>
          </a:xfrm>
          <a:custGeom xmlns:a="http://schemas.openxmlformats.org/drawingml/2006/main">
            <a:pathLst>
              <a:path w="807782" h="662657">
                <a:moveTo>
                  <a:pt x="167647" y="35114"/>
                </a:moveTo>
                <a:lnTo>
                  <a:pt x="122400" y="50870"/>
                </a:lnTo>
                <a:lnTo>
                  <a:pt x="81793" y="73829"/>
                </a:lnTo>
                <a:lnTo>
                  <a:pt x="40897" y="99939"/>
                </a:lnTo>
                <a:lnTo>
                  <a:pt x="0" y="122898"/>
                </a:lnTo>
                <a:lnTo>
                  <a:pt x="2320" y="191324"/>
                </a:lnTo>
                <a:lnTo>
                  <a:pt x="36256" y="237242"/>
                </a:lnTo>
                <a:lnTo>
                  <a:pt x="80633" y="244445"/>
                </a:lnTo>
                <a:lnTo>
                  <a:pt x="124720" y="239043"/>
                </a:lnTo>
                <a:lnTo>
                  <a:pt x="148504" y="295315"/>
                </a:lnTo>
                <a:lnTo>
                  <a:pt x="189401" y="319624"/>
                </a:lnTo>
                <a:lnTo>
                  <a:pt x="231168" y="340782"/>
                </a:lnTo>
                <a:lnTo>
                  <a:pt x="267424" y="379497"/>
                </a:lnTo>
                <a:lnTo>
                  <a:pt x="311801" y="375896"/>
                </a:lnTo>
                <a:lnTo>
                  <a:pt x="351247" y="406058"/>
                </a:lnTo>
                <a:lnTo>
                  <a:pt x="355888" y="472684"/>
                </a:lnTo>
                <a:lnTo>
                  <a:pt x="390984" y="515000"/>
                </a:lnTo>
                <a:lnTo>
                  <a:pt x="433911" y="502845"/>
                </a:lnTo>
                <a:lnTo>
                  <a:pt x="468136" y="460529"/>
                </a:lnTo>
                <a:lnTo>
                  <a:pt x="490760" y="518601"/>
                </a:lnTo>
                <a:lnTo>
                  <a:pt x="522375" y="565870"/>
                </a:lnTo>
                <a:lnTo>
                  <a:pt x="560952" y="600983"/>
                </a:lnTo>
                <a:lnTo>
                  <a:pt x="602718" y="623942"/>
                </a:lnTo>
                <a:lnTo>
                  <a:pt x="638974" y="662657"/>
                </a:lnTo>
                <a:lnTo>
                  <a:pt x="682191" y="650503"/>
                </a:lnTo>
                <a:lnTo>
                  <a:pt x="720768" y="618990"/>
                </a:lnTo>
                <a:lnTo>
                  <a:pt x="692343" y="567670"/>
                </a:lnTo>
                <a:lnTo>
                  <a:pt x="705975" y="502845"/>
                </a:lnTo>
                <a:lnTo>
                  <a:pt x="732080" y="448374"/>
                </a:lnTo>
                <a:lnTo>
                  <a:pt x="776167" y="439371"/>
                </a:lnTo>
                <a:lnTo>
                  <a:pt x="807782" y="392102"/>
                </a:lnTo>
                <a:lnTo>
                  <a:pt x="788639" y="328628"/>
                </a:lnTo>
                <a:lnTo>
                  <a:pt x="770656" y="262002"/>
                </a:lnTo>
                <a:lnTo>
                  <a:pt x="727439" y="242644"/>
                </a:lnTo>
                <a:lnTo>
                  <a:pt x="683352" y="242644"/>
                </a:lnTo>
                <a:lnTo>
                  <a:pt x="687702" y="173767"/>
                </a:lnTo>
                <a:lnTo>
                  <a:pt x="707136" y="113894"/>
                </a:lnTo>
                <a:lnTo>
                  <a:pt x="665079" y="94537"/>
                </a:lnTo>
                <a:lnTo>
                  <a:pt x="624472" y="63024"/>
                </a:lnTo>
                <a:lnTo>
                  <a:pt x="581255" y="70227"/>
                </a:lnTo>
                <a:lnTo>
                  <a:pt x="539488" y="26110"/>
                </a:lnTo>
                <a:lnTo>
                  <a:pt x="495111" y="20708"/>
                </a:lnTo>
                <a:lnTo>
                  <a:pt x="451024" y="10354"/>
                </a:lnTo>
                <a:lnTo>
                  <a:pt x="408097" y="0"/>
                </a:lnTo>
                <a:lnTo>
                  <a:pt x="367200" y="33313"/>
                </a:lnTo>
                <a:lnTo>
                  <a:pt x="329784" y="70227"/>
                </a:lnTo>
                <a:lnTo>
                  <a:pt x="286857" y="91385"/>
                </a:lnTo>
                <a:lnTo>
                  <a:pt x="244800" y="68427"/>
                </a:lnTo>
                <a:lnTo>
                  <a:pt x="200713" y="63024"/>
                </a:lnTo>
                <a:lnTo>
                  <a:pt x="167647" y="35114"/>
                </a:lnTo>
                <a:close/>
                <a:moveTo>
                  <a:pt x="167647" y="35114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BF75F-3795-47FC-A2BD-5A387C9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392" y="2646394"/>
            <a:ext cx="807782" cy="662657"/>
          </a:xfrm>
          <a:custGeom xmlns:a="http://schemas.openxmlformats.org/drawingml/2006/main">
            <a:pathLst>
              <a:path w="807782" h="662657" fill="none">
                <a:moveTo>
                  <a:pt x="167647" y="35114"/>
                </a:moveTo>
                <a:lnTo>
                  <a:pt x="122400" y="50870"/>
                </a:lnTo>
                <a:lnTo>
                  <a:pt x="81793" y="73829"/>
                </a:lnTo>
                <a:lnTo>
                  <a:pt x="40897" y="99939"/>
                </a:lnTo>
                <a:lnTo>
                  <a:pt x="0" y="122898"/>
                </a:lnTo>
                <a:lnTo>
                  <a:pt x="2320" y="191324"/>
                </a:lnTo>
                <a:lnTo>
                  <a:pt x="36256" y="237242"/>
                </a:lnTo>
                <a:lnTo>
                  <a:pt x="80633" y="244445"/>
                </a:lnTo>
                <a:lnTo>
                  <a:pt x="124720" y="239043"/>
                </a:lnTo>
                <a:lnTo>
                  <a:pt x="148504" y="295315"/>
                </a:lnTo>
                <a:lnTo>
                  <a:pt x="189401" y="319624"/>
                </a:lnTo>
                <a:lnTo>
                  <a:pt x="231168" y="340782"/>
                </a:lnTo>
                <a:lnTo>
                  <a:pt x="267424" y="379497"/>
                </a:lnTo>
                <a:lnTo>
                  <a:pt x="311801" y="375896"/>
                </a:lnTo>
                <a:lnTo>
                  <a:pt x="351247" y="406058"/>
                </a:lnTo>
                <a:lnTo>
                  <a:pt x="355888" y="472684"/>
                </a:lnTo>
                <a:lnTo>
                  <a:pt x="390984" y="515000"/>
                </a:lnTo>
                <a:lnTo>
                  <a:pt x="433911" y="502845"/>
                </a:lnTo>
                <a:lnTo>
                  <a:pt x="468136" y="460529"/>
                </a:lnTo>
                <a:lnTo>
                  <a:pt x="490760" y="518601"/>
                </a:lnTo>
                <a:lnTo>
                  <a:pt x="522375" y="565870"/>
                </a:lnTo>
                <a:lnTo>
                  <a:pt x="560952" y="600983"/>
                </a:lnTo>
                <a:lnTo>
                  <a:pt x="602718" y="623942"/>
                </a:lnTo>
                <a:lnTo>
                  <a:pt x="638974" y="662657"/>
                </a:lnTo>
                <a:lnTo>
                  <a:pt x="682191" y="650503"/>
                </a:lnTo>
                <a:lnTo>
                  <a:pt x="720768" y="618990"/>
                </a:lnTo>
                <a:lnTo>
                  <a:pt x="692343" y="567670"/>
                </a:lnTo>
                <a:lnTo>
                  <a:pt x="705975" y="502845"/>
                </a:lnTo>
                <a:lnTo>
                  <a:pt x="732080" y="448374"/>
                </a:lnTo>
                <a:lnTo>
                  <a:pt x="776167" y="439371"/>
                </a:lnTo>
                <a:lnTo>
                  <a:pt x="807782" y="392102"/>
                </a:lnTo>
                <a:lnTo>
                  <a:pt x="788639" y="328628"/>
                </a:lnTo>
                <a:lnTo>
                  <a:pt x="770656" y="262002"/>
                </a:lnTo>
                <a:lnTo>
                  <a:pt x="727439" y="242644"/>
                </a:lnTo>
                <a:lnTo>
                  <a:pt x="683352" y="242644"/>
                </a:lnTo>
                <a:lnTo>
                  <a:pt x="687702" y="173767"/>
                </a:lnTo>
                <a:lnTo>
                  <a:pt x="707136" y="113894"/>
                </a:lnTo>
                <a:lnTo>
                  <a:pt x="665079" y="94537"/>
                </a:lnTo>
                <a:lnTo>
                  <a:pt x="624472" y="63024"/>
                </a:lnTo>
                <a:lnTo>
                  <a:pt x="581255" y="70227"/>
                </a:lnTo>
                <a:lnTo>
                  <a:pt x="539488" y="26110"/>
                </a:lnTo>
                <a:lnTo>
                  <a:pt x="495111" y="20708"/>
                </a:lnTo>
                <a:lnTo>
                  <a:pt x="451024" y="10354"/>
                </a:lnTo>
                <a:lnTo>
                  <a:pt x="408097" y="0"/>
                </a:lnTo>
                <a:lnTo>
                  <a:pt x="367200" y="33313"/>
                </a:lnTo>
                <a:lnTo>
                  <a:pt x="329784" y="70227"/>
                </a:lnTo>
                <a:lnTo>
                  <a:pt x="286857" y="91385"/>
                </a:lnTo>
                <a:lnTo>
                  <a:pt x="244800" y="68427"/>
                </a:lnTo>
                <a:lnTo>
                  <a:pt x="200713" y="63024"/>
                </a:lnTo>
                <a:lnTo>
                  <a:pt x="167647" y="35114"/>
                </a:lnTo>
                <a:close/>
                <a:moveTo>
                  <a:pt x="167647" y="35114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6315D-1BDC-4B03-9D6D-4430616A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40" y="2785048"/>
            <a:ext cx="2806499" cy="1709314"/>
          </a:xfrm>
          <a:custGeom xmlns:a="http://schemas.openxmlformats.org/drawingml/2006/main">
            <a:pathLst>
              <a:path w="2806499" h="1709314">
                <a:moveTo>
                  <a:pt x="2549227" y="1688156"/>
                </a:moveTo>
                <a:lnTo>
                  <a:pt x="2524282" y="1631884"/>
                </a:lnTo>
                <a:lnTo>
                  <a:pt x="2493827" y="1556254"/>
                </a:lnTo>
                <a:lnTo>
                  <a:pt x="2436978" y="1568859"/>
                </a:lnTo>
                <a:lnTo>
                  <a:pt x="2396372" y="1598571"/>
                </a:lnTo>
                <a:lnTo>
                  <a:pt x="2376938" y="1660245"/>
                </a:lnTo>
                <a:lnTo>
                  <a:pt x="2379259" y="1591368"/>
                </a:lnTo>
                <a:lnTo>
                  <a:pt x="2370267" y="1513938"/>
                </a:lnTo>
                <a:lnTo>
                  <a:pt x="2410004" y="1475223"/>
                </a:lnTo>
                <a:lnTo>
                  <a:pt x="2441619" y="1427955"/>
                </a:lnTo>
                <a:lnTo>
                  <a:pt x="2470044" y="1377085"/>
                </a:lnTo>
                <a:lnTo>
                  <a:pt x="2507460" y="1340170"/>
                </a:lnTo>
                <a:lnTo>
                  <a:pt x="2542555" y="1299655"/>
                </a:lnTo>
                <a:lnTo>
                  <a:pt x="2576491" y="1255538"/>
                </a:lnTo>
                <a:lnTo>
                  <a:pt x="2606946" y="1204668"/>
                </a:lnTo>
                <a:lnTo>
                  <a:pt x="2649003" y="1224025"/>
                </a:lnTo>
                <a:lnTo>
                  <a:pt x="2684099" y="1181709"/>
                </a:lnTo>
                <a:lnTo>
                  <a:pt x="2678298" y="1113282"/>
                </a:lnTo>
                <a:lnTo>
                  <a:pt x="2695410" y="1049808"/>
                </a:lnTo>
                <a:lnTo>
                  <a:pt x="2693090" y="981381"/>
                </a:lnTo>
                <a:lnTo>
                  <a:pt x="2723835" y="926910"/>
                </a:lnTo>
                <a:lnTo>
                  <a:pt x="2738337" y="859834"/>
                </a:lnTo>
                <a:lnTo>
                  <a:pt x="2773723" y="789607"/>
                </a:lnTo>
                <a:lnTo>
                  <a:pt x="2806499" y="743689"/>
                </a:lnTo>
                <a:lnTo>
                  <a:pt x="2781555" y="687417"/>
                </a:lnTo>
                <a:lnTo>
                  <a:pt x="2737467" y="675262"/>
                </a:lnTo>
                <a:lnTo>
                  <a:pt x="2693090" y="668510"/>
                </a:lnTo>
                <a:lnTo>
                  <a:pt x="2652483" y="634747"/>
                </a:lnTo>
                <a:lnTo>
                  <a:pt x="2609266" y="654104"/>
                </a:lnTo>
                <a:lnTo>
                  <a:pt x="2567500" y="632946"/>
                </a:lnTo>
                <a:lnTo>
                  <a:pt x="2523122" y="643750"/>
                </a:lnTo>
                <a:lnTo>
                  <a:pt x="2489187" y="601434"/>
                </a:lnTo>
                <a:lnTo>
                  <a:pt x="2459892" y="548763"/>
                </a:lnTo>
                <a:lnTo>
                  <a:pt x="2415515" y="536608"/>
                </a:lnTo>
                <a:lnTo>
                  <a:pt x="2372588" y="531206"/>
                </a:lnTo>
                <a:lnTo>
                  <a:pt x="2328210" y="527605"/>
                </a:lnTo>
                <a:lnTo>
                  <a:pt x="2285283" y="513649"/>
                </a:lnTo>
                <a:lnTo>
                  <a:pt x="2241196" y="524004"/>
                </a:lnTo>
                <a:lnTo>
                  <a:pt x="2206100" y="483488"/>
                </a:lnTo>
                <a:lnTo>
                  <a:pt x="2164044" y="462330"/>
                </a:lnTo>
                <a:lnTo>
                  <a:pt x="2124307" y="425415"/>
                </a:lnTo>
                <a:lnTo>
                  <a:pt x="2095012" y="376346"/>
                </a:lnTo>
                <a:lnTo>
                  <a:pt x="2101683" y="309720"/>
                </a:lnTo>
                <a:lnTo>
                  <a:pt x="2061077" y="332229"/>
                </a:lnTo>
                <a:lnTo>
                  <a:pt x="2025691" y="372745"/>
                </a:lnTo>
                <a:lnTo>
                  <a:pt x="1981604" y="369143"/>
                </a:lnTo>
                <a:lnTo>
                  <a:pt x="1954339" y="316473"/>
                </a:lnTo>
                <a:lnTo>
                  <a:pt x="1934036" y="256600"/>
                </a:lnTo>
                <a:lnTo>
                  <a:pt x="1891109" y="248046"/>
                </a:lnTo>
                <a:lnTo>
                  <a:pt x="1846732" y="251648"/>
                </a:lnTo>
                <a:lnTo>
                  <a:pt x="1825268" y="191774"/>
                </a:lnTo>
                <a:lnTo>
                  <a:pt x="1781181" y="188173"/>
                </a:lnTo>
                <a:lnTo>
                  <a:pt x="1747246" y="144056"/>
                </a:lnTo>
                <a:lnTo>
                  <a:pt x="1718821" y="91385"/>
                </a:lnTo>
                <a:lnTo>
                  <a:pt x="1676764" y="114344"/>
                </a:lnTo>
                <a:lnTo>
                  <a:pt x="1636157" y="94987"/>
                </a:lnTo>
                <a:lnTo>
                  <a:pt x="1603092" y="49069"/>
                </a:lnTo>
                <a:lnTo>
                  <a:pt x="1571477" y="0"/>
                </a:lnTo>
                <a:lnTo>
                  <a:pt x="1528550" y="7203"/>
                </a:lnTo>
                <a:lnTo>
                  <a:pt x="1485333" y="21158"/>
                </a:lnTo>
                <a:lnTo>
                  <a:pt x="1442406" y="31512"/>
                </a:lnTo>
                <a:lnTo>
                  <a:pt x="1401509" y="58073"/>
                </a:lnTo>
                <a:lnTo>
                  <a:pt x="1382366" y="117946"/>
                </a:lnTo>
                <a:lnTo>
                  <a:pt x="1383526" y="193575"/>
                </a:lnTo>
                <a:lnTo>
                  <a:pt x="1375405" y="260201"/>
                </a:lnTo>
                <a:lnTo>
                  <a:pt x="1355101" y="323676"/>
                </a:lnTo>
                <a:lnTo>
                  <a:pt x="1316525" y="355188"/>
                </a:lnTo>
                <a:lnTo>
                  <a:pt x="1276789" y="383549"/>
                </a:lnTo>
                <a:lnTo>
                  <a:pt x="1232701" y="393903"/>
                </a:lnTo>
                <a:lnTo>
                  <a:pt x="1188614" y="402906"/>
                </a:lnTo>
                <a:lnTo>
                  <a:pt x="1145397" y="424065"/>
                </a:lnTo>
                <a:lnTo>
                  <a:pt x="1103630" y="446573"/>
                </a:lnTo>
                <a:lnTo>
                  <a:pt x="1068535" y="487089"/>
                </a:lnTo>
                <a:lnTo>
                  <a:pt x="1095509" y="543361"/>
                </a:lnTo>
                <a:lnTo>
                  <a:pt x="1139886" y="536608"/>
                </a:lnTo>
                <a:lnTo>
                  <a:pt x="1091158" y="552365"/>
                </a:lnTo>
                <a:lnTo>
                  <a:pt x="1050262" y="578475"/>
                </a:lnTo>
                <a:lnTo>
                  <a:pt x="1008495" y="597832"/>
                </a:lnTo>
                <a:lnTo>
                  <a:pt x="964118" y="589279"/>
                </a:lnTo>
                <a:lnTo>
                  <a:pt x="918870" y="578475"/>
                </a:lnTo>
                <a:lnTo>
                  <a:pt x="873623" y="576674"/>
                </a:lnTo>
                <a:lnTo>
                  <a:pt x="830406" y="562719"/>
                </a:lnTo>
                <a:lnTo>
                  <a:pt x="787479" y="574873"/>
                </a:lnTo>
                <a:lnTo>
                  <a:pt x="760214" y="520402"/>
                </a:lnTo>
                <a:lnTo>
                  <a:pt x="744262" y="457378"/>
                </a:lnTo>
                <a:lnTo>
                  <a:pt x="702495" y="474934"/>
                </a:lnTo>
                <a:lnTo>
                  <a:pt x="656087" y="465931"/>
                </a:lnTo>
                <a:lnTo>
                  <a:pt x="637814" y="527605"/>
                </a:lnTo>
                <a:lnTo>
                  <a:pt x="663918" y="583877"/>
                </a:lnTo>
                <a:lnTo>
                  <a:pt x="700174" y="622592"/>
                </a:lnTo>
                <a:lnTo>
                  <a:pt x="694664" y="691018"/>
                </a:lnTo>
                <a:lnTo>
                  <a:pt x="697854" y="758094"/>
                </a:lnTo>
                <a:lnTo>
                  <a:pt x="725118" y="810765"/>
                </a:lnTo>
                <a:lnTo>
                  <a:pt x="681031" y="826521"/>
                </a:lnTo>
                <a:lnTo>
                  <a:pt x="637814" y="824720"/>
                </a:lnTo>
                <a:lnTo>
                  <a:pt x="593727" y="822920"/>
                </a:lnTo>
                <a:lnTo>
                  <a:pt x="549640" y="819318"/>
                </a:lnTo>
                <a:lnTo>
                  <a:pt x="506423" y="814366"/>
                </a:lnTo>
                <a:lnTo>
                  <a:pt x="467846" y="851281"/>
                </a:lnTo>
                <a:lnTo>
                  <a:pt x="426080" y="833724"/>
                </a:lnTo>
                <a:lnTo>
                  <a:pt x="399975" y="777452"/>
                </a:lnTo>
                <a:lnTo>
                  <a:pt x="361399" y="742338"/>
                </a:lnTo>
                <a:lnTo>
                  <a:pt x="317312" y="750892"/>
                </a:lnTo>
                <a:lnTo>
                  <a:pt x="274095" y="754493"/>
                </a:lnTo>
                <a:lnTo>
                  <a:pt x="247120" y="807163"/>
                </a:lnTo>
                <a:lnTo>
                  <a:pt x="205064" y="795009"/>
                </a:lnTo>
                <a:lnTo>
                  <a:pt x="160976" y="795009"/>
                </a:lnTo>
                <a:lnTo>
                  <a:pt x="118919" y="812566"/>
                </a:lnTo>
                <a:lnTo>
                  <a:pt x="74832" y="812566"/>
                </a:lnTo>
                <a:lnTo>
                  <a:pt x="32775" y="838676"/>
                </a:lnTo>
                <a:lnTo>
                  <a:pt x="0" y="882793"/>
                </a:lnTo>
                <a:lnTo>
                  <a:pt x="36256" y="919707"/>
                </a:lnTo>
                <a:lnTo>
                  <a:pt x="78313" y="900350"/>
                </a:lnTo>
                <a:lnTo>
                  <a:pt x="117759" y="928711"/>
                </a:lnTo>
                <a:lnTo>
                  <a:pt x="73672" y="935463"/>
                </a:lnTo>
                <a:lnTo>
                  <a:pt x="106447" y="979580"/>
                </a:lnTo>
                <a:lnTo>
                  <a:pt x="64681" y="1002539"/>
                </a:lnTo>
                <a:lnTo>
                  <a:pt x="21464" y="1012893"/>
                </a:lnTo>
                <a:lnTo>
                  <a:pt x="63520" y="1035852"/>
                </a:lnTo>
                <a:lnTo>
                  <a:pt x="93975" y="1084921"/>
                </a:lnTo>
                <a:lnTo>
                  <a:pt x="138353" y="1083121"/>
                </a:lnTo>
                <a:lnTo>
                  <a:pt x="181280" y="1069165"/>
                </a:lnTo>
                <a:lnTo>
                  <a:pt x="219856" y="1104279"/>
                </a:lnTo>
                <a:lnTo>
                  <a:pt x="262783" y="1111482"/>
                </a:lnTo>
                <a:lnTo>
                  <a:pt x="306000" y="1132640"/>
                </a:lnTo>
                <a:lnTo>
                  <a:pt x="348927" y="1134441"/>
                </a:lnTo>
                <a:lnTo>
                  <a:pt x="354728" y="1201066"/>
                </a:lnTo>
                <a:lnTo>
                  <a:pt x="396495" y="1183510"/>
                </a:lnTo>
                <a:lnTo>
                  <a:pt x="438552" y="1158750"/>
                </a:lnTo>
                <a:lnTo>
                  <a:pt x="477998" y="1188912"/>
                </a:lnTo>
                <a:lnTo>
                  <a:pt x="521215" y="1202867"/>
                </a:lnTo>
                <a:lnTo>
                  <a:pt x="486119" y="1241582"/>
                </a:lnTo>
                <a:lnTo>
                  <a:pt x="523536" y="1278497"/>
                </a:lnTo>
                <a:lnTo>
                  <a:pt x="567623" y="1273094"/>
                </a:lnTo>
                <a:lnTo>
                  <a:pt x="612870" y="1269493"/>
                </a:lnTo>
                <a:lnTo>
                  <a:pt x="569943" y="1280297"/>
                </a:lnTo>
                <a:lnTo>
                  <a:pt x="591407" y="1340170"/>
                </a:lnTo>
                <a:lnTo>
                  <a:pt x="578935" y="1404996"/>
                </a:lnTo>
                <a:lnTo>
                  <a:pt x="603879" y="1461268"/>
                </a:lnTo>
                <a:lnTo>
                  <a:pt x="636654" y="1507185"/>
                </a:lnTo>
                <a:lnTo>
                  <a:pt x="667399" y="1554454"/>
                </a:lnTo>
                <a:lnTo>
                  <a:pt x="710326" y="1572011"/>
                </a:lnTo>
                <a:lnTo>
                  <a:pt x="752383" y="1600372"/>
                </a:lnTo>
                <a:lnTo>
                  <a:pt x="796470" y="1598571"/>
                </a:lnTo>
                <a:lnTo>
                  <a:pt x="769206" y="1653042"/>
                </a:lnTo>
                <a:lnTo>
                  <a:pt x="805462" y="1691757"/>
                </a:lnTo>
                <a:lnTo>
                  <a:pt x="802084" y="1709314"/>
                </a:lnTo>
                <a:lnTo>
                  <a:pt x="2551697" y="1709314"/>
                </a:lnTo>
                <a:lnTo>
                  <a:pt x="2549227" y="1688156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66BCC5B-0B2A-4339-987F-1608F487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2778929"/>
            <a:ext cx="2820234" cy="1715433"/>
          </a:xfrm>
          <a:custGeom xmlns:a="http://schemas.openxmlformats.org/drawingml/2006/main">
            <a:pathLst>
              <a:path w="2820234" h="1715433">
                <a:moveTo>
                  <a:pt x="592967" y="1346735"/>
                </a:moveTo>
                <a:lnTo>
                  <a:pt x="570955" y="1285333"/>
                </a:lnTo>
                <a:lnTo>
                  <a:pt x="528870" y="1290489"/>
                </a:lnTo>
                <a:lnTo>
                  <a:pt x="485718" y="1247917"/>
                </a:lnTo>
                <a:lnTo>
                  <a:pt x="518600" y="1211644"/>
                </a:lnTo>
                <a:lnTo>
                  <a:pt x="482703" y="1200052"/>
                </a:lnTo>
                <a:lnTo>
                  <a:pt x="445481" y="1171591"/>
                </a:lnTo>
                <a:lnTo>
                  <a:pt x="406341" y="1194634"/>
                </a:lnTo>
                <a:lnTo>
                  <a:pt x="357162" y="1215306"/>
                </a:lnTo>
                <a:lnTo>
                  <a:pt x="351122" y="1145936"/>
                </a:lnTo>
                <a:lnTo>
                  <a:pt x="311931" y="1144292"/>
                </a:lnTo>
                <a:lnTo>
                  <a:pt x="268392" y="1122976"/>
                </a:lnTo>
                <a:lnTo>
                  <a:pt x="224646" y="1115636"/>
                </a:lnTo>
                <a:lnTo>
                  <a:pt x="187255" y="1081601"/>
                </a:lnTo>
                <a:lnTo>
                  <a:pt x="146683" y="1094791"/>
                </a:lnTo>
                <a:lnTo>
                  <a:pt x="98282" y="1096755"/>
                </a:lnTo>
                <a:lnTo>
                  <a:pt x="66885" y="1046169"/>
                </a:lnTo>
                <a:lnTo>
                  <a:pt x="13381" y="1016961"/>
                </a:lnTo>
                <a:lnTo>
                  <a:pt x="69983" y="1003400"/>
                </a:lnTo>
                <a:lnTo>
                  <a:pt x="105478" y="983889"/>
                </a:lnTo>
                <a:lnTo>
                  <a:pt x="70988" y="937465"/>
                </a:lnTo>
                <a:lnTo>
                  <a:pt x="110724" y="931378"/>
                </a:lnTo>
                <a:lnTo>
                  <a:pt x="85028" y="912904"/>
                </a:lnTo>
                <a:lnTo>
                  <a:pt x="42358" y="932544"/>
                </a:lnTo>
                <a:lnTo>
                  <a:pt x="0" y="889417"/>
                </a:lnTo>
                <a:lnTo>
                  <a:pt x="36260" y="840609"/>
                </a:lnTo>
                <a:lnTo>
                  <a:pt x="80574" y="813097"/>
                </a:lnTo>
                <a:lnTo>
                  <a:pt x="125135" y="813097"/>
                </a:lnTo>
                <a:lnTo>
                  <a:pt x="167192" y="795541"/>
                </a:lnTo>
                <a:lnTo>
                  <a:pt x="213190" y="795541"/>
                </a:lnTo>
                <a:lnTo>
                  <a:pt x="251582" y="806636"/>
                </a:lnTo>
                <a:lnTo>
                  <a:pt x="277872" y="755302"/>
                </a:lnTo>
                <a:lnTo>
                  <a:pt x="323881" y="751468"/>
                </a:lnTo>
                <a:lnTo>
                  <a:pt x="370422" y="742438"/>
                </a:lnTo>
                <a:lnTo>
                  <a:pt x="411905" y="780198"/>
                </a:lnTo>
                <a:lnTo>
                  <a:pt x="437573" y="835530"/>
                </a:lnTo>
                <a:lnTo>
                  <a:pt x="473967" y="850828"/>
                </a:lnTo>
                <a:lnTo>
                  <a:pt x="511789" y="814636"/>
                </a:lnTo>
                <a:lnTo>
                  <a:pt x="557521" y="819876"/>
                </a:lnTo>
                <a:lnTo>
                  <a:pt x="601404" y="823461"/>
                </a:lnTo>
                <a:lnTo>
                  <a:pt x="645382" y="825257"/>
                </a:lnTo>
                <a:lnTo>
                  <a:pt x="687511" y="827012"/>
                </a:lnTo>
                <a:lnTo>
                  <a:pt x="724553" y="813774"/>
                </a:lnTo>
                <a:lnTo>
                  <a:pt x="699667" y="765698"/>
                </a:lnTo>
                <a:lnTo>
                  <a:pt x="696401" y="697045"/>
                </a:lnTo>
                <a:lnTo>
                  <a:pt x="701742" y="630726"/>
                </a:lnTo>
                <a:lnTo>
                  <a:pt x="666563" y="593160"/>
                </a:lnTo>
                <a:lnTo>
                  <a:pt x="639193" y="534160"/>
                </a:lnTo>
                <a:lnTo>
                  <a:pt x="659507" y="465599"/>
                </a:lnTo>
                <a:lnTo>
                  <a:pt x="709229" y="475245"/>
                </a:lnTo>
                <a:lnTo>
                  <a:pt x="755419" y="455829"/>
                </a:lnTo>
                <a:lnTo>
                  <a:pt x="772817" y="524562"/>
                </a:lnTo>
                <a:lnTo>
                  <a:pt x="797741" y="574357"/>
                </a:lnTo>
                <a:lnTo>
                  <a:pt x="837847" y="563001"/>
                </a:lnTo>
                <a:lnTo>
                  <a:pt x="881946" y="577241"/>
                </a:lnTo>
                <a:lnTo>
                  <a:pt x="926972" y="579033"/>
                </a:lnTo>
                <a:lnTo>
                  <a:pt x="972631" y="589935"/>
                </a:lnTo>
                <a:lnTo>
                  <a:pt x="1015117" y="598124"/>
                </a:lnTo>
                <a:lnTo>
                  <a:pt x="1054907" y="579682"/>
                </a:lnTo>
                <a:lnTo>
                  <a:pt x="1096092" y="553388"/>
                </a:lnTo>
                <a:lnTo>
                  <a:pt x="1098196" y="552708"/>
                </a:lnTo>
                <a:lnTo>
                  <a:pt x="1069248" y="492319"/>
                </a:lnTo>
                <a:lnTo>
                  <a:pt x="1107413" y="448260"/>
                </a:lnTo>
                <a:lnTo>
                  <a:pt x="1150178" y="425214"/>
                </a:lnTo>
                <a:lnTo>
                  <a:pt x="1194133" y="403694"/>
                </a:lnTo>
                <a:lnTo>
                  <a:pt x="1238839" y="394564"/>
                </a:lnTo>
                <a:lnTo>
                  <a:pt x="1281774" y="384481"/>
                </a:lnTo>
                <a:lnTo>
                  <a:pt x="1320467" y="356865"/>
                </a:lnTo>
                <a:lnTo>
                  <a:pt x="1357620" y="326515"/>
                </a:lnTo>
                <a:lnTo>
                  <a:pt x="1377258" y="265120"/>
                </a:lnTo>
                <a:lnTo>
                  <a:pt x="1385269" y="199397"/>
                </a:lnTo>
                <a:lnTo>
                  <a:pt x="1384101" y="123235"/>
                </a:lnTo>
                <a:lnTo>
                  <a:pt x="1404130" y="60591"/>
                </a:lnTo>
                <a:lnTo>
                  <a:pt x="1447500" y="32424"/>
                </a:lnTo>
                <a:lnTo>
                  <a:pt x="1491152" y="21895"/>
                </a:lnTo>
                <a:lnTo>
                  <a:pt x="1534557" y="7879"/>
                </a:lnTo>
                <a:lnTo>
                  <a:pt x="1581516" y="0"/>
                </a:lnTo>
                <a:lnTo>
                  <a:pt x="1615045" y="52040"/>
                </a:lnTo>
                <a:lnTo>
                  <a:pt x="1647190" y="96679"/>
                </a:lnTo>
                <a:lnTo>
                  <a:pt x="1683927" y="114192"/>
                </a:lnTo>
                <a:lnTo>
                  <a:pt x="1728407" y="89910"/>
                </a:lnTo>
                <a:lnTo>
                  <a:pt x="1759284" y="147125"/>
                </a:lnTo>
                <a:lnTo>
                  <a:pt x="1791437" y="188925"/>
                </a:lnTo>
                <a:lnTo>
                  <a:pt x="1836648" y="192618"/>
                </a:lnTo>
                <a:lnTo>
                  <a:pt x="1857882" y="251852"/>
                </a:lnTo>
                <a:lnTo>
                  <a:pt x="1898770" y="248533"/>
                </a:lnTo>
                <a:lnTo>
                  <a:pt x="1945626" y="257869"/>
                </a:lnTo>
                <a:lnTo>
                  <a:pt x="1966830" y="320398"/>
                </a:lnTo>
                <a:lnTo>
                  <a:pt x="1992478" y="369946"/>
                </a:lnTo>
                <a:lnTo>
                  <a:pt x="2030672" y="373066"/>
                </a:lnTo>
                <a:lnTo>
                  <a:pt x="2064848" y="333936"/>
                </a:lnTo>
                <a:lnTo>
                  <a:pt x="2115641" y="305780"/>
                </a:lnTo>
                <a:lnTo>
                  <a:pt x="2108091" y="381185"/>
                </a:lnTo>
                <a:lnTo>
                  <a:pt x="2136030" y="427984"/>
                </a:lnTo>
                <a:lnTo>
                  <a:pt x="2174599" y="463814"/>
                </a:lnTo>
                <a:lnTo>
                  <a:pt x="2216935" y="485113"/>
                </a:lnTo>
                <a:lnTo>
                  <a:pt x="2250543" y="523911"/>
                </a:lnTo>
                <a:lnTo>
                  <a:pt x="2292861" y="513972"/>
                </a:lnTo>
                <a:lnTo>
                  <a:pt x="2336650" y="528208"/>
                </a:lnTo>
                <a:lnTo>
                  <a:pt x="2380498" y="531766"/>
                </a:lnTo>
                <a:lnTo>
                  <a:pt x="2423942" y="537234"/>
                </a:lnTo>
                <a:lnTo>
                  <a:pt x="2470968" y="550114"/>
                </a:lnTo>
                <a:lnTo>
                  <a:pt x="2501175" y="604425"/>
                </a:lnTo>
                <a:lnTo>
                  <a:pt x="2532591" y="643599"/>
                </a:lnTo>
                <a:lnTo>
                  <a:pt x="2575518" y="633148"/>
                </a:lnTo>
                <a:lnTo>
                  <a:pt x="2616749" y="654035"/>
                </a:lnTo>
                <a:lnTo>
                  <a:pt x="2660713" y="634343"/>
                </a:lnTo>
                <a:lnTo>
                  <a:pt x="2702802" y="669339"/>
                </a:lnTo>
                <a:lnTo>
                  <a:pt x="2745969" y="675907"/>
                </a:lnTo>
                <a:lnTo>
                  <a:pt x="2792925" y="688853"/>
                </a:lnTo>
                <a:lnTo>
                  <a:pt x="2820234" y="750458"/>
                </a:lnTo>
                <a:lnTo>
                  <a:pt x="2785855" y="798622"/>
                </a:lnTo>
                <a:lnTo>
                  <a:pt x="2750983" y="867830"/>
                </a:lnTo>
                <a:lnTo>
                  <a:pt x="2736452" y="935037"/>
                </a:lnTo>
                <a:lnTo>
                  <a:pt x="2706062" y="988879"/>
                </a:lnTo>
                <a:lnTo>
                  <a:pt x="2708358" y="1056573"/>
                </a:lnTo>
                <a:lnTo>
                  <a:pt x="2691283" y="1119908"/>
                </a:lnTo>
                <a:lnTo>
                  <a:pt x="2697194" y="1189634"/>
                </a:lnTo>
                <a:lnTo>
                  <a:pt x="2657900" y="1237013"/>
                </a:lnTo>
                <a:lnTo>
                  <a:pt x="2616500" y="1217958"/>
                </a:lnTo>
                <a:lnTo>
                  <a:pt x="2588453" y="1264805"/>
                </a:lnTo>
                <a:lnTo>
                  <a:pt x="2554220" y="1309309"/>
                </a:lnTo>
                <a:lnTo>
                  <a:pt x="2518875" y="1350113"/>
                </a:lnTo>
                <a:lnTo>
                  <a:pt x="2481868" y="1386623"/>
                </a:lnTo>
                <a:lnTo>
                  <a:pt x="2453722" y="1436994"/>
                </a:lnTo>
                <a:lnTo>
                  <a:pt x="2421657" y="1484935"/>
                </a:lnTo>
                <a:lnTo>
                  <a:pt x="2383469" y="1522141"/>
                </a:lnTo>
                <a:lnTo>
                  <a:pt x="2392192" y="1597257"/>
                </a:lnTo>
                <a:lnTo>
                  <a:pt x="2391234" y="1625682"/>
                </a:lnTo>
                <a:lnTo>
                  <a:pt x="2398929" y="1601263"/>
                </a:lnTo>
                <a:lnTo>
                  <a:pt x="2441960" y="1569777"/>
                </a:lnTo>
                <a:lnTo>
                  <a:pt x="2504576" y="1555894"/>
                </a:lnTo>
                <a:lnTo>
                  <a:pt x="2536764" y="1635826"/>
                </a:lnTo>
                <a:lnTo>
                  <a:pt x="2562013" y="1692785"/>
                </a:lnTo>
                <a:lnTo>
                  <a:pt x="2564657" y="1715433"/>
                </a:lnTo>
                <a:lnTo>
                  <a:pt x="2553407" y="1715433"/>
                </a:lnTo>
                <a:lnTo>
                  <a:pt x="2551111" y="1695764"/>
                </a:lnTo>
                <a:lnTo>
                  <a:pt x="2526471" y="1640179"/>
                </a:lnTo>
                <a:lnTo>
                  <a:pt x="2497749" y="1568853"/>
                </a:lnTo>
                <a:lnTo>
                  <a:pt x="2446667" y="1580179"/>
                </a:lnTo>
                <a:lnTo>
                  <a:pt x="2408485" y="1608117"/>
                </a:lnTo>
                <a:lnTo>
                  <a:pt x="2381358" y="1694206"/>
                </a:lnTo>
                <a:lnTo>
                  <a:pt x="2377766" y="1693591"/>
                </a:lnTo>
                <a:lnTo>
                  <a:pt x="2380996" y="1597716"/>
                </a:lnTo>
                <a:lnTo>
                  <a:pt x="2371736" y="1517972"/>
                </a:lnTo>
                <a:lnTo>
                  <a:pt x="2413021" y="1477749"/>
                </a:lnTo>
                <a:lnTo>
                  <a:pt x="2444186" y="1431153"/>
                </a:lnTo>
                <a:lnTo>
                  <a:pt x="2472889" y="1379785"/>
                </a:lnTo>
                <a:lnTo>
                  <a:pt x="2510715" y="1342466"/>
                </a:lnTo>
                <a:lnTo>
                  <a:pt x="2545561" y="1302238"/>
                </a:lnTo>
                <a:lnTo>
                  <a:pt x="2579200" y="1258508"/>
                </a:lnTo>
                <a:lnTo>
                  <a:pt x="2612063" y="1203615"/>
                </a:lnTo>
                <a:lnTo>
                  <a:pt x="2654777" y="1223275"/>
                </a:lnTo>
                <a:lnTo>
                  <a:pt x="2685674" y="1186021"/>
                </a:lnTo>
                <a:lnTo>
                  <a:pt x="2679983" y="1118895"/>
                </a:lnTo>
                <a:lnTo>
                  <a:pt x="2697133" y="1055280"/>
                </a:lnTo>
                <a:lnTo>
                  <a:pt x="2694788" y="986121"/>
                </a:lnTo>
                <a:lnTo>
                  <a:pt x="2725888" y="931020"/>
                </a:lnTo>
                <a:lnTo>
                  <a:pt x="2740362" y="864075"/>
                </a:lnTo>
                <a:lnTo>
                  <a:pt x="2776262" y="792829"/>
                </a:lnTo>
                <a:lnTo>
                  <a:pt x="2807434" y="749157"/>
                </a:lnTo>
                <a:lnTo>
                  <a:pt x="2784854" y="698219"/>
                </a:lnTo>
                <a:lnTo>
                  <a:pt x="2743636" y="686855"/>
                </a:lnTo>
                <a:lnTo>
                  <a:pt x="2698048" y="679918"/>
                </a:lnTo>
                <a:lnTo>
                  <a:pt x="2658924" y="647388"/>
                </a:lnTo>
                <a:lnTo>
                  <a:pt x="2616454" y="666411"/>
                </a:lnTo>
                <a:lnTo>
                  <a:pt x="2574151" y="644981"/>
                </a:lnTo>
                <a:lnTo>
                  <a:pt x="2528324" y="656139"/>
                </a:lnTo>
                <a:lnTo>
                  <a:pt x="2491868" y="610680"/>
                </a:lnTo>
                <a:lnTo>
                  <a:pt x="2463486" y="559650"/>
                </a:lnTo>
                <a:lnTo>
                  <a:pt x="2421758" y="548221"/>
                </a:lnTo>
                <a:lnTo>
                  <a:pt x="2379348" y="542884"/>
                </a:lnTo>
                <a:lnTo>
                  <a:pt x="2334441" y="539239"/>
                </a:lnTo>
                <a:lnTo>
                  <a:pt x="2292376" y="525564"/>
                </a:lnTo>
                <a:lnTo>
                  <a:pt x="2246520" y="536334"/>
                </a:lnTo>
                <a:lnTo>
                  <a:pt x="2209937" y="494101"/>
                </a:lnTo>
                <a:lnTo>
                  <a:pt x="2168158" y="473082"/>
                </a:lnTo>
                <a:lnTo>
                  <a:pt x="2127255" y="435084"/>
                </a:lnTo>
                <a:lnTo>
                  <a:pt x="2096604" y="383745"/>
                </a:lnTo>
                <a:lnTo>
                  <a:pt x="2102397" y="325898"/>
                </a:lnTo>
                <a:lnTo>
                  <a:pt x="2071976" y="342760"/>
                </a:lnTo>
                <a:lnTo>
                  <a:pt x="2035380" y="384662"/>
                </a:lnTo>
                <a:lnTo>
                  <a:pt x="1985400" y="380579"/>
                </a:lnTo>
                <a:lnTo>
                  <a:pt x="1956519" y="324785"/>
                </a:lnTo>
                <a:lnTo>
                  <a:pt x="1937116" y="267567"/>
                </a:lnTo>
                <a:lnTo>
                  <a:pt x="1898118" y="259797"/>
                </a:lnTo>
                <a:lnTo>
                  <a:pt x="1850252" y="263682"/>
                </a:lnTo>
                <a:lnTo>
                  <a:pt x="1828559" y="203169"/>
                </a:lnTo>
                <a:lnTo>
                  <a:pt x="1785596" y="199659"/>
                </a:lnTo>
                <a:lnTo>
                  <a:pt x="1749878" y="153224"/>
                </a:lnTo>
                <a:lnTo>
                  <a:pt x="1723906" y="105098"/>
                </a:lnTo>
                <a:lnTo>
                  <a:pt x="1684271" y="126735"/>
                </a:lnTo>
                <a:lnTo>
                  <a:pt x="1639796" y="105533"/>
                </a:lnTo>
                <a:lnTo>
                  <a:pt x="1605809" y="58335"/>
                </a:lnTo>
                <a:lnTo>
                  <a:pt x="1576108" y="12238"/>
                </a:lnTo>
                <a:lnTo>
                  <a:pt x="1537213" y="18764"/>
                </a:lnTo>
                <a:lnTo>
                  <a:pt x="1494184" y="32659"/>
                </a:lnTo>
                <a:lnTo>
                  <a:pt x="1451981" y="42838"/>
                </a:lnTo>
                <a:lnTo>
                  <a:pt x="1413559" y="67791"/>
                </a:lnTo>
                <a:lnTo>
                  <a:pt x="1395302" y="124894"/>
                </a:lnTo>
                <a:lnTo>
                  <a:pt x="1396454" y="199991"/>
                </a:lnTo>
                <a:lnTo>
                  <a:pt x="1388222" y="267520"/>
                </a:lnTo>
                <a:lnTo>
                  <a:pt x="1367254" y="333074"/>
                </a:lnTo>
                <a:lnTo>
                  <a:pt x="1327254" y="365749"/>
                </a:lnTo>
                <a:lnTo>
                  <a:pt x="1286473" y="394855"/>
                </a:lnTo>
                <a:lnTo>
                  <a:pt x="1241235" y="405480"/>
                </a:lnTo>
                <a:lnTo>
                  <a:pt x="1197766" y="414357"/>
                </a:lnTo>
                <a:lnTo>
                  <a:pt x="1155287" y="435154"/>
                </a:lnTo>
                <a:lnTo>
                  <a:pt x="1114518" y="457125"/>
                </a:lnTo>
                <a:lnTo>
                  <a:pt x="1082492" y="494097"/>
                </a:lnTo>
                <a:lnTo>
                  <a:pt x="1106094" y="543334"/>
                </a:lnTo>
                <a:lnTo>
                  <a:pt x="1173641" y="533056"/>
                </a:lnTo>
                <a:lnTo>
                  <a:pt x="1175177" y="539560"/>
                </a:lnTo>
                <a:lnTo>
                  <a:pt x="1100895" y="563579"/>
                </a:lnTo>
                <a:lnTo>
                  <a:pt x="1060287" y="589505"/>
                </a:lnTo>
                <a:lnTo>
                  <a:pt x="1016543" y="609778"/>
                </a:lnTo>
                <a:lnTo>
                  <a:pt x="970275" y="600860"/>
                </a:lnTo>
                <a:lnTo>
                  <a:pt x="925438" y="590154"/>
                </a:lnTo>
                <a:lnTo>
                  <a:pt x="879970" y="588345"/>
                </a:lnTo>
                <a:lnTo>
                  <a:pt x="837635" y="574674"/>
                </a:lnTo>
                <a:lnTo>
                  <a:pt x="791887" y="587627"/>
                </a:lnTo>
                <a:lnTo>
                  <a:pt x="762282" y="528480"/>
                </a:lnTo>
                <a:lnTo>
                  <a:pt x="747774" y="471164"/>
                </a:lnTo>
                <a:lnTo>
                  <a:pt x="710431" y="486861"/>
                </a:lnTo>
                <a:lnTo>
                  <a:pt x="667338" y="478501"/>
                </a:lnTo>
                <a:lnTo>
                  <a:pt x="651106" y="533287"/>
                </a:lnTo>
                <a:lnTo>
                  <a:pt x="675945" y="586831"/>
                </a:lnTo>
                <a:lnTo>
                  <a:pt x="713277" y="626696"/>
                </a:lnTo>
                <a:lnTo>
                  <a:pt x="707596" y="697229"/>
                </a:lnTo>
                <a:lnTo>
                  <a:pt x="710712" y="762729"/>
                </a:lnTo>
                <a:lnTo>
                  <a:pt x="740354" y="819993"/>
                </a:lnTo>
                <a:lnTo>
                  <a:pt x="689222" y="838267"/>
                </a:lnTo>
                <a:lnTo>
                  <a:pt x="644919" y="836421"/>
                </a:lnTo>
                <a:lnTo>
                  <a:pt x="600721" y="834616"/>
                </a:lnTo>
                <a:lnTo>
                  <a:pt x="556429" y="830998"/>
                </a:lnTo>
                <a:lnTo>
                  <a:pt x="515727" y="826334"/>
                </a:lnTo>
                <a:lnTo>
                  <a:pt x="476396" y="863970"/>
                </a:lnTo>
                <a:lnTo>
                  <a:pt x="429257" y="844155"/>
                </a:lnTo>
                <a:lnTo>
                  <a:pt x="402716" y="786944"/>
                </a:lnTo>
                <a:lnTo>
                  <a:pt x="367046" y="754476"/>
                </a:lnTo>
                <a:lnTo>
                  <a:pt x="325413" y="762553"/>
                </a:lnTo>
                <a:lnTo>
                  <a:pt x="284988" y="765922"/>
                </a:lnTo>
                <a:lnTo>
                  <a:pt x="257329" y="819928"/>
                </a:lnTo>
                <a:lnTo>
                  <a:pt x="211608" y="806715"/>
                </a:lnTo>
                <a:lnTo>
                  <a:pt x="169431" y="806715"/>
                </a:lnTo>
                <a:lnTo>
                  <a:pt x="127374" y="824271"/>
                </a:lnTo>
                <a:lnTo>
                  <a:pt x="83761" y="824271"/>
                </a:lnTo>
                <a:lnTo>
                  <a:pt x="43961" y="848980"/>
                </a:lnTo>
                <a:lnTo>
                  <a:pt x="14670" y="888407"/>
                </a:lnTo>
                <a:lnTo>
                  <a:pt x="44824" y="919108"/>
                </a:lnTo>
                <a:lnTo>
                  <a:pt x="86268" y="900033"/>
                </a:lnTo>
                <a:lnTo>
                  <a:pt x="139465" y="938281"/>
                </a:lnTo>
                <a:lnTo>
                  <a:pt x="91026" y="945700"/>
                </a:lnTo>
                <a:lnTo>
                  <a:pt x="122088" y="987510"/>
                </a:lnTo>
                <a:lnTo>
                  <a:pt x="74048" y="1013916"/>
                </a:lnTo>
                <a:lnTo>
                  <a:pt x="44217" y="1021064"/>
                </a:lnTo>
                <a:lnTo>
                  <a:pt x="74826" y="1037773"/>
                </a:lnTo>
                <a:lnTo>
                  <a:pt x="104339" y="1085326"/>
                </a:lnTo>
                <a:lnTo>
                  <a:pt x="144692" y="1083688"/>
                </a:lnTo>
                <a:lnTo>
                  <a:pt x="189975" y="1068967"/>
                </a:lnTo>
                <a:lnTo>
                  <a:pt x="229737" y="1105160"/>
                </a:lnTo>
                <a:lnTo>
                  <a:pt x="271845" y="1112225"/>
                </a:lnTo>
                <a:lnTo>
                  <a:pt x="314740" y="1133226"/>
                </a:lnTo>
                <a:lnTo>
                  <a:pt x="361402" y="1135183"/>
                </a:lnTo>
                <a:lnTo>
                  <a:pt x="366964" y="1199065"/>
                </a:lnTo>
                <a:lnTo>
                  <a:pt x="401319" y="1184623"/>
                </a:lnTo>
                <a:lnTo>
                  <a:pt x="446293" y="1158146"/>
                </a:lnTo>
                <a:lnTo>
                  <a:pt x="487964" y="1190009"/>
                </a:lnTo>
                <a:lnTo>
                  <a:pt x="538501" y="1206328"/>
                </a:lnTo>
                <a:lnTo>
                  <a:pt x="501191" y="1247485"/>
                </a:lnTo>
                <a:lnTo>
                  <a:pt x="532872" y="1278741"/>
                </a:lnTo>
                <a:lnTo>
                  <a:pt x="574396" y="1273653"/>
                </a:lnTo>
                <a:lnTo>
                  <a:pt x="647240" y="1267855"/>
                </a:lnTo>
                <a:lnTo>
                  <a:pt x="648300" y="1274302"/>
                </a:lnTo>
                <a:lnTo>
                  <a:pt x="584617" y="1290330"/>
                </a:lnTo>
                <a:lnTo>
                  <a:pt x="604517" y="1345843"/>
                </a:lnTo>
                <a:lnTo>
                  <a:pt x="592087" y="1410451"/>
                </a:lnTo>
                <a:lnTo>
                  <a:pt x="616091" y="1464603"/>
                </a:lnTo>
                <a:lnTo>
                  <a:pt x="648607" y="1510157"/>
                </a:lnTo>
                <a:lnTo>
                  <a:pt x="678466" y="1556062"/>
                </a:lnTo>
                <a:lnTo>
                  <a:pt x="720308" y="1573176"/>
                </a:lnTo>
                <a:lnTo>
                  <a:pt x="761322" y="1600833"/>
                </a:lnTo>
                <a:lnTo>
                  <a:pt x="813041" y="1598721"/>
                </a:lnTo>
                <a:lnTo>
                  <a:pt x="783279" y="1658182"/>
                </a:lnTo>
                <a:lnTo>
                  <a:pt x="818821" y="1696135"/>
                </a:lnTo>
                <a:lnTo>
                  <a:pt x="815108" y="1715433"/>
                </a:lnTo>
                <a:lnTo>
                  <a:pt x="803729" y="1715433"/>
                </a:lnTo>
                <a:lnTo>
                  <a:pt x="806772" y="1699616"/>
                </a:lnTo>
                <a:lnTo>
                  <a:pt x="769803" y="1660140"/>
                </a:lnTo>
                <a:lnTo>
                  <a:pt x="794570" y="1610659"/>
                </a:lnTo>
                <a:lnTo>
                  <a:pt x="758114" y="1612148"/>
                </a:lnTo>
                <a:lnTo>
                  <a:pt x="715014" y="1583083"/>
                </a:lnTo>
                <a:lnTo>
                  <a:pt x="671003" y="1565083"/>
                </a:lnTo>
                <a:lnTo>
                  <a:pt x="639372" y="1516452"/>
                </a:lnTo>
                <a:lnTo>
                  <a:pt x="606336" y="1470170"/>
                </a:lnTo>
                <a:lnTo>
                  <a:pt x="580453" y="1411778"/>
                </a:lnTo>
                <a:lnTo>
                  <a:pt x="592967" y="13467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7F36F-0CF8-420C-9DE1-0561864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514" y="4318343"/>
            <a:ext cx="304840" cy="176018"/>
          </a:xfrm>
          <a:custGeom xmlns:a="http://schemas.openxmlformats.org/drawingml/2006/main">
            <a:pathLst>
              <a:path w="304840" h="176018">
                <a:moveTo>
                  <a:pt x="278736" y="61674"/>
                </a:moveTo>
                <a:lnTo>
                  <a:pt x="238129" y="33763"/>
                </a:lnTo>
                <a:lnTo>
                  <a:pt x="198392" y="9003"/>
                </a:lnTo>
                <a:lnTo>
                  <a:pt x="154015" y="0"/>
                </a:lnTo>
                <a:lnTo>
                  <a:pt x="117759" y="38715"/>
                </a:lnTo>
                <a:lnTo>
                  <a:pt x="80633" y="73829"/>
                </a:lnTo>
                <a:lnTo>
                  <a:pt x="40897" y="102190"/>
                </a:lnTo>
                <a:lnTo>
                  <a:pt x="0" y="125149"/>
                </a:lnTo>
                <a:lnTo>
                  <a:pt x="19818" y="176018"/>
                </a:lnTo>
                <a:lnTo>
                  <a:pt x="304840" y="176018"/>
                </a:lnTo>
                <a:lnTo>
                  <a:pt x="304840" y="95610"/>
                </a:lnTo>
                <a:lnTo>
                  <a:pt x="278736" y="6167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9DA78EC-75A7-4A2F-9EBA-08ED8E0C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46" y="4312248"/>
            <a:ext cx="311808" cy="182114"/>
          </a:xfrm>
          <a:custGeom xmlns:a="http://schemas.openxmlformats.org/drawingml/2006/main">
            <a:pathLst>
              <a:path w="311808" h="182114">
                <a:moveTo>
                  <a:pt x="289595" y="63665"/>
                </a:moveTo>
                <a:lnTo>
                  <a:pt x="311808" y="92542"/>
                </a:lnTo>
                <a:lnTo>
                  <a:pt x="311808" y="110869"/>
                </a:lnTo>
                <a:lnTo>
                  <a:pt x="281813" y="71875"/>
                </a:lnTo>
                <a:lnTo>
                  <a:pt x="242036" y="44534"/>
                </a:lnTo>
                <a:lnTo>
                  <a:pt x="203262" y="20374"/>
                </a:lnTo>
                <a:lnTo>
                  <a:pt x="162929" y="12191"/>
                </a:lnTo>
                <a:lnTo>
                  <a:pt x="128690" y="48753"/>
                </a:lnTo>
                <a:lnTo>
                  <a:pt x="91161" y="84248"/>
                </a:lnTo>
                <a:lnTo>
                  <a:pt x="50864" y="113009"/>
                </a:lnTo>
                <a:lnTo>
                  <a:pt x="13936" y="133740"/>
                </a:lnTo>
                <a:lnTo>
                  <a:pt x="32782" y="182114"/>
                </a:lnTo>
                <a:lnTo>
                  <a:pt x="20790" y="182114"/>
                </a:lnTo>
                <a:lnTo>
                  <a:pt x="0" y="128749"/>
                </a:lnTo>
                <a:lnTo>
                  <a:pt x="44866" y="103562"/>
                </a:lnTo>
                <a:lnTo>
                  <a:pt x="84042" y="75601"/>
                </a:lnTo>
                <a:lnTo>
                  <a:pt x="120765" y="40868"/>
                </a:lnTo>
                <a:lnTo>
                  <a:pt x="159037" y="0"/>
                </a:lnTo>
                <a:lnTo>
                  <a:pt x="207460" y="9824"/>
                </a:lnTo>
                <a:lnTo>
                  <a:pt x="248158" y="35183"/>
                </a:lnTo>
                <a:lnTo>
                  <a:pt x="289595" y="63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4A6CB-482C-4AF9-BAB3-76792B63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612" y="2799003"/>
            <a:ext cx="1053742" cy="824720"/>
          </a:xfrm>
          <a:custGeom xmlns:a="http://schemas.openxmlformats.org/drawingml/2006/main">
            <a:pathLst>
              <a:path w="1053742" h="824720">
                <a:moveTo>
                  <a:pt x="1042430" y="198977"/>
                </a:moveTo>
                <a:lnTo>
                  <a:pt x="1053742" y="251274"/>
                </a:lnTo>
                <a:lnTo>
                  <a:pt x="1053742" y="203716"/>
                </a:lnTo>
                <a:lnTo>
                  <a:pt x="1042430" y="198977"/>
                </a:lnTo>
                <a:close/>
                <a:moveTo>
                  <a:pt x="1014006" y="279559"/>
                </a:moveTo>
                <a:lnTo>
                  <a:pt x="974559" y="307920"/>
                </a:lnTo>
                <a:lnTo>
                  <a:pt x="944974" y="257050"/>
                </a:lnTo>
                <a:lnTo>
                  <a:pt x="909879" y="216534"/>
                </a:lnTo>
                <a:lnTo>
                  <a:pt x="923511" y="153059"/>
                </a:lnTo>
                <a:lnTo>
                  <a:pt x="886095" y="119747"/>
                </a:lnTo>
                <a:lnTo>
                  <a:pt x="845198" y="139104"/>
                </a:lnTo>
                <a:lnTo>
                  <a:pt x="805752" y="109392"/>
                </a:lnTo>
                <a:lnTo>
                  <a:pt x="763695" y="90035"/>
                </a:lnTo>
                <a:lnTo>
                  <a:pt x="720768" y="75629"/>
                </a:lnTo>
                <a:lnTo>
                  <a:pt x="681031" y="45918"/>
                </a:lnTo>
                <a:lnTo>
                  <a:pt x="644775" y="9003"/>
                </a:lnTo>
                <a:lnTo>
                  <a:pt x="612000" y="53121"/>
                </a:lnTo>
                <a:lnTo>
                  <a:pt x="568783" y="68877"/>
                </a:lnTo>
                <a:lnTo>
                  <a:pt x="530207" y="35114"/>
                </a:lnTo>
                <a:lnTo>
                  <a:pt x="492791" y="0"/>
                </a:lnTo>
                <a:lnTo>
                  <a:pt x="456535" y="44117"/>
                </a:lnTo>
                <a:lnTo>
                  <a:pt x="415928" y="70677"/>
                </a:lnTo>
                <a:lnTo>
                  <a:pt x="375031" y="94987"/>
                </a:lnTo>
                <a:lnTo>
                  <a:pt x="329784" y="98588"/>
                </a:lnTo>
                <a:lnTo>
                  <a:pt x="291208" y="133702"/>
                </a:lnTo>
                <a:lnTo>
                  <a:pt x="248281" y="149458"/>
                </a:lnTo>
                <a:lnTo>
                  <a:pt x="206224" y="174218"/>
                </a:lnTo>
                <a:lnTo>
                  <a:pt x="166487" y="204379"/>
                </a:lnTo>
                <a:lnTo>
                  <a:pt x="121240" y="205730"/>
                </a:lnTo>
                <a:lnTo>
                  <a:pt x="78313" y="211132"/>
                </a:lnTo>
                <a:lnTo>
                  <a:pt x="43217" y="255249"/>
                </a:lnTo>
                <a:lnTo>
                  <a:pt x="0" y="235892"/>
                </a:lnTo>
                <a:lnTo>
                  <a:pt x="8991" y="304318"/>
                </a:lnTo>
                <a:lnTo>
                  <a:pt x="46408" y="337631"/>
                </a:lnTo>
                <a:lnTo>
                  <a:pt x="84984" y="372745"/>
                </a:lnTo>
                <a:lnTo>
                  <a:pt x="56559" y="424065"/>
                </a:lnTo>
                <a:lnTo>
                  <a:pt x="87304" y="473134"/>
                </a:lnTo>
                <a:lnTo>
                  <a:pt x="108768" y="534808"/>
                </a:lnTo>
                <a:lnTo>
                  <a:pt x="148504" y="568121"/>
                </a:lnTo>
                <a:lnTo>
                  <a:pt x="190271" y="585677"/>
                </a:lnTo>
                <a:lnTo>
                  <a:pt x="223336" y="636547"/>
                </a:lnTo>
                <a:lnTo>
                  <a:pt x="265103" y="661307"/>
                </a:lnTo>
                <a:lnTo>
                  <a:pt x="303680" y="692819"/>
                </a:lnTo>
                <a:lnTo>
                  <a:pt x="344576" y="721180"/>
                </a:lnTo>
                <a:lnTo>
                  <a:pt x="377352" y="763497"/>
                </a:lnTo>
                <a:lnTo>
                  <a:pt x="411287" y="807163"/>
                </a:lnTo>
                <a:lnTo>
                  <a:pt x="453344" y="824720"/>
                </a:lnTo>
                <a:lnTo>
                  <a:pt x="496271" y="817968"/>
                </a:lnTo>
                <a:lnTo>
                  <a:pt x="539488" y="816167"/>
                </a:lnTo>
                <a:lnTo>
                  <a:pt x="574584" y="773851"/>
                </a:lnTo>
                <a:lnTo>
                  <a:pt x="612000" y="740538"/>
                </a:lnTo>
                <a:lnTo>
                  <a:pt x="628823" y="677063"/>
                </a:lnTo>
                <a:lnTo>
                  <a:pt x="670880" y="696420"/>
                </a:lnTo>
                <a:lnTo>
                  <a:pt x="714967" y="700022"/>
                </a:lnTo>
                <a:lnTo>
                  <a:pt x="755864" y="721180"/>
                </a:lnTo>
                <a:lnTo>
                  <a:pt x="798791" y="726582"/>
                </a:lnTo>
                <a:lnTo>
                  <a:pt x="837367" y="758094"/>
                </a:lnTo>
                <a:lnTo>
                  <a:pt x="880294" y="768448"/>
                </a:lnTo>
                <a:lnTo>
                  <a:pt x="923511" y="770249"/>
                </a:lnTo>
                <a:lnTo>
                  <a:pt x="966438" y="756294"/>
                </a:lnTo>
                <a:lnTo>
                  <a:pt x="1007335" y="779253"/>
                </a:lnTo>
                <a:lnTo>
                  <a:pt x="1041270" y="812566"/>
                </a:lnTo>
                <a:lnTo>
                  <a:pt x="1053742" y="786540"/>
                </a:lnTo>
                <a:lnTo>
                  <a:pt x="1053742" y="262970"/>
                </a:lnTo>
                <a:lnTo>
                  <a:pt x="1014006" y="279559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B12E4D4-7DBC-4B8D-BDCB-1625D55E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69" y="2790846"/>
            <a:ext cx="1060584" cy="838642"/>
          </a:xfrm>
          <a:custGeom xmlns:a="http://schemas.openxmlformats.org/drawingml/2006/main">
            <a:pathLst>
              <a:path w="1060584" h="838642">
                <a:moveTo>
                  <a:pt x="1060584" y="807626"/>
                </a:moveTo>
                <a:lnTo>
                  <a:pt x="1049774" y="830183"/>
                </a:lnTo>
                <a:lnTo>
                  <a:pt x="1010793" y="791918"/>
                </a:lnTo>
                <a:lnTo>
                  <a:pt x="972680" y="770521"/>
                </a:lnTo>
                <a:lnTo>
                  <a:pt x="931125" y="784031"/>
                </a:lnTo>
                <a:lnTo>
                  <a:pt x="886357" y="782165"/>
                </a:lnTo>
                <a:lnTo>
                  <a:pt x="841661" y="771384"/>
                </a:lnTo>
                <a:lnTo>
                  <a:pt x="803342" y="740082"/>
                </a:lnTo>
                <a:lnTo>
                  <a:pt x="761022" y="734757"/>
                </a:lnTo>
                <a:lnTo>
                  <a:pt x="720237" y="713656"/>
                </a:lnTo>
                <a:lnTo>
                  <a:pt x="676283" y="710066"/>
                </a:lnTo>
                <a:lnTo>
                  <a:pt x="639364" y="693073"/>
                </a:lnTo>
                <a:lnTo>
                  <a:pt x="623812" y="751750"/>
                </a:lnTo>
                <a:lnTo>
                  <a:pt x="585457" y="785900"/>
                </a:lnTo>
                <a:lnTo>
                  <a:pt x="549045" y="829803"/>
                </a:lnTo>
                <a:lnTo>
                  <a:pt x="503665" y="831694"/>
                </a:lnTo>
                <a:lnTo>
                  <a:pt x="459493" y="838642"/>
                </a:lnTo>
                <a:lnTo>
                  <a:pt x="414620" y="819910"/>
                </a:lnTo>
                <a:lnTo>
                  <a:pt x="379780" y="775079"/>
                </a:lnTo>
                <a:lnTo>
                  <a:pt x="347528" y="733438"/>
                </a:lnTo>
                <a:lnTo>
                  <a:pt x="307157" y="705442"/>
                </a:lnTo>
                <a:lnTo>
                  <a:pt x="268736" y="674056"/>
                </a:lnTo>
                <a:lnTo>
                  <a:pt x="226206" y="648845"/>
                </a:lnTo>
                <a:lnTo>
                  <a:pt x="193365" y="598320"/>
                </a:lnTo>
                <a:lnTo>
                  <a:pt x="152404" y="581102"/>
                </a:lnTo>
                <a:lnTo>
                  <a:pt x="110840" y="546257"/>
                </a:lnTo>
                <a:lnTo>
                  <a:pt x="89077" y="483723"/>
                </a:lnTo>
                <a:lnTo>
                  <a:pt x="56918" y="432397"/>
                </a:lnTo>
                <a:lnTo>
                  <a:pt x="84798" y="382060"/>
                </a:lnTo>
                <a:lnTo>
                  <a:pt x="49512" y="349941"/>
                </a:lnTo>
                <a:lnTo>
                  <a:pt x="10565" y="315265"/>
                </a:lnTo>
                <a:lnTo>
                  <a:pt x="0" y="234862"/>
                </a:lnTo>
                <a:lnTo>
                  <a:pt x="48386" y="256535"/>
                </a:lnTo>
                <a:lnTo>
                  <a:pt x="82199" y="214030"/>
                </a:lnTo>
                <a:lnTo>
                  <a:pt x="127649" y="208311"/>
                </a:lnTo>
                <a:lnTo>
                  <a:pt x="171376" y="207006"/>
                </a:lnTo>
                <a:lnTo>
                  <a:pt x="209949" y="177727"/>
                </a:lnTo>
                <a:lnTo>
                  <a:pt x="252724" y="152545"/>
                </a:lnTo>
                <a:lnTo>
                  <a:pt x="295098" y="136991"/>
                </a:lnTo>
                <a:lnTo>
                  <a:pt x="334278" y="101328"/>
                </a:lnTo>
                <a:lnTo>
                  <a:pt x="380135" y="97678"/>
                </a:lnTo>
                <a:lnTo>
                  <a:pt x="419812" y="74093"/>
                </a:lnTo>
                <a:lnTo>
                  <a:pt x="459603" y="48067"/>
                </a:lnTo>
                <a:lnTo>
                  <a:pt x="499105" y="0"/>
                </a:lnTo>
                <a:lnTo>
                  <a:pt x="540801" y="39131"/>
                </a:lnTo>
                <a:lnTo>
                  <a:pt x="576817" y="70653"/>
                </a:lnTo>
                <a:lnTo>
                  <a:pt x="615356" y="56602"/>
                </a:lnTo>
                <a:lnTo>
                  <a:pt x="651027" y="8587"/>
                </a:lnTo>
                <a:lnTo>
                  <a:pt x="691561" y="49856"/>
                </a:lnTo>
                <a:lnTo>
                  <a:pt x="730238" y="78775"/>
                </a:lnTo>
                <a:lnTo>
                  <a:pt x="772600" y="92991"/>
                </a:lnTo>
                <a:lnTo>
                  <a:pt x="815475" y="112726"/>
                </a:lnTo>
                <a:lnTo>
                  <a:pt x="852703" y="140766"/>
                </a:lnTo>
                <a:lnTo>
                  <a:pt x="893890" y="121272"/>
                </a:lnTo>
                <a:lnTo>
                  <a:pt x="936499" y="159208"/>
                </a:lnTo>
                <a:lnTo>
                  <a:pt x="922769" y="223140"/>
                </a:lnTo>
                <a:lnTo>
                  <a:pt x="956383" y="261945"/>
                </a:lnTo>
                <a:lnTo>
                  <a:pt x="983137" y="307948"/>
                </a:lnTo>
                <a:lnTo>
                  <a:pt x="1018106" y="282806"/>
                </a:lnTo>
                <a:lnTo>
                  <a:pt x="1056461" y="266795"/>
                </a:lnTo>
                <a:lnTo>
                  <a:pt x="1041546" y="197841"/>
                </a:lnTo>
                <a:lnTo>
                  <a:pt x="1060584" y="205816"/>
                </a:lnTo>
                <a:lnTo>
                  <a:pt x="1060584" y="217931"/>
                </a:lnTo>
                <a:lnTo>
                  <a:pt x="1056999" y="216429"/>
                </a:lnTo>
                <a:lnTo>
                  <a:pt x="1060584" y="233004"/>
                </a:lnTo>
                <a:lnTo>
                  <a:pt x="1060584" y="277182"/>
                </a:lnTo>
                <a:lnTo>
                  <a:pt x="1023590" y="292625"/>
                </a:lnTo>
                <a:lnTo>
                  <a:pt x="979666" y="324206"/>
                </a:lnTo>
                <a:lnTo>
                  <a:pt x="947250" y="268469"/>
                </a:lnTo>
                <a:lnTo>
                  <a:pt x="910673" y="226243"/>
                </a:lnTo>
                <a:lnTo>
                  <a:pt x="924207" y="163226"/>
                </a:lnTo>
                <a:lnTo>
                  <a:pt x="891984" y="134536"/>
                </a:lnTo>
                <a:lnTo>
                  <a:pt x="851377" y="153757"/>
                </a:lnTo>
                <a:lnTo>
                  <a:pt x="809712" y="122374"/>
                </a:lnTo>
                <a:lnTo>
                  <a:pt x="768474" y="103393"/>
                </a:lnTo>
                <a:lnTo>
                  <a:pt x="724982" y="88798"/>
                </a:lnTo>
                <a:lnTo>
                  <a:pt x="684186" y="58294"/>
                </a:lnTo>
                <a:lnTo>
                  <a:pt x="652208" y="25735"/>
                </a:lnTo>
                <a:lnTo>
                  <a:pt x="622329" y="65954"/>
                </a:lnTo>
                <a:lnTo>
                  <a:pt x="574433" y="83415"/>
                </a:lnTo>
                <a:lnTo>
                  <a:pt x="533296" y="47411"/>
                </a:lnTo>
                <a:lnTo>
                  <a:pt x="500161" y="16315"/>
                </a:lnTo>
                <a:lnTo>
                  <a:pt x="467150" y="56482"/>
                </a:lnTo>
                <a:lnTo>
                  <a:pt x="425728" y="83576"/>
                </a:lnTo>
                <a:lnTo>
                  <a:pt x="383612" y="108611"/>
                </a:lnTo>
                <a:lnTo>
                  <a:pt x="338974" y="112163"/>
                </a:lnTo>
                <a:lnTo>
                  <a:pt x="301002" y="146727"/>
                </a:lnTo>
                <a:lnTo>
                  <a:pt x="257522" y="162686"/>
                </a:lnTo>
                <a:lnTo>
                  <a:pt x="216183" y="187023"/>
                </a:lnTo>
                <a:lnTo>
                  <a:pt x="175283" y="218068"/>
                </a:lnTo>
                <a:lnTo>
                  <a:pt x="128515" y="219464"/>
                </a:lnTo>
                <a:lnTo>
                  <a:pt x="88111" y="224549"/>
                </a:lnTo>
                <a:lnTo>
                  <a:pt x="51732" y="270278"/>
                </a:lnTo>
                <a:lnTo>
                  <a:pt x="13684" y="253236"/>
                </a:lnTo>
                <a:lnTo>
                  <a:pt x="21102" y="309686"/>
                </a:lnTo>
                <a:lnTo>
                  <a:pt x="56988" y="341636"/>
                </a:lnTo>
                <a:lnTo>
                  <a:pt x="98854" y="379744"/>
                </a:lnTo>
                <a:lnTo>
                  <a:pt x="69885" y="432047"/>
                </a:lnTo>
                <a:lnTo>
                  <a:pt x="99216" y="478859"/>
                </a:lnTo>
                <a:lnTo>
                  <a:pt x="120380" y="539673"/>
                </a:lnTo>
                <a:lnTo>
                  <a:pt x="158289" y="571454"/>
                </a:lnTo>
                <a:lnTo>
                  <a:pt x="200862" y="589350"/>
                </a:lnTo>
                <a:lnTo>
                  <a:pt x="234151" y="640565"/>
                </a:lnTo>
                <a:lnTo>
                  <a:pt x="275155" y="664872"/>
                </a:lnTo>
                <a:lnTo>
                  <a:pt x="313886" y="696511"/>
                </a:lnTo>
                <a:lnTo>
                  <a:pt x="355309" y="725236"/>
                </a:lnTo>
                <a:lnTo>
                  <a:pt x="388608" y="768229"/>
                </a:lnTo>
                <a:lnTo>
                  <a:pt x="421639" y="810731"/>
                </a:lnTo>
                <a:lnTo>
                  <a:pt x="460880" y="827113"/>
                </a:lnTo>
                <a:lnTo>
                  <a:pt x="502561" y="820556"/>
                </a:lnTo>
                <a:lnTo>
                  <a:pt x="543616" y="818846"/>
                </a:lnTo>
                <a:lnTo>
                  <a:pt x="577395" y="778116"/>
                </a:lnTo>
                <a:lnTo>
                  <a:pt x="613872" y="745639"/>
                </a:lnTo>
                <a:lnTo>
                  <a:pt x="631966" y="677367"/>
                </a:lnTo>
                <a:lnTo>
                  <a:pt x="679161" y="699090"/>
                </a:lnTo>
                <a:lnTo>
                  <a:pt x="723381" y="702702"/>
                </a:lnTo>
                <a:lnTo>
                  <a:pt x="764390" y="723918"/>
                </a:lnTo>
                <a:lnTo>
                  <a:pt x="807924" y="729397"/>
                </a:lnTo>
                <a:lnTo>
                  <a:pt x="846757" y="761119"/>
                </a:lnTo>
                <a:lnTo>
                  <a:pt x="887915" y="771046"/>
                </a:lnTo>
                <a:lnTo>
                  <a:pt x="929582" y="772782"/>
                </a:lnTo>
                <a:lnTo>
                  <a:pt x="973881" y="758381"/>
                </a:lnTo>
                <a:lnTo>
                  <a:pt x="1017560" y="782902"/>
                </a:lnTo>
                <a:lnTo>
                  <a:pt x="1046451" y="811263"/>
                </a:lnTo>
                <a:lnTo>
                  <a:pt x="1060584" y="781770"/>
                </a:lnTo>
                <a:lnTo>
                  <a:pt x="1060584" y="807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40C0D-DFCC-4E1D-8789-B52781B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452" y="1469637"/>
            <a:ext cx="149664" cy="123348"/>
          </a:xfrm>
          <a:custGeom xmlns:a="http://schemas.openxmlformats.org/drawingml/2006/main">
            <a:pathLst>
              <a:path w="149664" h="123348">
                <a:moveTo>
                  <a:pt x="43217" y="0"/>
                </a:moveTo>
                <a:lnTo>
                  <a:pt x="0" y="12605"/>
                </a:lnTo>
                <a:lnTo>
                  <a:pt x="15953" y="75629"/>
                </a:lnTo>
                <a:lnTo>
                  <a:pt x="57719" y="98588"/>
                </a:lnTo>
                <a:lnTo>
                  <a:pt x="98616" y="123348"/>
                </a:lnTo>
                <a:lnTo>
                  <a:pt x="141543" y="100389"/>
                </a:lnTo>
                <a:lnTo>
                  <a:pt x="149664" y="35114"/>
                </a:lnTo>
                <a:lnTo>
                  <a:pt x="106447" y="44117"/>
                </a:lnTo>
                <a:lnTo>
                  <a:pt x="67001" y="13955"/>
                </a:lnTo>
                <a:lnTo>
                  <a:pt x="43217" y="0"/>
                </a:lnTo>
                <a:close/>
                <a:moveTo>
                  <a:pt x="43217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97A82-70E3-4207-9B35-1460331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452" y="1469637"/>
            <a:ext cx="149664" cy="123348"/>
          </a:xfrm>
          <a:custGeom xmlns:a="http://schemas.openxmlformats.org/drawingml/2006/main">
            <a:pathLst>
              <a:path w="149664" h="123348" fill="none">
                <a:moveTo>
                  <a:pt x="43217" y="0"/>
                </a:moveTo>
                <a:lnTo>
                  <a:pt x="0" y="12605"/>
                </a:lnTo>
                <a:lnTo>
                  <a:pt x="15953" y="75629"/>
                </a:lnTo>
                <a:lnTo>
                  <a:pt x="57719" y="98588"/>
                </a:lnTo>
                <a:lnTo>
                  <a:pt x="98616" y="123348"/>
                </a:lnTo>
                <a:lnTo>
                  <a:pt x="141543" y="100389"/>
                </a:lnTo>
                <a:lnTo>
                  <a:pt x="149664" y="35114"/>
                </a:lnTo>
                <a:lnTo>
                  <a:pt x="106447" y="44117"/>
                </a:lnTo>
                <a:lnTo>
                  <a:pt x="67001" y="13955"/>
                </a:lnTo>
                <a:lnTo>
                  <a:pt x="43217" y="0"/>
                </a:lnTo>
                <a:close/>
                <a:moveTo>
                  <a:pt x="4321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63CDC-02DC-40E4-B9ED-3C48FCD2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412" y="1357093"/>
            <a:ext cx="84984" cy="102190"/>
          </a:xfrm>
          <a:custGeom xmlns:a="http://schemas.openxmlformats.org/drawingml/2006/main">
            <a:pathLst>
              <a:path w="84984" h="102190">
                <a:moveTo>
                  <a:pt x="20303" y="0"/>
                </a:moveTo>
                <a:lnTo>
                  <a:pt x="0" y="63475"/>
                </a:lnTo>
                <a:lnTo>
                  <a:pt x="40607" y="88234"/>
                </a:lnTo>
                <a:lnTo>
                  <a:pt x="84984" y="102190"/>
                </a:lnTo>
                <a:lnTo>
                  <a:pt x="72512" y="36914"/>
                </a:lnTo>
                <a:lnTo>
                  <a:pt x="30455" y="12605"/>
                </a:lnTo>
                <a:lnTo>
                  <a:pt x="20303" y="0"/>
                </a:lnTo>
                <a:close/>
                <a:moveTo>
                  <a:pt x="20303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948E3-36C9-4D79-9F47-A775039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412" y="1357093"/>
            <a:ext cx="84984" cy="102190"/>
          </a:xfrm>
          <a:custGeom xmlns:a="http://schemas.openxmlformats.org/drawingml/2006/main">
            <a:pathLst>
              <a:path w="84984" h="102190" fill="none">
                <a:moveTo>
                  <a:pt x="20303" y="0"/>
                </a:moveTo>
                <a:lnTo>
                  <a:pt x="0" y="63475"/>
                </a:lnTo>
                <a:lnTo>
                  <a:pt x="40607" y="88234"/>
                </a:lnTo>
                <a:lnTo>
                  <a:pt x="84984" y="102190"/>
                </a:lnTo>
                <a:lnTo>
                  <a:pt x="72512" y="36914"/>
                </a:lnTo>
                <a:lnTo>
                  <a:pt x="30455" y="12605"/>
                </a:lnTo>
                <a:lnTo>
                  <a:pt x="20303" y="0"/>
                </a:lnTo>
                <a:close/>
                <a:moveTo>
                  <a:pt x="2030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4177B-734A-4A8B-B9D6-4DA6386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86" y="1244550"/>
            <a:ext cx="230008" cy="198977"/>
          </a:xfrm>
          <a:custGeom xmlns:a="http://schemas.openxmlformats.org/drawingml/2006/main">
            <a:pathLst>
              <a:path w="230008" h="198977">
                <a:moveTo>
                  <a:pt x="191431" y="0"/>
                </a:moveTo>
                <a:lnTo>
                  <a:pt x="163007" y="51320"/>
                </a:lnTo>
                <a:lnTo>
                  <a:pt x="130231" y="1801"/>
                </a:lnTo>
                <a:lnTo>
                  <a:pt x="84984" y="15756"/>
                </a:lnTo>
                <a:lnTo>
                  <a:pt x="42927" y="38715"/>
                </a:lnTo>
                <a:lnTo>
                  <a:pt x="0" y="40516"/>
                </a:lnTo>
                <a:lnTo>
                  <a:pt x="26104" y="93186"/>
                </a:lnTo>
                <a:lnTo>
                  <a:pt x="54239" y="145857"/>
                </a:lnTo>
                <a:lnTo>
                  <a:pt x="95136" y="167015"/>
                </a:lnTo>
                <a:lnTo>
                  <a:pt x="136902" y="193575"/>
                </a:lnTo>
                <a:lnTo>
                  <a:pt x="180119" y="198977"/>
                </a:lnTo>
                <a:lnTo>
                  <a:pt x="221886" y="179620"/>
                </a:lnTo>
                <a:lnTo>
                  <a:pt x="230008" y="112544"/>
                </a:lnTo>
                <a:lnTo>
                  <a:pt x="202743" y="59873"/>
                </a:lnTo>
                <a:lnTo>
                  <a:pt x="191431" y="0"/>
                </a:lnTo>
                <a:close/>
                <a:moveTo>
                  <a:pt x="191431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7590D-CD9B-4407-BBA6-57EB295C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86" y="1244550"/>
            <a:ext cx="230008" cy="198977"/>
          </a:xfrm>
          <a:custGeom xmlns:a="http://schemas.openxmlformats.org/drawingml/2006/main">
            <a:pathLst>
              <a:path w="230008" h="198977" fill="none">
                <a:moveTo>
                  <a:pt x="191431" y="0"/>
                </a:moveTo>
                <a:lnTo>
                  <a:pt x="163007" y="51320"/>
                </a:lnTo>
                <a:lnTo>
                  <a:pt x="130231" y="1801"/>
                </a:lnTo>
                <a:lnTo>
                  <a:pt x="84984" y="15756"/>
                </a:lnTo>
                <a:lnTo>
                  <a:pt x="42927" y="38715"/>
                </a:lnTo>
                <a:lnTo>
                  <a:pt x="0" y="40516"/>
                </a:lnTo>
                <a:lnTo>
                  <a:pt x="26104" y="93186"/>
                </a:lnTo>
                <a:lnTo>
                  <a:pt x="54239" y="145857"/>
                </a:lnTo>
                <a:lnTo>
                  <a:pt x="95136" y="167015"/>
                </a:lnTo>
                <a:lnTo>
                  <a:pt x="136902" y="193575"/>
                </a:lnTo>
                <a:lnTo>
                  <a:pt x="180119" y="198977"/>
                </a:lnTo>
                <a:lnTo>
                  <a:pt x="221886" y="179620"/>
                </a:lnTo>
                <a:lnTo>
                  <a:pt x="230008" y="112544"/>
                </a:lnTo>
                <a:lnTo>
                  <a:pt x="202743" y="59873"/>
                </a:lnTo>
                <a:lnTo>
                  <a:pt x="191431" y="0"/>
                </a:lnTo>
                <a:close/>
                <a:moveTo>
                  <a:pt x="19143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5E894-6CCB-4BDD-827D-5F2BD277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340" y="1073933"/>
            <a:ext cx="358209" cy="503295"/>
          </a:xfrm>
          <a:custGeom xmlns:a="http://schemas.openxmlformats.org/drawingml/2006/main">
            <a:pathLst>
              <a:path w="358209" h="503295">
                <a:moveTo>
                  <a:pt x="291208" y="0"/>
                </a:moveTo>
                <a:lnTo>
                  <a:pt x="247120" y="17557"/>
                </a:lnTo>
                <a:lnTo>
                  <a:pt x="206224" y="44117"/>
                </a:lnTo>
                <a:lnTo>
                  <a:pt x="238129" y="91385"/>
                </a:lnTo>
                <a:lnTo>
                  <a:pt x="242480" y="158462"/>
                </a:lnTo>
                <a:lnTo>
                  <a:pt x="226817" y="93186"/>
                </a:lnTo>
                <a:lnTo>
                  <a:pt x="192882" y="135503"/>
                </a:lnTo>
                <a:lnTo>
                  <a:pt x="147344" y="139104"/>
                </a:lnTo>
                <a:lnTo>
                  <a:pt x="158656" y="72028"/>
                </a:lnTo>
                <a:lnTo>
                  <a:pt x="72512" y="47719"/>
                </a:lnTo>
                <a:lnTo>
                  <a:pt x="116889" y="67076"/>
                </a:lnTo>
                <a:lnTo>
                  <a:pt x="88464" y="119747"/>
                </a:lnTo>
                <a:lnTo>
                  <a:pt x="44377" y="128750"/>
                </a:lnTo>
                <a:lnTo>
                  <a:pt x="0" y="128750"/>
                </a:lnTo>
                <a:lnTo>
                  <a:pt x="34226" y="174218"/>
                </a:lnTo>
                <a:lnTo>
                  <a:pt x="47858" y="237692"/>
                </a:lnTo>
                <a:lnTo>
                  <a:pt x="63520" y="300717"/>
                </a:lnTo>
                <a:lnTo>
                  <a:pt x="107898" y="311521"/>
                </a:lnTo>
                <a:lnTo>
                  <a:pt x="150825" y="315122"/>
                </a:lnTo>
                <a:lnTo>
                  <a:pt x="183600" y="360590"/>
                </a:lnTo>
                <a:lnTo>
                  <a:pt x="139513" y="353837"/>
                </a:lnTo>
                <a:lnTo>
                  <a:pt x="183600" y="371394"/>
                </a:lnTo>
                <a:lnTo>
                  <a:pt x="181280" y="438020"/>
                </a:lnTo>
                <a:lnTo>
                  <a:pt x="196072" y="503295"/>
                </a:lnTo>
                <a:lnTo>
                  <a:pt x="232328" y="464580"/>
                </a:lnTo>
                <a:lnTo>
                  <a:pt x="216665" y="402906"/>
                </a:lnTo>
                <a:lnTo>
                  <a:pt x="260753" y="383549"/>
                </a:lnTo>
                <a:lnTo>
                  <a:pt x="231168" y="334480"/>
                </a:lnTo>
                <a:lnTo>
                  <a:pt x="270904" y="306119"/>
                </a:lnTo>
                <a:lnTo>
                  <a:pt x="313831" y="293964"/>
                </a:lnTo>
                <a:lnTo>
                  <a:pt x="283376" y="244445"/>
                </a:lnTo>
                <a:lnTo>
                  <a:pt x="300489" y="181420"/>
                </a:lnTo>
                <a:lnTo>
                  <a:pt x="343416" y="165664"/>
                </a:lnTo>
                <a:lnTo>
                  <a:pt x="349217" y="98588"/>
                </a:lnTo>
                <a:lnTo>
                  <a:pt x="358209" y="31962"/>
                </a:lnTo>
                <a:lnTo>
                  <a:pt x="314991" y="12605"/>
                </a:lnTo>
                <a:lnTo>
                  <a:pt x="291208" y="0"/>
                </a:lnTo>
                <a:close/>
                <a:moveTo>
                  <a:pt x="291208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A5905-001F-4C0B-85A3-28734F33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340" y="1073933"/>
            <a:ext cx="358209" cy="503295"/>
          </a:xfrm>
          <a:custGeom xmlns:a="http://schemas.openxmlformats.org/drawingml/2006/main">
            <a:pathLst>
              <a:path w="358209" h="503295" fill="none">
                <a:moveTo>
                  <a:pt x="291208" y="0"/>
                </a:moveTo>
                <a:lnTo>
                  <a:pt x="247120" y="17557"/>
                </a:lnTo>
                <a:lnTo>
                  <a:pt x="206224" y="44117"/>
                </a:lnTo>
                <a:lnTo>
                  <a:pt x="238129" y="91385"/>
                </a:lnTo>
                <a:lnTo>
                  <a:pt x="242480" y="158462"/>
                </a:lnTo>
                <a:lnTo>
                  <a:pt x="226817" y="93186"/>
                </a:lnTo>
                <a:lnTo>
                  <a:pt x="192882" y="135503"/>
                </a:lnTo>
                <a:lnTo>
                  <a:pt x="147344" y="139104"/>
                </a:lnTo>
                <a:lnTo>
                  <a:pt x="158656" y="72028"/>
                </a:lnTo>
                <a:lnTo>
                  <a:pt x="72512" y="47719"/>
                </a:lnTo>
                <a:lnTo>
                  <a:pt x="116889" y="67076"/>
                </a:lnTo>
                <a:lnTo>
                  <a:pt x="88464" y="119747"/>
                </a:lnTo>
                <a:lnTo>
                  <a:pt x="44377" y="128750"/>
                </a:lnTo>
                <a:lnTo>
                  <a:pt x="0" y="128750"/>
                </a:lnTo>
                <a:lnTo>
                  <a:pt x="34226" y="174218"/>
                </a:lnTo>
                <a:lnTo>
                  <a:pt x="47858" y="237692"/>
                </a:lnTo>
                <a:lnTo>
                  <a:pt x="63520" y="300717"/>
                </a:lnTo>
                <a:lnTo>
                  <a:pt x="107898" y="311521"/>
                </a:lnTo>
                <a:lnTo>
                  <a:pt x="150825" y="315122"/>
                </a:lnTo>
                <a:lnTo>
                  <a:pt x="183600" y="360590"/>
                </a:lnTo>
                <a:lnTo>
                  <a:pt x="139513" y="353837"/>
                </a:lnTo>
                <a:lnTo>
                  <a:pt x="183600" y="371394"/>
                </a:lnTo>
                <a:lnTo>
                  <a:pt x="181280" y="438020"/>
                </a:lnTo>
                <a:lnTo>
                  <a:pt x="196072" y="503295"/>
                </a:lnTo>
                <a:lnTo>
                  <a:pt x="232328" y="464580"/>
                </a:lnTo>
                <a:lnTo>
                  <a:pt x="216665" y="402906"/>
                </a:lnTo>
                <a:lnTo>
                  <a:pt x="260753" y="383549"/>
                </a:lnTo>
                <a:lnTo>
                  <a:pt x="231168" y="334480"/>
                </a:lnTo>
                <a:lnTo>
                  <a:pt x="270904" y="306119"/>
                </a:lnTo>
                <a:lnTo>
                  <a:pt x="313831" y="293964"/>
                </a:lnTo>
                <a:lnTo>
                  <a:pt x="283376" y="244445"/>
                </a:lnTo>
                <a:lnTo>
                  <a:pt x="300489" y="181420"/>
                </a:lnTo>
                <a:lnTo>
                  <a:pt x="343416" y="165664"/>
                </a:lnTo>
                <a:lnTo>
                  <a:pt x="349217" y="98588"/>
                </a:lnTo>
                <a:lnTo>
                  <a:pt x="358209" y="31962"/>
                </a:lnTo>
                <a:lnTo>
                  <a:pt x="314991" y="12605"/>
                </a:lnTo>
                <a:lnTo>
                  <a:pt x="291208" y="0"/>
                </a:lnTo>
                <a:close/>
                <a:moveTo>
                  <a:pt x="29120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2E147-4F1A-4DF9-9E6E-46CC2E78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158" y="780419"/>
            <a:ext cx="602718" cy="736936"/>
          </a:xfrm>
          <a:custGeom xmlns:a="http://schemas.openxmlformats.org/drawingml/2006/main">
            <a:pathLst>
              <a:path w="602718" h="736936">
                <a:moveTo>
                  <a:pt x="287727" y="666259"/>
                </a:moveTo>
                <a:lnTo>
                  <a:pt x="317312" y="615389"/>
                </a:lnTo>
                <a:lnTo>
                  <a:pt x="328624" y="550564"/>
                </a:lnTo>
                <a:lnTo>
                  <a:pt x="355888" y="496093"/>
                </a:lnTo>
                <a:lnTo>
                  <a:pt x="327464" y="441171"/>
                </a:lnTo>
                <a:lnTo>
                  <a:pt x="371551" y="446573"/>
                </a:lnTo>
                <a:lnTo>
                  <a:pt x="415928" y="439821"/>
                </a:lnTo>
                <a:lnTo>
                  <a:pt x="385183" y="388501"/>
                </a:lnTo>
                <a:lnTo>
                  <a:pt x="429560" y="376346"/>
                </a:lnTo>
                <a:lnTo>
                  <a:pt x="470167" y="353387"/>
                </a:lnTo>
                <a:lnTo>
                  <a:pt x="460015" y="286761"/>
                </a:lnTo>
                <a:lnTo>
                  <a:pt x="496271" y="246246"/>
                </a:lnTo>
                <a:lnTo>
                  <a:pt x="522375" y="300717"/>
                </a:lnTo>
                <a:lnTo>
                  <a:pt x="558631" y="263802"/>
                </a:lnTo>
                <a:lnTo>
                  <a:pt x="599528" y="237242"/>
                </a:lnTo>
                <a:lnTo>
                  <a:pt x="602718" y="168816"/>
                </a:lnTo>
                <a:lnTo>
                  <a:pt x="558631" y="158462"/>
                </a:lnTo>
                <a:lnTo>
                  <a:pt x="514544" y="161613"/>
                </a:lnTo>
                <a:lnTo>
                  <a:pt x="472487" y="142255"/>
                </a:lnTo>
                <a:lnTo>
                  <a:pt x="439712" y="98588"/>
                </a:lnTo>
                <a:lnTo>
                  <a:pt x="397655" y="119747"/>
                </a:lnTo>
                <a:lnTo>
                  <a:pt x="438552" y="96788"/>
                </a:lnTo>
                <a:lnTo>
                  <a:pt x="483799" y="100389"/>
                </a:lnTo>
                <a:lnTo>
                  <a:pt x="470167" y="35114"/>
                </a:lnTo>
                <a:lnTo>
                  <a:pt x="443157" y="0"/>
                </a:lnTo>
                <a:lnTo>
                  <a:pt x="261623" y="0"/>
                </a:lnTo>
                <a:lnTo>
                  <a:pt x="261623" y="0"/>
                </a:lnTo>
                <a:lnTo>
                  <a:pt x="238999" y="56272"/>
                </a:lnTo>
                <a:lnTo>
                  <a:pt x="265103" y="110743"/>
                </a:lnTo>
                <a:lnTo>
                  <a:pt x="223336" y="126499"/>
                </a:lnTo>
                <a:lnTo>
                  <a:pt x="198392" y="70227"/>
                </a:lnTo>
                <a:lnTo>
                  <a:pt x="159816" y="103540"/>
                </a:lnTo>
                <a:lnTo>
                  <a:pt x="139513" y="163414"/>
                </a:lnTo>
                <a:lnTo>
                  <a:pt x="96296" y="149458"/>
                </a:lnTo>
                <a:lnTo>
                  <a:pt x="52209" y="142255"/>
                </a:lnTo>
                <a:lnTo>
                  <a:pt x="8991" y="128300"/>
                </a:lnTo>
                <a:lnTo>
                  <a:pt x="3481" y="197177"/>
                </a:lnTo>
                <a:lnTo>
                  <a:pt x="5801" y="265603"/>
                </a:lnTo>
                <a:lnTo>
                  <a:pt x="1160" y="334030"/>
                </a:lnTo>
                <a:lnTo>
                  <a:pt x="44087" y="320074"/>
                </a:lnTo>
                <a:lnTo>
                  <a:pt x="39736" y="386700"/>
                </a:lnTo>
                <a:lnTo>
                  <a:pt x="6961" y="343033"/>
                </a:lnTo>
                <a:lnTo>
                  <a:pt x="15953" y="407858"/>
                </a:lnTo>
                <a:lnTo>
                  <a:pt x="0" y="471333"/>
                </a:lnTo>
                <a:lnTo>
                  <a:pt x="36256" y="510048"/>
                </a:lnTo>
                <a:lnTo>
                  <a:pt x="79473" y="520402"/>
                </a:lnTo>
                <a:lnTo>
                  <a:pt x="118919" y="550564"/>
                </a:lnTo>
                <a:lnTo>
                  <a:pt x="125881" y="617190"/>
                </a:lnTo>
                <a:lnTo>
                  <a:pt x="120080" y="685616"/>
                </a:lnTo>
                <a:lnTo>
                  <a:pt x="160976" y="708575"/>
                </a:lnTo>
                <a:lnTo>
                  <a:pt x="205064" y="719379"/>
                </a:lnTo>
                <a:lnTo>
                  <a:pt x="248281" y="736936"/>
                </a:lnTo>
                <a:lnTo>
                  <a:pt x="286567" y="731534"/>
                </a:lnTo>
                <a:lnTo>
                  <a:pt x="325143" y="701823"/>
                </a:lnTo>
                <a:lnTo>
                  <a:pt x="287727" y="666259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D845E9B-8409-4ECC-A5B7-DD9A920D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996" y="780419"/>
            <a:ext cx="614677" cy="742679"/>
          </a:xfrm>
          <a:custGeom xmlns:a="http://schemas.openxmlformats.org/drawingml/2006/main">
            <a:pathLst>
              <a:path w="614677" h="742679">
                <a:moveTo>
                  <a:pt x="16431" y="407550"/>
                </a:moveTo>
                <a:lnTo>
                  <a:pt x="7060" y="339990"/>
                </a:lnTo>
                <a:lnTo>
                  <a:pt x="1188" y="341899"/>
                </a:lnTo>
                <a:lnTo>
                  <a:pt x="6369" y="265509"/>
                </a:lnTo>
                <a:lnTo>
                  <a:pt x="4047" y="197048"/>
                </a:lnTo>
                <a:lnTo>
                  <a:pt x="10147" y="120812"/>
                </a:lnTo>
                <a:lnTo>
                  <a:pt x="59686" y="136809"/>
                </a:lnTo>
                <a:lnTo>
                  <a:pt x="103773" y="144012"/>
                </a:lnTo>
                <a:lnTo>
                  <a:pt x="142151" y="156405"/>
                </a:lnTo>
                <a:lnTo>
                  <a:pt x="161175" y="100306"/>
                </a:lnTo>
                <a:lnTo>
                  <a:pt x="206607" y="61072"/>
                </a:lnTo>
                <a:lnTo>
                  <a:pt x="232466" y="119408"/>
                </a:lnTo>
                <a:lnTo>
                  <a:pt x="263594" y="107665"/>
                </a:lnTo>
                <a:lnTo>
                  <a:pt x="239060" y="56469"/>
                </a:lnTo>
                <a:lnTo>
                  <a:pt x="261763" y="0"/>
                </a:lnTo>
                <a:lnTo>
                  <a:pt x="313641" y="0"/>
                </a:lnTo>
                <a:lnTo>
                  <a:pt x="313046" y="119"/>
                </a:lnTo>
                <a:lnTo>
                  <a:pt x="271736" y="5147"/>
                </a:lnTo>
                <a:lnTo>
                  <a:pt x="251261" y="56075"/>
                </a:lnTo>
                <a:lnTo>
                  <a:pt x="278935" y="113821"/>
                </a:lnTo>
                <a:lnTo>
                  <a:pt x="226530" y="133590"/>
                </a:lnTo>
                <a:lnTo>
                  <a:pt x="202501" y="79382"/>
                </a:lnTo>
                <a:lnTo>
                  <a:pt x="170780" y="106775"/>
                </a:lnTo>
                <a:lnTo>
                  <a:pt x="149197" y="170422"/>
                </a:lnTo>
                <a:lnTo>
                  <a:pt x="101141" y="154904"/>
                </a:lnTo>
                <a:lnTo>
                  <a:pt x="57054" y="147701"/>
                </a:lnTo>
                <a:lnTo>
                  <a:pt x="20159" y="135787"/>
                </a:lnTo>
                <a:lnTo>
                  <a:pt x="15237" y="197305"/>
                </a:lnTo>
                <a:lnTo>
                  <a:pt x="17556" y="265698"/>
                </a:lnTo>
                <a:lnTo>
                  <a:pt x="13455" y="326161"/>
                </a:lnTo>
                <a:lnTo>
                  <a:pt x="56361" y="312212"/>
                </a:lnTo>
                <a:lnTo>
                  <a:pt x="50490" y="402125"/>
                </a:lnTo>
                <a:lnTo>
                  <a:pt x="21625" y="363669"/>
                </a:lnTo>
                <a:lnTo>
                  <a:pt x="27797" y="408167"/>
                </a:lnTo>
                <a:lnTo>
                  <a:pt x="12323" y="469739"/>
                </a:lnTo>
                <a:lnTo>
                  <a:pt x="45349" y="505005"/>
                </a:lnTo>
                <a:lnTo>
                  <a:pt x="88088" y="515245"/>
                </a:lnTo>
                <a:lnTo>
                  <a:pt x="130387" y="547588"/>
                </a:lnTo>
                <a:lnTo>
                  <a:pt x="137654" y="617135"/>
                </a:lnTo>
                <a:lnTo>
                  <a:pt x="132112" y="682505"/>
                </a:lnTo>
                <a:lnTo>
                  <a:pt x="169208" y="703330"/>
                </a:lnTo>
                <a:lnTo>
                  <a:pt x="212950" y="714050"/>
                </a:lnTo>
                <a:lnTo>
                  <a:pt x="255151" y="731194"/>
                </a:lnTo>
                <a:lnTo>
                  <a:pt x="290487" y="726208"/>
                </a:lnTo>
                <a:lnTo>
                  <a:pt x="322727" y="701377"/>
                </a:lnTo>
                <a:lnTo>
                  <a:pt x="286839" y="667267"/>
                </a:lnTo>
                <a:lnTo>
                  <a:pt x="318141" y="613444"/>
                </a:lnTo>
                <a:lnTo>
                  <a:pt x="329422" y="548796"/>
                </a:lnTo>
                <a:lnTo>
                  <a:pt x="355781" y="496135"/>
                </a:lnTo>
                <a:lnTo>
                  <a:pt x="323798" y="434338"/>
                </a:lnTo>
                <a:lnTo>
                  <a:pt x="377630" y="440935"/>
                </a:lnTo>
                <a:lnTo>
                  <a:pt x="413018" y="435550"/>
                </a:lnTo>
                <a:lnTo>
                  <a:pt x="382768" y="385057"/>
                </a:lnTo>
                <a:lnTo>
                  <a:pt x="433576" y="371141"/>
                </a:lnTo>
                <a:lnTo>
                  <a:pt x="470225" y="350420"/>
                </a:lnTo>
                <a:lnTo>
                  <a:pt x="460257" y="284999"/>
                </a:lnTo>
                <a:lnTo>
                  <a:pt x="503852" y="236281"/>
                </a:lnTo>
                <a:lnTo>
                  <a:pt x="530133" y="291119"/>
                </a:lnTo>
                <a:lnTo>
                  <a:pt x="561236" y="259451"/>
                </a:lnTo>
                <a:lnTo>
                  <a:pt x="600242" y="234118"/>
                </a:lnTo>
                <a:lnTo>
                  <a:pt x="603083" y="173193"/>
                </a:lnTo>
                <a:lnTo>
                  <a:pt x="564343" y="164095"/>
                </a:lnTo>
                <a:lnTo>
                  <a:pt x="519673" y="167288"/>
                </a:lnTo>
                <a:lnTo>
                  <a:pt x="475029" y="146740"/>
                </a:lnTo>
                <a:lnTo>
                  <a:pt x="444210" y="105679"/>
                </a:lnTo>
                <a:lnTo>
                  <a:pt x="381479" y="137238"/>
                </a:lnTo>
                <a:lnTo>
                  <a:pt x="376827" y="128491"/>
                </a:lnTo>
                <a:lnTo>
                  <a:pt x="443461" y="91083"/>
                </a:lnTo>
                <a:lnTo>
                  <a:pt x="482966" y="94228"/>
                </a:lnTo>
                <a:lnTo>
                  <a:pt x="471121" y="37507"/>
                </a:lnTo>
                <a:lnTo>
                  <a:pt x="442270" y="0"/>
                </a:lnTo>
                <a:lnTo>
                  <a:pt x="456367" y="0"/>
                </a:lnTo>
                <a:lnTo>
                  <a:pt x="481536" y="32720"/>
                </a:lnTo>
                <a:lnTo>
                  <a:pt x="496955" y="106550"/>
                </a:lnTo>
                <a:lnTo>
                  <a:pt x="456413" y="103324"/>
                </a:lnTo>
                <a:lnTo>
                  <a:pt x="482269" y="137771"/>
                </a:lnTo>
                <a:lnTo>
                  <a:pt x="521738" y="155938"/>
                </a:lnTo>
                <a:lnTo>
                  <a:pt x="565242" y="152828"/>
                </a:lnTo>
                <a:lnTo>
                  <a:pt x="614677" y="164438"/>
                </a:lnTo>
                <a:lnTo>
                  <a:pt x="611137" y="240366"/>
                </a:lnTo>
                <a:lnTo>
                  <a:pt x="568350" y="268154"/>
                </a:lnTo>
                <a:lnTo>
                  <a:pt x="526941" y="310315"/>
                </a:lnTo>
                <a:lnTo>
                  <a:pt x="501013" y="256211"/>
                </a:lnTo>
                <a:lnTo>
                  <a:pt x="472097" y="288524"/>
                </a:lnTo>
                <a:lnTo>
                  <a:pt x="482432" y="356355"/>
                </a:lnTo>
                <a:lnTo>
                  <a:pt x="437867" y="381551"/>
                </a:lnTo>
                <a:lnTo>
                  <a:pt x="399920" y="391945"/>
                </a:lnTo>
                <a:lnTo>
                  <a:pt x="431161" y="444092"/>
                </a:lnTo>
                <a:lnTo>
                  <a:pt x="377794" y="452212"/>
                </a:lnTo>
                <a:lnTo>
                  <a:pt x="343452" y="448004"/>
                </a:lnTo>
                <a:lnTo>
                  <a:pt x="368319" y="496050"/>
                </a:lnTo>
                <a:lnTo>
                  <a:pt x="340148" y="552332"/>
                </a:lnTo>
                <a:lnTo>
                  <a:pt x="328805" y="617334"/>
                </a:lnTo>
                <a:lnTo>
                  <a:pt x="300938" y="665251"/>
                </a:lnTo>
                <a:lnTo>
                  <a:pt x="339883" y="702268"/>
                </a:lnTo>
                <a:lnTo>
                  <a:pt x="294969" y="736860"/>
                </a:lnTo>
                <a:lnTo>
                  <a:pt x="253733" y="742679"/>
                </a:lnTo>
                <a:lnTo>
                  <a:pt x="209500" y="724709"/>
                </a:lnTo>
                <a:lnTo>
                  <a:pt x="165068" y="713820"/>
                </a:lnTo>
                <a:lnTo>
                  <a:pt x="120370" y="688728"/>
                </a:lnTo>
                <a:lnTo>
                  <a:pt x="126430" y="617245"/>
                </a:lnTo>
                <a:lnTo>
                  <a:pt x="119774" y="553539"/>
                </a:lnTo>
                <a:lnTo>
                  <a:pt x="83181" y="525560"/>
                </a:lnTo>
                <a:lnTo>
                  <a:pt x="39485" y="515091"/>
                </a:lnTo>
                <a:lnTo>
                  <a:pt x="0" y="472927"/>
                </a:lnTo>
                <a:lnTo>
                  <a:pt x="16431" y="407550"/>
                </a:lnTo>
                <a:close/>
                <a:moveTo>
                  <a:pt x="44136" y="327936"/>
                </a:moveTo>
                <a:lnTo>
                  <a:pt x="15713" y="337177"/>
                </a:lnTo>
                <a:lnTo>
                  <a:pt x="41306" y="371276"/>
                </a:lnTo>
                <a:lnTo>
                  <a:pt x="44136" y="327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60B57-9461-4F1C-AB0E-AD63517C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82" y="780419"/>
            <a:ext cx="431541" cy="133702"/>
          </a:xfrm>
          <a:custGeom xmlns:a="http://schemas.openxmlformats.org/drawingml/2006/main">
            <a:pathLst>
              <a:path w="431541" h="133702">
                <a:moveTo>
                  <a:pt x="27264" y="13955"/>
                </a:moveTo>
                <a:lnTo>
                  <a:pt x="0" y="66626"/>
                </a:lnTo>
                <a:lnTo>
                  <a:pt x="33936" y="110743"/>
                </a:lnTo>
                <a:lnTo>
                  <a:pt x="75992" y="133702"/>
                </a:lnTo>
                <a:lnTo>
                  <a:pt x="54239" y="75629"/>
                </a:lnTo>
                <a:lnTo>
                  <a:pt x="88174" y="33313"/>
                </a:lnTo>
                <a:lnTo>
                  <a:pt x="130231" y="9004"/>
                </a:lnTo>
                <a:lnTo>
                  <a:pt x="153596" y="0"/>
                </a:lnTo>
                <a:lnTo>
                  <a:pt x="41300" y="0"/>
                </a:lnTo>
                <a:lnTo>
                  <a:pt x="27264" y="13955"/>
                </a:lnTo>
                <a:close/>
                <a:moveTo>
                  <a:pt x="216375" y="0"/>
                </a:moveTo>
                <a:lnTo>
                  <a:pt x="216376" y="0"/>
                </a:lnTo>
                <a:lnTo>
                  <a:pt x="216375" y="0"/>
                </a:lnTo>
                <a:lnTo>
                  <a:pt x="216375" y="0"/>
                </a:lnTo>
                <a:close/>
                <a:moveTo>
                  <a:pt x="429270" y="1801"/>
                </a:moveTo>
                <a:lnTo>
                  <a:pt x="431541" y="0"/>
                </a:lnTo>
                <a:lnTo>
                  <a:pt x="426879" y="0"/>
                </a:lnTo>
                <a:lnTo>
                  <a:pt x="429270" y="180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A8A70E3-FDF3-463E-BA34-963544E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86" y="780419"/>
            <a:ext cx="447128" cy="145798"/>
          </a:xfrm>
          <a:custGeom xmlns:a="http://schemas.openxmlformats.org/drawingml/2006/main">
            <a:pathLst>
              <a:path w="447128" h="145798">
                <a:moveTo>
                  <a:pt x="29301" y="10610"/>
                </a:moveTo>
                <a:lnTo>
                  <a:pt x="39972" y="0"/>
                </a:lnTo>
                <a:lnTo>
                  <a:pt x="55820" y="0"/>
                </a:lnTo>
                <a:lnTo>
                  <a:pt x="38420" y="17301"/>
                </a:lnTo>
                <a:lnTo>
                  <a:pt x="13192" y="66037"/>
                </a:lnTo>
                <a:lnTo>
                  <a:pt x="44242" y="106403"/>
                </a:lnTo>
                <a:lnTo>
                  <a:pt x="72091" y="121606"/>
                </a:lnTo>
                <a:lnTo>
                  <a:pt x="54488" y="74613"/>
                </a:lnTo>
                <a:lnTo>
                  <a:pt x="91067" y="29000"/>
                </a:lnTo>
                <a:lnTo>
                  <a:pt x="134410" y="3947"/>
                </a:lnTo>
                <a:lnTo>
                  <a:pt x="144654" y="0"/>
                </a:lnTo>
                <a:lnTo>
                  <a:pt x="175730" y="0"/>
                </a:lnTo>
                <a:lnTo>
                  <a:pt x="139244" y="14060"/>
                </a:lnTo>
                <a:lnTo>
                  <a:pt x="98473" y="37626"/>
                </a:lnTo>
                <a:lnTo>
                  <a:pt x="67182" y="76646"/>
                </a:lnTo>
                <a:lnTo>
                  <a:pt x="93085" y="145798"/>
                </a:lnTo>
                <a:lnTo>
                  <a:pt x="36821" y="115083"/>
                </a:lnTo>
                <a:lnTo>
                  <a:pt x="0" y="67215"/>
                </a:lnTo>
                <a:lnTo>
                  <a:pt x="29301" y="10610"/>
                </a:lnTo>
                <a:close/>
                <a:moveTo>
                  <a:pt x="223277" y="5711"/>
                </a:moveTo>
                <a:lnTo>
                  <a:pt x="188320" y="0"/>
                </a:lnTo>
                <a:lnTo>
                  <a:pt x="243993" y="0"/>
                </a:lnTo>
                <a:lnTo>
                  <a:pt x="223277" y="5711"/>
                </a:lnTo>
                <a:close/>
                <a:moveTo>
                  <a:pt x="435954" y="8862"/>
                </a:moveTo>
                <a:lnTo>
                  <a:pt x="424189" y="0"/>
                </a:lnTo>
                <a:lnTo>
                  <a:pt x="447128" y="0"/>
                </a:lnTo>
                <a:lnTo>
                  <a:pt x="435954" y="8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996B9-38D0-46D7-8AD0-9FADDD5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162" y="1756398"/>
            <a:ext cx="79473" cy="79231"/>
          </a:xfrm>
          <a:custGeom xmlns:a="http://schemas.openxmlformats.org/drawingml/2006/main">
            <a:pathLst>
              <a:path w="79473" h="79231">
                <a:moveTo>
                  <a:pt x="79473" y="61674"/>
                </a:moveTo>
                <a:lnTo>
                  <a:pt x="40897" y="26560"/>
                </a:lnTo>
                <a:lnTo>
                  <a:pt x="0" y="0"/>
                </a:lnTo>
                <a:lnTo>
                  <a:pt x="38576" y="31512"/>
                </a:lnTo>
                <a:lnTo>
                  <a:pt x="5801" y="79231"/>
                </a:lnTo>
                <a:lnTo>
                  <a:pt x="49888" y="79231"/>
                </a:lnTo>
                <a:lnTo>
                  <a:pt x="79473" y="61674"/>
                </a:lnTo>
                <a:close/>
                <a:moveTo>
                  <a:pt x="79473" y="61674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E79C1-1532-4B61-B909-AA38AD1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162" y="1756398"/>
            <a:ext cx="79473" cy="79231"/>
          </a:xfrm>
          <a:custGeom xmlns:a="http://schemas.openxmlformats.org/drawingml/2006/main">
            <a:pathLst>
              <a:path w="79473" h="79231" fill="none">
                <a:moveTo>
                  <a:pt x="79473" y="61674"/>
                </a:moveTo>
                <a:lnTo>
                  <a:pt x="40897" y="26560"/>
                </a:lnTo>
                <a:lnTo>
                  <a:pt x="0" y="0"/>
                </a:lnTo>
                <a:lnTo>
                  <a:pt x="38576" y="31512"/>
                </a:lnTo>
                <a:lnTo>
                  <a:pt x="5801" y="79231"/>
                </a:lnTo>
                <a:lnTo>
                  <a:pt x="49888" y="79231"/>
                </a:lnTo>
                <a:lnTo>
                  <a:pt x="79473" y="61674"/>
                </a:lnTo>
                <a:close/>
                <a:moveTo>
                  <a:pt x="79473" y="61674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9E2E6-8753-47AD-A085-86D369F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476" y="1562823"/>
            <a:ext cx="123560" cy="142705"/>
          </a:xfrm>
          <a:custGeom xmlns:a="http://schemas.openxmlformats.org/drawingml/2006/main">
            <a:pathLst>
              <a:path w="123560" h="142705">
                <a:moveTo>
                  <a:pt x="67871" y="0"/>
                </a:moveTo>
                <a:lnTo>
                  <a:pt x="23784" y="10804"/>
                </a:lnTo>
                <a:lnTo>
                  <a:pt x="64391" y="38715"/>
                </a:lnTo>
                <a:lnTo>
                  <a:pt x="20303" y="44117"/>
                </a:lnTo>
                <a:lnTo>
                  <a:pt x="0" y="105791"/>
                </a:lnTo>
                <a:lnTo>
                  <a:pt x="37416" y="142705"/>
                </a:lnTo>
                <a:lnTo>
                  <a:pt x="79183" y="116145"/>
                </a:lnTo>
                <a:lnTo>
                  <a:pt x="123560" y="121547"/>
                </a:lnTo>
                <a:lnTo>
                  <a:pt x="120080" y="54471"/>
                </a:lnTo>
                <a:lnTo>
                  <a:pt x="76863" y="36914"/>
                </a:lnTo>
                <a:lnTo>
                  <a:pt x="67871" y="0"/>
                </a:lnTo>
                <a:close/>
                <a:moveTo>
                  <a:pt x="67871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0E5E7-047E-4E2C-B53E-D658C993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476" y="1562823"/>
            <a:ext cx="123560" cy="142705"/>
          </a:xfrm>
          <a:custGeom xmlns:a="http://schemas.openxmlformats.org/drawingml/2006/main">
            <a:pathLst>
              <a:path w="123560" h="142705" fill="none">
                <a:moveTo>
                  <a:pt x="67871" y="0"/>
                </a:moveTo>
                <a:lnTo>
                  <a:pt x="23784" y="10804"/>
                </a:lnTo>
                <a:lnTo>
                  <a:pt x="64391" y="38715"/>
                </a:lnTo>
                <a:lnTo>
                  <a:pt x="20303" y="44117"/>
                </a:lnTo>
                <a:lnTo>
                  <a:pt x="0" y="105791"/>
                </a:lnTo>
                <a:lnTo>
                  <a:pt x="37416" y="142705"/>
                </a:lnTo>
                <a:lnTo>
                  <a:pt x="79183" y="116145"/>
                </a:lnTo>
                <a:lnTo>
                  <a:pt x="123560" y="121547"/>
                </a:lnTo>
                <a:lnTo>
                  <a:pt x="120080" y="54471"/>
                </a:lnTo>
                <a:lnTo>
                  <a:pt x="76863" y="36914"/>
                </a:lnTo>
                <a:lnTo>
                  <a:pt x="67871" y="0"/>
                </a:lnTo>
                <a:close/>
                <a:moveTo>
                  <a:pt x="6787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3069E-6DCF-4179-B736-9AF6ECF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198" y="1485393"/>
            <a:ext cx="1992916" cy="2578151"/>
          </a:xfrm>
          <a:custGeom xmlns:a="http://schemas.openxmlformats.org/drawingml/2006/main">
            <a:pathLst>
              <a:path w="1992916" h="2578151">
                <a:moveTo>
                  <a:pt x="31905" y="1403645"/>
                </a:moveTo>
                <a:lnTo>
                  <a:pt x="67001" y="1445511"/>
                </a:lnTo>
                <a:lnTo>
                  <a:pt x="99776" y="1491429"/>
                </a:lnTo>
                <a:lnTo>
                  <a:pt x="90785" y="1558055"/>
                </a:lnTo>
                <a:lnTo>
                  <a:pt x="57719" y="1605774"/>
                </a:lnTo>
                <a:lnTo>
                  <a:pt x="65841" y="1674200"/>
                </a:lnTo>
                <a:lnTo>
                  <a:pt x="104417" y="1707513"/>
                </a:lnTo>
                <a:lnTo>
                  <a:pt x="139513" y="1751630"/>
                </a:lnTo>
                <a:lnTo>
                  <a:pt x="109928" y="1800699"/>
                </a:lnTo>
                <a:lnTo>
                  <a:pt x="142703" y="1848418"/>
                </a:lnTo>
                <a:lnTo>
                  <a:pt x="173448" y="1901088"/>
                </a:lnTo>
                <a:lnTo>
                  <a:pt x="207384" y="1945205"/>
                </a:lnTo>
                <a:lnTo>
                  <a:pt x="250601" y="1930800"/>
                </a:lnTo>
                <a:lnTo>
                  <a:pt x="293528" y="1953759"/>
                </a:lnTo>
                <a:lnTo>
                  <a:pt x="342256" y="1934401"/>
                </a:lnTo>
                <a:lnTo>
                  <a:pt x="378512" y="1969515"/>
                </a:lnTo>
                <a:lnTo>
                  <a:pt x="421439" y="1976718"/>
                </a:lnTo>
                <a:lnTo>
                  <a:pt x="465816" y="1988872"/>
                </a:lnTo>
                <a:lnTo>
                  <a:pt x="509903" y="2005079"/>
                </a:lnTo>
                <a:lnTo>
                  <a:pt x="483799" y="2059550"/>
                </a:lnTo>
                <a:lnTo>
                  <a:pt x="438552" y="2110420"/>
                </a:lnTo>
                <a:lnTo>
                  <a:pt x="412447" y="2166691"/>
                </a:lnTo>
                <a:lnTo>
                  <a:pt x="395625" y="2233317"/>
                </a:lnTo>
                <a:lnTo>
                  <a:pt x="370681" y="2293191"/>
                </a:lnTo>
                <a:lnTo>
                  <a:pt x="371841" y="2360267"/>
                </a:lnTo>
                <a:lnTo>
                  <a:pt x="361399" y="2430494"/>
                </a:lnTo>
                <a:lnTo>
                  <a:pt x="394464" y="2477762"/>
                </a:lnTo>
                <a:lnTo>
                  <a:pt x="437391" y="2472810"/>
                </a:lnTo>
                <a:lnTo>
                  <a:pt x="481479" y="2483164"/>
                </a:lnTo>
                <a:lnTo>
                  <a:pt x="524696" y="2463807"/>
                </a:lnTo>
                <a:lnTo>
                  <a:pt x="568783" y="2475962"/>
                </a:lnTo>
                <a:lnTo>
                  <a:pt x="576904" y="2409336"/>
                </a:lnTo>
                <a:lnTo>
                  <a:pt x="619831" y="2414738"/>
                </a:lnTo>
                <a:lnTo>
                  <a:pt x="657247" y="2453453"/>
                </a:lnTo>
                <a:lnTo>
                  <a:pt x="700174" y="2442649"/>
                </a:lnTo>
                <a:lnTo>
                  <a:pt x="751223" y="2456604"/>
                </a:lnTo>
                <a:lnTo>
                  <a:pt x="792119" y="2490367"/>
                </a:lnTo>
                <a:lnTo>
                  <a:pt x="835046" y="2492168"/>
                </a:lnTo>
                <a:lnTo>
                  <a:pt x="879424" y="2492168"/>
                </a:lnTo>
                <a:lnTo>
                  <a:pt x="917710" y="2521879"/>
                </a:lnTo>
                <a:lnTo>
                  <a:pt x="942654" y="2578151"/>
                </a:lnTo>
                <a:lnTo>
                  <a:pt x="981230" y="2548440"/>
                </a:lnTo>
                <a:lnTo>
                  <a:pt x="996023" y="2484965"/>
                </a:lnTo>
                <a:lnTo>
                  <a:pt x="1040110" y="2483164"/>
                </a:lnTo>
                <a:lnTo>
                  <a:pt x="1083327" y="2492168"/>
                </a:lnTo>
                <a:lnTo>
                  <a:pt x="1113782" y="2537636"/>
                </a:lnTo>
                <a:lnTo>
                  <a:pt x="1156999" y="2527282"/>
                </a:lnTo>
                <a:lnTo>
                  <a:pt x="1201086" y="2520079"/>
                </a:lnTo>
                <a:lnTo>
                  <a:pt x="1240823" y="2495319"/>
                </a:lnTo>
                <a:lnTo>
                  <a:pt x="1281429" y="2472810"/>
                </a:lnTo>
                <a:lnTo>
                  <a:pt x="1325807" y="2463807"/>
                </a:lnTo>
                <a:lnTo>
                  <a:pt x="1368734" y="2463807"/>
                </a:lnTo>
                <a:lnTo>
                  <a:pt x="1409630" y="2437247"/>
                </a:lnTo>
                <a:lnTo>
                  <a:pt x="1451397" y="2456604"/>
                </a:lnTo>
                <a:lnTo>
                  <a:pt x="1493454" y="2442649"/>
                </a:lnTo>
                <a:lnTo>
                  <a:pt x="1521589" y="2493518"/>
                </a:lnTo>
                <a:lnTo>
                  <a:pt x="1563646" y="2474161"/>
                </a:lnTo>
                <a:lnTo>
                  <a:pt x="1530870" y="2428693"/>
                </a:lnTo>
                <a:lnTo>
                  <a:pt x="1539862" y="2361617"/>
                </a:lnTo>
                <a:lnTo>
                  <a:pt x="1507086" y="2317950"/>
                </a:lnTo>
                <a:lnTo>
                  <a:pt x="1532900" y="2263479"/>
                </a:lnTo>
                <a:lnTo>
                  <a:pt x="1574957" y="2240520"/>
                </a:lnTo>
                <a:lnTo>
                  <a:pt x="1617884" y="2226565"/>
                </a:lnTo>
                <a:lnTo>
                  <a:pt x="1645149" y="2173894"/>
                </a:lnTo>
                <a:lnTo>
                  <a:pt x="1683725" y="2145533"/>
                </a:lnTo>
                <a:lnTo>
                  <a:pt x="1726652" y="2129777"/>
                </a:lnTo>
                <a:lnTo>
                  <a:pt x="1723462" y="2059550"/>
                </a:lnTo>
                <a:lnTo>
                  <a:pt x="1687206" y="2019034"/>
                </a:lnTo>
                <a:lnTo>
                  <a:pt x="1642828" y="2005079"/>
                </a:lnTo>
                <a:lnTo>
                  <a:pt x="1612373" y="1955559"/>
                </a:lnTo>
                <a:lnTo>
                  <a:pt x="1574957" y="1922247"/>
                </a:lnTo>
                <a:lnTo>
                  <a:pt x="1539862" y="1881731"/>
                </a:lnTo>
                <a:lnTo>
                  <a:pt x="1497805" y="1862373"/>
                </a:lnTo>
                <a:lnTo>
                  <a:pt x="1462709" y="1816906"/>
                </a:lnTo>
                <a:lnTo>
                  <a:pt x="1434574" y="1760634"/>
                </a:lnTo>
                <a:lnTo>
                  <a:pt x="1449077" y="1695358"/>
                </a:lnTo>
                <a:lnTo>
                  <a:pt x="1415141" y="1653042"/>
                </a:lnTo>
                <a:lnTo>
                  <a:pt x="1376565" y="1621530"/>
                </a:lnTo>
                <a:lnTo>
                  <a:pt x="1359742" y="1558055"/>
                </a:lnTo>
                <a:lnTo>
                  <a:pt x="1395998" y="1596770"/>
                </a:lnTo>
                <a:lnTo>
                  <a:pt x="1426453" y="1549502"/>
                </a:lnTo>
                <a:lnTo>
                  <a:pt x="1466190" y="1519340"/>
                </a:lnTo>
                <a:lnTo>
                  <a:pt x="1509117" y="1512587"/>
                </a:lnTo>
                <a:lnTo>
                  <a:pt x="1554654" y="1507185"/>
                </a:lnTo>
                <a:lnTo>
                  <a:pt x="1595261" y="1482426"/>
                </a:lnTo>
                <a:lnTo>
                  <a:pt x="1632677" y="1445511"/>
                </a:lnTo>
                <a:lnTo>
                  <a:pt x="1673573" y="1417601"/>
                </a:lnTo>
                <a:lnTo>
                  <a:pt x="1716500" y="1410398"/>
                </a:lnTo>
                <a:lnTo>
                  <a:pt x="1758557" y="1384288"/>
                </a:lnTo>
                <a:lnTo>
                  <a:pt x="1802645" y="1371683"/>
                </a:lnTo>
                <a:lnTo>
                  <a:pt x="1846732" y="1355927"/>
                </a:lnTo>
                <a:lnTo>
                  <a:pt x="1876317" y="1305057"/>
                </a:lnTo>
                <a:lnTo>
                  <a:pt x="1909092" y="1348724"/>
                </a:lnTo>
                <a:lnTo>
                  <a:pt x="1953469" y="1350525"/>
                </a:lnTo>
                <a:lnTo>
                  <a:pt x="1978413" y="1296053"/>
                </a:lnTo>
                <a:lnTo>
                  <a:pt x="1992916" y="1233029"/>
                </a:lnTo>
                <a:lnTo>
                  <a:pt x="1977253" y="1169554"/>
                </a:lnTo>
                <a:lnTo>
                  <a:pt x="1936356" y="1146595"/>
                </a:lnTo>
                <a:lnTo>
                  <a:pt x="1920404" y="1083571"/>
                </a:lnTo>
                <a:lnTo>
                  <a:pt x="1918373" y="1014694"/>
                </a:lnTo>
                <a:lnTo>
                  <a:pt x="1917213" y="948068"/>
                </a:lnTo>
                <a:lnTo>
                  <a:pt x="1895460" y="888195"/>
                </a:lnTo>
                <a:lnTo>
                  <a:pt x="1902421" y="821569"/>
                </a:lnTo>
                <a:lnTo>
                  <a:pt x="1876317" y="765297"/>
                </a:lnTo>
                <a:lnTo>
                  <a:pt x="1840061" y="728383"/>
                </a:lnTo>
                <a:lnTo>
                  <a:pt x="1799164" y="705424"/>
                </a:lnTo>
                <a:lnTo>
                  <a:pt x="1820918" y="645551"/>
                </a:lnTo>
                <a:lnTo>
                  <a:pt x="1851373" y="598282"/>
                </a:lnTo>
                <a:lnTo>
                  <a:pt x="1856013" y="529406"/>
                </a:lnTo>
                <a:lnTo>
                  <a:pt x="1836580" y="469532"/>
                </a:lnTo>
                <a:lnTo>
                  <a:pt x="1815117" y="408309"/>
                </a:lnTo>
                <a:lnTo>
                  <a:pt x="1773350" y="388951"/>
                </a:lnTo>
                <a:lnTo>
                  <a:pt x="1733613" y="360590"/>
                </a:lnTo>
                <a:lnTo>
                  <a:pt x="1715340" y="298916"/>
                </a:lnTo>
                <a:lnTo>
                  <a:pt x="1677924" y="262002"/>
                </a:lnTo>
                <a:lnTo>
                  <a:pt x="1634997" y="260651"/>
                </a:lnTo>
                <a:lnTo>
                  <a:pt x="1596421" y="225087"/>
                </a:lnTo>
                <a:lnTo>
                  <a:pt x="1564806" y="179620"/>
                </a:lnTo>
                <a:lnTo>
                  <a:pt x="1520428" y="185022"/>
                </a:lnTo>
                <a:lnTo>
                  <a:pt x="1477501" y="170616"/>
                </a:lnTo>
                <a:lnTo>
                  <a:pt x="1436605" y="195376"/>
                </a:lnTo>
                <a:lnTo>
                  <a:pt x="1477501" y="170616"/>
                </a:lnTo>
                <a:lnTo>
                  <a:pt x="1522749" y="168816"/>
                </a:lnTo>
                <a:lnTo>
                  <a:pt x="1477501" y="158462"/>
                </a:lnTo>
                <a:lnTo>
                  <a:pt x="1434574" y="163864"/>
                </a:lnTo>
                <a:lnTo>
                  <a:pt x="1400349" y="212933"/>
                </a:lnTo>
                <a:lnTo>
                  <a:pt x="1362063" y="244445"/>
                </a:lnTo>
                <a:lnTo>
                  <a:pt x="1317685" y="251648"/>
                </a:lnTo>
                <a:lnTo>
                  <a:pt x="1270118" y="255249"/>
                </a:lnTo>
                <a:lnTo>
                  <a:pt x="1228351" y="283160"/>
                </a:lnTo>
                <a:lnTo>
                  <a:pt x="1195285" y="329078"/>
                </a:lnTo>
                <a:lnTo>
                  <a:pt x="1154679" y="302517"/>
                </a:lnTo>
                <a:lnTo>
                  <a:pt x="1111462" y="311521"/>
                </a:lnTo>
                <a:lnTo>
                  <a:pt x="1067374" y="307920"/>
                </a:lnTo>
                <a:lnTo>
                  <a:pt x="1101310" y="263802"/>
                </a:lnTo>
                <a:lnTo>
                  <a:pt x="1132925" y="216534"/>
                </a:lnTo>
                <a:lnTo>
                  <a:pt x="1095799" y="183221"/>
                </a:lnTo>
                <a:lnTo>
                  <a:pt x="1053742" y="204379"/>
                </a:lnTo>
                <a:lnTo>
                  <a:pt x="1011975" y="177819"/>
                </a:lnTo>
                <a:lnTo>
                  <a:pt x="969918" y="160262"/>
                </a:lnTo>
                <a:lnTo>
                  <a:pt x="932502" y="195376"/>
                </a:lnTo>
                <a:lnTo>
                  <a:pt x="902047" y="146307"/>
                </a:lnTo>
                <a:lnTo>
                  <a:pt x="905238" y="79231"/>
                </a:lnTo>
                <a:lnTo>
                  <a:pt x="865791" y="53121"/>
                </a:lnTo>
                <a:lnTo>
                  <a:pt x="823735" y="30162"/>
                </a:lnTo>
                <a:lnTo>
                  <a:pt x="779647" y="31962"/>
                </a:lnTo>
                <a:lnTo>
                  <a:pt x="734400" y="35564"/>
                </a:lnTo>
                <a:lnTo>
                  <a:pt x="692343" y="12605"/>
                </a:lnTo>
                <a:lnTo>
                  <a:pt x="647096" y="5402"/>
                </a:lnTo>
                <a:lnTo>
                  <a:pt x="600688" y="0"/>
                </a:lnTo>
                <a:lnTo>
                  <a:pt x="555151" y="10804"/>
                </a:lnTo>
                <a:lnTo>
                  <a:pt x="523536" y="58073"/>
                </a:lnTo>
                <a:lnTo>
                  <a:pt x="558631" y="17557"/>
                </a:lnTo>
                <a:lnTo>
                  <a:pt x="602718" y="31962"/>
                </a:lnTo>
                <a:lnTo>
                  <a:pt x="580095" y="93186"/>
                </a:lnTo>
                <a:lnTo>
                  <a:pt x="619831" y="65275"/>
                </a:lnTo>
                <a:lnTo>
                  <a:pt x="653767" y="107592"/>
                </a:lnTo>
                <a:lnTo>
                  <a:pt x="634624" y="168816"/>
                </a:lnTo>
                <a:lnTo>
                  <a:pt x="593727" y="188173"/>
                </a:lnTo>
                <a:lnTo>
                  <a:pt x="635784" y="212933"/>
                </a:lnTo>
                <a:lnTo>
                  <a:pt x="667399" y="258851"/>
                </a:lnTo>
                <a:lnTo>
                  <a:pt x="658408" y="325476"/>
                </a:lnTo>
                <a:lnTo>
                  <a:pt x="703655" y="344834"/>
                </a:lnTo>
                <a:lnTo>
                  <a:pt x="750063" y="355188"/>
                </a:lnTo>
                <a:lnTo>
                  <a:pt x="783998" y="399305"/>
                </a:lnTo>
                <a:lnTo>
                  <a:pt x="815903" y="445223"/>
                </a:lnTo>
                <a:lnTo>
                  <a:pt x="858830" y="459178"/>
                </a:lnTo>
                <a:lnTo>
                  <a:pt x="814743" y="448374"/>
                </a:lnTo>
                <a:lnTo>
                  <a:pt x="779647" y="408309"/>
                </a:lnTo>
                <a:lnTo>
                  <a:pt x="744552" y="358789"/>
                </a:lnTo>
                <a:lnTo>
                  <a:pt x="699014" y="353837"/>
                </a:lnTo>
                <a:lnTo>
                  <a:pt x="656087" y="364191"/>
                </a:lnTo>
                <a:lnTo>
                  <a:pt x="613160" y="348435"/>
                </a:lnTo>
                <a:lnTo>
                  <a:pt x="577774" y="387150"/>
                </a:lnTo>
                <a:lnTo>
                  <a:pt x="581255" y="455577"/>
                </a:lnTo>
                <a:lnTo>
                  <a:pt x="569943" y="520852"/>
                </a:lnTo>
                <a:lnTo>
                  <a:pt x="557471" y="455577"/>
                </a:lnTo>
                <a:lnTo>
                  <a:pt x="514544" y="447024"/>
                </a:lnTo>
                <a:lnTo>
                  <a:pt x="483799" y="494292"/>
                </a:lnTo>
                <a:lnTo>
                  <a:pt x="480318" y="427666"/>
                </a:lnTo>
                <a:lnTo>
                  <a:pt x="435071" y="402906"/>
                </a:lnTo>
                <a:lnTo>
                  <a:pt x="392144" y="410109"/>
                </a:lnTo>
                <a:lnTo>
                  <a:pt x="347767" y="413260"/>
                </a:lnTo>
                <a:lnTo>
                  <a:pt x="302519" y="416862"/>
                </a:lnTo>
                <a:lnTo>
                  <a:pt x="263943" y="448374"/>
                </a:lnTo>
                <a:lnTo>
                  <a:pt x="247120" y="511849"/>
                </a:lnTo>
                <a:lnTo>
                  <a:pt x="288887" y="533007"/>
                </a:lnTo>
                <a:lnTo>
                  <a:pt x="332104" y="548763"/>
                </a:lnTo>
                <a:lnTo>
                  <a:pt x="292368" y="578925"/>
                </a:lnTo>
                <a:lnTo>
                  <a:pt x="288887" y="650953"/>
                </a:lnTo>
                <a:lnTo>
                  <a:pt x="260753" y="709025"/>
                </a:lnTo>
                <a:lnTo>
                  <a:pt x="235809" y="767098"/>
                </a:lnTo>
                <a:lnTo>
                  <a:pt x="192591" y="763497"/>
                </a:lnTo>
                <a:lnTo>
                  <a:pt x="207384" y="828322"/>
                </a:lnTo>
                <a:lnTo>
                  <a:pt x="252631" y="847679"/>
                </a:lnTo>
                <a:lnTo>
                  <a:pt x="240159" y="912955"/>
                </a:lnTo>
                <a:lnTo>
                  <a:pt x="200713" y="942666"/>
                </a:lnTo>
                <a:lnTo>
                  <a:pt x="194912" y="1011093"/>
                </a:lnTo>
                <a:lnTo>
                  <a:pt x="150825" y="1021897"/>
                </a:lnTo>
                <a:lnTo>
                  <a:pt x="108768" y="1039454"/>
                </a:lnTo>
                <a:lnTo>
                  <a:pt x="67001" y="1018295"/>
                </a:lnTo>
                <a:lnTo>
                  <a:pt x="23784" y="1041254"/>
                </a:lnTo>
                <a:lnTo>
                  <a:pt x="48728" y="1097526"/>
                </a:lnTo>
                <a:lnTo>
                  <a:pt x="73672" y="1155599"/>
                </a:lnTo>
                <a:lnTo>
                  <a:pt x="60040" y="1218623"/>
                </a:lnTo>
                <a:lnTo>
                  <a:pt x="42057" y="1280297"/>
                </a:lnTo>
                <a:lnTo>
                  <a:pt x="0" y="1303256"/>
                </a:lnTo>
                <a:lnTo>
                  <a:pt x="36256" y="1343772"/>
                </a:lnTo>
                <a:lnTo>
                  <a:pt x="31905" y="1403645"/>
                </a:lnTo>
                <a:close/>
                <a:moveTo>
                  <a:pt x="31905" y="1403645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5AB85-6D7D-4C0E-88D9-321CF5D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198" y="1485393"/>
            <a:ext cx="1992916" cy="2578151"/>
          </a:xfrm>
          <a:custGeom xmlns:a="http://schemas.openxmlformats.org/drawingml/2006/main">
            <a:pathLst>
              <a:path w="1992916" h="2578151" fill="none">
                <a:moveTo>
                  <a:pt x="31905" y="1403645"/>
                </a:moveTo>
                <a:lnTo>
                  <a:pt x="67001" y="1445511"/>
                </a:lnTo>
                <a:lnTo>
                  <a:pt x="99776" y="1491429"/>
                </a:lnTo>
                <a:lnTo>
                  <a:pt x="90785" y="1558055"/>
                </a:lnTo>
                <a:lnTo>
                  <a:pt x="57719" y="1605774"/>
                </a:lnTo>
                <a:lnTo>
                  <a:pt x="65841" y="1674200"/>
                </a:lnTo>
                <a:lnTo>
                  <a:pt x="104417" y="1707513"/>
                </a:lnTo>
                <a:lnTo>
                  <a:pt x="139513" y="1751630"/>
                </a:lnTo>
                <a:lnTo>
                  <a:pt x="109928" y="1800699"/>
                </a:lnTo>
                <a:lnTo>
                  <a:pt x="142703" y="1848418"/>
                </a:lnTo>
                <a:lnTo>
                  <a:pt x="173448" y="1901088"/>
                </a:lnTo>
                <a:lnTo>
                  <a:pt x="207384" y="1945205"/>
                </a:lnTo>
                <a:lnTo>
                  <a:pt x="250601" y="1930800"/>
                </a:lnTo>
                <a:lnTo>
                  <a:pt x="293528" y="1953759"/>
                </a:lnTo>
                <a:lnTo>
                  <a:pt x="342256" y="1934401"/>
                </a:lnTo>
                <a:lnTo>
                  <a:pt x="378512" y="1969515"/>
                </a:lnTo>
                <a:lnTo>
                  <a:pt x="421439" y="1976718"/>
                </a:lnTo>
                <a:lnTo>
                  <a:pt x="465816" y="1988872"/>
                </a:lnTo>
                <a:lnTo>
                  <a:pt x="509903" y="2005079"/>
                </a:lnTo>
                <a:lnTo>
                  <a:pt x="483799" y="2059550"/>
                </a:lnTo>
                <a:lnTo>
                  <a:pt x="438552" y="2110420"/>
                </a:lnTo>
                <a:lnTo>
                  <a:pt x="412447" y="2166691"/>
                </a:lnTo>
                <a:lnTo>
                  <a:pt x="395625" y="2233317"/>
                </a:lnTo>
                <a:lnTo>
                  <a:pt x="370681" y="2293191"/>
                </a:lnTo>
                <a:lnTo>
                  <a:pt x="371841" y="2360267"/>
                </a:lnTo>
                <a:lnTo>
                  <a:pt x="361399" y="2430494"/>
                </a:lnTo>
                <a:lnTo>
                  <a:pt x="394464" y="2477762"/>
                </a:lnTo>
                <a:lnTo>
                  <a:pt x="437391" y="2472810"/>
                </a:lnTo>
                <a:lnTo>
                  <a:pt x="481479" y="2483164"/>
                </a:lnTo>
                <a:lnTo>
                  <a:pt x="524696" y="2463807"/>
                </a:lnTo>
                <a:lnTo>
                  <a:pt x="568783" y="2475962"/>
                </a:lnTo>
                <a:lnTo>
                  <a:pt x="576904" y="2409336"/>
                </a:lnTo>
                <a:lnTo>
                  <a:pt x="619831" y="2414738"/>
                </a:lnTo>
                <a:lnTo>
                  <a:pt x="657247" y="2453453"/>
                </a:lnTo>
                <a:lnTo>
                  <a:pt x="700174" y="2442649"/>
                </a:lnTo>
                <a:lnTo>
                  <a:pt x="751223" y="2456604"/>
                </a:lnTo>
                <a:lnTo>
                  <a:pt x="792119" y="2490367"/>
                </a:lnTo>
                <a:lnTo>
                  <a:pt x="835046" y="2492168"/>
                </a:lnTo>
                <a:lnTo>
                  <a:pt x="879424" y="2492168"/>
                </a:lnTo>
                <a:lnTo>
                  <a:pt x="917710" y="2521879"/>
                </a:lnTo>
                <a:lnTo>
                  <a:pt x="942654" y="2578151"/>
                </a:lnTo>
                <a:lnTo>
                  <a:pt x="981230" y="2548440"/>
                </a:lnTo>
                <a:lnTo>
                  <a:pt x="996023" y="2484965"/>
                </a:lnTo>
                <a:lnTo>
                  <a:pt x="1040110" y="2483164"/>
                </a:lnTo>
                <a:lnTo>
                  <a:pt x="1083327" y="2492168"/>
                </a:lnTo>
                <a:lnTo>
                  <a:pt x="1113782" y="2537636"/>
                </a:lnTo>
                <a:lnTo>
                  <a:pt x="1156999" y="2527282"/>
                </a:lnTo>
                <a:lnTo>
                  <a:pt x="1201086" y="2520079"/>
                </a:lnTo>
                <a:lnTo>
                  <a:pt x="1240823" y="2495319"/>
                </a:lnTo>
                <a:lnTo>
                  <a:pt x="1281429" y="2472810"/>
                </a:lnTo>
                <a:lnTo>
                  <a:pt x="1325807" y="2463807"/>
                </a:lnTo>
                <a:lnTo>
                  <a:pt x="1368734" y="2463807"/>
                </a:lnTo>
                <a:lnTo>
                  <a:pt x="1409630" y="2437247"/>
                </a:lnTo>
                <a:lnTo>
                  <a:pt x="1451397" y="2456604"/>
                </a:lnTo>
                <a:lnTo>
                  <a:pt x="1493454" y="2442649"/>
                </a:lnTo>
                <a:lnTo>
                  <a:pt x="1521589" y="2493518"/>
                </a:lnTo>
                <a:lnTo>
                  <a:pt x="1563646" y="2474161"/>
                </a:lnTo>
                <a:lnTo>
                  <a:pt x="1530870" y="2428693"/>
                </a:lnTo>
                <a:lnTo>
                  <a:pt x="1539862" y="2361617"/>
                </a:lnTo>
                <a:lnTo>
                  <a:pt x="1507086" y="2317950"/>
                </a:lnTo>
                <a:lnTo>
                  <a:pt x="1532900" y="2263479"/>
                </a:lnTo>
                <a:lnTo>
                  <a:pt x="1574957" y="2240520"/>
                </a:lnTo>
                <a:lnTo>
                  <a:pt x="1617884" y="2226565"/>
                </a:lnTo>
                <a:lnTo>
                  <a:pt x="1645149" y="2173894"/>
                </a:lnTo>
                <a:lnTo>
                  <a:pt x="1683725" y="2145533"/>
                </a:lnTo>
                <a:lnTo>
                  <a:pt x="1726652" y="2129777"/>
                </a:lnTo>
                <a:lnTo>
                  <a:pt x="1723462" y="2059550"/>
                </a:lnTo>
                <a:lnTo>
                  <a:pt x="1687206" y="2019034"/>
                </a:lnTo>
                <a:lnTo>
                  <a:pt x="1642828" y="2005079"/>
                </a:lnTo>
                <a:lnTo>
                  <a:pt x="1612373" y="1955559"/>
                </a:lnTo>
                <a:lnTo>
                  <a:pt x="1574957" y="1922247"/>
                </a:lnTo>
                <a:lnTo>
                  <a:pt x="1539862" y="1881731"/>
                </a:lnTo>
                <a:lnTo>
                  <a:pt x="1497805" y="1862373"/>
                </a:lnTo>
                <a:lnTo>
                  <a:pt x="1462709" y="1816906"/>
                </a:lnTo>
                <a:lnTo>
                  <a:pt x="1434574" y="1760634"/>
                </a:lnTo>
                <a:lnTo>
                  <a:pt x="1449077" y="1695358"/>
                </a:lnTo>
                <a:lnTo>
                  <a:pt x="1415141" y="1653042"/>
                </a:lnTo>
                <a:lnTo>
                  <a:pt x="1376565" y="1621530"/>
                </a:lnTo>
                <a:lnTo>
                  <a:pt x="1359742" y="1558055"/>
                </a:lnTo>
                <a:lnTo>
                  <a:pt x="1395998" y="1596770"/>
                </a:lnTo>
                <a:lnTo>
                  <a:pt x="1426453" y="1549502"/>
                </a:lnTo>
                <a:lnTo>
                  <a:pt x="1466190" y="1519340"/>
                </a:lnTo>
                <a:lnTo>
                  <a:pt x="1509117" y="1512587"/>
                </a:lnTo>
                <a:lnTo>
                  <a:pt x="1554654" y="1507185"/>
                </a:lnTo>
                <a:lnTo>
                  <a:pt x="1595261" y="1482426"/>
                </a:lnTo>
                <a:lnTo>
                  <a:pt x="1632677" y="1445511"/>
                </a:lnTo>
                <a:lnTo>
                  <a:pt x="1673573" y="1417601"/>
                </a:lnTo>
                <a:lnTo>
                  <a:pt x="1716500" y="1410398"/>
                </a:lnTo>
                <a:lnTo>
                  <a:pt x="1758557" y="1384288"/>
                </a:lnTo>
                <a:lnTo>
                  <a:pt x="1802645" y="1371683"/>
                </a:lnTo>
                <a:lnTo>
                  <a:pt x="1846732" y="1355927"/>
                </a:lnTo>
                <a:lnTo>
                  <a:pt x="1876317" y="1305057"/>
                </a:lnTo>
                <a:lnTo>
                  <a:pt x="1909092" y="1348724"/>
                </a:lnTo>
                <a:lnTo>
                  <a:pt x="1953469" y="1350525"/>
                </a:lnTo>
                <a:lnTo>
                  <a:pt x="1978413" y="1296053"/>
                </a:lnTo>
                <a:lnTo>
                  <a:pt x="1992916" y="1233029"/>
                </a:lnTo>
                <a:lnTo>
                  <a:pt x="1977253" y="1169554"/>
                </a:lnTo>
                <a:lnTo>
                  <a:pt x="1936356" y="1146595"/>
                </a:lnTo>
                <a:lnTo>
                  <a:pt x="1920404" y="1083571"/>
                </a:lnTo>
                <a:lnTo>
                  <a:pt x="1918373" y="1014694"/>
                </a:lnTo>
                <a:lnTo>
                  <a:pt x="1917213" y="948068"/>
                </a:lnTo>
                <a:lnTo>
                  <a:pt x="1895460" y="888195"/>
                </a:lnTo>
                <a:lnTo>
                  <a:pt x="1902421" y="821569"/>
                </a:lnTo>
                <a:lnTo>
                  <a:pt x="1876317" y="765297"/>
                </a:lnTo>
                <a:lnTo>
                  <a:pt x="1840061" y="728383"/>
                </a:lnTo>
                <a:lnTo>
                  <a:pt x="1799164" y="705424"/>
                </a:lnTo>
                <a:lnTo>
                  <a:pt x="1820918" y="645551"/>
                </a:lnTo>
                <a:lnTo>
                  <a:pt x="1851373" y="598282"/>
                </a:lnTo>
                <a:lnTo>
                  <a:pt x="1856013" y="529406"/>
                </a:lnTo>
                <a:lnTo>
                  <a:pt x="1836580" y="469532"/>
                </a:lnTo>
                <a:lnTo>
                  <a:pt x="1815117" y="408309"/>
                </a:lnTo>
                <a:lnTo>
                  <a:pt x="1773350" y="388951"/>
                </a:lnTo>
                <a:lnTo>
                  <a:pt x="1733613" y="360590"/>
                </a:lnTo>
                <a:lnTo>
                  <a:pt x="1715340" y="298916"/>
                </a:lnTo>
                <a:lnTo>
                  <a:pt x="1677924" y="262002"/>
                </a:lnTo>
                <a:lnTo>
                  <a:pt x="1634997" y="260651"/>
                </a:lnTo>
                <a:lnTo>
                  <a:pt x="1596421" y="225087"/>
                </a:lnTo>
                <a:lnTo>
                  <a:pt x="1564806" y="179620"/>
                </a:lnTo>
                <a:lnTo>
                  <a:pt x="1520428" y="185022"/>
                </a:lnTo>
                <a:lnTo>
                  <a:pt x="1477501" y="170616"/>
                </a:lnTo>
                <a:lnTo>
                  <a:pt x="1436605" y="195376"/>
                </a:lnTo>
                <a:lnTo>
                  <a:pt x="1477501" y="170616"/>
                </a:lnTo>
                <a:lnTo>
                  <a:pt x="1522749" y="168816"/>
                </a:lnTo>
                <a:lnTo>
                  <a:pt x="1477501" y="158462"/>
                </a:lnTo>
                <a:lnTo>
                  <a:pt x="1434574" y="163864"/>
                </a:lnTo>
                <a:lnTo>
                  <a:pt x="1400349" y="212933"/>
                </a:lnTo>
                <a:lnTo>
                  <a:pt x="1362063" y="244445"/>
                </a:lnTo>
                <a:lnTo>
                  <a:pt x="1317685" y="251648"/>
                </a:lnTo>
                <a:lnTo>
                  <a:pt x="1270118" y="255249"/>
                </a:lnTo>
                <a:lnTo>
                  <a:pt x="1228351" y="283160"/>
                </a:lnTo>
                <a:lnTo>
                  <a:pt x="1195285" y="329078"/>
                </a:lnTo>
                <a:lnTo>
                  <a:pt x="1154679" y="302517"/>
                </a:lnTo>
                <a:lnTo>
                  <a:pt x="1111462" y="311521"/>
                </a:lnTo>
                <a:lnTo>
                  <a:pt x="1067374" y="307920"/>
                </a:lnTo>
                <a:lnTo>
                  <a:pt x="1101310" y="263802"/>
                </a:lnTo>
                <a:lnTo>
                  <a:pt x="1132925" y="216534"/>
                </a:lnTo>
                <a:lnTo>
                  <a:pt x="1095799" y="183221"/>
                </a:lnTo>
                <a:lnTo>
                  <a:pt x="1053742" y="204379"/>
                </a:lnTo>
                <a:lnTo>
                  <a:pt x="1011975" y="177819"/>
                </a:lnTo>
                <a:lnTo>
                  <a:pt x="969918" y="160262"/>
                </a:lnTo>
                <a:lnTo>
                  <a:pt x="932502" y="195376"/>
                </a:lnTo>
                <a:lnTo>
                  <a:pt x="902047" y="146307"/>
                </a:lnTo>
                <a:lnTo>
                  <a:pt x="905238" y="79231"/>
                </a:lnTo>
                <a:lnTo>
                  <a:pt x="865791" y="53121"/>
                </a:lnTo>
                <a:lnTo>
                  <a:pt x="823735" y="30162"/>
                </a:lnTo>
                <a:lnTo>
                  <a:pt x="779647" y="31962"/>
                </a:lnTo>
                <a:lnTo>
                  <a:pt x="734400" y="35564"/>
                </a:lnTo>
                <a:lnTo>
                  <a:pt x="692343" y="12605"/>
                </a:lnTo>
                <a:lnTo>
                  <a:pt x="647096" y="5402"/>
                </a:lnTo>
                <a:lnTo>
                  <a:pt x="600688" y="0"/>
                </a:lnTo>
                <a:lnTo>
                  <a:pt x="555151" y="10804"/>
                </a:lnTo>
                <a:lnTo>
                  <a:pt x="523536" y="58073"/>
                </a:lnTo>
                <a:lnTo>
                  <a:pt x="558631" y="17557"/>
                </a:lnTo>
                <a:lnTo>
                  <a:pt x="602718" y="31962"/>
                </a:lnTo>
                <a:lnTo>
                  <a:pt x="580095" y="93186"/>
                </a:lnTo>
                <a:lnTo>
                  <a:pt x="619831" y="65275"/>
                </a:lnTo>
                <a:lnTo>
                  <a:pt x="653767" y="107592"/>
                </a:lnTo>
                <a:lnTo>
                  <a:pt x="634624" y="168816"/>
                </a:lnTo>
                <a:lnTo>
                  <a:pt x="593727" y="188173"/>
                </a:lnTo>
                <a:lnTo>
                  <a:pt x="635784" y="212933"/>
                </a:lnTo>
                <a:lnTo>
                  <a:pt x="667399" y="258851"/>
                </a:lnTo>
                <a:lnTo>
                  <a:pt x="658408" y="325476"/>
                </a:lnTo>
                <a:lnTo>
                  <a:pt x="703655" y="344834"/>
                </a:lnTo>
                <a:lnTo>
                  <a:pt x="750063" y="355188"/>
                </a:lnTo>
                <a:lnTo>
                  <a:pt x="783998" y="399305"/>
                </a:lnTo>
                <a:lnTo>
                  <a:pt x="815903" y="445223"/>
                </a:lnTo>
                <a:lnTo>
                  <a:pt x="858830" y="459178"/>
                </a:lnTo>
                <a:lnTo>
                  <a:pt x="814743" y="448374"/>
                </a:lnTo>
                <a:lnTo>
                  <a:pt x="779647" y="408309"/>
                </a:lnTo>
                <a:lnTo>
                  <a:pt x="744552" y="358789"/>
                </a:lnTo>
                <a:lnTo>
                  <a:pt x="699014" y="353837"/>
                </a:lnTo>
                <a:lnTo>
                  <a:pt x="656087" y="364191"/>
                </a:lnTo>
                <a:lnTo>
                  <a:pt x="613160" y="348435"/>
                </a:lnTo>
                <a:lnTo>
                  <a:pt x="577774" y="387150"/>
                </a:lnTo>
                <a:lnTo>
                  <a:pt x="581255" y="455577"/>
                </a:lnTo>
                <a:lnTo>
                  <a:pt x="569943" y="520852"/>
                </a:lnTo>
                <a:lnTo>
                  <a:pt x="557471" y="455577"/>
                </a:lnTo>
                <a:lnTo>
                  <a:pt x="514544" y="447024"/>
                </a:lnTo>
                <a:lnTo>
                  <a:pt x="483799" y="494292"/>
                </a:lnTo>
                <a:lnTo>
                  <a:pt x="480318" y="427666"/>
                </a:lnTo>
                <a:lnTo>
                  <a:pt x="435071" y="402906"/>
                </a:lnTo>
                <a:lnTo>
                  <a:pt x="392144" y="410109"/>
                </a:lnTo>
                <a:lnTo>
                  <a:pt x="347767" y="413260"/>
                </a:lnTo>
                <a:lnTo>
                  <a:pt x="302519" y="416862"/>
                </a:lnTo>
                <a:lnTo>
                  <a:pt x="263943" y="448374"/>
                </a:lnTo>
                <a:lnTo>
                  <a:pt x="247120" y="511849"/>
                </a:lnTo>
                <a:lnTo>
                  <a:pt x="288887" y="533007"/>
                </a:lnTo>
                <a:lnTo>
                  <a:pt x="332104" y="548763"/>
                </a:lnTo>
                <a:lnTo>
                  <a:pt x="292368" y="578925"/>
                </a:lnTo>
                <a:lnTo>
                  <a:pt x="288887" y="650953"/>
                </a:lnTo>
                <a:lnTo>
                  <a:pt x="260753" y="709025"/>
                </a:lnTo>
                <a:lnTo>
                  <a:pt x="235809" y="767098"/>
                </a:lnTo>
                <a:lnTo>
                  <a:pt x="192591" y="763497"/>
                </a:lnTo>
                <a:lnTo>
                  <a:pt x="207384" y="828322"/>
                </a:lnTo>
                <a:lnTo>
                  <a:pt x="252631" y="847679"/>
                </a:lnTo>
                <a:lnTo>
                  <a:pt x="240159" y="912955"/>
                </a:lnTo>
                <a:lnTo>
                  <a:pt x="200713" y="942666"/>
                </a:lnTo>
                <a:lnTo>
                  <a:pt x="194912" y="1011093"/>
                </a:lnTo>
                <a:lnTo>
                  <a:pt x="150825" y="1021897"/>
                </a:lnTo>
                <a:lnTo>
                  <a:pt x="108768" y="1039454"/>
                </a:lnTo>
                <a:lnTo>
                  <a:pt x="67001" y="1018295"/>
                </a:lnTo>
                <a:lnTo>
                  <a:pt x="23784" y="1041254"/>
                </a:lnTo>
                <a:lnTo>
                  <a:pt x="48728" y="1097526"/>
                </a:lnTo>
                <a:lnTo>
                  <a:pt x="73672" y="1155599"/>
                </a:lnTo>
                <a:lnTo>
                  <a:pt x="60040" y="1218623"/>
                </a:lnTo>
                <a:lnTo>
                  <a:pt x="42057" y="1280297"/>
                </a:lnTo>
                <a:lnTo>
                  <a:pt x="0" y="1303256"/>
                </a:lnTo>
                <a:lnTo>
                  <a:pt x="36256" y="1343772"/>
                </a:lnTo>
                <a:lnTo>
                  <a:pt x="31905" y="1403645"/>
                </a:lnTo>
                <a:close/>
                <a:moveTo>
                  <a:pt x="31905" y="1403645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3527B-E27B-4A31-A214-1500971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62" y="3906884"/>
            <a:ext cx="192591" cy="508059"/>
          </a:xfrm>
          <a:custGeom xmlns:a="http://schemas.openxmlformats.org/drawingml/2006/main">
            <a:pathLst>
              <a:path w="192591" h="508059">
                <a:moveTo>
                  <a:pt x="67871" y="355188"/>
                </a:moveTo>
                <a:lnTo>
                  <a:pt x="89625" y="413260"/>
                </a:lnTo>
                <a:lnTo>
                  <a:pt x="126751" y="447024"/>
                </a:lnTo>
                <a:lnTo>
                  <a:pt x="165327" y="478536"/>
                </a:lnTo>
                <a:lnTo>
                  <a:pt x="192591" y="508059"/>
                </a:lnTo>
                <a:lnTo>
                  <a:pt x="192591" y="6481"/>
                </a:lnTo>
                <a:lnTo>
                  <a:pt x="165327" y="17557"/>
                </a:lnTo>
                <a:lnTo>
                  <a:pt x="121240" y="0"/>
                </a:lnTo>
                <a:lnTo>
                  <a:pt x="79183" y="15756"/>
                </a:lnTo>
                <a:lnTo>
                  <a:pt x="118919" y="45918"/>
                </a:lnTo>
                <a:lnTo>
                  <a:pt x="102967" y="109392"/>
                </a:lnTo>
                <a:lnTo>
                  <a:pt x="77153" y="163864"/>
                </a:lnTo>
                <a:lnTo>
                  <a:pt x="88464" y="228689"/>
                </a:lnTo>
                <a:lnTo>
                  <a:pt x="46408" y="249847"/>
                </a:lnTo>
                <a:lnTo>
                  <a:pt x="8991" y="284961"/>
                </a:lnTo>
                <a:lnTo>
                  <a:pt x="0" y="293964"/>
                </a:lnTo>
                <a:lnTo>
                  <a:pt x="42927" y="298916"/>
                </a:lnTo>
                <a:lnTo>
                  <a:pt x="67871" y="355188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A7DF96D-9C35-493A-BEF4-F6D074F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46" y="3900894"/>
            <a:ext cx="204708" cy="522283"/>
          </a:xfrm>
          <a:custGeom xmlns:a="http://schemas.openxmlformats.org/drawingml/2006/main">
            <a:pathLst>
              <a:path w="204708" h="522283">
                <a:moveTo>
                  <a:pt x="51230" y="310090"/>
                </a:moveTo>
                <a:lnTo>
                  <a:pt x="0" y="304180"/>
                </a:lnTo>
                <a:lnTo>
                  <a:pt x="17219" y="286938"/>
                </a:lnTo>
                <a:lnTo>
                  <a:pt x="55291" y="251209"/>
                </a:lnTo>
                <a:lnTo>
                  <a:pt x="94364" y="231552"/>
                </a:lnTo>
                <a:lnTo>
                  <a:pt x="83460" y="169064"/>
                </a:lnTo>
                <a:lnTo>
                  <a:pt x="109799" y="113486"/>
                </a:lnTo>
                <a:lnTo>
                  <a:pt x="124718" y="54125"/>
                </a:lnTo>
                <a:lnTo>
                  <a:pt x="79850" y="20069"/>
                </a:lnTo>
                <a:lnTo>
                  <a:pt x="133418" y="0"/>
                </a:lnTo>
                <a:lnTo>
                  <a:pt x="177423" y="17524"/>
                </a:lnTo>
                <a:lnTo>
                  <a:pt x="204708" y="6440"/>
                </a:lnTo>
                <a:lnTo>
                  <a:pt x="204708" y="18500"/>
                </a:lnTo>
                <a:lnTo>
                  <a:pt x="177464" y="29568"/>
                </a:lnTo>
                <a:lnTo>
                  <a:pt x="133295" y="11979"/>
                </a:lnTo>
                <a:lnTo>
                  <a:pt x="102749" y="23422"/>
                </a:lnTo>
                <a:lnTo>
                  <a:pt x="137354" y="49689"/>
                </a:lnTo>
                <a:lnTo>
                  <a:pt x="120368" y="117277"/>
                </a:lnTo>
                <a:lnTo>
                  <a:pt x="95078" y="170641"/>
                </a:lnTo>
                <a:lnTo>
                  <a:pt x="106798" y="237805"/>
                </a:lnTo>
                <a:lnTo>
                  <a:pt x="61758" y="260464"/>
                </a:lnTo>
                <a:lnTo>
                  <a:pt x="24997" y="294962"/>
                </a:lnTo>
                <a:lnTo>
                  <a:pt x="24233" y="295727"/>
                </a:lnTo>
                <a:lnTo>
                  <a:pt x="58857" y="299721"/>
                </a:lnTo>
                <a:lnTo>
                  <a:pt x="85162" y="359063"/>
                </a:lnTo>
                <a:lnTo>
                  <a:pt x="106500" y="416025"/>
                </a:lnTo>
                <a:lnTo>
                  <a:pt x="142517" y="448780"/>
                </a:lnTo>
                <a:lnTo>
                  <a:pt x="181282" y="480446"/>
                </a:lnTo>
                <a:lnTo>
                  <a:pt x="204708" y="505813"/>
                </a:lnTo>
                <a:lnTo>
                  <a:pt x="204708" y="522283"/>
                </a:lnTo>
                <a:lnTo>
                  <a:pt x="173605" y="488604"/>
                </a:lnTo>
                <a:lnTo>
                  <a:pt x="135218" y="457246"/>
                </a:lnTo>
                <a:lnTo>
                  <a:pt x="96983" y="422474"/>
                </a:lnTo>
                <a:lnTo>
                  <a:pt x="74813" y="363291"/>
                </a:lnTo>
                <a:lnTo>
                  <a:pt x="51230" y="310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D4B0C-6772-4092-B5DF-F8334D3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1327382"/>
            <a:ext cx="859991" cy="1313610"/>
          </a:xfrm>
          <a:custGeom xmlns:a="http://schemas.openxmlformats.org/drawingml/2006/main">
            <a:pathLst>
              <a:path w="859991" h="1313610">
                <a:moveTo>
                  <a:pt x="610550" y="12155"/>
                </a:moveTo>
                <a:lnTo>
                  <a:pt x="567623" y="0"/>
                </a:lnTo>
                <a:lnTo>
                  <a:pt x="537168" y="50870"/>
                </a:lnTo>
                <a:lnTo>
                  <a:pt x="539198" y="119296"/>
                </a:lnTo>
                <a:lnTo>
                  <a:pt x="516574" y="59873"/>
                </a:lnTo>
                <a:lnTo>
                  <a:pt x="472487" y="49069"/>
                </a:lnTo>
                <a:lnTo>
                  <a:pt x="429270" y="61674"/>
                </a:lnTo>
                <a:lnTo>
                  <a:pt x="387503" y="79231"/>
                </a:lnTo>
                <a:lnTo>
                  <a:pt x="350087" y="116145"/>
                </a:lnTo>
                <a:lnTo>
                  <a:pt x="360239" y="182771"/>
                </a:lnTo>
                <a:lnTo>
                  <a:pt x="314991" y="184572"/>
                </a:lnTo>
                <a:lnTo>
                  <a:pt x="274095" y="216084"/>
                </a:lnTo>
                <a:lnTo>
                  <a:pt x="307160" y="262002"/>
                </a:lnTo>
                <a:lnTo>
                  <a:pt x="351247" y="256600"/>
                </a:lnTo>
                <a:lnTo>
                  <a:pt x="395335" y="252998"/>
                </a:lnTo>
                <a:lnTo>
                  <a:pt x="368360" y="306119"/>
                </a:lnTo>
                <a:lnTo>
                  <a:pt x="326303" y="326827"/>
                </a:lnTo>
                <a:lnTo>
                  <a:pt x="297879" y="379948"/>
                </a:lnTo>
                <a:lnTo>
                  <a:pt x="252631" y="381298"/>
                </a:lnTo>
                <a:lnTo>
                  <a:pt x="210864" y="367343"/>
                </a:lnTo>
                <a:lnTo>
                  <a:pt x="169968" y="395704"/>
                </a:lnTo>
                <a:lnTo>
                  <a:pt x="131391" y="363741"/>
                </a:lnTo>
                <a:lnTo>
                  <a:pt x="88464" y="358789"/>
                </a:lnTo>
                <a:lnTo>
                  <a:pt x="44087" y="353387"/>
                </a:lnTo>
                <a:lnTo>
                  <a:pt x="8991" y="395704"/>
                </a:lnTo>
                <a:lnTo>
                  <a:pt x="0" y="403709"/>
                </a:lnTo>
                <a:lnTo>
                  <a:pt x="0" y="409305"/>
                </a:lnTo>
                <a:lnTo>
                  <a:pt x="12472" y="400656"/>
                </a:lnTo>
                <a:lnTo>
                  <a:pt x="27264" y="464130"/>
                </a:lnTo>
                <a:lnTo>
                  <a:pt x="64681" y="501045"/>
                </a:lnTo>
                <a:lnTo>
                  <a:pt x="30455" y="545162"/>
                </a:lnTo>
                <a:lnTo>
                  <a:pt x="55399" y="601434"/>
                </a:lnTo>
                <a:lnTo>
                  <a:pt x="11312" y="601434"/>
                </a:lnTo>
                <a:lnTo>
                  <a:pt x="0" y="604090"/>
                </a:lnTo>
                <a:lnTo>
                  <a:pt x="0" y="667691"/>
                </a:lnTo>
                <a:lnTo>
                  <a:pt x="33936" y="659506"/>
                </a:lnTo>
                <a:lnTo>
                  <a:pt x="77153" y="673462"/>
                </a:lnTo>
                <a:lnTo>
                  <a:pt x="102967" y="729733"/>
                </a:lnTo>
                <a:lnTo>
                  <a:pt x="147344" y="722531"/>
                </a:lnTo>
                <a:lnTo>
                  <a:pt x="191431" y="718929"/>
                </a:lnTo>
                <a:lnTo>
                  <a:pt x="234648" y="731534"/>
                </a:lnTo>
                <a:lnTo>
                  <a:pt x="191431" y="750892"/>
                </a:lnTo>
                <a:lnTo>
                  <a:pt x="149664" y="770249"/>
                </a:lnTo>
                <a:lnTo>
                  <a:pt x="118919" y="819318"/>
                </a:lnTo>
                <a:lnTo>
                  <a:pt x="109928" y="886394"/>
                </a:lnTo>
                <a:lnTo>
                  <a:pt x="70191" y="910704"/>
                </a:lnTo>
                <a:lnTo>
                  <a:pt x="30455" y="940865"/>
                </a:lnTo>
                <a:lnTo>
                  <a:pt x="73672" y="933663"/>
                </a:lnTo>
                <a:lnTo>
                  <a:pt x="117759" y="935463"/>
                </a:lnTo>
                <a:lnTo>
                  <a:pt x="160976" y="937264"/>
                </a:lnTo>
                <a:lnTo>
                  <a:pt x="201583" y="910704"/>
                </a:lnTo>
                <a:lnTo>
                  <a:pt x="244800" y="905752"/>
                </a:lnTo>
                <a:lnTo>
                  <a:pt x="205064" y="933663"/>
                </a:lnTo>
                <a:lnTo>
                  <a:pt x="160976" y="944017"/>
                </a:lnTo>
                <a:lnTo>
                  <a:pt x="116599" y="945817"/>
                </a:lnTo>
                <a:lnTo>
                  <a:pt x="72512" y="951219"/>
                </a:lnTo>
                <a:lnTo>
                  <a:pt x="37416" y="993536"/>
                </a:lnTo>
                <a:lnTo>
                  <a:pt x="60040" y="1053409"/>
                </a:lnTo>
                <a:lnTo>
                  <a:pt x="17113" y="1061962"/>
                </a:lnTo>
                <a:lnTo>
                  <a:pt x="0" y="1060574"/>
                </a:lnTo>
                <a:lnTo>
                  <a:pt x="0" y="1099422"/>
                </a:lnTo>
                <a:lnTo>
                  <a:pt x="6671" y="1098877"/>
                </a:lnTo>
                <a:lnTo>
                  <a:pt x="49888" y="1088523"/>
                </a:lnTo>
                <a:lnTo>
                  <a:pt x="10152" y="1118234"/>
                </a:lnTo>
                <a:lnTo>
                  <a:pt x="0" y="1121960"/>
                </a:lnTo>
                <a:lnTo>
                  <a:pt x="0" y="1211434"/>
                </a:lnTo>
                <a:lnTo>
                  <a:pt x="53369" y="1193864"/>
                </a:lnTo>
                <a:lnTo>
                  <a:pt x="96296" y="1181709"/>
                </a:lnTo>
                <a:lnTo>
                  <a:pt x="54529" y="1201066"/>
                </a:lnTo>
                <a:lnTo>
                  <a:pt x="13632" y="1227177"/>
                </a:lnTo>
                <a:lnTo>
                  <a:pt x="0" y="1243452"/>
                </a:lnTo>
                <a:lnTo>
                  <a:pt x="0" y="1263647"/>
                </a:lnTo>
                <a:lnTo>
                  <a:pt x="22624" y="1259139"/>
                </a:lnTo>
                <a:lnTo>
                  <a:pt x="69031" y="1250136"/>
                </a:lnTo>
                <a:lnTo>
                  <a:pt x="113409" y="1236180"/>
                </a:lnTo>
                <a:lnTo>
                  <a:pt x="74832" y="1265892"/>
                </a:lnTo>
                <a:lnTo>
                  <a:pt x="33936" y="1294253"/>
                </a:lnTo>
                <a:lnTo>
                  <a:pt x="77153" y="1280297"/>
                </a:lnTo>
                <a:lnTo>
                  <a:pt x="38576" y="1313610"/>
                </a:lnTo>
                <a:lnTo>
                  <a:pt x="81503" y="1311809"/>
                </a:lnTo>
                <a:lnTo>
                  <a:pt x="124720" y="1296053"/>
                </a:lnTo>
                <a:lnTo>
                  <a:pt x="166487" y="1313610"/>
                </a:lnTo>
                <a:lnTo>
                  <a:pt x="208544" y="1292452"/>
                </a:lnTo>
                <a:lnTo>
                  <a:pt x="257272" y="1278497"/>
                </a:lnTo>
                <a:lnTo>
                  <a:pt x="301359" y="1264091"/>
                </a:lnTo>
                <a:lnTo>
                  <a:pt x="343416" y="1241582"/>
                </a:lnTo>
                <a:lnTo>
                  <a:pt x="337615" y="1174506"/>
                </a:lnTo>
                <a:lnTo>
                  <a:pt x="379672" y="1190262"/>
                </a:lnTo>
                <a:lnTo>
                  <a:pt x="422599" y="1204668"/>
                </a:lnTo>
                <a:lnTo>
                  <a:pt x="461175" y="1169104"/>
                </a:lnTo>
                <a:lnTo>
                  <a:pt x="506423" y="1150197"/>
                </a:lnTo>
                <a:lnTo>
                  <a:pt x="539198" y="1106080"/>
                </a:lnTo>
                <a:lnTo>
                  <a:pt x="582415" y="1095275"/>
                </a:lnTo>
                <a:lnTo>
                  <a:pt x="626502" y="1090323"/>
                </a:lnTo>
                <a:lnTo>
                  <a:pt x="668559" y="1067365"/>
                </a:lnTo>
                <a:lnTo>
                  <a:pt x="711486" y="1069165"/>
                </a:lnTo>
                <a:lnTo>
                  <a:pt x="756734" y="1077719"/>
                </a:lnTo>
                <a:lnTo>
                  <a:pt x="799951" y="1061962"/>
                </a:lnTo>
                <a:lnTo>
                  <a:pt x="764855" y="1021447"/>
                </a:lnTo>
                <a:lnTo>
                  <a:pt x="804301" y="988134"/>
                </a:lnTo>
                <a:lnTo>
                  <a:pt x="820254" y="925109"/>
                </a:lnTo>
                <a:lnTo>
                  <a:pt x="844038" y="865236"/>
                </a:lnTo>
                <a:lnTo>
                  <a:pt x="859991" y="798160"/>
                </a:lnTo>
                <a:lnTo>
                  <a:pt x="847518" y="733335"/>
                </a:lnTo>
                <a:lnTo>
                  <a:pt x="840557" y="666259"/>
                </a:lnTo>
                <a:lnTo>
                  <a:pt x="833886" y="597832"/>
                </a:lnTo>
                <a:lnTo>
                  <a:pt x="796470" y="562719"/>
                </a:lnTo>
                <a:lnTo>
                  <a:pt x="788639" y="495642"/>
                </a:lnTo>
                <a:lnTo>
                  <a:pt x="830406" y="473134"/>
                </a:lnTo>
                <a:lnTo>
                  <a:pt x="797630" y="429017"/>
                </a:lnTo>
                <a:lnTo>
                  <a:pt x="754703" y="446573"/>
                </a:lnTo>
                <a:lnTo>
                  <a:pt x="722798" y="400656"/>
                </a:lnTo>
                <a:lnTo>
                  <a:pt x="681031" y="374545"/>
                </a:lnTo>
                <a:lnTo>
                  <a:pt x="650286" y="325476"/>
                </a:lnTo>
                <a:lnTo>
                  <a:pt x="614030" y="360590"/>
                </a:lnTo>
                <a:lnTo>
                  <a:pt x="592567" y="421814"/>
                </a:lnTo>
                <a:lnTo>
                  <a:pt x="548480" y="423615"/>
                </a:lnTo>
                <a:lnTo>
                  <a:pt x="506423" y="404257"/>
                </a:lnTo>
                <a:lnTo>
                  <a:pt x="465526" y="383099"/>
                </a:lnTo>
                <a:lnTo>
                  <a:pt x="428400" y="344384"/>
                </a:lnTo>
                <a:lnTo>
                  <a:pt x="448703" y="286761"/>
                </a:lnTo>
                <a:lnTo>
                  <a:pt x="490470" y="263802"/>
                </a:lnTo>
                <a:lnTo>
                  <a:pt x="452184" y="230490"/>
                </a:lnTo>
                <a:lnTo>
                  <a:pt x="497431" y="221486"/>
                </a:lnTo>
                <a:lnTo>
                  <a:pt x="537168" y="194926"/>
                </a:lnTo>
                <a:lnTo>
                  <a:pt x="565302" y="142255"/>
                </a:lnTo>
                <a:lnTo>
                  <a:pt x="597208" y="105341"/>
                </a:lnTo>
                <a:lnTo>
                  <a:pt x="635494" y="70227"/>
                </a:lnTo>
                <a:lnTo>
                  <a:pt x="610550" y="12155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280011F-8D16-4F9A-A229-01EA6D87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1320840"/>
            <a:ext cx="865704" cy="1326406"/>
          </a:xfrm>
          <a:custGeom xmlns:a="http://schemas.openxmlformats.org/drawingml/2006/main">
            <a:pathLst>
              <a:path w="865704" h="1326406">
                <a:moveTo>
                  <a:pt x="9901" y="1229472"/>
                </a:moveTo>
                <a:lnTo>
                  <a:pt x="38599" y="1211150"/>
                </a:lnTo>
                <a:lnTo>
                  <a:pt x="0" y="1223858"/>
                </a:lnTo>
                <a:lnTo>
                  <a:pt x="0" y="1212094"/>
                </a:lnTo>
                <a:lnTo>
                  <a:pt x="51733" y="1195062"/>
                </a:lnTo>
                <a:lnTo>
                  <a:pt x="121310" y="1175361"/>
                </a:lnTo>
                <a:lnTo>
                  <a:pt x="123668" y="1181722"/>
                </a:lnTo>
                <a:lnTo>
                  <a:pt x="57219" y="1212519"/>
                </a:lnTo>
                <a:lnTo>
                  <a:pt x="17363" y="1237965"/>
                </a:lnTo>
                <a:lnTo>
                  <a:pt x="0" y="1258695"/>
                </a:lnTo>
                <a:lnTo>
                  <a:pt x="0" y="1241293"/>
                </a:lnTo>
                <a:lnTo>
                  <a:pt x="9901" y="1229472"/>
                </a:lnTo>
                <a:close/>
                <a:moveTo>
                  <a:pt x="23702" y="1271163"/>
                </a:moveTo>
                <a:lnTo>
                  <a:pt x="0" y="1275885"/>
                </a:lnTo>
                <a:lnTo>
                  <a:pt x="0" y="1264492"/>
                </a:lnTo>
                <a:lnTo>
                  <a:pt x="21546" y="1260199"/>
                </a:lnTo>
                <a:lnTo>
                  <a:pt x="67657" y="1251253"/>
                </a:lnTo>
                <a:lnTo>
                  <a:pt x="137851" y="1229178"/>
                </a:lnTo>
                <a:lnTo>
                  <a:pt x="138510" y="1230441"/>
                </a:lnTo>
                <a:lnTo>
                  <a:pt x="78131" y="1276945"/>
                </a:lnTo>
                <a:lnTo>
                  <a:pt x="68127" y="1283882"/>
                </a:lnTo>
                <a:lnTo>
                  <a:pt x="101482" y="1273111"/>
                </a:lnTo>
                <a:lnTo>
                  <a:pt x="101520" y="1273178"/>
                </a:lnTo>
                <a:lnTo>
                  <a:pt x="54367" y="1313897"/>
                </a:lnTo>
                <a:lnTo>
                  <a:pt x="80404" y="1312805"/>
                </a:lnTo>
                <a:lnTo>
                  <a:pt x="124865" y="1296595"/>
                </a:lnTo>
                <a:lnTo>
                  <a:pt x="166277" y="1314003"/>
                </a:lnTo>
                <a:lnTo>
                  <a:pt x="206502" y="1293767"/>
                </a:lnTo>
                <a:lnTo>
                  <a:pt x="255635" y="1279695"/>
                </a:lnTo>
                <a:lnTo>
                  <a:pt x="299156" y="1265475"/>
                </a:lnTo>
                <a:lnTo>
                  <a:pt x="337533" y="1244936"/>
                </a:lnTo>
                <a:lnTo>
                  <a:pt x="331286" y="1172710"/>
                </a:lnTo>
                <a:lnTo>
                  <a:pt x="381541" y="1191538"/>
                </a:lnTo>
                <a:lnTo>
                  <a:pt x="421243" y="1204861"/>
                </a:lnTo>
                <a:lnTo>
                  <a:pt x="458112" y="1170870"/>
                </a:lnTo>
                <a:lnTo>
                  <a:pt x="502853" y="1152175"/>
                </a:lnTo>
                <a:lnTo>
                  <a:pt x="535905" y="1107685"/>
                </a:lnTo>
                <a:lnTo>
                  <a:pt x="581421" y="1096306"/>
                </a:lnTo>
                <a:lnTo>
                  <a:pt x="624788" y="1091435"/>
                </a:lnTo>
                <a:lnTo>
                  <a:pt x="667244" y="1068259"/>
                </a:lnTo>
                <a:lnTo>
                  <a:pt x="712126" y="1070142"/>
                </a:lnTo>
                <a:lnTo>
                  <a:pt x="756263" y="1078485"/>
                </a:lnTo>
                <a:lnTo>
                  <a:pt x="790418" y="1066033"/>
                </a:lnTo>
                <a:lnTo>
                  <a:pt x="756928" y="1027370"/>
                </a:lnTo>
                <a:lnTo>
                  <a:pt x="799326" y="991565"/>
                </a:lnTo>
                <a:lnTo>
                  <a:pt x="814927" y="929927"/>
                </a:lnTo>
                <a:lnTo>
                  <a:pt x="838696" y="870091"/>
                </a:lnTo>
                <a:lnTo>
                  <a:pt x="854277" y="804577"/>
                </a:lnTo>
                <a:lnTo>
                  <a:pt x="841986" y="740694"/>
                </a:lnTo>
                <a:lnTo>
                  <a:pt x="834998" y="673360"/>
                </a:lnTo>
                <a:lnTo>
                  <a:pt x="828530" y="607009"/>
                </a:lnTo>
                <a:lnTo>
                  <a:pt x="791158" y="571937"/>
                </a:lnTo>
                <a:lnTo>
                  <a:pt x="782650" y="499065"/>
                </a:lnTo>
                <a:lnTo>
                  <a:pt x="822068" y="477822"/>
                </a:lnTo>
                <a:lnTo>
                  <a:pt x="795732" y="442371"/>
                </a:lnTo>
                <a:lnTo>
                  <a:pt x="752672" y="459982"/>
                </a:lnTo>
                <a:lnTo>
                  <a:pt x="718864" y="411327"/>
                </a:lnTo>
                <a:lnTo>
                  <a:pt x="676979" y="385143"/>
                </a:lnTo>
                <a:lnTo>
                  <a:pt x="649216" y="340832"/>
                </a:lnTo>
                <a:lnTo>
                  <a:pt x="618866" y="370226"/>
                </a:lnTo>
                <a:lnTo>
                  <a:pt x="596584" y="433783"/>
                </a:lnTo>
                <a:lnTo>
                  <a:pt x="547365" y="435793"/>
                </a:lnTo>
                <a:lnTo>
                  <a:pt x="503970" y="415820"/>
                </a:lnTo>
                <a:lnTo>
                  <a:pt x="462135" y="394177"/>
                </a:lnTo>
                <a:lnTo>
                  <a:pt x="421988" y="352311"/>
                </a:lnTo>
                <a:lnTo>
                  <a:pt x="444143" y="289434"/>
                </a:lnTo>
                <a:lnTo>
                  <a:pt x="480764" y="269304"/>
                </a:lnTo>
                <a:lnTo>
                  <a:pt x="439928" y="233773"/>
                </a:lnTo>
                <a:lnTo>
                  <a:pt x="495251" y="222765"/>
                </a:lnTo>
                <a:lnTo>
                  <a:pt x="532899" y="197600"/>
                </a:lnTo>
                <a:lnTo>
                  <a:pt x="560668" y="145615"/>
                </a:lnTo>
                <a:lnTo>
                  <a:pt x="593192" y="107984"/>
                </a:lnTo>
                <a:lnTo>
                  <a:pt x="628796" y="75331"/>
                </a:lnTo>
                <a:lnTo>
                  <a:pt x="606467" y="23347"/>
                </a:lnTo>
                <a:lnTo>
                  <a:pt x="570218" y="13083"/>
                </a:lnTo>
                <a:lnTo>
                  <a:pt x="542801" y="58879"/>
                </a:lnTo>
                <a:lnTo>
                  <a:pt x="545595" y="153048"/>
                </a:lnTo>
                <a:lnTo>
                  <a:pt x="543721" y="153421"/>
                </a:lnTo>
                <a:lnTo>
                  <a:pt x="512396" y="71143"/>
                </a:lnTo>
                <a:lnTo>
                  <a:pt x="472613" y="61394"/>
                </a:lnTo>
                <a:lnTo>
                  <a:pt x="431141" y="73490"/>
                </a:lnTo>
                <a:lnTo>
                  <a:pt x="390661" y="90506"/>
                </a:lnTo>
                <a:lnTo>
                  <a:pt x="356040" y="124662"/>
                </a:lnTo>
                <a:lnTo>
                  <a:pt x="366703" y="194647"/>
                </a:lnTo>
                <a:lnTo>
                  <a:pt x="316992" y="196625"/>
                </a:lnTo>
                <a:lnTo>
                  <a:pt x="281789" y="223750"/>
                </a:lnTo>
                <a:lnTo>
                  <a:pt x="309762" y="262596"/>
                </a:lnTo>
                <a:lnTo>
                  <a:pt x="350680" y="257582"/>
                </a:lnTo>
                <a:lnTo>
                  <a:pt x="404842" y="253158"/>
                </a:lnTo>
                <a:lnTo>
                  <a:pt x="372499" y="316850"/>
                </a:lnTo>
                <a:lnTo>
                  <a:pt x="330382" y="337588"/>
                </a:lnTo>
                <a:lnTo>
                  <a:pt x="301279" y="391977"/>
                </a:lnTo>
                <a:lnTo>
                  <a:pt x="251804" y="393454"/>
                </a:lnTo>
                <a:lnTo>
                  <a:pt x="211748" y="380070"/>
                </a:lnTo>
                <a:lnTo>
                  <a:pt x="169668" y="409252"/>
                </a:lnTo>
                <a:lnTo>
                  <a:pt x="129104" y="375643"/>
                </a:lnTo>
                <a:lnTo>
                  <a:pt x="87807" y="370879"/>
                </a:lnTo>
                <a:lnTo>
                  <a:pt x="46440" y="365844"/>
                </a:lnTo>
                <a:lnTo>
                  <a:pt x="16878" y="401488"/>
                </a:lnTo>
                <a:lnTo>
                  <a:pt x="32339" y="467830"/>
                </a:lnTo>
                <a:lnTo>
                  <a:pt x="72135" y="507092"/>
                </a:lnTo>
                <a:lnTo>
                  <a:pt x="36915" y="552491"/>
                </a:lnTo>
                <a:lnTo>
                  <a:pt x="63987" y="613562"/>
                </a:lnTo>
                <a:lnTo>
                  <a:pt x="11959" y="613562"/>
                </a:lnTo>
                <a:lnTo>
                  <a:pt x="0" y="616371"/>
                </a:lnTo>
                <a:lnTo>
                  <a:pt x="0" y="604893"/>
                </a:lnTo>
                <a:lnTo>
                  <a:pt x="10665" y="602388"/>
                </a:lnTo>
                <a:lnTo>
                  <a:pt x="46811" y="602388"/>
                </a:lnTo>
                <a:lnTo>
                  <a:pt x="23995" y="550916"/>
                </a:lnTo>
                <a:lnTo>
                  <a:pt x="57226" y="508080"/>
                </a:lnTo>
                <a:lnTo>
                  <a:pt x="22190" y="473514"/>
                </a:lnTo>
                <a:lnTo>
                  <a:pt x="8897" y="416475"/>
                </a:lnTo>
                <a:lnTo>
                  <a:pt x="0" y="422645"/>
                </a:lnTo>
                <a:lnTo>
                  <a:pt x="0" y="402770"/>
                </a:lnTo>
                <a:lnTo>
                  <a:pt x="4961" y="398353"/>
                </a:lnTo>
                <a:lnTo>
                  <a:pt x="41734" y="354014"/>
                </a:lnTo>
                <a:lnTo>
                  <a:pt x="89122" y="359783"/>
                </a:lnTo>
                <a:lnTo>
                  <a:pt x="133679" y="364923"/>
                </a:lnTo>
                <a:lnTo>
                  <a:pt x="170268" y="395238"/>
                </a:lnTo>
                <a:lnTo>
                  <a:pt x="209980" y="367698"/>
                </a:lnTo>
                <a:lnTo>
                  <a:pt x="253459" y="382225"/>
                </a:lnTo>
                <a:lnTo>
                  <a:pt x="294479" y="381001"/>
                </a:lnTo>
                <a:lnTo>
                  <a:pt x="322224" y="329149"/>
                </a:lnTo>
                <a:lnTo>
                  <a:pt x="364222" y="308471"/>
                </a:lnTo>
                <a:lnTo>
                  <a:pt x="385828" y="265922"/>
                </a:lnTo>
                <a:lnTo>
                  <a:pt x="351815" y="268701"/>
                </a:lnTo>
                <a:lnTo>
                  <a:pt x="304558" y="274491"/>
                </a:lnTo>
                <a:lnTo>
                  <a:pt x="266400" y="221501"/>
                </a:lnTo>
                <a:lnTo>
                  <a:pt x="312991" y="185601"/>
                </a:lnTo>
                <a:lnTo>
                  <a:pt x="353775" y="183978"/>
                </a:lnTo>
                <a:lnTo>
                  <a:pt x="344135" y="120711"/>
                </a:lnTo>
                <a:lnTo>
                  <a:pt x="384346" y="81039"/>
                </a:lnTo>
                <a:lnTo>
                  <a:pt x="427399" y="62941"/>
                </a:lnTo>
                <a:lnTo>
                  <a:pt x="472362" y="49827"/>
                </a:lnTo>
                <a:lnTo>
                  <a:pt x="520752" y="61686"/>
                </a:lnTo>
                <a:lnTo>
                  <a:pt x="532631" y="92886"/>
                </a:lnTo>
                <a:lnTo>
                  <a:pt x="531535" y="55944"/>
                </a:lnTo>
                <a:lnTo>
                  <a:pt x="565027" y="0"/>
                </a:lnTo>
                <a:lnTo>
                  <a:pt x="614633" y="14046"/>
                </a:lnTo>
                <a:lnTo>
                  <a:pt x="642192" y="78207"/>
                </a:lnTo>
                <a:lnTo>
                  <a:pt x="601223" y="115781"/>
                </a:lnTo>
                <a:lnTo>
                  <a:pt x="569937" y="151979"/>
                </a:lnTo>
                <a:lnTo>
                  <a:pt x="541436" y="205334"/>
                </a:lnTo>
                <a:lnTo>
                  <a:pt x="499612" y="233290"/>
                </a:lnTo>
                <a:lnTo>
                  <a:pt x="464440" y="240289"/>
                </a:lnTo>
                <a:lnTo>
                  <a:pt x="500177" y="271384"/>
                </a:lnTo>
                <a:lnTo>
                  <a:pt x="453264" y="297171"/>
                </a:lnTo>
                <a:lnTo>
                  <a:pt x="434812" y="349540"/>
                </a:lnTo>
                <a:lnTo>
                  <a:pt x="468917" y="385104"/>
                </a:lnTo>
                <a:lnTo>
                  <a:pt x="508876" y="405777"/>
                </a:lnTo>
                <a:lnTo>
                  <a:pt x="549595" y="424519"/>
                </a:lnTo>
                <a:lnTo>
                  <a:pt x="588549" y="422928"/>
                </a:lnTo>
                <a:lnTo>
                  <a:pt x="609195" y="364037"/>
                </a:lnTo>
                <a:lnTo>
                  <a:pt x="651357" y="323204"/>
                </a:lnTo>
                <a:lnTo>
                  <a:pt x="685083" y="377031"/>
                </a:lnTo>
                <a:lnTo>
                  <a:pt x="726732" y="403067"/>
                </a:lnTo>
                <a:lnTo>
                  <a:pt x="756735" y="446248"/>
                </a:lnTo>
                <a:lnTo>
                  <a:pt x="799529" y="428745"/>
                </a:lnTo>
                <a:lnTo>
                  <a:pt x="838743" y="481529"/>
                </a:lnTo>
                <a:lnTo>
                  <a:pt x="794628" y="505303"/>
                </a:lnTo>
                <a:lnTo>
                  <a:pt x="801783" y="566584"/>
                </a:lnTo>
                <a:lnTo>
                  <a:pt x="839243" y="601739"/>
                </a:lnTo>
                <a:lnTo>
                  <a:pt x="846116" y="672241"/>
                </a:lnTo>
                <a:lnTo>
                  <a:pt x="853051" y="739059"/>
                </a:lnTo>
                <a:lnTo>
                  <a:pt x="865704" y="804826"/>
                </a:lnTo>
                <a:lnTo>
                  <a:pt x="849380" y="873464"/>
                </a:lnTo>
                <a:lnTo>
                  <a:pt x="825581" y="933375"/>
                </a:lnTo>
                <a:lnTo>
                  <a:pt x="809277" y="997786"/>
                </a:lnTo>
                <a:lnTo>
                  <a:pt x="772782" y="1028606"/>
                </a:lnTo>
                <a:lnTo>
                  <a:pt x="809483" y="1070975"/>
                </a:lnTo>
                <a:lnTo>
                  <a:pt x="757205" y="1090035"/>
                </a:lnTo>
                <a:lnTo>
                  <a:pt x="710847" y="1081272"/>
                </a:lnTo>
                <a:lnTo>
                  <a:pt x="669875" y="1079553"/>
                </a:lnTo>
                <a:lnTo>
                  <a:pt x="628216" y="1102295"/>
                </a:lnTo>
                <a:lnTo>
                  <a:pt x="583409" y="1107327"/>
                </a:lnTo>
                <a:lnTo>
                  <a:pt x="542491" y="1117557"/>
                </a:lnTo>
                <a:lnTo>
                  <a:pt x="509993" y="1161302"/>
                </a:lnTo>
                <a:lnTo>
                  <a:pt x="464238" y="1180421"/>
                </a:lnTo>
                <a:lnTo>
                  <a:pt x="423956" y="1217558"/>
                </a:lnTo>
                <a:lnTo>
                  <a:pt x="377803" y="1202070"/>
                </a:lnTo>
                <a:lnTo>
                  <a:pt x="343944" y="1189385"/>
                </a:lnTo>
                <a:lnTo>
                  <a:pt x="349300" y="1251312"/>
                </a:lnTo>
                <a:lnTo>
                  <a:pt x="303562" y="1275790"/>
                </a:lnTo>
                <a:lnTo>
                  <a:pt x="258909" y="1290381"/>
                </a:lnTo>
                <a:lnTo>
                  <a:pt x="210586" y="1304220"/>
                </a:lnTo>
                <a:lnTo>
                  <a:pt x="166697" y="1326300"/>
                </a:lnTo>
                <a:lnTo>
                  <a:pt x="124575" y="1308595"/>
                </a:lnTo>
                <a:lnTo>
                  <a:pt x="82603" y="1323897"/>
                </a:lnTo>
                <a:lnTo>
                  <a:pt x="22786" y="1326406"/>
                </a:lnTo>
                <a:lnTo>
                  <a:pt x="52639" y="1300626"/>
                </a:lnTo>
                <a:lnTo>
                  <a:pt x="9566" y="1314535"/>
                </a:lnTo>
                <a:lnTo>
                  <a:pt x="8226" y="1311824"/>
                </a:lnTo>
                <a:lnTo>
                  <a:pt x="71534" y="1267922"/>
                </a:lnTo>
                <a:lnTo>
                  <a:pt x="85083" y="1257486"/>
                </a:lnTo>
                <a:lnTo>
                  <a:pt x="70406" y="1262102"/>
                </a:lnTo>
                <a:lnTo>
                  <a:pt x="23702" y="1271163"/>
                </a:lnTo>
                <a:close/>
                <a:moveTo>
                  <a:pt x="33716" y="671848"/>
                </a:moveTo>
                <a:lnTo>
                  <a:pt x="0" y="679980"/>
                </a:lnTo>
                <a:lnTo>
                  <a:pt x="0" y="668486"/>
                </a:lnTo>
                <a:lnTo>
                  <a:pt x="34155" y="660247"/>
                </a:lnTo>
                <a:lnTo>
                  <a:pt x="81207" y="675441"/>
                </a:lnTo>
                <a:lnTo>
                  <a:pt x="106271" y="730079"/>
                </a:lnTo>
                <a:lnTo>
                  <a:pt x="146668" y="723522"/>
                </a:lnTo>
                <a:lnTo>
                  <a:pt x="192005" y="719818"/>
                </a:lnTo>
                <a:lnTo>
                  <a:pt x="250795" y="736965"/>
                </a:lnTo>
                <a:lnTo>
                  <a:pt x="193748" y="762517"/>
                </a:lnTo>
                <a:lnTo>
                  <a:pt x="153518" y="781162"/>
                </a:lnTo>
                <a:lnTo>
                  <a:pt x="124296" y="827801"/>
                </a:lnTo>
                <a:lnTo>
                  <a:pt x="115112" y="896314"/>
                </a:lnTo>
                <a:lnTo>
                  <a:pt x="73346" y="921865"/>
                </a:lnTo>
                <a:lnTo>
                  <a:pt x="51857" y="938176"/>
                </a:lnTo>
                <a:lnTo>
                  <a:pt x="73323" y="934598"/>
                </a:lnTo>
                <a:lnTo>
                  <a:pt x="117987" y="936423"/>
                </a:lnTo>
                <a:lnTo>
                  <a:pt x="159418" y="938149"/>
                </a:lnTo>
                <a:lnTo>
                  <a:pt x="199632" y="911845"/>
                </a:lnTo>
                <a:lnTo>
                  <a:pt x="265982" y="904243"/>
                </a:lnTo>
                <a:lnTo>
                  <a:pt x="207392" y="945396"/>
                </a:lnTo>
                <a:lnTo>
                  <a:pt x="161735" y="956119"/>
                </a:lnTo>
                <a:lnTo>
                  <a:pt x="117053" y="957932"/>
                </a:lnTo>
                <a:lnTo>
                  <a:pt x="75395" y="963037"/>
                </a:lnTo>
                <a:lnTo>
                  <a:pt x="43791" y="1001143"/>
                </a:lnTo>
                <a:lnTo>
                  <a:pt x="67596" y="1064142"/>
                </a:lnTo>
                <a:lnTo>
                  <a:pt x="17439" y="1074136"/>
                </a:lnTo>
                <a:lnTo>
                  <a:pt x="0" y="1072721"/>
                </a:lnTo>
                <a:lnTo>
                  <a:pt x="0" y="1061510"/>
                </a:lnTo>
                <a:lnTo>
                  <a:pt x="16787" y="1062872"/>
                </a:lnTo>
                <a:lnTo>
                  <a:pt x="52484" y="1055759"/>
                </a:lnTo>
                <a:lnTo>
                  <a:pt x="31041" y="999012"/>
                </a:lnTo>
                <a:lnTo>
                  <a:pt x="69629" y="952485"/>
                </a:lnTo>
                <a:lnTo>
                  <a:pt x="111586" y="947344"/>
                </a:lnTo>
                <a:lnTo>
                  <a:pt x="74021" y="945810"/>
                </a:lnTo>
                <a:lnTo>
                  <a:pt x="9053" y="956638"/>
                </a:lnTo>
                <a:lnTo>
                  <a:pt x="67037" y="912626"/>
                </a:lnTo>
                <a:lnTo>
                  <a:pt x="104744" y="889558"/>
                </a:lnTo>
                <a:lnTo>
                  <a:pt x="113543" y="823918"/>
                </a:lnTo>
                <a:lnTo>
                  <a:pt x="145811" y="772419"/>
                </a:lnTo>
                <a:lnTo>
                  <a:pt x="189115" y="752349"/>
                </a:lnTo>
                <a:lnTo>
                  <a:pt x="218502" y="739186"/>
                </a:lnTo>
                <a:lnTo>
                  <a:pt x="190858" y="731123"/>
                </a:lnTo>
                <a:lnTo>
                  <a:pt x="148020" y="734623"/>
                </a:lnTo>
                <a:lnTo>
                  <a:pt x="99663" y="742471"/>
                </a:lnTo>
                <a:lnTo>
                  <a:pt x="73099" y="684565"/>
                </a:lnTo>
                <a:lnTo>
                  <a:pt x="33716" y="671848"/>
                </a:lnTo>
                <a:close/>
                <a:moveTo>
                  <a:pt x="203534" y="922645"/>
                </a:moveTo>
                <a:lnTo>
                  <a:pt x="174483" y="941647"/>
                </a:lnTo>
                <a:lnTo>
                  <a:pt x="202735" y="935012"/>
                </a:lnTo>
                <a:lnTo>
                  <a:pt x="223618" y="920344"/>
                </a:lnTo>
                <a:lnTo>
                  <a:pt x="203534" y="922645"/>
                </a:lnTo>
                <a:close/>
                <a:moveTo>
                  <a:pt x="7555" y="1110952"/>
                </a:moveTo>
                <a:lnTo>
                  <a:pt x="0" y="1111569"/>
                </a:lnTo>
                <a:lnTo>
                  <a:pt x="0" y="1100358"/>
                </a:lnTo>
                <a:lnTo>
                  <a:pt x="5788" y="1099885"/>
                </a:lnTo>
                <a:lnTo>
                  <a:pt x="74923" y="1083321"/>
                </a:lnTo>
                <a:lnTo>
                  <a:pt x="12843" y="1129739"/>
                </a:lnTo>
                <a:lnTo>
                  <a:pt x="0" y="1134453"/>
                </a:lnTo>
                <a:lnTo>
                  <a:pt x="0" y="1122550"/>
                </a:lnTo>
                <a:lnTo>
                  <a:pt x="7460" y="1119812"/>
                </a:lnTo>
                <a:lnTo>
                  <a:pt x="24853" y="1106807"/>
                </a:lnTo>
                <a:lnTo>
                  <a:pt x="7555" y="1110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E05DE-8519-4E42-8997-B03DC01E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880" y="4140975"/>
            <a:ext cx="1238684" cy="353387"/>
          </a:xfrm>
          <a:custGeom xmlns:a="http://schemas.openxmlformats.org/drawingml/2006/main">
            <a:pathLst>
              <a:path w="1238684" h="353387">
                <a:moveTo>
                  <a:pt x="489782" y="142255"/>
                </a:moveTo>
                <a:lnTo>
                  <a:pt x="457877" y="189974"/>
                </a:lnTo>
                <a:lnTo>
                  <a:pt x="477310" y="249847"/>
                </a:lnTo>
                <a:lnTo>
                  <a:pt x="435253" y="226888"/>
                </a:lnTo>
                <a:lnTo>
                  <a:pt x="391166" y="235441"/>
                </a:lnTo>
                <a:lnTo>
                  <a:pt x="347949" y="249847"/>
                </a:lnTo>
                <a:lnTo>
                  <a:pt x="327645" y="189974"/>
                </a:lnTo>
                <a:lnTo>
                  <a:pt x="284718" y="202129"/>
                </a:lnTo>
                <a:lnTo>
                  <a:pt x="284718" y="270555"/>
                </a:lnTo>
                <a:lnTo>
                  <a:pt x="249333" y="311071"/>
                </a:lnTo>
                <a:lnTo>
                  <a:pt x="240184" y="353387"/>
                </a:lnTo>
                <a:lnTo>
                  <a:pt x="1207983" y="353387"/>
                </a:lnTo>
                <a:lnTo>
                  <a:pt x="1238684" y="307469"/>
                </a:lnTo>
                <a:lnTo>
                  <a:pt x="1198948" y="277758"/>
                </a:lnTo>
                <a:lnTo>
                  <a:pt x="1221572" y="219685"/>
                </a:lnTo>
                <a:lnTo>
                  <a:pt x="1195467" y="165214"/>
                </a:lnTo>
                <a:lnTo>
                  <a:pt x="1152540" y="167015"/>
                </a:lnTo>
                <a:lnTo>
                  <a:pt x="1109323" y="153059"/>
                </a:lnTo>
                <a:lnTo>
                  <a:pt x="1066396" y="149458"/>
                </a:lnTo>
                <a:lnTo>
                  <a:pt x="1024339" y="133702"/>
                </a:lnTo>
                <a:lnTo>
                  <a:pt x="981412" y="121097"/>
                </a:lnTo>
                <a:lnTo>
                  <a:pt x="943996" y="85983"/>
                </a:lnTo>
                <a:lnTo>
                  <a:pt x="916732" y="33313"/>
                </a:lnTo>
                <a:lnTo>
                  <a:pt x="879316" y="0"/>
                </a:lnTo>
                <a:lnTo>
                  <a:pt x="837549" y="19358"/>
                </a:lnTo>
                <a:lnTo>
                  <a:pt x="794332" y="13955"/>
                </a:lnTo>
                <a:lnTo>
                  <a:pt x="751405" y="26110"/>
                </a:lnTo>
                <a:lnTo>
                  <a:pt x="708188" y="26110"/>
                </a:lnTo>
                <a:lnTo>
                  <a:pt x="680053" y="77430"/>
                </a:lnTo>
                <a:lnTo>
                  <a:pt x="637996" y="94987"/>
                </a:lnTo>
                <a:lnTo>
                  <a:pt x="598550" y="64825"/>
                </a:lnTo>
                <a:lnTo>
                  <a:pt x="555333" y="66626"/>
                </a:lnTo>
                <a:lnTo>
                  <a:pt x="549822" y="64825"/>
                </a:lnTo>
                <a:lnTo>
                  <a:pt x="532709" y="126499"/>
                </a:lnTo>
                <a:lnTo>
                  <a:pt x="489782" y="142255"/>
                </a:lnTo>
                <a:close/>
                <a:moveTo>
                  <a:pt x="157678" y="316473"/>
                </a:moveTo>
                <a:lnTo>
                  <a:pt x="121422" y="275957"/>
                </a:lnTo>
                <a:lnTo>
                  <a:pt x="112430" y="209331"/>
                </a:lnTo>
                <a:lnTo>
                  <a:pt x="70373" y="230490"/>
                </a:lnTo>
                <a:lnTo>
                  <a:pt x="30637" y="263802"/>
                </a:lnTo>
                <a:lnTo>
                  <a:pt x="18455" y="328628"/>
                </a:lnTo>
                <a:lnTo>
                  <a:pt x="0" y="353387"/>
                </a:lnTo>
                <a:lnTo>
                  <a:pt x="189654" y="353387"/>
                </a:lnTo>
                <a:lnTo>
                  <a:pt x="157678" y="316473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9354BB9-B498-4782-B8D2-26A64379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12" y="4134364"/>
            <a:ext cx="1253243" cy="359998"/>
          </a:xfrm>
          <a:custGeom xmlns:a="http://schemas.openxmlformats.org/drawingml/2006/main">
            <a:pathLst>
              <a:path w="1253243" h="359998">
                <a:moveTo>
                  <a:pt x="535060" y="128853"/>
                </a:moveTo>
                <a:lnTo>
                  <a:pt x="552969" y="64310"/>
                </a:lnTo>
                <a:lnTo>
                  <a:pt x="563077" y="67612"/>
                </a:lnTo>
                <a:lnTo>
                  <a:pt x="607306" y="65770"/>
                </a:lnTo>
                <a:lnTo>
                  <a:pt x="645792" y="95198"/>
                </a:lnTo>
                <a:lnTo>
                  <a:pt x="683063" y="79639"/>
                </a:lnTo>
                <a:lnTo>
                  <a:pt x="711847" y="27134"/>
                </a:lnTo>
                <a:lnTo>
                  <a:pt x="757597" y="27134"/>
                </a:lnTo>
                <a:lnTo>
                  <a:pt x="800868" y="14882"/>
                </a:lnTo>
                <a:lnTo>
                  <a:pt x="843621" y="20226"/>
                </a:lnTo>
                <a:lnTo>
                  <a:pt x="887261" y="0"/>
                </a:lnTo>
                <a:lnTo>
                  <a:pt x="928187" y="36438"/>
                </a:lnTo>
                <a:lnTo>
                  <a:pt x="955486" y="89175"/>
                </a:lnTo>
                <a:lnTo>
                  <a:pt x="991233" y="122722"/>
                </a:lnTo>
                <a:lnTo>
                  <a:pt x="1033077" y="135009"/>
                </a:lnTo>
                <a:lnTo>
                  <a:pt x="1074601" y="150566"/>
                </a:lnTo>
                <a:lnTo>
                  <a:pt x="1117398" y="154156"/>
                </a:lnTo>
                <a:lnTo>
                  <a:pt x="1160274" y="168002"/>
                </a:lnTo>
                <a:lnTo>
                  <a:pt x="1205882" y="166088"/>
                </a:lnTo>
                <a:lnTo>
                  <a:pt x="1234625" y="226066"/>
                </a:lnTo>
                <a:lnTo>
                  <a:pt x="1212664" y="282438"/>
                </a:lnTo>
                <a:lnTo>
                  <a:pt x="1253243" y="312779"/>
                </a:lnTo>
                <a:lnTo>
                  <a:pt x="1221672" y="359998"/>
                </a:lnTo>
                <a:lnTo>
                  <a:pt x="1208231" y="359998"/>
                </a:lnTo>
                <a:lnTo>
                  <a:pt x="1238062" y="315381"/>
                </a:lnTo>
                <a:lnTo>
                  <a:pt x="1199168" y="286299"/>
                </a:lnTo>
                <a:lnTo>
                  <a:pt x="1222454" y="226526"/>
                </a:lnTo>
                <a:lnTo>
                  <a:pt x="1198989" y="177561"/>
                </a:lnTo>
                <a:lnTo>
                  <a:pt x="1158743" y="179250"/>
                </a:lnTo>
                <a:lnTo>
                  <a:pt x="1115185" y="165184"/>
                </a:lnTo>
                <a:lnTo>
                  <a:pt x="1072128" y="161572"/>
                </a:lnTo>
                <a:lnTo>
                  <a:pt x="1029538" y="145616"/>
                </a:lnTo>
                <a:lnTo>
                  <a:pt x="985529" y="132693"/>
                </a:lnTo>
                <a:lnTo>
                  <a:pt x="946443" y="96013"/>
                </a:lnTo>
                <a:lnTo>
                  <a:pt x="919213" y="43409"/>
                </a:lnTo>
                <a:lnTo>
                  <a:pt x="885307" y="13221"/>
                </a:lnTo>
                <a:lnTo>
                  <a:pt x="845413" y="31711"/>
                </a:lnTo>
                <a:lnTo>
                  <a:pt x="801732" y="26251"/>
                </a:lnTo>
                <a:lnTo>
                  <a:pt x="759149" y="38308"/>
                </a:lnTo>
                <a:lnTo>
                  <a:pt x="718465" y="38308"/>
                </a:lnTo>
                <a:lnTo>
                  <a:pt x="690980" y="88443"/>
                </a:lnTo>
                <a:lnTo>
                  <a:pt x="644136" y="107998"/>
                </a:lnTo>
                <a:lnTo>
                  <a:pt x="603731" y="77102"/>
                </a:lnTo>
                <a:lnTo>
                  <a:pt x="561525" y="78861"/>
                </a:lnTo>
                <a:lnTo>
                  <a:pt x="560611" y="78562"/>
                </a:lnTo>
                <a:lnTo>
                  <a:pt x="544294" y="137367"/>
                </a:lnTo>
                <a:lnTo>
                  <a:pt x="500383" y="153484"/>
                </a:lnTo>
                <a:lnTo>
                  <a:pt x="470996" y="197437"/>
                </a:lnTo>
                <a:lnTo>
                  <a:pt x="493928" y="268091"/>
                </a:lnTo>
                <a:lnTo>
                  <a:pt x="441310" y="239367"/>
                </a:lnTo>
                <a:lnTo>
                  <a:pt x="399556" y="247468"/>
                </a:lnTo>
                <a:lnTo>
                  <a:pt x="351411" y="263516"/>
                </a:lnTo>
                <a:lnTo>
                  <a:pt x="331028" y="203407"/>
                </a:lnTo>
                <a:lnTo>
                  <a:pt x="297274" y="212964"/>
                </a:lnTo>
                <a:lnTo>
                  <a:pt x="297274" y="279262"/>
                </a:lnTo>
                <a:lnTo>
                  <a:pt x="261457" y="320271"/>
                </a:lnTo>
                <a:lnTo>
                  <a:pt x="252868" y="359998"/>
                </a:lnTo>
                <a:lnTo>
                  <a:pt x="241436" y="359998"/>
                </a:lnTo>
                <a:lnTo>
                  <a:pt x="251145" y="315092"/>
                </a:lnTo>
                <a:lnTo>
                  <a:pt x="286100" y="275069"/>
                </a:lnTo>
                <a:lnTo>
                  <a:pt x="286100" y="204515"/>
                </a:lnTo>
                <a:lnTo>
                  <a:pt x="338200" y="189762"/>
                </a:lnTo>
                <a:lnTo>
                  <a:pt x="358423" y="249400"/>
                </a:lnTo>
                <a:lnTo>
                  <a:pt x="396713" y="236637"/>
                </a:lnTo>
                <a:lnTo>
                  <a:pt x="443132" y="227631"/>
                </a:lnTo>
                <a:lnTo>
                  <a:pt x="474628" y="244825"/>
                </a:lnTo>
                <a:lnTo>
                  <a:pt x="458694" y="195732"/>
                </a:lnTo>
                <a:lnTo>
                  <a:pt x="493117" y="144248"/>
                </a:lnTo>
                <a:lnTo>
                  <a:pt x="535060" y="128853"/>
                </a:lnTo>
                <a:close/>
                <a:moveTo>
                  <a:pt x="203241" y="359105"/>
                </a:moveTo>
                <a:lnTo>
                  <a:pt x="205015" y="359998"/>
                </a:lnTo>
                <a:lnTo>
                  <a:pt x="189230" y="359998"/>
                </a:lnTo>
                <a:lnTo>
                  <a:pt x="160452" y="326776"/>
                </a:lnTo>
                <a:lnTo>
                  <a:pt x="123083" y="285015"/>
                </a:lnTo>
                <a:lnTo>
                  <a:pt x="114910" y="224455"/>
                </a:lnTo>
                <a:lnTo>
                  <a:pt x="80433" y="241799"/>
                </a:lnTo>
                <a:lnTo>
                  <a:pt x="42727" y="273410"/>
                </a:lnTo>
                <a:lnTo>
                  <a:pt x="30675" y="337541"/>
                </a:lnTo>
                <a:lnTo>
                  <a:pt x="13937" y="359998"/>
                </a:lnTo>
                <a:lnTo>
                  <a:pt x="0" y="359998"/>
                </a:lnTo>
                <a:lnTo>
                  <a:pt x="20171" y="332936"/>
                </a:lnTo>
                <a:lnTo>
                  <a:pt x="32484" y="267416"/>
                </a:lnTo>
                <a:lnTo>
                  <a:pt x="74250" y="232401"/>
                </a:lnTo>
                <a:lnTo>
                  <a:pt x="123887" y="207430"/>
                </a:lnTo>
                <a:lnTo>
                  <a:pt x="133697" y="280121"/>
                </a:lnTo>
                <a:lnTo>
                  <a:pt x="168839" y="319392"/>
                </a:lnTo>
                <a:lnTo>
                  <a:pt x="203241" y="3591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22DEF-B0C4-47B6-82EA-0644EA7E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55" y="3089366"/>
            <a:ext cx="157496" cy="237242"/>
          </a:xfrm>
          <a:custGeom xmlns:a="http://schemas.openxmlformats.org/drawingml/2006/main">
            <a:pathLst>
              <a:path w="157496" h="237242">
                <a:moveTo>
                  <a:pt x="6671" y="207531"/>
                </a:moveTo>
                <a:lnTo>
                  <a:pt x="46408" y="237242"/>
                </a:lnTo>
                <a:lnTo>
                  <a:pt x="89335" y="221486"/>
                </a:lnTo>
                <a:lnTo>
                  <a:pt x="130231" y="189974"/>
                </a:lnTo>
                <a:lnTo>
                  <a:pt x="157496" y="137303"/>
                </a:lnTo>
                <a:lnTo>
                  <a:pt x="116599" y="108942"/>
                </a:lnTo>
                <a:lnTo>
                  <a:pt x="83824" y="66626"/>
                </a:lnTo>
                <a:lnTo>
                  <a:pt x="72512" y="0"/>
                </a:lnTo>
                <a:lnTo>
                  <a:pt x="27264" y="13955"/>
                </a:lnTo>
                <a:lnTo>
                  <a:pt x="0" y="66626"/>
                </a:lnTo>
                <a:lnTo>
                  <a:pt x="6671" y="135503"/>
                </a:lnTo>
                <a:lnTo>
                  <a:pt x="13632" y="202129"/>
                </a:lnTo>
                <a:lnTo>
                  <a:pt x="6671" y="207531"/>
                </a:lnTo>
                <a:close/>
                <a:moveTo>
                  <a:pt x="6671" y="207531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20E5C-E115-4241-8473-DAFD9BBD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55" y="3089366"/>
            <a:ext cx="157496" cy="237242"/>
          </a:xfrm>
          <a:custGeom xmlns:a="http://schemas.openxmlformats.org/drawingml/2006/main">
            <a:pathLst>
              <a:path w="157496" h="237242" fill="none">
                <a:moveTo>
                  <a:pt x="6671" y="207531"/>
                </a:moveTo>
                <a:lnTo>
                  <a:pt x="46408" y="237242"/>
                </a:lnTo>
                <a:lnTo>
                  <a:pt x="89335" y="221486"/>
                </a:lnTo>
                <a:lnTo>
                  <a:pt x="130231" y="189974"/>
                </a:lnTo>
                <a:lnTo>
                  <a:pt x="157496" y="137303"/>
                </a:lnTo>
                <a:lnTo>
                  <a:pt x="116599" y="108942"/>
                </a:lnTo>
                <a:lnTo>
                  <a:pt x="83824" y="66626"/>
                </a:lnTo>
                <a:lnTo>
                  <a:pt x="72512" y="0"/>
                </a:lnTo>
                <a:lnTo>
                  <a:pt x="27264" y="13955"/>
                </a:lnTo>
                <a:lnTo>
                  <a:pt x="0" y="66626"/>
                </a:lnTo>
                <a:lnTo>
                  <a:pt x="6671" y="135503"/>
                </a:lnTo>
                <a:lnTo>
                  <a:pt x="13632" y="202129"/>
                </a:lnTo>
                <a:lnTo>
                  <a:pt x="6671" y="207531"/>
                </a:lnTo>
                <a:close/>
                <a:moveTo>
                  <a:pt x="6671" y="207531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CAA66-3927-40EE-AE24-6056A221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956" y="1578804"/>
            <a:ext cx="600398" cy="1522716"/>
          </a:xfrm>
          <a:custGeom xmlns:a="http://schemas.openxmlformats.org/drawingml/2006/main">
            <a:pathLst>
              <a:path w="600398" h="1522716">
                <a:moveTo>
                  <a:pt x="590246" y="6978"/>
                </a:moveTo>
                <a:lnTo>
                  <a:pt x="547029" y="20933"/>
                </a:lnTo>
                <a:lnTo>
                  <a:pt x="504102" y="29937"/>
                </a:lnTo>
                <a:lnTo>
                  <a:pt x="465526" y="65050"/>
                </a:lnTo>
                <a:lnTo>
                  <a:pt x="430430" y="105566"/>
                </a:lnTo>
                <a:lnTo>
                  <a:pt x="386343" y="126724"/>
                </a:lnTo>
                <a:lnTo>
                  <a:pt x="343126" y="135278"/>
                </a:lnTo>
                <a:lnTo>
                  <a:pt x="299039" y="149233"/>
                </a:lnTo>
                <a:lnTo>
                  <a:pt x="255822" y="158236"/>
                </a:lnTo>
                <a:lnTo>
                  <a:pt x="212895" y="170391"/>
                </a:lnTo>
                <a:lnTo>
                  <a:pt x="168808" y="186597"/>
                </a:lnTo>
                <a:lnTo>
                  <a:pt x="123270" y="200553"/>
                </a:lnTo>
                <a:lnTo>
                  <a:pt x="91655" y="247821"/>
                </a:lnTo>
                <a:lnTo>
                  <a:pt x="67871" y="304093"/>
                </a:lnTo>
                <a:lnTo>
                  <a:pt x="22624" y="311296"/>
                </a:lnTo>
                <a:lnTo>
                  <a:pt x="17983" y="377922"/>
                </a:lnTo>
                <a:lnTo>
                  <a:pt x="37416" y="439596"/>
                </a:lnTo>
                <a:lnTo>
                  <a:pt x="31615" y="506222"/>
                </a:lnTo>
                <a:lnTo>
                  <a:pt x="0" y="553940"/>
                </a:lnTo>
                <a:lnTo>
                  <a:pt x="1160" y="622367"/>
                </a:lnTo>
                <a:lnTo>
                  <a:pt x="78023" y="685841"/>
                </a:lnTo>
                <a:lnTo>
                  <a:pt x="66711" y="750667"/>
                </a:lnTo>
                <a:lnTo>
                  <a:pt x="95136" y="801986"/>
                </a:lnTo>
                <a:lnTo>
                  <a:pt x="110798" y="865011"/>
                </a:lnTo>
                <a:lnTo>
                  <a:pt x="92815" y="926685"/>
                </a:lnTo>
                <a:lnTo>
                  <a:pt x="104127" y="991960"/>
                </a:lnTo>
                <a:lnTo>
                  <a:pt x="122400" y="1053184"/>
                </a:lnTo>
                <a:lnTo>
                  <a:pt x="158656" y="1091899"/>
                </a:lnTo>
                <a:lnTo>
                  <a:pt x="167647" y="1157174"/>
                </a:lnTo>
                <a:lnTo>
                  <a:pt x="152855" y="1220199"/>
                </a:lnTo>
                <a:lnTo>
                  <a:pt x="195782" y="1231003"/>
                </a:lnTo>
                <a:lnTo>
                  <a:pt x="230008" y="1271519"/>
                </a:lnTo>
                <a:lnTo>
                  <a:pt x="270614" y="1297629"/>
                </a:lnTo>
                <a:lnTo>
                  <a:pt x="313831" y="1310234"/>
                </a:lnTo>
                <a:lnTo>
                  <a:pt x="353278" y="1338145"/>
                </a:lnTo>
                <a:lnTo>
                  <a:pt x="395335" y="1359303"/>
                </a:lnTo>
                <a:lnTo>
                  <a:pt x="436231" y="1338145"/>
                </a:lnTo>
                <a:lnTo>
                  <a:pt x="476838" y="1362904"/>
                </a:lnTo>
                <a:lnTo>
                  <a:pt x="441742" y="1401619"/>
                </a:lnTo>
                <a:lnTo>
                  <a:pt x="467846" y="1456091"/>
                </a:lnTo>
                <a:lnTo>
                  <a:pt x="504102" y="1493005"/>
                </a:lnTo>
                <a:lnTo>
                  <a:pt x="543839" y="1522716"/>
                </a:lnTo>
                <a:lnTo>
                  <a:pt x="581255" y="1489403"/>
                </a:lnTo>
                <a:lnTo>
                  <a:pt x="571973" y="1422778"/>
                </a:lnTo>
                <a:lnTo>
                  <a:pt x="600398" y="1426035"/>
                </a:lnTo>
                <a:lnTo>
                  <a:pt x="600398" y="0"/>
                </a:lnTo>
                <a:lnTo>
                  <a:pt x="590246" y="6978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BC310C5-7F4D-4D5B-8635-4D628C8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340" y="1572025"/>
            <a:ext cx="606014" cy="1536702"/>
          </a:xfrm>
          <a:custGeom xmlns:a="http://schemas.openxmlformats.org/drawingml/2006/main">
            <a:pathLst>
              <a:path w="606014" h="1536702">
                <a:moveTo>
                  <a:pt x="593369" y="8691"/>
                </a:moveTo>
                <a:lnTo>
                  <a:pt x="606014" y="0"/>
                </a:lnTo>
                <a:lnTo>
                  <a:pt x="606014" y="13559"/>
                </a:lnTo>
                <a:lnTo>
                  <a:pt x="598355" y="18823"/>
                </a:lnTo>
                <a:lnTo>
                  <a:pt x="554081" y="33120"/>
                </a:lnTo>
                <a:lnTo>
                  <a:pt x="512354" y="41872"/>
                </a:lnTo>
                <a:lnTo>
                  <a:pt x="475148" y="75738"/>
                </a:lnTo>
                <a:lnTo>
                  <a:pt x="439509" y="116881"/>
                </a:lnTo>
                <a:lnTo>
                  <a:pt x="393738" y="138847"/>
                </a:lnTo>
                <a:lnTo>
                  <a:pt x="350131" y="147477"/>
                </a:lnTo>
                <a:lnTo>
                  <a:pt x="306071" y="161424"/>
                </a:lnTo>
                <a:lnTo>
                  <a:pt x="262770" y="170445"/>
                </a:lnTo>
                <a:lnTo>
                  <a:pt x="220238" y="182488"/>
                </a:lnTo>
                <a:lnTo>
                  <a:pt x="176207" y="198674"/>
                </a:lnTo>
                <a:lnTo>
                  <a:pt x="132424" y="212092"/>
                </a:lnTo>
                <a:lnTo>
                  <a:pt x="102210" y="257265"/>
                </a:lnTo>
                <a:lnTo>
                  <a:pt x="77426" y="315903"/>
                </a:lnTo>
                <a:lnTo>
                  <a:pt x="33504" y="322895"/>
                </a:lnTo>
                <a:lnTo>
                  <a:pt x="29246" y="384033"/>
                </a:lnTo>
                <a:lnTo>
                  <a:pt x="48694" y="445754"/>
                </a:lnTo>
                <a:lnTo>
                  <a:pt x="42673" y="514902"/>
                </a:lnTo>
                <a:lnTo>
                  <a:pt x="11231" y="562359"/>
                </a:lnTo>
                <a:lnTo>
                  <a:pt x="12318" y="626478"/>
                </a:lnTo>
                <a:lnTo>
                  <a:pt x="89701" y="690381"/>
                </a:lnTo>
                <a:lnTo>
                  <a:pt x="78169" y="756464"/>
                </a:lnTo>
                <a:lnTo>
                  <a:pt x="105996" y="806704"/>
                </a:lnTo>
                <a:lnTo>
                  <a:pt x="122200" y="871907"/>
                </a:lnTo>
                <a:lnTo>
                  <a:pt x="104157" y="933786"/>
                </a:lnTo>
                <a:lnTo>
                  <a:pt x="115191" y="997459"/>
                </a:lnTo>
                <a:lnTo>
                  <a:pt x="132993" y="1057105"/>
                </a:lnTo>
                <a:lnTo>
                  <a:pt x="169564" y="1096156"/>
                </a:lnTo>
                <a:lnTo>
                  <a:pt x="178939" y="1164220"/>
                </a:lnTo>
                <a:lnTo>
                  <a:pt x="165166" y="1222902"/>
                </a:lnTo>
                <a:lnTo>
                  <a:pt x="204505" y="1232803"/>
                </a:lnTo>
                <a:lnTo>
                  <a:pt x="239350" y="1274052"/>
                </a:lnTo>
                <a:lnTo>
                  <a:pt x="278571" y="1299272"/>
                </a:lnTo>
                <a:lnTo>
                  <a:pt x="321910" y="1311912"/>
                </a:lnTo>
                <a:lnTo>
                  <a:pt x="361778" y="1340121"/>
                </a:lnTo>
                <a:lnTo>
                  <a:pt x="400915" y="1359810"/>
                </a:lnTo>
                <a:lnTo>
                  <a:pt x="442072" y="1338518"/>
                </a:lnTo>
                <a:lnTo>
                  <a:pt x="491130" y="1368431"/>
                </a:lnTo>
                <a:lnTo>
                  <a:pt x="454019" y="1409370"/>
                </a:lnTo>
                <a:lnTo>
                  <a:pt x="478099" y="1459618"/>
                </a:lnTo>
                <a:lnTo>
                  <a:pt x="513405" y="1495565"/>
                </a:lnTo>
                <a:lnTo>
                  <a:pt x="549147" y="1522290"/>
                </a:lnTo>
                <a:lnTo>
                  <a:pt x="580925" y="1493996"/>
                </a:lnTo>
                <a:lnTo>
                  <a:pt x="571060" y="1423185"/>
                </a:lnTo>
                <a:lnTo>
                  <a:pt x="606014" y="1427190"/>
                </a:lnTo>
                <a:lnTo>
                  <a:pt x="606014" y="1438438"/>
                </a:lnTo>
                <a:lnTo>
                  <a:pt x="584118" y="1435929"/>
                </a:lnTo>
                <a:lnTo>
                  <a:pt x="592816" y="1498370"/>
                </a:lnTo>
                <a:lnTo>
                  <a:pt x="549762" y="1536702"/>
                </a:lnTo>
                <a:lnTo>
                  <a:pt x="506031" y="1504004"/>
                </a:lnTo>
                <a:lnTo>
                  <a:pt x="468825" y="1466122"/>
                </a:lnTo>
                <a:lnTo>
                  <a:pt x="440697" y="1407428"/>
                </a:lnTo>
                <a:lnTo>
                  <a:pt x="473777" y="1370937"/>
                </a:lnTo>
                <a:lnTo>
                  <a:pt x="441622" y="1351331"/>
                </a:lnTo>
                <a:lnTo>
                  <a:pt x="400986" y="1372355"/>
                </a:lnTo>
                <a:lnTo>
                  <a:pt x="356008" y="1349727"/>
                </a:lnTo>
                <a:lnTo>
                  <a:pt x="316984" y="1322115"/>
                </a:lnTo>
                <a:lnTo>
                  <a:pt x="273889" y="1309546"/>
                </a:lnTo>
                <a:lnTo>
                  <a:pt x="231896" y="1282544"/>
                </a:lnTo>
                <a:lnTo>
                  <a:pt x="198290" y="1242762"/>
                </a:lnTo>
                <a:lnTo>
                  <a:pt x="151775" y="1231055"/>
                </a:lnTo>
                <a:lnTo>
                  <a:pt x="167587" y="1163688"/>
                </a:lnTo>
                <a:lnTo>
                  <a:pt x="158979" y="1101201"/>
                </a:lnTo>
                <a:lnTo>
                  <a:pt x="123038" y="1062822"/>
                </a:lnTo>
                <a:lnTo>
                  <a:pt x="104294" y="1000020"/>
                </a:lnTo>
                <a:lnTo>
                  <a:pt x="92705" y="933143"/>
                </a:lnTo>
                <a:lnTo>
                  <a:pt x="110628" y="871674"/>
                </a:lnTo>
                <a:lnTo>
                  <a:pt x="95507" y="810829"/>
                </a:lnTo>
                <a:lnTo>
                  <a:pt x="66484" y="758428"/>
                </a:lnTo>
                <a:lnTo>
                  <a:pt x="77576" y="694860"/>
                </a:lnTo>
                <a:lnTo>
                  <a:pt x="1233" y="631815"/>
                </a:lnTo>
                <a:lnTo>
                  <a:pt x="0" y="559080"/>
                </a:lnTo>
                <a:lnTo>
                  <a:pt x="31788" y="511100"/>
                </a:lnTo>
                <a:lnTo>
                  <a:pt x="37370" y="446996"/>
                </a:lnTo>
                <a:lnTo>
                  <a:pt x="17951" y="385370"/>
                </a:lnTo>
                <a:lnTo>
                  <a:pt x="22974" y="313256"/>
                </a:lnTo>
                <a:lnTo>
                  <a:pt x="69547" y="305842"/>
                </a:lnTo>
                <a:lnTo>
                  <a:pt x="92331" y="251936"/>
                </a:lnTo>
                <a:lnTo>
                  <a:pt x="125347" y="202573"/>
                </a:lnTo>
                <a:lnTo>
                  <a:pt x="172640" y="188080"/>
                </a:lnTo>
                <a:lnTo>
                  <a:pt x="216783" y="171853"/>
                </a:lnTo>
                <a:lnTo>
                  <a:pt x="260105" y="159587"/>
                </a:lnTo>
                <a:lnTo>
                  <a:pt x="303238" y="150601"/>
                </a:lnTo>
                <a:lnTo>
                  <a:pt x="347352" y="136637"/>
                </a:lnTo>
                <a:lnTo>
                  <a:pt x="390180" y="128160"/>
                </a:lnTo>
                <a:lnTo>
                  <a:pt x="432583" y="107811"/>
                </a:lnTo>
                <a:lnTo>
                  <a:pt x="467136" y="67921"/>
                </a:lnTo>
                <a:lnTo>
                  <a:pt x="507082" y="31560"/>
                </a:lnTo>
                <a:lnTo>
                  <a:pt x="551209" y="22305"/>
                </a:lnTo>
                <a:lnTo>
                  <a:pt x="593369" y="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BBBC1-8AE0-4083-81A4-34BA7B45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78" y="3586117"/>
            <a:ext cx="32775" cy="171982"/>
          </a:xfrm>
          <a:custGeom xmlns:a="http://schemas.openxmlformats.org/drawingml/2006/main">
            <a:pathLst>
              <a:path w="32775" h="171982">
                <a:moveTo>
                  <a:pt x="19143" y="35806"/>
                </a:moveTo>
                <a:lnTo>
                  <a:pt x="0" y="95679"/>
                </a:lnTo>
                <a:lnTo>
                  <a:pt x="21464" y="155553"/>
                </a:lnTo>
                <a:lnTo>
                  <a:pt x="32775" y="171982"/>
                </a:lnTo>
                <a:lnTo>
                  <a:pt x="32775" y="0"/>
                </a:lnTo>
                <a:lnTo>
                  <a:pt x="19143" y="35806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8C0F67D-F2D7-42B4-B59E-1314479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680" y="3570414"/>
            <a:ext cx="38674" cy="197536"/>
          </a:xfrm>
          <a:custGeom xmlns:a="http://schemas.openxmlformats.org/drawingml/2006/main">
            <a:pathLst>
              <a:path w="38674" h="197536">
                <a:moveTo>
                  <a:pt x="19766" y="49663"/>
                </a:moveTo>
                <a:lnTo>
                  <a:pt x="38674" y="0"/>
                </a:lnTo>
                <a:lnTo>
                  <a:pt x="38674" y="31405"/>
                </a:lnTo>
                <a:lnTo>
                  <a:pt x="30317" y="53355"/>
                </a:lnTo>
                <a:lnTo>
                  <a:pt x="11797" y="111279"/>
                </a:lnTo>
                <a:lnTo>
                  <a:pt x="32376" y="168685"/>
                </a:lnTo>
                <a:lnTo>
                  <a:pt x="38674" y="177832"/>
                </a:lnTo>
                <a:lnTo>
                  <a:pt x="38674" y="197536"/>
                </a:lnTo>
                <a:lnTo>
                  <a:pt x="22348" y="173825"/>
                </a:lnTo>
                <a:lnTo>
                  <a:pt x="0" y="111484"/>
                </a:lnTo>
                <a:lnTo>
                  <a:pt x="19766" y="496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7F8F4-A1B1-4DB7-9389-EAC6FE0D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875" y="4203999"/>
            <a:ext cx="681031" cy="290363"/>
          </a:xfrm>
          <a:custGeom xmlns:a="http://schemas.openxmlformats.org/drawingml/2006/main">
            <a:pathLst>
              <a:path w="681031" h="290363">
                <a:moveTo>
                  <a:pt x="0" y="189974"/>
                </a:moveTo>
                <a:lnTo>
                  <a:pt x="38576" y="221936"/>
                </a:lnTo>
                <a:lnTo>
                  <a:pt x="24944" y="284961"/>
                </a:lnTo>
                <a:lnTo>
                  <a:pt x="26722" y="290363"/>
                </a:lnTo>
                <a:lnTo>
                  <a:pt x="505943" y="290363"/>
                </a:lnTo>
                <a:lnTo>
                  <a:pt x="507583" y="278208"/>
                </a:lnTo>
                <a:lnTo>
                  <a:pt x="524696" y="214733"/>
                </a:lnTo>
                <a:lnTo>
                  <a:pt x="563272" y="186823"/>
                </a:lnTo>
                <a:lnTo>
                  <a:pt x="601558" y="153059"/>
                </a:lnTo>
                <a:lnTo>
                  <a:pt x="637814" y="114344"/>
                </a:lnTo>
                <a:lnTo>
                  <a:pt x="681031" y="123348"/>
                </a:lnTo>
                <a:lnTo>
                  <a:pt x="653767" y="68877"/>
                </a:lnTo>
                <a:lnTo>
                  <a:pt x="641295" y="3601"/>
                </a:lnTo>
                <a:lnTo>
                  <a:pt x="597208" y="0"/>
                </a:lnTo>
                <a:lnTo>
                  <a:pt x="578935" y="61674"/>
                </a:lnTo>
                <a:lnTo>
                  <a:pt x="536008" y="45918"/>
                </a:lnTo>
                <a:lnTo>
                  <a:pt x="492791" y="56272"/>
                </a:lnTo>
                <a:lnTo>
                  <a:pt x="452184" y="77430"/>
                </a:lnTo>
                <a:lnTo>
                  <a:pt x="407807" y="74279"/>
                </a:lnTo>
                <a:lnTo>
                  <a:pt x="364880" y="70677"/>
                </a:lnTo>
                <a:lnTo>
                  <a:pt x="322823" y="90035"/>
                </a:lnTo>
                <a:lnTo>
                  <a:pt x="287727" y="128750"/>
                </a:lnTo>
                <a:lnTo>
                  <a:pt x="245960" y="146307"/>
                </a:lnTo>
                <a:lnTo>
                  <a:pt x="201583" y="144506"/>
                </a:lnTo>
                <a:lnTo>
                  <a:pt x="159816" y="128750"/>
                </a:lnTo>
                <a:lnTo>
                  <a:pt x="116889" y="114344"/>
                </a:lnTo>
                <a:lnTo>
                  <a:pt x="72512" y="114344"/>
                </a:lnTo>
                <a:lnTo>
                  <a:pt x="38576" y="156661"/>
                </a:lnTo>
                <a:lnTo>
                  <a:pt x="0" y="18997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0B815E2-DD4D-45C8-A93A-46BF7DD6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225" y="4198061"/>
            <a:ext cx="699846" cy="296301"/>
          </a:xfrm>
          <a:custGeom xmlns:a="http://schemas.openxmlformats.org/drawingml/2006/main">
            <a:pathLst>
              <a:path w="699846" h="296301">
                <a:moveTo>
                  <a:pt x="43188" y="158704"/>
                </a:moveTo>
                <a:lnTo>
                  <a:pt x="78481" y="114695"/>
                </a:lnTo>
                <a:lnTo>
                  <a:pt x="126452" y="114695"/>
                </a:lnTo>
                <a:lnTo>
                  <a:pt x="170342" y="129424"/>
                </a:lnTo>
                <a:lnTo>
                  <a:pt x="211361" y="144898"/>
                </a:lnTo>
                <a:lnTo>
                  <a:pt x="253593" y="146612"/>
                </a:lnTo>
                <a:lnTo>
                  <a:pt x="293070" y="130018"/>
                </a:lnTo>
                <a:lnTo>
                  <a:pt x="328100" y="91375"/>
                </a:lnTo>
                <a:lnTo>
                  <a:pt x="372531" y="70925"/>
                </a:lnTo>
                <a:lnTo>
                  <a:pt x="416889" y="74646"/>
                </a:lnTo>
                <a:lnTo>
                  <a:pt x="459654" y="77683"/>
                </a:lnTo>
                <a:lnTo>
                  <a:pt x="499470" y="56937"/>
                </a:lnTo>
                <a:lnTo>
                  <a:pt x="544998" y="46029"/>
                </a:lnTo>
                <a:lnTo>
                  <a:pt x="583920" y="60315"/>
                </a:lnTo>
                <a:lnTo>
                  <a:pt x="601790" y="0"/>
                </a:lnTo>
                <a:lnTo>
                  <a:pt x="654635" y="4317"/>
                </a:lnTo>
                <a:lnTo>
                  <a:pt x="667760" y="73006"/>
                </a:lnTo>
                <a:lnTo>
                  <a:pt x="699846" y="137110"/>
                </a:lnTo>
                <a:lnTo>
                  <a:pt x="648398" y="126392"/>
                </a:lnTo>
                <a:lnTo>
                  <a:pt x="614104" y="163011"/>
                </a:lnTo>
                <a:lnTo>
                  <a:pt x="575416" y="197129"/>
                </a:lnTo>
                <a:lnTo>
                  <a:pt x="538225" y="224037"/>
                </a:lnTo>
                <a:lnTo>
                  <a:pt x="521722" y="285251"/>
                </a:lnTo>
                <a:lnTo>
                  <a:pt x="520231" y="296301"/>
                </a:lnTo>
                <a:lnTo>
                  <a:pt x="508955" y="296301"/>
                </a:lnTo>
                <a:lnTo>
                  <a:pt x="510745" y="283041"/>
                </a:lnTo>
                <a:lnTo>
                  <a:pt x="528467" y="217305"/>
                </a:lnTo>
                <a:lnTo>
                  <a:pt x="568429" y="188392"/>
                </a:lnTo>
                <a:lnTo>
                  <a:pt x="606313" y="154984"/>
                </a:lnTo>
                <a:lnTo>
                  <a:pt x="644532" y="114173"/>
                </a:lnTo>
                <a:lnTo>
                  <a:pt x="679518" y="121461"/>
                </a:lnTo>
                <a:lnTo>
                  <a:pt x="657075" y="76623"/>
                </a:lnTo>
                <a:lnTo>
                  <a:pt x="645255" y="14762"/>
                </a:lnTo>
                <a:lnTo>
                  <a:pt x="609926" y="11876"/>
                </a:lnTo>
                <a:lnTo>
                  <a:pt x="591250" y="74909"/>
                </a:lnTo>
                <a:lnTo>
                  <a:pt x="544318" y="57682"/>
                </a:lnTo>
                <a:lnTo>
                  <a:pt x="503412" y="67483"/>
                </a:lnTo>
                <a:lnTo>
                  <a:pt x="462015" y="89053"/>
                </a:lnTo>
                <a:lnTo>
                  <a:pt x="416026" y="85787"/>
                </a:lnTo>
                <a:lnTo>
                  <a:pt x="374529" y="82306"/>
                </a:lnTo>
                <a:lnTo>
                  <a:pt x="334846" y="100571"/>
                </a:lnTo>
                <a:lnTo>
                  <a:pt x="299685" y="139358"/>
                </a:lnTo>
                <a:lnTo>
                  <a:pt x="255628" y="157878"/>
                </a:lnTo>
                <a:lnTo>
                  <a:pt x="209105" y="155990"/>
                </a:lnTo>
                <a:lnTo>
                  <a:pt x="166591" y="139952"/>
                </a:lnTo>
                <a:lnTo>
                  <a:pt x="124627" y="125869"/>
                </a:lnTo>
                <a:lnTo>
                  <a:pt x="83843" y="125869"/>
                </a:lnTo>
                <a:lnTo>
                  <a:pt x="51265" y="166493"/>
                </a:lnTo>
                <a:lnTo>
                  <a:pt x="17301" y="195823"/>
                </a:lnTo>
                <a:lnTo>
                  <a:pt x="53405" y="225738"/>
                </a:lnTo>
                <a:lnTo>
                  <a:pt x="39376" y="290595"/>
                </a:lnTo>
                <a:lnTo>
                  <a:pt x="41255" y="296301"/>
                </a:lnTo>
                <a:lnTo>
                  <a:pt x="29491" y="296301"/>
                </a:lnTo>
                <a:lnTo>
                  <a:pt x="27813" y="291202"/>
                </a:lnTo>
                <a:lnTo>
                  <a:pt x="41048" y="230011"/>
                </a:lnTo>
                <a:lnTo>
                  <a:pt x="0" y="196000"/>
                </a:lnTo>
                <a:lnTo>
                  <a:pt x="43188" y="158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ABAD6-D902-4DD0-A024-35DF1DA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22" y="780419"/>
            <a:ext cx="121002" cy="262002"/>
          </a:xfrm>
          <a:custGeom xmlns:a="http://schemas.openxmlformats.org/drawingml/2006/main">
            <a:pathLst>
              <a:path w="121002" h="262002">
                <a:moveTo>
                  <a:pt x="74832" y="35114"/>
                </a:moveTo>
                <a:lnTo>
                  <a:pt x="38576" y="72028"/>
                </a:lnTo>
                <a:lnTo>
                  <a:pt x="14792" y="128300"/>
                </a:lnTo>
                <a:lnTo>
                  <a:pt x="0" y="195376"/>
                </a:lnTo>
                <a:lnTo>
                  <a:pt x="5801" y="262002"/>
                </a:lnTo>
                <a:lnTo>
                  <a:pt x="40897" y="217885"/>
                </a:lnTo>
                <a:lnTo>
                  <a:pt x="56849" y="154860"/>
                </a:lnTo>
                <a:lnTo>
                  <a:pt x="79473" y="96788"/>
                </a:lnTo>
                <a:lnTo>
                  <a:pt x="106447" y="42316"/>
                </a:lnTo>
                <a:lnTo>
                  <a:pt x="121002" y="0"/>
                </a:lnTo>
                <a:lnTo>
                  <a:pt x="91121" y="0"/>
                </a:lnTo>
                <a:lnTo>
                  <a:pt x="74832" y="3511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B5B917C-5FAC-40EE-96DD-B6114AD4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681" y="780419"/>
            <a:ext cx="132551" cy="276445"/>
          </a:xfrm>
          <a:custGeom xmlns:a="http://schemas.openxmlformats.org/drawingml/2006/main">
            <a:pathLst>
              <a:path w="132551" h="276445">
                <a:moveTo>
                  <a:pt x="75810" y="31887"/>
                </a:moveTo>
                <a:lnTo>
                  <a:pt x="90603" y="0"/>
                </a:lnTo>
                <a:lnTo>
                  <a:pt x="102920" y="0"/>
                </a:lnTo>
                <a:lnTo>
                  <a:pt x="85135" y="38340"/>
                </a:lnTo>
                <a:lnTo>
                  <a:pt x="48948" y="75184"/>
                </a:lnTo>
                <a:lnTo>
                  <a:pt x="25778" y="130003"/>
                </a:lnTo>
                <a:lnTo>
                  <a:pt x="11280" y="195744"/>
                </a:lnTo>
                <a:lnTo>
                  <a:pt x="15792" y="247558"/>
                </a:lnTo>
                <a:lnTo>
                  <a:pt x="41416" y="215348"/>
                </a:lnTo>
                <a:lnTo>
                  <a:pt x="57158" y="153154"/>
                </a:lnTo>
                <a:lnTo>
                  <a:pt x="79997" y="94529"/>
                </a:lnTo>
                <a:lnTo>
                  <a:pt x="106921" y="40159"/>
                </a:lnTo>
                <a:lnTo>
                  <a:pt x="120734" y="0"/>
                </a:lnTo>
                <a:lnTo>
                  <a:pt x="132551" y="0"/>
                </a:lnTo>
                <a:lnTo>
                  <a:pt x="117254" y="44474"/>
                </a:lnTo>
                <a:lnTo>
                  <a:pt x="90229" y="99046"/>
                </a:lnTo>
                <a:lnTo>
                  <a:pt x="67821" y="156566"/>
                </a:lnTo>
                <a:lnTo>
                  <a:pt x="51658" y="220422"/>
                </a:lnTo>
                <a:lnTo>
                  <a:pt x="7091" y="276445"/>
                </a:lnTo>
                <a:lnTo>
                  <a:pt x="0" y="195008"/>
                </a:lnTo>
                <a:lnTo>
                  <a:pt x="15087" y="126597"/>
                </a:lnTo>
                <a:lnTo>
                  <a:pt x="39485" y="68872"/>
                </a:lnTo>
                <a:lnTo>
                  <a:pt x="75810" y="31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10ECC-3AA5-45D1-ABEF-6F2BA58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980" y="780419"/>
            <a:ext cx="903715" cy="555516"/>
          </a:xfrm>
          <a:custGeom xmlns:a="http://schemas.openxmlformats.org/drawingml/2006/main">
            <a:pathLst>
              <a:path w="903715" h="555516">
                <a:moveTo>
                  <a:pt x="25312" y="35114"/>
                </a:moveTo>
                <a:lnTo>
                  <a:pt x="61568" y="72028"/>
                </a:lnTo>
                <a:lnTo>
                  <a:pt x="93183" y="119747"/>
                </a:lnTo>
                <a:lnTo>
                  <a:pt x="132919" y="147657"/>
                </a:lnTo>
                <a:lnTo>
                  <a:pt x="95503" y="182771"/>
                </a:lnTo>
                <a:lnTo>
                  <a:pt x="107975" y="248046"/>
                </a:lnTo>
                <a:lnTo>
                  <a:pt x="63888" y="249847"/>
                </a:lnTo>
                <a:lnTo>
                  <a:pt x="74040" y="316473"/>
                </a:lnTo>
                <a:lnTo>
                  <a:pt x="102174" y="367343"/>
                </a:lnTo>
                <a:lnTo>
                  <a:pt x="128279" y="423615"/>
                </a:lnTo>
                <a:lnTo>
                  <a:pt x="125088" y="492491"/>
                </a:lnTo>
                <a:lnTo>
                  <a:pt x="152062" y="546962"/>
                </a:lnTo>
                <a:lnTo>
                  <a:pt x="195279" y="555516"/>
                </a:lnTo>
                <a:lnTo>
                  <a:pt x="239367" y="553715"/>
                </a:lnTo>
                <a:lnTo>
                  <a:pt x="282584" y="536158"/>
                </a:lnTo>
                <a:lnTo>
                  <a:pt x="326671" y="534808"/>
                </a:lnTo>
                <a:lnTo>
                  <a:pt x="370758" y="545162"/>
                </a:lnTo>
                <a:lnTo>
                  <a:pt x="413975" y="531206"/>
                </a:lnTo>
                <a:lnTo>
                  <a:pt x="424127" y="464130"/>
                </a:lnTo>
                <a:lnTo>
                  <a:pt x="409334" y="399305"/>
                </a:lnTo>
                <a:lnTo>
                  <a:pt x="440079" y="349786"/>
                </a:lnTo>
                <a:lnTo>
                  <a:pt x="478366" y="318274"/>
                </a:lnTo>
                <a:lnTo>
                  <a:pt x="520423" y="339432"/>
                </a:lnTo>
                <a:lnTo>
                  <a:pt x="544206" y="283160"/>
                </a:lnTo>
                <a:lnTo>
                  <a:pt x="588294" y="277758"/>
                </a:lnTo>
                <a:lnTo>
                  <a:pt x="632671" y="281359"/>
                </a:lnTo>
                <a:lnTo>
                  <a:pt x="677918" y="279559"/>
                </a:lnTo>
                <a:lnTo>
                  <a:pt x="722006" y="283160"/>
                </a:lnTo>
                <a:lnTo>
                  <a:pt x="761742" y="309720"/>
                </a:lnTo>
                <a:lnTo>
                  <a:pt x="796838" y="267404"/>
                </a:lnTo>
                <a:lnTo>
                  <a:pt x="817141" y="207531"/>
                </a:lnTo>
                <a:lnTo>
                  <a:pt x="844406" y="154860"/>
                </a:lnTo>
                <a:lnTo>
                  <a:pt x="876021" y="107142"/>
                </a:lnTo>
                <a:lnTo>
                  <a:pt x="891973" y="42316"/>
                </a:lnTo>
                <a:lnTo>
                  <a:pt x="903715" y="0"/>
                </a:lnTo>
                <a:lnTo>
                  <a:pt x="0" y="0"/>
                </a:lnTo>
                <a:lnTo>
                  <a:pt x="25312" y="3511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389D2B8-72EC-4818-AC36-7A053EA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93" y="780419"/>
            <a:ext cx="916400" cy="561125"/>
          </a:xfrm>
          <a:custGeom xmlns:a="http://schemas.openxmlformats.org/drawingml/2006/main">
            <a:pathLst>
              <a:path w="916400" h="561125">
                <a:moveTo>
                  <a:pt x="27915" y="38725"/>
                </a:moveTo>
                <a:lnTo>
                  <a:pt x="0" y="0"/>
                </a:lnTo>
                <a:lnTo>
                  <a:pt x="13775" y="0"/>
                </a:lnTo>
                <a:lnTo>
                  <a:pt x="36483" y="31502"/>
                </a:lnTo>
                <a:lnTo>
                  <a:pt x="72816" y="68495"/>
                </a:lnTo>
                <a:lnTo>
                  <a:pt x="104145" y="115781"/>
                </a:lnTo>
                <a:lnTo>
                  <a:pt x="148637" y="147032"/>
                </a:lnTo>
                <a:lnTo>
                  <a:pt x="108455" y="184742"/>
                </a:lnTo>
                <a:lnTo>
                  <a:pt x="121567" y="253364"/>
                </a:lnTo>
                <a:lnTo>
                  <a:pt x="77239" y="255175"/>
                </a:lnTo>
                <a:lnTo>
                  <a:pt x="86300" y="314643"/>
                </a:lnTo>
                <a:lnTo>
                  <a:pt x="114046" y="364812"/>
                </a:lnTo>
                <a:lnTo>
                  <a:pt x="140810" y="422505"/>
                </a:lnTo>
                <a:lnTo>
                  <a:pt x="137623" y="491307"/>
                </a:lnTo>
                <a:lnTo>
                  <a:pt x="162735" y="542016"/>
                </a:lnTo>
                <a:lnTo>
                  <a:pt x="202601" y="549906"/>
                </a:lnTo>
                <a:lnTo>
                  <a:pt x="245053" y="548172"/>
                </a:lnTo>
                <a:lnTo>
                  <a:pt x="288297" y="530605"/>
                </a:lnTo>
                <a:lnTo>
                  <a:pt x="334121" y="529201"/>
                </a:lnTo>
                <a:lnTo>
                  <a:pt x="377409" y="539367"/>
                </a:lnTo>
                <a:lnTo>
                  <a:pt x="415856" y="526952"/>
                </a:lnTo>
                <a:lnTo>
                  <a:pt x="425332" y="464341"/>
                </a:lnTo>
                <a:lnTo>
                  <a:pt x="410264" y="398309"/>
                </a:lnTo>
                <a:lnTo>
                  <a:pt x="442706" y="346057"/>
                </a:lnTo>
                <a:lnTo>
                  <a:pt x="484513" y="311647"/>
                </a:lnTo>
                <a:lnTo>
                  <a:pt x="524488" y="331758"/>
                </a:lnTo>
                <a:lnTo>
                  <a:pt x="547206" y="278008"/>
                </a:lnTo>
                <a:lnTo>
                  <a:pt x="595066" y="272143"/>
                </a:lnTo>
                <a:lnTo>
                  <a:pt x="639674" y="275763"/>
                </a:lnTo>
                <a:lnTo>
                  <a:pt x="684922" y="273963"/>
                </a:lnTo>
                <a:lnTo>
                  <a:pt x="730792" y="277710"/>
                </a:lnTo>
                <a:lnTo>
                  <a:pt x="767545" y="302276"/>
                </a:lnTo>
                <a:lnTo>
                  <a:pt x="798766" y="264632"/>
                </a:lnTo>
                <a:lnTo>
                  <a:pt x="818873" y="205337"/>
                </a:lnTo>
                <a:lnTo>
                  <a:pt x="846469" y="152025"/>
                </a:lnTo>
                <a:lnTo>
                  <a:pt x="877715" y="104865"/>
                </a:lnTo>
                <a:lnTo>
                  <a:pt x="893455" y="40902"/>
                </a:lnTo>
                <a:lnTo>
                  <a:pt x="904804" y="0"/>
                </a:lnTo>
                <a:lnTo>
                  <a:pt x="916400" y="0"/>
                </a:lnTo>
                <a:lnTo>
                  <a:pt x="904266" y="43731"/>
                </a:lnTo>
                <a:lnTo>
                  <a:pt x="888101" y="109419"/>
                </a:lnTo>
                <a:lnTo>
                  <a:pt x="856116" y="157695"/>
                </a:lnTo>
                <a:lnTo>
                  <a:pt x="829184" y="209724"/>
                </a:lnTo>
                <a:lnTo>
                  <a:pt x="808685" y="270176"/>
                </a:lnTo>
                <a:lnTo>
                  <a:pt x="769713" y="317165"/>
                </a:lnTo>
                <a:lnTo>
                  <a:pt x="726993" y="288610"/>
                </a:lnTo>
                <a:lnTo>
                  <a:pt x="684689" y="285155"/>
                </a:lnTo>
                <a:lnTo>
                  <a:pt x="639443" y="286955"/>
                </a:lnTo>
                <a:lnTo>
                  <a:pt x="595296" y="283373"/>
                </a:lnTo>
                <a:lnTo>
                  <a:pt x="554982" y="288312"/>
                </a:lnTo>
                <a:lnTo>
                  <a:pt x="530132" y="347106"/>
                </a:lnTo>
                <a:lnTo>
                  <a:pt x="485993" y="324900"/>
                </a:lnTo>
                <a:lnTo>
                  <a:pt x="451228" y="353515"/>
                </a:lnTo>
                <a:lnTo>
                  <a:pt x="422180" y="400301"/>
                </a:lnTo>
                <a:lnTo>
                  <a:pt x="436697" y="463920"/>
                </a:lnTo>
                <a:lnTo>
                  <a:pt x="425869" y="535461"/>
                </a:lnTo>
                <a:lnTo>
                  <a:pt x="377882" y="550956"/>
                </a:lnTo>
                <a:lnTo>
                  <a:pt x="332996" y="540415"/>
                </a:lnTo>
                <a:lnTo>
                  <a:pt x="290645" y="541712"/>
                </a:lnTo>
                <a:lnTo>
                  <a:pt x="247455" y="559258"/>
                </a:lnTo>
                <a:lnTo>
                  <a:pt x="201732" y="561125"/>
                </a:lnTo>
                <a:lnTo>
                  <a:pt x="155165" y="551909"/>
                </a:lnTo>
                <a:lnTo>
                  <a:pt x="126327" y="493676"/>
                </a:lnTo>
                <a:lnTo>
                  <a:pt x="129521" y="424724"/>
                </a:lnTo>
                <a:lnTo>
                  <a:pt x="104077" y="369873"/>
                </a:lnTo>
                <a:lnTo>
                  <a:pt x="75554" y="318302"/>
                </a:lnTo>
                <a:lnTo>
                  <a:pt x="64312" y="244519"/>
                </a:lnTo>
                <a:lnTo>
                  <a:pt x="108158" y="242729"/>
                </a:lnTo>
                <a:lnTo>
                  <a:pt x="96326" y="180800"/>
                </a:lnTo>
                <a:lnTo>
                  <a:pt x="130976" y="148282"/>
                </a:lnTo>
                <a:lnTo>
                  <a:pt x="95995" y="123712"/>
                </a:lnTo>
                <a:lnTo>
                  <a:pt x="64093" y="75561"/>
                </a:lnTo>
                <a:lnTo>
                  <a:pt x="27915" y="38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369DB-C467-41BD-99F3-F9E1268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92" y="3892928"/>
            <a:ext cx="983261" cy="601434"/>
          </a:xfrm>
          <a:custGeom xmlns:a="http://schemas.openxmlformats.org/drawingml/2006/main">
            <a:pathLst>
              <a:path w="983261" h="601434">
                <a:moveTo>
                  <a:pt x="805462" y="137303"/>
                </a:moveTo>
                <a:lnTo>
                  <a:pt x="774717" y="82832"/>
                </a:lnTo>
                <a:lnTo>
                  <a:pt x="730629" y="49069"/>
                </a:lnTo>
                <a:lnTo>
                  <a:pt x="686542" y="38715"/>
                </a:lnTo>
                <a:lnTo>
                  <a:pt x="641295" y="44117"/>
                </a:lnTo>
                <a:lnTo>
                  <a:pt x="600398" y="21158"/>
                </a:lnTo>
                <a:lnTo>
                  <a:pt x="558341" y="0"/>
                </a:lnTo>
                <a:lnTo>
                  <a:pt x="541518" y="63475"/>
                </a:lnTo>
                <a:lnTo>
                  <a:pt x="497141" y="56272"/>
                </a:lnTo>
                <a:lnTo>
                  <a:pt x="454214" y="73829"/>
                </a:lnTo>
                <a:lnTo>
                  <a:pt x="411287" y="66626"/>
                </a:lnTo>
                <a:lnTo>
                  <a:pt x="368070" y="79231"/>
                </a:lnTo>
                <a:lnTo>
                  <a:pt x="325143" y="100389"/>
                </a:lnTo>
                <a:lnTo>
                  <a:pt x="283086" y="117946"/>
                </a:lnTo>
                <a:lnTo>
                  <a:pt x="241319" y="98588"/>
                </a:lnTo>
                <a:lnTo>
                  <a:pt x="201583" y="135503"/>
                </a:lnTo>
                <a:lnTo>
                  <a:pt x="194622" y="202129"/>
                </a:lnTo>
                <a:lnTo>
                  <a:pt x="157496" y="240844"/>
                </a:lnTo>
                <a:lnTo>
                  <a:pt x="118919" y="274156"/>
                </a:lnTo>
                <a:lnTo>
                  <a:pt x="105287" y="339432"/>
                </a:lnTo>
                <a:lnTo>
                  <a:pt x="66711" y="370944"/>
                </a:lnTo>
                <a:lnTo>
                  <a:pt x="38286" y="422264"/>
                </a:lnTo>
                <a:lnTo>
                  <a:pt x="36256" y="492491"/>
                </a:lnTo>
                <a:lnTo>
                  <a:pt x="0" y="531206"/>
                </a:lnTo>
                <a:lnTo>
                  <a:pt x="44087" y="548763"/>
                </a:lnTo>
                <a:lnTo>
                  <a:pt x="62070" y="479886"/>
                </a:lnTo>
                <a:lnTo>
                  <a:pt x="118919" y="448374"/>
                </a:lnTo>
                <a:lnTo>
                  <a:pt x="185630" y="457378"/>
                </a:lnTo>
                <a:lnTo>
                  <a:pt x="185630" y="525804"/>
                </a:lnTo>
                <a:lnTo>
                  <a:pt x="210574" y="580275"/>
                </a:lnTo>
                <a:lnTo>
                  <a:pt x="221527" y="601434"/>
                </a:lnTo>
                <a:lnTo>
                  <a:pt x="435750" y="601434"/>
                </a:lnTo>
                <a:lnTo>
                  <a:pt x="448413" y="585677"/>
                </a:lnTo>
                <a:lnTo>
                  <a:pt x="472197" y="529406"/>
                </a:lnTo>
                <a:lnTo>
                  <a:pt x="500622" y="478536"/>
                </a:lnTo>
                <a:lnTo>
                  <a:pt x="539198" y="446573"/>
                </a:lnTo>
                <a:lnTo>
                  <a:pt x="539198" y="515450"/>
                </a:lnTo>
                <a:lnTo>
                  <a:pt x="574294" y="555516"/>
                </a:lnTo>
                <a:lnTo>
                  <a:pt x="617221" y="568121"/>
                </a:lnTo>
                <a:lnTo>
                  <a:pt x="628033" y="601434"/>
                </a:lnTo>
                <a:lnTo>
                  <a:pt x="654897" y="601434"/>
                </a:lnTo>
                <a:lnTo>
                  <a:pt x="669429" y="580275"/>
                </a:lnTo>
                <a:lnTo>
                  <a:pt x="701335" y="536158"/>
                </a:lnTo>
                <a:lnTo>
                  <a:pt x="720478" y="473134"/>
                </a:lnTo>
                <a:lnTo>
                  <a:pt x="755573" y="432618"/>
                </a:lnTo>
                <a:lnTo>
                  <a:pt x="774717" y="496093"/>
                </a:lnTo>
                <a:lnTo>
                  <a:pt x="819094" y="483488"/>
                </a:lnTo>
                <a:lnTo>
                  <a:pt x="864341" y="474934"/>
                </a:lnTo>
                <a:lnTo>
                  <a:pt x="891606" y="527605"/>
                </a:lnTo>
                <a:lnTo>
                  <a:pt x="913069" y="465931"/>
                </a:lnTo>
                <a:lnTo>
                  <a:pt x="898277" y="401106"/>
                </a:lnTo>
                <a:lnTo>
                  <a:pt x="941494" y="413260"/>
                </a:lnTo>
                <a:lnTo>
                  <a:pt x="983261" y="395704"/>
                </a:lnTo>
                <a:lnTo>
                  <a:pt x="975429" y="327277"/>
                </a:lnTo>
                <a:lnTo>
                  <a:pt x="961797" y="263802"/>
                </a:lnTo>
                <a:lnTo>
                  <a:pt x="927862" y="306119"/>
                </a:lnTo>
                <a:lnTo>
                  <a:pt x="883484" y="302517"/>
                </a:lnTo>
                <a:lnTo>
                  <a:pt x="849549" y="262002"/>
                </a:lnTo>
                <a:lnTo>
                  <a:pt x="807782" y="242644"/>
                </a:lnTo>
                <a:lnTo>
                  <a:pt x="791829" y="242644"/>
                </a:lnTo>
                <a:lnTo>
                  <a:pt x="772686" y="180970"/>
                </a:lnTo>
                <a:lnTo>
                  <a:pt x="805462" y="137303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D25DDDD-6AC8-46DE-8728-6F3F819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114" y="3884844"/>
            <a:ext cx="998965" cy="609518"/>
          </a:xfrm>
          <a:custGeom xmlns:a="http://schemas.openxmlformats.org/drawingml/2006/main">
            <a:pathLst>
              <a:path w="998965" h="609518">
                <a:moveTo>
                  <a:pt x="788546" y="190125"/>
                </a:moveTo>
                <a:lnTo>
                  <a:pt x="805622" y="245141"/>
                </a:lnTo>
                <a:lnTo>
                  <a:pt x="818691" y="245141"/>
                </a:lnTo>
                <a:lnTo>
                  <a:pt x="862708" y="265542"/>
                </a:lnTo>
                <a:lnTo>
                  <a:pt x="895944" y="305222"/>
                </a:lnTo>
                <a:lnTo>
                  <a:pt x="935035" y="308394"/>
                </a:lnTo>
                <a:lnTo>
                  <a:pt x="974469" y="259222"/>
                </a:lnTo>
                <a:lnTo>
                  <a:pt x="990626" y="334455"/>
                </a:lnTo>
                <a:lnTo>
                  <a:pt x="998965" y="407315"/>
                </a:lnTo>
                <a:lnTo>
                  <a:pt x="951537" y="427251"/>
                </a:lnTo>
                <a:lnTo>
                  <a:pt x="915493" y="417114"/>
                </a:lnTo>
                <a:lnTo>
                  <a:pt x="928550" y="474336"/>
                </a:lnTo>
                <a:lnTo>
                  <a:pt x="902291" y="549790"/>
                </a:lnTo>
                <a:lnTo>
                  <a:pt x="870969" y="489281"/>
                </a:lnTo>
                <a:lnTo>
                  <a:pt x="830056" y="497015"/>
                </a:lnTo>
                <a:lnTo>
                  <a:pt x="780632" y="511053"/>
                </a:lnTo>
                <a:lnTo>
                  <a:pt x="762831" y="452029"/>
                </a:lnTo>
                <a:lnTo>
                  <a:pt x="735156" y="483978"/>
                </a:lnTo>
                <a:lnTo>
                  <a:pt x="716086" y="546760"/>
                </a:lnTo>
                <a:lnTo>
                  <a:pt x="683674" y="591579"/>
                </a:lnTo>
                <a:lnTo>
                  <a:pt x="671352" y="609518"/>
                </a:lnTo>
                <a:lnTo>
                  <a:pt x="657796" y="609518"/>
                </a:lnTo>
                <a:lnTo>
                  <a:pt x="674540" y="585140"/>
                </a:lnTo>
                <a:lnTo>
                  <a:pt x="705937" y="541725"/>
                </a:lnTo>
                <a:lnTo>
                  <a:pt x="725154" y="478458"/>
                </a:lnTo>
                <a:lnTo>
                  <a:pt x="767670" y="429376"/>
                </a:lnTo>
                <a:lnTo>
                  <a:pt x="788156" y="497300"/>
                </a:lnTo>
                <a:lnTo>
                  <a:pt x="827486" y="486129"/>
                </a:lnTo>
                <a:lnTo>
                  <a:pt x="877068" y="476756"/>
                </a:lnTo>
                <a:lnTo>
                  <a:pt x="900275" y="521588"/>
                </a:lnTo>
                <a:lnTo>
                  <a:pt x="916942" y="473694"/>
                </a:lnTo>
                <a:lnTo>
                  <a:pt x="900415" y="401266"/>
                </a:lnTo>
                <a:lnTo>
                  <a:pt x="950805" y="415438"/>
                </a:lnTo>
                <a:lnTo>
                  <a:pt x="986911" y="400261"/>
                </a:lnTo>
                <a:lnTo>
                  <a:pt x="979587" y="336268"/>
                </a:lnTo>
                <a:lnTo>
                  <a:pt x="968480" y="284551"/>
                </a:lnTo>
                <a:lnTo>
                  <a:pt x="940042" y="320012"/>
                </a:lnTo>
                <a:lnTo>
                  <a:pt x="890380" y="315981"/>
                </a:lnTo>
                <a:lnTo>
                  <a:pt x="855744" y="274630"/>
                </a:lnTo>
                <a:lnTo>
                  <a:pt x="816227" y="256315"/>
                </a:lnTo>
                <a:lnTo>
                  <a:pt x="797391" y="256315"/>
                </a:lnTo>
                <a:lnTo>
                  <a:pt x="776181" y="187984"/>
                </a:lnTo>
                <a:lnTo>
                  <a:pt x="808479" y="144954"/>
                </a:lnTo>
                <a:lnTo>
                  <a:pt x="780090" y="94657"/>
                </a:lnTo>
                <a:lnTo>
                  <a:pt x="737862" y="62318"/>
                </a:lnTo>
                <a:lnTo>
                  <a:pt x="695902" y="52464"/>
                </a:lnTo>
                <a:lnTo>
                  <a:pt x="649826" y="57965"/>
                </a:lnTo>
                <a:lnTo>
                  <a:pt x="607451" y="34176"/>
                </a:lnTo>
                <a:lnTo>
                  <a:pt x="571656" y="16168"/>
                </a:lnTo>
                <a:lnTo>
                  <a:pt x="555299" y="77885"/>
                </a:lnTo>
                <a:lnTo>
                  <a:pt x="507477" y="70123"/>
                </a:lnTo>
                <a:lnTo>
                  <a:pt x="464535" y="87686"/>
                </a:lnTo>
                <a:lnTo>
                  <a:pt x="421301" y="80432"/>
                </a:lnTo>
                <a:lnTo>
                  <a:pt x="379780" y="92542"/>
                </a:lnTo>
                <a:lnTo>
                  <a:pt x="337134" y="113562"/>
                </a:lnTo>
                <a:lnTo>
                  <a:pt x="292646" y="132133"/>
                </a:lnTo>
                <a:lnTo>
                  <a:pt x="252051" y="113319"/>
                </a:lnTo>
                <a:lnTo>
                  <a:pt x="216599" y="146253"/>
                </a:lnTo>
                <a:lnTo>
                  <a:pt x="209657" y="212698"/>
                </a:lnTo>
                <a:lnTo>
                  <a:pt x="171024" y="252984"/>
                </a:lnTo>
                <a:lnTo>
                  <a:pt x="133679" y="285233"/>
                </a:lnTo>
                <a:lnTo>
                  <a:pt x="120029" y="350593"/>
                </a:lnTo>
                <a:lnTo>
                  <a:pt x="80755" y="382675"/>
                </a:lnTo>
                <a:lnTo>
                  <a:pt x="53509" y="431867"/>
                </a:lnTo>
                <a:lnTo>
                  <a:pt x="51457" y="502851"/>
                </a:lnTo>
                <a:lnTo>
                  <a:pt x="19354" y="537130"/>
                </a:lnTo>
                <a:lnTo>
                  <a:pt x="49956" y="549317"/>
                </a:lnTo>
                <a:lnTo>
                  <a:pt x="66946" y="484244"/>
                </a:lnTo>
                <a:lnTo>
                  <a:pt x="127508" y="450674"/>
                </a:lnTo>
                <a:lnTo>
                  <a:pt x="200895" y="460578"/>
                </a:lnTo>
                <a:lnTo>
                  <a:pt x="200895" y="532670"/>
                </a:lnTo>
                <a:lnTo>
                  <a:pt x="225275" y="585911"/>
                </a:lnTo>
                <a:lnTo>
                  <a:pt x="237495" y="609518"/>
                </a:lnTo>
                <a:lnTo>
                  <a:pt x="224913" y="609518"/>
                </a:lnTo>
                <a:lnTo>
                  <a:pt x="215228" y="590808"/>
                </a:lnTo>
                <a:lnTo>
                  <a:pt x="189721" y="535107"/>
                </a:lnTo>
                <a:lnTo>
                  <a:pt x="189721" y="470345"/>
                </a:lnTo>
                <a:lnTo>
                  <a:pt x="129685" y="462243"/>
                </a:lnTo>
                <a:lnTo>
                  <a:pt x="76549" y="491697"/>
                </a:lnTo>
                <a:lnTo>
                  <a:pt x="57573" y="564378"/>
                </a:lnTo>
                <a:lnTo>
                  <a:pt x="0" y="541450"/>
                </a:lnTo>
                <a:lnTo>
                  <a:pt x="40410" y="498300"/>
                </a:lnTo>
                <a:lnTo>
                  <a:pt x="42418" y="428829"/>
                </a:lnTo>
                <a:lnTo>
                  <a:pt x="72021" y="375381"/>
                </a:lnTo>
                <a:lnTo>
                  <a:pt x="109899" y="344439"/>
                </a:lnTo>
                <a:lnTo>
                  <a:pt x="123514" y="279248"/>
                </a:lnTo>
                <a:lnTo>
                  <a:pt x="163322" y="244871"/>
                </a:lnTo>
                <a:lnTo>
                  <a:pt x="198941" y="207728"/>
                </a:lnTo>
                <a:lnTo>
                  <a:pt x="205921" y="140921"/>
                </a:lnTo>
                <a:lnTo>
                  <a:pt x="249942" y="100026"/>
                </a:lnTo>
                <a:lnTo>
                  <a:pt x="292881" y="119927"/>
                </a:lnTo>
                <a:lnTo>
                  <a:pt x="332507" y="103385"/>
                </a:lnTo>
                <a:lnTo>
                  <a:pt x="375715" y="82088"/>
                </a:lnTo>
                <a:lnTo>
                  <a:pt x="420628" y="68988"/>
                </a:lnTo>
                <a:lnTo>
                  <a:pt x="463248" y="76140"/>
                </a:lnTo>
                <a:lnTo>
                  <a:pt x="506160" y="58589"/>
                </a:lnTo>
                <a:lnTo>
                  <a:pt x="547092" y="65233"/>
                </a:lnTo>
                <a:lnTo>
                  <a:pt x="564381" y="0"/>
                </a:lnTo>
                <a:lnTo>
                  <a:pt x="612700" y="24308"/>
                </a:lnTo>
                <a:lnTo>
                  <a:pt x="652119" y="46438"/>
                </a:lnTo>
                <a:lnTo>
                  <a:pt x="696537" y="41135"/>
                </a:lnTo>
                <a:lnTo>
                  <a:pt x="742751" y="51988"/>
                </a:lnTo>
                <a:lnTo>
                  <a:pt x="788698" y="87175"/>
                </a:lnTo>
                <a:lnTo>
                  <a:pt x="821799" y="145821"/>
                </a:lnTo>
                <a:lnTo>
                  <a:pt x="788546" y="190125"/>
                </a:lnTo>
                <a:close/>
                <a:moveTo>
                  <a:pt x="462933" y="596654"/>
                </a:moveTo>
                <a:lnTo>
                  <a:pt x="452595" y="609518"/>
                </a:lnTo>
                <a:lnTo>
                  <a:pt x="438259" y="609518"/>
                </a:lnTo>
                <a:lnTo>
                  <a:pt x="453248" y="590869"/>
                </a:lnTo>
                <a:lnTo>
                  <a:pt x="476848" y="535032"/>
                </a:lnTo>
                <a:lnTo>
                  <a:pt x="505931" y="482984"/>
                </a:lnTo>
                <a:lnTo>
                  <a:pt x="554462" y="442773"/>
                </a:lnTo>
                <a:lnTo>
                  <a:pt x="554462" y="521433"/>
                </a:lnTo>
                <a:lnTo>
                  <a:pt x="587104" y="558697"/>
                </a:lnTo>
                <a:lnTo>
                  <a:pt x="631302" y="571675"/>
                </a:lnTo>
                <a:lnTo>
                  <a:pt x="643584" y="609518"/>
                </a:lnTo>
                <a:lnTo>
                  <a:pt x="631837" y="609518"/>
                </a:lnTo>
                <a:lnTo>
                  <a:pt x="622494" y="580735"/>
                </a:lnTo>
                <a:lnTo>
                  <a:pt x="580839" y="568503"/>
                </a:lnTo>
                <a:lnTo>
                  <a:pt x="543288" y="525635"/>
                </a:lnTo>
                <a:lnTo>
                  <a:pt x="543288" y="466542"/>
                </a:lnTo>
                <a:lnTo>
                  <a:pt x="514667" y="490256"/>
                </a:lnTo>
                <a:lnTo>
                  <a:pt x="486901" y="539947"/>
                </a:lnTo>
                <a:lnTo>
                  <a:pt x="462933" y="5966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9D97D-888F-4A56-80BE-E5397A46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4325546"/>
            <a:ext cx="108768" cy="168816"/>
          </a:xfrm>
          <a:custGeom xmlns:a="http://schemas.openxmlformats.org/drawingml/2006/main">
            <a:pathLst>
              <a:path w="108768" h="168816">
                <a:moveTo>
                  <a:pt x="108768" y="0"/>
                </a:moveTo>
                <a:lnTo>
                  <a:pt x="0" y="0"/>
                </a:lnTo>
                <a:lnTo>
                  <a:pt x="0" y="168816"/>
                </a:lnTo>
                <a:lnTo>
                  <a:pt x="108768" y="168816"/>
                </a:lnTo>
                <a:lnTo>
                  <a:pt x="108768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EBA5C-28BD-4A0E-8ACB-447561C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3987915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977AA-50BE-4D90-832B-5019BD5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3650284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30315-DD23-4C21-8291-61E894B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3312653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B88D3-B55D-4FE1-83DC-56137A8D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2975022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C3154-0BB1-4854-93F1-620373C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2637391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0B5CF-E43D-4F30-BD9C-CD3850A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2299759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F2C45-66F6-40AF-8BC3-D4291E0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1962128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7AD8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0CAFA-CF53-45CC-92F3-CD8DF3DC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1624497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272FA-D533-4815-9145-055C7E3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1286866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DD5F0-BCF0-45A4-B169-C11530E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949235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0135D-D33F-4105-96C0-37B704B6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780419"/>
            <a:ext cx="108768" cy="168816"/>
          </a:xfrm>
          <a:custGeom xmlns:a="http://schemas.openxmlformats.org/drawingml/2006/main">
            <a:pathLst>
              <a:path w="108768" h="168816">
                <a:moveTo>
                  <a:pt x="108768" y="168816"/>
                </a:moveTo>
                <a:lnTo>
                  <a:pt x="108768" y="0"/>
                </a:lnTo>
                <a:lnTo>
                  <a:pt x="0" y="0"/>
                </a:lnTo>
                <a:lnTo>
                  <a:pt x="0" y="168816"/>
                </a:lnTo>
                <a:lnTo>
                  <a:pt x="108768" y="168816"/>
                </a:lnTo>
                <a:close/>
              </a:path>
            </a:pathLst>
          </a:custGeom>
          <a:solidFill xmlns:a="http://schemas.openxmlformats.org/drawingml/2006/main">
            <a:srgbClr val="F3C5A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CFFDF-3F9A-49E7-8604-D77F70B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E9F02-8248-4598-9A60-4DD5B73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FECEF-EC35-42B7-AF80-D266F956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1DDE7-6DF5-4A59-8015-B3DB9DBE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CAF52-224F-423D-8D57-4092D00C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8B7F6-4B82-4989-96D6-722A41DA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4761A-7A01-40C3-B43A-C14F649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C13C6-933E-430A-AA8D-4048BD4B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48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7403C-A7AB-4A36-8340-379F2768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866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E1E1B-4949-4AD9-BFEA-57C5343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D8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67893-CC68-4F7A-810A-6E80152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CA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E5DD0-5E1D-44C7-B8E9-73D5348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4C2A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BD6CF-8BC2-4890-9CBB-FF160FAD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7AD8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6FC4F-8121-45A7-AEB4-5941777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E9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B1360-39DC-498C-81E7-47D9295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E3D83-5FB3-4721-B557-BF22C0EA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09777-93D9-43CB-860A-BB30D882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38B31-DA1A-4686-B345-B58E90D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D7FC5-BF03-4F2E-B917-D416F34E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60765-DC58-4DC7-B76E-F3A62B9C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A7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18EEB-A3E6-418A-BCCB-083B7EA9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795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68E0D-005A-4525-9609-5E474A4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B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C007F-DAF2-4FF6-9409-00A37AD9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D284B-5114-4BB8-BF0A-80EE16E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56999-93C4-4C3C-88C9-25C2968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AA8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36D6D-6815-4F3D-BBFB-6851D25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984B0-008E-4F73-80C2-CE1F17E0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2FD44-E778-4348-825E-698B41F7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28290-70FB-417E-8171-5B5FEB6E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65D49-3F96-4126-ACF3-6BF37C2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2B899-C511-4087-88EF-34F59AFE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8A953-C322-4D1F-944D-D6F07E39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826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26590-56AE-4071-981C-D2E1CC1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B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B2B85-7ADC-4FEB-A2DD-4C2C96B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8E7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08882-9235-41A4-8B57-3D109368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CCB93-ABEA-41FB-B987-61EDDAC0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5C0A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E769E-FE62-4BE1-9396-D34F8E39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0F485-6CF8-4241-ABE0-12A5464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A8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DA576-A8CE-49A6-80AD-79F4B2C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BB847-67AC-40CD-952C-AC0DC420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45278-DEF3-4BBA-9C7D-DF16FE1A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52C12-2158-43C4-A207-DF4CF4E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15641-7CC4-4D77-836C-F303B160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287C2-D3CB-4C15-8CB6-BA812A88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D8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9DD3E-015F-47FA-94B2-D8A77920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2386D-A900-4192-81F3-07F45D7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1D769-903C-464D-846E-B35B4FE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99F98-D683-4A6C-BA8D-744FC83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3967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EFD46-1D0F-45C7-9344-A67F257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99F0E-3285-46CF-B8A7-F7B10027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7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58E08-C4FD-49FF-B5E6-504F863A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8F7B6-0826-48CF-83A7-306BA155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714A1-58E5-4F6A-85D2-8F4123C2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7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2EE70-5617-4E6D-9529-BD9EF6B7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F0DFF-B3F7-48D7-BBCD-A5037A4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17209-7473-4C3D-8421-A16BCD23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08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21099-647D-4CAC-BBB4-B9C994D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CDD80-2BD1-48A2-8E94-59AA2939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3A485-AAF4-4505-87B8-14773F1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D6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3AD2A-A304-42D2-9299-164AD3B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18E7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564F8-82F2-4ADC-B682-FB22A2EC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49A7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60B4B-CA85-4447-B0F7-6A8C7AC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414FF-E27F-4F8D-B0C6-BFC1456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896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C138F-AF39-4CC3-B8C4-D52C583E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2B340-9BD4-486A-8A63-838D13B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226E5-E1DE-455D-93C0-C5B27B0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2450A-DF59-4E76-96CA-2DE6B950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795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B3A12-E623-4AF9-81B9-5FCEAC0E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5C4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E2FD7-B033-4FC5-AC7B-83CFEC9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01E26-1015-4D7F-A031-46C90472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B3EEE-8261-49B3-8526-7F8442E1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876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99CB0-5DE3-4ED7-85AA-606CD98E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40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6A68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24682-BAFB-44EB-B40F-EE95D7C4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3957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47ACD-8419-48E3-9BA2-39830AE7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100FA-0C7E-46D6-AF4D-DEC2190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FD96F-ED4A-4CF9-AF5B-49FFBAD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7DE45-0D8D-49E3-B20F-FF9917A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2272B-23AA-4955-BD92-FE7C618F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866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0FD8B-C875-4AC5-B2AA-8739433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644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0DA51-E814-45B4-830B-5E57CD1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584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2B555-4C75-4173-88EB-EC6920CD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896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8F5A4-2E87-4FAE-8476-D5D65090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775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C4528-3287-45E3-B055-9796EB9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B1EF7-0061-44E1-B94A-B6D85644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A9552-8F64-4149-AC20-CDC9CC9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3967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B817A-C4AC-425B-B060-96AE76C6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B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D7613-D850-4D80-97F6-E2B1401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25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653B0-8B98-4481-A4CC-A093CED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F5BEC-F31B-4D21-ABD0-B5D173AD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B4BF2-4EED-413E-B1F7-7318D4E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806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EC4C1-43F2-4CA6-890F-89662C3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4F4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F964E-38CB-4882-A2BD-7FCF09A8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5E4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FAD5D-9CC6-4E41-96FB-AF51B8D6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876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2C15C-8433-418A-BB1C-7ECD65D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9E7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986E3-AD8D-4FFE-B9E4-8B251AD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4A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8FDCE-44CA-4036-AE79-9C981FF0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1CAB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496A1-B26A-4CD3-A07D-7805BCB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9CB23-04F9-4307-B244-14775923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775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1D47F-49F3-476C-BB0F-6723016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755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41A2B-8653-41C3-B2E8-CC7DBC1F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84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A272D-7234-4EBC-8792-4D2C7F17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909D6-0D08-4156-8059-E85AC4BC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775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DEF01-7767-4016-A7DA-E368378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443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2FDF0-DB6D-4C2E-8D0A-4D423DE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6A5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98F60-A434-46F7-A167-3669D577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917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3EE49-F2E4-434A-9748-3FE147AD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8A11A-E4FD-49F3-9D06-B3E0E7C0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ABD0D-1307-4B13-903E-5F4F92E2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3C5A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2737E-44B3-4651-87AF-5572E07C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C826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9962C-0EB5-427D-B3CD-D585C76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705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BA6FF-E71E-4661-A7E9-20EAA7D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D6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BF4C8-8622-447F-8CFD-6ECF7CF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7F6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84982-1D29-42CD-B6E4-5A7A1053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AB229-C38D-4FC8-9F1E-230D1269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7F6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C62F7-737D-414D-BF65-32D60925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8A80B-D745-42CE-B190-899B4DA1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9E7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DD744-D6D8-47FE-BA75-5842EFD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6718D-32E2-4AD6-A118-4C614D78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F7512-9C06-497A-9E83-E837E603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57BFD-B4AF-4CA6-9DF8-9E9EF9C1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4C4A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55760-E1BD-4403-B2BD-CAE51DF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18E7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ED9CD-8F4B-4F7D-BEBD-E86D8EFA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564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59F18-0BB6-44B1-8A1B-38F3D07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665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8F3FE-4918-424C-906F-C4B13FB3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8D6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74AE3-1FA4-4310-AF74-AF39F56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B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EC09E-D3EA-431A-A2AD-34CF4C88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755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36CFC-9310-4D8A-916F-476381F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876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17F5A-F188-452A-B3E1-8B26FF1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E3EAC-B99D-4E57-A25C-7BD2D3C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CA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DA660-8A0A-4285-BEF7-839E3BC8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CA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A2F18-CE27-40E9-B2C4-2A8E52E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0A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CAF75-8B30-4B82-B475-B40D7D8D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4C2A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E3DE7-3C76-4C60-A676-AD5344D2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C826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C747B-C92A-4BCD-8DA7-8C8C0F2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4D4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72E18-052E-4A27-947B-9EF6B29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584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4DE98-0002-4FB7-BCB8-6C24206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ED247-EFCA-4FE9-85A7-B66A5369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D7628-F2A6-4769-887E-7DB3577D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624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E9C35-9DEB-46F6-A1D2-9578E86D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D8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5835A-5060-4281-88AD-56A7E8C6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840F8-DE50-4FDE-81CE-5201C916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624C4-99E9-4077-989A-F46D4E2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DB38D-D624-46C7-917A-A6382D9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486DF-AD16-41BB-9E52-083BBD56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5E276-8AB9-4BA6-8316-38FD6CB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5705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ACD97-D71E-47B5-A2CE-F3FB1674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463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93F98-353C-4A4C-B49F-5EB02245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493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84265-BD25-4242-97E5-81086C5E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32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F9223-2EE5-4D51-B1D6-4652AE1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3E346-27C2-48FD-B522-759B17E0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3D3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99132-2E54-4E12-9D02-1BE5886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09FA7-8506-47A0-9437-F49BEBAA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4D3F4-B7CB-47EC-B755-FFD33763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8C9FD-A4BB-411C-8C35-4E2D2205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B925D-9BB7-4FCC-9F14-F31F215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98DDF-AC23-401A-A482-14F2A89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DCA34-3A94-4D33-B962-19E1BD8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D9584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0745F-F06E-4C8C-ACC4-4EF35E26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3D3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1F5A4-9398-408F-B783-D2A62AB6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B1A2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7B4F2-8629-48E0-82D9-792C9BE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282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952EB-EA58-4EBC-941E-D1431B5B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463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472C5-C326-4262-9CB3-7C504EB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3B3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DD9EE-F4F1-46EC-BF18-0C439787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C5090-731B-4E15-AFF0-E6D58384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68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3D30A-008A-4EF6-8C4C-ACEB906A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2A0E1-6805-4E32-A049-3B04AB1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A1024-7413-4F2E-AAC7-05997D2B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CA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C2303-CF7C-4449-A2BE-3FF62984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83244-C14A-4708-8C28-93955B52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C838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A25C0-02A6-4C79-ACFF-D357D7F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162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31887-DF7F-47F4-84A1-8F0A893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32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0BC81-7E8C-4D90-AB23-7B56145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443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DB1B8-AE54-4A57-B180-EDC0EF2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524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5DDD4-678B-4349-8107-707B19F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0D2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6BCEB-7B43-48A4-8E97-FC1B871E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838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0C4AC-8EB3-4B11-9E5B-171F161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937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39196-6CFD-47AE-A7BE-3873881C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64D0C-C178-49BB-A4C0-A38A744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C65D4-787D-4A77-B31B-36533475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CA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EF43F-49B2-4770-9691-2FA59B84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E2C4D-000F-4F88-8E59-771FA50F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DD604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BCB30-3812-4A76-8B33-A434CBB7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443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FAE7B-8146-4A35-957C-57D662F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303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BF56A-7410-4588-8520-567971C7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112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5F581-7F8E-42A5-8AEA-E874E0E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423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16085-C5CF-4BD3-9F64-2AAF3413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282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3B423-CAB0-4FDE-B710-2CE0706C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0D2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EF667-343B-4482-BDD8-686AC87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5C4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6B5E1-9C84-4EA9-BA28-12DDA2F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38945-ED63-4B76-8695-A72E0181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0175C-B821-4D36-B3B6-92C284E6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40629-C51A-409F-A575-494D109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8E2D7-76F2-47AE-B0BD-77112A1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7AD8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AC65C-BF7D-47FB-9626-071695F6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5C4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40841-C3D6-47E4-9656-1ACA13F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BC78F-F7D4-4BDC-9D8E-2E5BA4C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0D2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BC171-C978-46D5-B322-57579DB2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3F3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6A42A-8C41-4C0A-896E-BC9BDDB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E232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DF36F-08FD-4CB2-9C23-AE26513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162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2CC30-E89C-4FDE-9060-2C712991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624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EC0C6-D24A-4F9E-86C5-8A80A2D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E58F4-4763-46A9-95D6-3563D501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8CEFB-EB6A-46B7-B864-BA7B080A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1E78D-DD05-4D5B-AA61-E6509A8C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1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8C760-B683-40EC-BC0F-F8664EEE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33398-7112-4A38-815A-1AABA8A9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665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ED974-305D-44F9-A5E3-19DE7E69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544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5599A-A1E6-4EAD-8B61-C735FB6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0D2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B420A-479C-4ACC-BE66-4824C2D6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2A3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B6F93-BEE7-457F-941E-EFFFB835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C5F0C-4F21-458A-BF79-4A91022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2A3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E1196-8FE0-4FA9-95D5-83E484CD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4B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98B3D-D02D-4307-BADC-2E3913E3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8346D-F4A0-4981-8BFB-602A3060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766ED-D3FF-4B9D-9A83-80BF21F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A9D44-021C-423E-B25D-A3AA685F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C08F7-0620-40FE-8586-80695C6A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DD604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5C13D-0FD0-4B8D-A613-4F7DBEA4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A7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96090-2873-498B-A89F-6793F165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AD57B-BF8E-4E65-8F0F-DF2E4EE8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3B3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9679C-196A-4AF8-9FAB-E925DBB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3D3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D8E57-914D-492C-986A-CD89CE17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493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991EC-B8F7-4854-B665-BA970602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3F3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B6227-12B2-4027-97C3-2799121C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524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EC63E-6642-4F38-A4D5-BCBCF329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807F4-75E4-46A1-BD05-92524BD3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806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7DF1F-35C0-4B60-9408-67E1CF4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7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2232E-9C51-4577-B91F-649878A4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6AA8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63D48-C8AD-42CC-A729-472CBCC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A48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D1C5D-04A5-49AF-A71C-46B6CB8E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5B288-C91F-467F-BA65-3DFB3E3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1464C-6453-4F39-9927-38C3B47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4B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D052C-86ED-48E8-B638-A85CC4B3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443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381A8-F9D6-45D7-BC2F-5574424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3D3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92CF6-6E12-40DC-AE42-F0754A4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3F3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3FB36-9944-4D22-8A5C-15FD672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3B3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CF334-7CB2-4357-B67A-E1CF866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624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9F6C1-534F-481B-922B-4595D22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7F6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64858-DD66-4350-8C77-4F469B0C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907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24166-BFF2-4733-8611-E3375C1D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9795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C0918-3006-440E-8F29-C45B6C0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E876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4F34B-7D30-447A-AA93-3AB4A697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D3558-ECD3-4510-8D1C-BF98931E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03871-345A-4332-8456-90634E13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493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01E66-1F71-455D-A5FB-08E44A0B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6353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C7D17-29BF-4685-80FC-712BDBEA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32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7D0C2-2ADB-4B2C-939A-2E0598E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423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AEE72-15C4-4DDB-852A-AE50B65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32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DCB99-6445-4703-9EA4-0B22F5D2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D6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A33CE-149C-4792-9948-F0BC0233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9E7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D23D4-219B-4BDD-9D11-BE44E7A5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48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43F65-61CC-4D19-92FC-1D112E9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D03DF-E144-4C6E-B269-17AD078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36C5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31DBE-DFBA-4DA6-B0BB-4EA7E30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D7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A9EC2-ABAC-4DD3-B768-1C17B971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644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2FB3E-D059-49ED-9B37-7D4CFD6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584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D24CE-5DF0-442D-A181-7A5AE3D6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584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66FCF-2D32-4B82-8B98-10B5C4FA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493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B6885-5FA8-4FAA-BF78-D0631C3B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32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3FFCD-9CF7-4C43-8052-A12D4701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4B3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BE290-739B-4679-8A78-57BEE832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A9716-36F4-4813-8B89-329AD37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7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917E6-7D61-4788-8E1F-B59E8F1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480FD-A651-4F5F-BFC6-BFEEDB25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7AE9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C52D2-154F-415F-A5B6-DA49C6AE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C838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D1C28-7160-4F4E-B4D0-1B62ECF6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7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1EF12-6046-41E5-89D1-919ADAAA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25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80701-CF37-462E-9EDD-C2E4228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DEE09-863F-42FA-8883-18D7A38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5E4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32948-76CD-4EB4-9ECB-B0EEA09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493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47AF9-044E-47F5-9553-8B4405E2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8383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32461-4469-41A6-B7CF-78A0D05F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604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01DE7-2FCB-4C55-941F-65A958A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D6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1B295-C764-4C77-8581-D3CF528D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7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008D7-5C00-45C3-AA9C-4B673421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84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94434-A8B5-4025-9353-545BAE5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08B6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BC67F-0013-4F08-899C-7F83A87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DD604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959A4-1979-4E00-B610-66C2D8E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A7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E1C95-86ED-4BEF-8EEA-1B9A796D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25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BB865-18AB-46EE-B81C-2C31FB74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1C848-26E0-4C3E-93FF-938258D3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493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6C778-8B1D-49BD-9D09-244708E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4F4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A986C-E643-46DD-AE3D-9561565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6353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80BF1-A16C-4683-8609-53CD0BE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584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95F18-F840-45AE-90C1-3AF0E05D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67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9C8E7-BCBD-4FC2-9C69-E2B7A7BD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D7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656EE-2640-4012-9922-A5F6721B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7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8EBB4-5ADC-4F81-9CA2-D93BE68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8775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2E929-BE3C-49BB-8C88-F7776F88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26A5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C79CD-DC0E-4011-AFCE-84F505E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8B6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B21A9-6217-489E-BDC1-CA3B6504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806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55659-24DB-437E-9575-6B5C26F0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604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98DD4-C1FF-45EA-B43D-C5644A4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524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38711-0504-46E9-9BE6-8798B977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5E4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AD2D3-F843-4D33-BB51-64BD7A31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32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545D7-53E1-4421-80AC-F774CAA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5C4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9691D-68D4-4B98-BD0C-08D2B862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896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86702-3D46-4E31-B126-58027F16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D7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87A4F-C090-4B6E-B1AF-B16B86B0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14346-3F61-400D-BE78-AE3CF12E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C826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47D41-5110-45EE-9721-C96B2FB2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4325546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0"/>
                </a:move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DD604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9B07E-1B9D-4DEF-8744-13744EC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398791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1DE90-B59D-42A0-A5DD-D8FAF234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365028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7B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12D76-630E-4BD5-A04C-BB38776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331265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644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63A08-DFEC-4C8C-AEA2-1684D0CF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297502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644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1B69B-3A04-4499-979A-C919B0F9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2637391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624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E1EC2-AFA2-457B-9353-216DA9F6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229975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6353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9DB52-DECB-44F8-952F-9A5B2E0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196212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624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43AAF-299D-4CFB-B546-DE54FDC0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162449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8B6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0A2FC-1014-4951-BAE7-1A94ECF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128686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A90A0-6DDF-427F-84B8-42D30587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94923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E9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2E6F2-AC53-45AA-964D-5282D50E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780419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E65E9-6A3E-40D8-A2B1-8ACAA9DF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4325546"/>
            <a:ext cx="108768" cy="168816"/>
          </a:xfrm>
          <a:custGeom xmlns:a="http://schemas.openxmlformats.org/drawingml/2006/main">
            <a:pathLst>
              <a:path w="108768" h="168816">
                <a:moveTo>
                  <a:pt x="0" y="0"/>
                </a:moveTo>
                <a:lnTo>
                  <a:pt x="0" y="168816"/>
                </a:lnTo>
                <a:lnTo>
                  <a:pt x="108768" y="168816"/>
                </a:lnTo>
                <a:lnTo>
                  <a:pt x="10876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685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BCB6A-C5C5-4887-95EC-123E152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3987915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36C5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6679B-62DE-4141-8181-FD05B35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3650284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44F4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5F83B-A702-46CF-B58E-7EB90E5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3312653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A5A4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3BBF9-EADB-46E9-AA35-1B40F8A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2975022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A7B6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59ECE-4CF7-4E22-AE95-BD735ED0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2637391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E624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1431F-6304-427C-94F1-C6CBF89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2299759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44F4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403BB-48B6-4387-8E54-9343B51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1962128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46E5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876D1-6D7D-4B82-9228-3DF2E6F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1624497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08B6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BAACE-8CC2-4FCE-B789-40C77352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1286866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0FF46-DB50-4608-BE43-D36299B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949235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4C0FE-D521-43A1-9B02-84B3F768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780419"/>
            <a:ext cx="108768" cy="168816"/>
          </a:xfrm>
          <a:custGeom xmlns:a="http://schemas.openxmlformats.org/drawingml/2006/main">
            <a:pathLst>
              <a:path w="108768" h="168816">
                <a:moveTo>
                  <a:pt x="108768" y="168816"/>
                </a:moveTo>
                <a:lnTo>
                  <a:pt x="108768" y="0"/>
                </a:lnTo>
                <a:lnTo>
                  <a:pt x="0" y="0"/>
                </a:lnTo>
                <a:lnTo>
                  <a:pt x="0" y="168816"/>
                </a:lnTo>
                <a:lnTo>
                  <a:pt x="108768" y="168816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734D9DB-01F7-492D-9BC4-B7BE3698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780419"/>
            <a:ext cx="5873460" cy="3713942"/>
          </a:xfrm>
          <a:custGeom xmlns:a="http://schemas.openxmlformats.org/drawingml/2006/main">
            <a:pathLst>
              <a:path w="5873460" h="3713942">
                <a:moveTo>
                  <a:pt x="0" y="3713942"/>
                </a:moveTo>
                <a:lnTo>
                  <a:pt x="0" y="0"/>
                </a:lnTo>
                <a:lnTo>
                  <a:pt x="5873460" y="0"/>
                </a:lnTo>
                <a:lnTo>
                  <a:pt x="5873460" y="3713942"/>
                </a:lnTo>
                <a:lnTo>
                  <a:pt x="0" y="3713942"/>
                </a:lnTo>
                <a:close/>
                <a:moveTo>
                  <a:pt x="5867873" y="5587"/>
                </a:moveTo>
                <a:lnTo>
                  <a:pt x="5587" y="5587"/>
                </a:lnTo>
                <a:lnTo>
                  <a:pt x="5587" y="3708355"/>
                </a:lnTo>
                <a:lnTo>
                  <a:pt x="5867873" y="3708355"/>
                </a:lnTo>
                <a:lnTo>
                  <a:pt x="5867873" y="5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(a)Originalprediction">
            <a:extLst xmlns:a="http://schemas.openxmlformats.org/drawingml/2006/main">
              <a:ext uri="{FF2B5EF4-FFF2-40B4-BE49-F238E27FC236}">
                <a16:creationId xmlns:a16="http://schemas.microsoft.com/office/drawing/2014/main" id="{4B95F9B8-AD4E-4B75-863D-F97A660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7" y="4700435"/>
            <a:ext cx="2079320" cy="218269"/>
          </a:xfrm>
          <a:custGeom xmlns:a="http://schemas.openxmlformats.org/drawingml/2006/main">
            <a:pathLst>
              <a:path w="2079320" h="21826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27994" y="152791"/>
                </a:moveTo>
                <a:cubicBezTo>
                  <a:pt x="129585" y="162128"/>
                  <a:pt x="135736" y="166226"/>
                  <a:pt x="145755" y="166226"/>
                </a:cubicBezTo>
                <a:cubicBezTo>
                  <a:pt x="158283" y="166226"/>
                  <a:pt x="167165" y="161444"/>
                  <a:pt x="175592" y="153472"/>
                </a:cubicBezTo>
                <a:cubicBezTo>
                  <a:pt x="175137" y="150740"/>
                  <a:pt x="174223" y="148919"/>
                  <a:pt x="171492" y="147095"/>
                </a:cubicBezTo>
                <a:cubicBezTo>
                  <a:pt x="168531" y="149375"/>
                  <a:pt x="166255" y="150285"/>
                  <a:pt x="161928" y="150285"/>
                </a:cubicBezTo>
                <a:cubicBezTo>
                  <a:pt x="156917" y="150285"/>
                  <a:pt x="155551" y="146184"/>
                  <a:pt x="155551" y="135022"/>
                </a:cubicBezTo>
                <a:lnTo>
                  <a:pt x="156007" y="102217"/>
                </a:lnTo>
                <a:cubicBezTo>
                  <a:pt x="156007" y="69412"/>
                  <a:pt x="135736" y="62806"/>
                  <a:pt x="117061" y="62806"/>
                </a:cubicBezTo>
                <a:cubicBezTo>
                  <a:pt x="100436" y="62806"/>
                  <a:pt x="74929" y="72373"/>
                  <a:pt x="74929" y="87410"/>
                </a:cubicBezTo>
                <a:cubicBezTo>
                  <a:pt x="74929" y="93787"/>
                  <a:pt x="77660" y="98798"/>
                  <a:pt x="86542" y="98798"/>
                </a:cubicBezTo>
                <a:cubicBezTo>
                  <a:pt x="94740" y="98798"/>
                  <a:pt x="100662" y="93787"/>
                  <a:pt x="100662" y="88320"/>
                </a:cubicBezTo>
                <a:cubicBezTo>
                  <a:pt x="100662" y="85359"/>
                  <a:pt x="99070" y="81485"/>
                  <a:pt x="99751" y="77613"/>
                </a:cubicBezTo>
                <a:cubicBezTo>
                  <a:pt x="99981" y="75108"/>
                  <a:pt x="101802" y="72373"/>
                  <a:pt x="109318" y="72373"/>
                </a:cubicBezTo>
                <a:cubicBezTo>
                  <a:pt x="118882" y="72373"/>
                  <a:pt x="126854" y="76474"/>
                  <a:pt x="126854" y="105407"/>
                </a:cubicBezTo>
                <a:lnTo>
                  <a:pt x="111595" y="110189"/>
                </a:lnTo>
                <a:cubicBezTo>
                  <a:pt x="87682" y="117706"/>
                  <a:pt x="70828" y="124316"/>
                  <a:pt x="70828" y="142310"/>
                </a:cubicBezTo>
                <a:cubicBezTo>
                  <a:pt x="70828" y="158028"/>
                  <a:pt x="79481" y="166226"/>
                  <a:pt x="99296" y="166226"/>
                </a:cubicBezTo>
                <a:cubicBezTo>
                  <a:pt x="105902" y="166226"/>
                  <a:pt x="119111" y="158938"/>
                  <a:pt x="126624" y="153017"/>
                </a:cubicBezTo>
                <a:lnTo>
                  <a:pt x="127994" y="152791"/>
                </a:lnTo>
                <a:moveTo>
                  <a:pt x="126854" y="114290"/>
                </a:moveTo>
                <a:lnTo>
                  <a:pt x="126854" y="144360"/>
                </a:lnTo>
                <a:cubicBezTo>
                  <a:pt x="121162" y="148916"/>
                  <a:pt x="115466" y="152561"/>
                  <a:pt x="111369" y="152561"/>
                </a:cubicBezTo>
                <a:cubicBezTo>
                  <a:pt x="101572" y="152561"/>
                  <a:pt x="98156" y="145955"/>
                  <a:pt x="98156" y="138894"/>
                </a:cubicBezTo>
                <a:cubicBezTo>
                  <a:pt x="98156" y="130467"/>
                  <a:pt x="98841" y="123402"/>
                  <a:pt x="115011" y="118165"/>
                </a:cubicBezTo>
                <a:lnTo>
                  <a:pt x="126854" y="114290"/>
                </a:lnTo>
                <a:close/>
                <a:moveTo>
                  <a:pt x="239588" y="106797"/>
                </a:moveTo>
                <a:cubicBezTo>
                  <a:pt x="239588" y="96549"/>
                  <a:pt x="238448" y="45305"/>
                  <a:pt x="186752" y="667"/>
                </a:cubicBezTo>
                <a:lnTo>
                  <a:pt x="179920" y="7955"/>
                </a:lnTo>
                <a:cubicBezTo>
                  <a:pt x="187207" y="16156"/>
                  <a:pt x="213396" y="46674"/>
                  <a:pt x="213396" y="106797"/>
                </a:cubicBezTo>
                <a:cubicBezTo>
                  <a:pt x="213396" y="166924"/>
                  <a:pt x="186752" y="197443"/>
                  <a:pt x="179920" y="205411"/>
                </a:cubicBezTo>
                <a:lnTo>
                  <a:pt x="186297" y="213154"/>
                </a:lnTo>
                <a:cubicBezTo>
                  <a:pt x="216130" y="187420"/>
                  <a:pt x="239588" y="148249"/>
                  <a:pt x="239588" y="106797"/>
                </a:cubicBezTo>
                <a:close/>
                <a:moveTo>
                  <a:pt x="380109" y="22300"/>
                </a:moveTo>
                <a:cubicBezTo>
                  <a:pt x="410172" y="22300"/>
                  <a:pt x="434540" y="47352"/>
                  <a:pt x="434540" y="93352"/>
                </a:cubicBezTo>
                <a:cubicBezTo>
                  <a:pt x="434540" y="134115"/>
                  <a:pt x="414954" y="158028"/>
                  <a:pt x="388991" y="158028"/>
                </a:cubicBezTo>
                <a:cubicBezTo>
                  <a:pt x="361204" y="158028"/>
                  <a:pt x="335016" y="133205"/>
                  <a:pt x="335016" y="89481"/>
                </a:cubicBezTo>
                <a:cubicBezTo>
                  <a:pt x="335016" y="41656"/>
                  <a:pt x="357562" y="22300"/>
                  <a:pt x="380109" y="22300"/>
                </a:cubicBezTo>
                <a:moveTo>
                  <a:pt x="456405" y="89026"/>
                </a:moveTo>
                <a:cubicBezTo>
                  <a:pt x="456405" y="41886"/>
                  <a:pt x="423836" y="14099"/>
                  <a:pt x="383070" y="14099"/>
                </a:cubicBezTo>
                <a:cubicBezTo>
                  <a:pt x="338887" y="14099"/>
                  <a:pt x="313150" y="49173"/>
                  <a:pt x="313150" y="93352"/>
                </a:cubicBezTo>
                <a:cubicBezTo>
                  <a:pt x="313150" y="138216"/>
                  <a:pt x="345719" y="166226"/>
                  <a:pt x="384435" y="166226"/>
                </a:cubicBezTo>
                <a:cubicBezTo>
                  <a:pt x="409717" y="166226"/>
                  <a:pt x="429758" y="155296"/>
                  <a:pt x="442282" y="137531"/>
                </a:cubicBezTo>
                <a:cubicBezTo>
                  <a:pt x="451394" y="124552"/>
                  <a:pt x="456405" y="108156"/>
                  <a:pt x="456405" y="89026"/>
                </a:cubicBezTo>
                <a:close/>
                <a:moveTo>
                  <a:pt x="504686" y="82371"/>
                </a:moveTo>
                <a:cubicBezTo>
                  <a:pt x="504231" y="73256"/>
                  <a:pt x="504001" y="67337"/>
                  <a:pt x="502865" y="65058"/>
                </a:cubicBezTo>
                <a:cubicBezTo>
                  <a:pt x="502406" y="63918"/>
                  <a:pt x="501951" y="63237"/>
                  <a:pt x="500130" y="63237"/>
                </a:cubicBezTo>
                <a:cubicBezTo>
                  <a:pt x="493753" y="65742"/>
                  <a:pt x="487832" y="67793"/>
                  <a:pt x="472117" y="69840"/>
                </a:cubicBezTo>
                <a:cubicBezTo>
                  <a:pt x="471662" y="71209"/>
                  <a:pt x="472117" y="74851"/>
                  <a:pt x="472572" y="76216"/>
                </a:cubicBezTo>
                <a:cubicBezTo>
                  <a:pt x="484871" y="77356"/>
                  <a:pt x="487376" y="78496"/>
                  <a:pt x="487376" y="91719"/>
                </a:cubicBezTo>
                <a:lnTo>
                  <a:pt x="487376" y="136183"/>
                </a:lnTo>
                <a:cubicBezTo>
                  <a:pt x="487376" y="155109"/>
                  <a:pt x="484645" y="156019"/>
                  <a:pt x="470522" y="156933"/>
                </a:cubicBezTo>
                <a:cubicBezTo>
                  <a:pt x="469156" y="158299"/>
                  <a:pt x="469156" y="163081"/>
                  <a:pt x="470522" y="164446"/>
                </a:cubicBezTo>
                <a:cubicBezTo>
                  <a:pt x="478494" y="164220"/>
                  <a:pt x="487376" y="163991"/>
                  <a:pt x="496488" y="163991"/>
                </a:cubicBezTo>
                <a:cubicBezTo>
                  <a:pt x="505596" y="163991"/>
                  <a:pt x="516074" y="164220"/>
                  <a:pt x="524042" y="164446"/>
                </a:cubicBezTo>
                <a:cubicBezTo>
                  <a:pt x="525412" y="163081"/>
                  <a:pt x="525412" y="158299"/>
                  <a:pt x="524042" y="156933"/>
                </a:cubicBezTo>
                <a:cubicBezTo>
                  <a:pt x="508102" y="155793"/>
                  <a:pt x="505367" y="155109"/>
                  <a:pt x="505367" y="136183"/>
                </a:cubicBezTo>
                <a:lnTo>
                  <a:pt x="505367" y="104490"/>
                </a:lnTo>
                <a:cubicBezTo>
                  <a:pt x="505367" y="98561"/>
                  <a:pt x="508102" y="93317"/>
                  <a:pt x="510833" y="89213"/>
                </a:cubicBezTo>
                <a:cubicBezTo>
                  <a:pt x="513339" y="85564"/>
                  <a:pt x="518579" y="78041"/>
                  <a:pt x="521311" y="78041"/>
                </a:cubicBezTo>
                <a:cubicBezTo>
                  <a:pt x="523361" y="78041"/>
                  <a:pt x="525412" y="78496"/>
                  <a:pt x="527233" y="81005"/>
                </a:cubicBezTo>
                <a:cubicBezTo>
                  <a:pt x="528828" y="83285"/>
                  <a:pt x="531559" y="86249"/>
                  <a:pt x="535430" y="86249"/>
                </a:cubicBezTo>
                <a:cubicBezTo>
                  <a:pt x="540897" y="86249"/>
                  <a:pt x="546134" y="80546"/>
                  <a:pt x="546134" y="74851"/>
                </a:cubicBezTo>
                <a:cubicBezTo>
                  <a:pt x="546134" y="70524"/>
                  <a:pt x="542037" y="63918"/>
                  <a:pt x="532470" y="63918"/>
                </a:cubicBezTo>
                <a:cubicBezTo>
                  <a:pt x="521766" y="63918"/>
                  <a:pt x="512428" y="73940"/>
                  <a:pt x="507191" y="82826"/>
                </a:cubicBezTo>
                <a:cubicBezTo>
                  <a:pt x="505826" y="85335"/>
                  <a:pt x="504686" y="83511"/>
                  <a:pt x="504686" y="82371"/>
                </a:cubicBezTo>
                <a:close/>
                <a:moveTo>
                  <a:pt x="569821" y="27478"/>
                </a:moveTo>
                <a:cubicBezTo>
                  <a:pt x="569821" y="33399"/>
                  <a:pt x="575288" y="39321"/>
                  <a:pt x="580751" y="39321"/>
                </a:cubicBezTo>
                <a:cubicBezTo>
                  <a:pt x="587127" y="39321"/>
                  <a:pt x="592594" y="33174"/>
                  <a:pt x="592594" y="28388"/>
                </a:cubicBezTo>
                <a:cubicBezTo>
                  <a:pt x="592594" y="22925"/>
                  <a:pt x="587812" y="16545"/>
                  <a:pt x="581665" y="16545"/>
                </a:cubicBezTo>
                <a:cubicBezTo>
                  <a:pt x="576198" y="16545"/>
                  <a:pt x="569821" y="22011"/>
                  <a:pt x="569821" y="27478"/>
                </a:cubicBezTo>
                <a:moveTo>
                  <a:pt x="590547" y="136204"/>
                </a:moveTo>
                <a:lnTo>
                  <a:pt x="590547" y="90878"/>
                </a:lnTo>
                <a:cubicBezTo>
                  <a:pt x="590547" y="79490"/>
                  <a:pt x="591457" y="64863"/>
                  <a:pt x="591457" y="64863"/>
                </a:cubicBezTo>
                <a:cubicBezTo>
                  <a:pt x="591457" y="63942"/>
                  <a:pt x="590318" y="63251"/>
                  <a:pt x="588497" y="63251"/>
                </a:cubicBezTo>
                <a:cubicBezTo>
                  <a:pt x="582120" y="65784"/>
                  <a:pt x="573008" y="67855"/>
                  <a:pt x="557294" y="69923"/>
                </a:cubicBezTo>
                <a:cubicBezTo>
                  <a:pt x="556838" y="71292"/>
                  <a:pt x="557294" y="74934"/>
                  <a:pt x="557749" y="76303"/>
                </a:cubicBezTo>
                <a:cubicBezTo>
                  <a:pt x="570277" y="77440"/>
                  <a:pt x="572553" y="78809"/>
                  <a:pt x="572553" y="91792"/>
                </a:cubicBezTo>
                <a:lnTo>
                  <a:pt x="572553" y="136204"/>
                </a:lnTo>
                <a:cubicBezTo>
                  <a:pt x="572553" y="155109"/>
                  <a:pt x="570047" y="155793"/>
                  <a:pt x="556157" y="156933"/>
                </a:cubicBezTo>
                <a:cubicBezTo>
                  <a:pt x="554788" y="158299"/>
                  <a:pt x="554788" y="163081"/>
                  <a:pt x="556157" y="164446"/>
                </a:cubicBezTo>
                <a:cubicBezTo>
                  <a:pt x="563670" y="164220"/>
                  <a:pt x="572553" y="163991"/>
                  <a:pt x="581665" y="163991"/>
                </a:cubicBezTo>
                <a:cubicBezTo>
                  <a:pt x="590773" y="163991"/>
                  <a:pt x="599426" y="164220"/>
                  <a:pt x="606943" y="164446"/>
                </a:cubicBezTo>
                <a:cubicBezTo>
                  <a:pt x="608308" y="163081"/>
                  <a:pt x="608308" y="158299"/>
                  <a:pt x="606943" y="156933"/>
                </a:cubicBezTo>
                <a:cubicBezTo>
                  <a:pt x="593049" y="156023"/>
                  <a:pt x="590547" y="155109"/>
                  <a:pt x="590547" y="136204"/>
                </a:cubicBezTo>
                <a:close/>
                <a:moveTo>
                  <a:pt x="683695" y="100414"/>
                </a:moveTo>
                <a:cubicBezTo>
                  <a:pt x="683695" y="121636"/>
                  <a:pt x="672989" y="125970"/>
                  <a:pt x="664561" y="125970"/>
                </a:cubicBezTo>
                <a:cubicBezTo>
                  <a:pt x="645431" y="125970"/>
                  <a:pt x="643384" y="109772"/>
                  <a:pt x="643384" y="95166"/>
                </a:cubicBezTo>
                <a:cubicBezTo>
                  <a:pt x="643384" y="79195"/>
                  <a:pt x="649076" y="70979"/>
                  <a:pt x="661604" y="70979"/>
                </a:cubicBezTo>
                <a:cubicBezTo>
                  <a:pt x="675949" y="70979"/>
                  <a:pt x="683695" y="81478"/>
                  <a:pt x="683695" y="100414"/>
                </a:cubicBezTo>
                <a:moveTo>
                  <a:pt x="641104" y="166215"/>
                </a:moveTo>
                <a:cubicBezTo>
                  <a:pt x="643610" y="166900"/>
                  <a:pt x="647255" y="167358"/>
                  <a:pt x="650216" y="167358"/>
                </a:cubicBezTo>
                <a:cubicBezTo>
                  <a:pt x="657274" y="167358"/>
                  <a:pt x="663651" y="166670"/>
                  <a:pt x="666841" y="166670"/>
                </a:cubicBezTo>
                <a:cubicBezTo>
                  <a:pt x="678229" y="166670"/>
                  <a:pt x="687793" y="166900"/>
                  <a:pt x="694399" y="170556"/>
                </a:cubicBezTo>
                <a:cubicBezTo>
                  <a:pt x="703281" y="175581"/>
                  <a:pt x="706013" y="178778"/>
                  <a:pt x="706013" y="184717"/>
                </a:cubicBezTo>
                <a:cubicBezTo>
                  <a:pt x="706013" y="201164"/>
                  <a:pt x="681871" y="209845"/>
                  <a:pt x="661375" y="209845"/>
                </a:cubicBezTo>
                <a:cubicBezTo>
                  <a:pt x="653177" y="209845"/>
                  <a:pt x="634046" y="203218"/>
                  <a:pt x="634046" y="187688"/>
                </a:cubicBezTo>
                <a:cubicBezTo>
                  <a:pt x="634046" y="179921"/>
                  <a:pt x="634502" y="174211"/>
                  <a:pt x="641104" y="166215"/>
                </a:cubicBezTo>
                <a:moveTo>
                  <a:pt x="712164" y="75772"/>
                </a:moveTo>
                <a:cubicBezTo>
                  <a:pt x="716490" y="75772"/>
                  <a:pt x="720587" y="71664"/>
                  <a:pt x="720587" y="67108"/>
                </a:cubicBezTo>
                <a:cubicBezTo>
                  <a:pt x="720587" y="62326"/>
                  <a:pt x="716261" y="58681"/>
                  <a:pt x="710113" y="58681"/>
                </a:cubicBezTo>
                <a:cubicBezTo>
                  <a:pt x="704192" y="58681"/>
                  <a:pt x="693259" y="62552"/>
                  <a:pt x="687337" y="70298"/>
                </a:cubicBezTo>
                <a:cubicBezTo>
                  <a:pt x="684606" y="68474"/>
                  <a:pt x="677089" y="63918"/>
                  <a:pt x="663651" y="63918"/>
                </a:cubicBezTo>
                <a:cubicBezTo>
                  <a:pt x="643384" y="63918"/>
                  <a:pt x="624709" y="77596"/>
                  <a:pt x="624709" y="98589"/>
                </a:cubicBezTo>
                <a:cubicBezTo>
                  <a:pt x="624709" y="110912"/>
                  <a:pt x="630175" y="117984"/>
                  <a:pt x="636552" y="124145"/>
                </a:cubicBezTo>
                <a:cubicBezTo>
                  <a:pt x="630175" y="129615"/>
                  <a:pt x="626530" y="139387"/>
                  <a:pt x="626530" y="147105"/>
                </a:cubicBezTo>
                <a:cubicBezTo>
                  <a:pt x="626530" y="155286"/>
                  <a:pt x="631086" y="161663"/>
                  <a:pt x="637007" y="164623"/>
                </a:cubicBezTo>
                <a:cubicBezTo>
                  <a:pt x="624709" y="171925"/>
                  <a:pt x="618332" y="182433"/>
                  <a:pt x="618332" y="192254"/>
                </a:cubicBezTo>
                <a:cubicBezTo>
                  <a:pt x="618332" y="212121"/>
                  <a:pt x="637007" y="218269"/>
                  <a:pt x="654543" y="218269"/>
                </a:cubicBezTo>
                <a:cubicBezTo>
                  <a:pt x="685287" y="218269"/>
                  <a:pt x="718540" y="203448"/>
                  <a:pt x="718540" y="178778"/>
                </a:cubicBezTo>
                <a:cubicBezTo>
                  <a:pt x="718540" y="171469"/>
                  <a:pt x="715124" y="165760"/>
                  <a:pt x="708518" y="160293"/>
                </a:cubicBezTo>
                <a:cubicBezTo>
                  <a:pt x="699636" y="153006"/>
                  <a:pt x="683695" y="152780"/>
                  <a:pt x="675268" y="152780"/>
                </a:cubicBezTo>
                <a:cubicBezTo>
                  <a:pt x="671168" y="152780"/>
                  <a:pt x="665475" y="153236"/>
                  <a:pt x="660009" y="153917"/>
                </a:cubicBezTo>
                <a:cubicBezTo>
                  <a:pt x="656593" y="154146"/>
                  <a:pt x="654313" y="154375"/>
                  <a:pt x="653177" y="154375"/>
                </a:cubicBezTo>
                <a:cubicBezTo>
                  <a:pt x="646571" y="154375"/>
                  <a:pt x="638599" y="151192"/>
                  <a:pt x="638599" y="141431"/>
                </a:cubicBezTo>
                <a:cubicBezTo>
                  <a:pt x="638599" y="136892"/>
                  <a:pt x="639968" y="132121"/>
                  <a:pt x="642699" y="128249"/>
                </a:cubicBezTo>
                <a:cubicBezTo>
                  <a:pt x="648166" y="131436"/>
                  <a:pt x="654543" y="133031"/>
                  <a:pt x="663425" y="133031"/>
                </a:cubicBezTo>
                <a:cubicBezTo>
                  <a:pt x="683466" y="133031"/>
                  <a:pt x="701912" y="120496"/>
                  <a:pt x="701912" y="98134"/>
                </a:cubicBezTo>
                <a:cubicBezTo>
                  <a:pt x="701912" y="87410"/>
                  <a:pt x="698725" y="81248"/>
                  <a:pt x="692119" y="74402"/>
                </a:cubicBezTo>
                <a:cubicBezTo>
                  <a:pt x="693714" y="72119"/>
                  <a:pt x="698270" y="68929"/>
                  <a:pt x="701231" y="68929"/>
                </a:cubicBezTo>
                <a:cubicBezTo>
                  <a:pt x="702826" y="68929"/>
                  <a:pt x="704418" y="69614"/>
                  <a:pt x="705787" y="71664"/>
                </a:cubicBezTo>
                <a:cubicBezTo>
                  <a:pt x="706697" y="73488"/>
                  <a:pt x="709658" y="75772"/>
                  <a:pt x="712164" y="75772"/>
                </a:cubicBezTo>
                <a:close/>
                <a:moveTo>
                  <a:pt x="745414" y="27478"/>
                </a:moveTo>
                <a:cubicBezTo>
                  <a:pt x="745414" y="33399"/>
                  <a:pt x="750880" y="39321"/>
                  <a:pt x="756343" y="39321"/>
                </a:cubicBezTo>
                <a:cubicBezTo>
                  <a:pt x="762720" y="39321"/>
                  <a:pt x="768186" y="33174"/>
                  <a:pt x="768186" y="28388"/>
                </a:cubicBezTo>
                <a:cubicBezTo>
                  <a:pt x="768186" y="22925"/>
                  <a:pt x="763404" y="16545"/>
                  <a:pt x="757257" y="16545"/>
                </a:cubicBezTo>
                <a:cubicBezTo>
                  <a:pt x="751790" y="16545"/>
                  <a:pt x="745414" y="22011"/>
                  <a:pt x="745414" y="27478"/>
                </a:cubicBezTo>
                <a:moveTo>
                  <a:pt x="766139" y="136204"/>
                </a:moveTo>
                <a:lnTo>
                  <a:pt x="766139" y="90878"/>
                </a:lnTo>
                <a:cubicBezTo>
                  <a:pt x="766139" y="79490"/>
                  <a:pt x="767050" y="64863"/>
                  <a:pt x="767050" y="64863"/>
                </a:cubicBezTo>
                <a:cubicBezTo>
                  <a:pt x="767050" y="63942"/>
                  <a:pt x="765910" y="63251"/>
                  <a:pt x="764089" y="63251"/>
                </a:cubicBezTo>
                <a:cubicBezTo>
                  <a:pt x="757712" y="65784"/>
                  <a:pt x="748600" y="67855"/>
                  <a:pt x="732886" y="69923"/>
                </a:cubicBezTo>
                <a:cubicBezTo>
                  <a:pt x="732431" y="71292"/>
                  <a:pt x="732886" y="74934"/>
                  <a:pt x="733341" y="76303"/>
                </a:cubicBezTo>
                <a:cubicBezTo>
                  <a:pt x="745869" y="77440"/>
                  <a:pt x="748145" y="78809"/>
                  <a:pt x="748145" y="91792"/>
                </a:cubicBezTo>
                <a:lnTo>
                  <a:pt x="748145" y="136204"/>
                </a:lnTo>
                <a:cubicBezTo>
                  <a:pt x="748145" y="155109"/>
                  <a:pt x="745639" y="155793"/>
                  <a:pt x="731749" y="156933"/>
                </a:cubicBezTo>
                <a:cubicBezTo>
                  <a:pt x="730380" y="158299"/>
                  <a:pt x="730380" y="163081"/>
                  <a:pt x="731749" y="164446"/>
                </a:cubicBezTo>
                <a:cubicBezTo>
                  <a:pt x="739263" y="164220"/>
                  <a:pt x="748145" y="163991"/>
                  <a:pt x="757257" y="163991"/>
                </a:cubicBezTo>
                <a:cubicBezTo>
                  <a:pt x="766365" y="163991"/>
                  <a:pt x="775018" y="164220"/>
                  <a:pt x="782535" y="164446"/>
                </a:cubicBezTo>
                <a:cubicBezTo>
                  <a:pt x="783901" y="163081"/>
                  <a:pt x="783901" y="158299"/>
                  <a:pt x="782535" y="156933"/>
                </a:cubicBezTo>
                <a:cubicBezTo>
                  <a:pt x="768641" y="156023"/>
                  <a:pt x="766139" y="155109"/>
                  <a:pt x="766139" y="136204"/>
                </a:cubicBezTo>
                <a:close/>
                <a:moveTo>
                  <a:pt x="828540" y="82374"/>
                </a:moveTo>
                <a:cubicBezTo>
                  <a:pt x="827174" y="83969"/>
                  <a:pt x="825808" y="84428"/>
                  <a:pt x="825808" y="82374"/>
                </a:cubicBezTo>
                <a:cubicBezTo>
                  <a:pt x="825579" y="76220"/>
                  <a:pt x="825124" y="67337"/>
                  <a:pt x="823984" y="65058"/>
                </a:cubicBezTo>
                <a:cubicBezTo>
                  <a:pt x="823529" y="63918"/>
                  <a:pt x="823073" y="63237"/>
                  <a:pt x="821252" y="63237"/>
                </a:cubicBezTo>
                <a:cubicBezTo>
                  <a:pt x="814876" y="65742"/>
                  <a:pt x="808954" y="67793"/>
                  <a:pt x="793239" y="69840"/>
                </a:cubicBezTo>
                <a:cubicBezTo>
                  <a:pt x="792784" y="71209"/>
                  <a:pt x="793239" y="74851"/>
                  <a:pt x="793695" y="76220"/>
                </a:cubicBezTo>
                <a:cubicBezTo>
                  <a:pt x="805993" y="77360"/>
                  <a:pt x="808499" y="78500"/>
                  <a:pt x="808499" y="91722"/>
                </a:cubicBezTo>
                <a:lnTo>
                  <a:pt x="808499" y="136183"/>
                </a:lnTo>
                <a:cubicBezTo>
                  <a:pt x="808499" y="154879"/>
                  <a:pt x="806223" y="155793"/>
                  <a:pt x="792555" y="156933"/>
                </a:cubicBezTo>
                <a:cubicBezTo>
                  <a:pt x="791189" y="158299"/>
                  <a:pt x="791189" y="163081"/>
                  <a:pt x="792555" y="164446"/>
                </a:cubicBezTo>
                <a:cubicBezTo>
                  <a:pt x="799390" y="164220"/>
                  <a:pt x="808499" y="163991"/>
                  <a:pt x="817607" y="163991"/>
                </a:cubicBezTo>
                <a:cubicBezTo>
                  <a:pt x="826719" y="163991"/>
                  <a:pt x="833551" y="164220"/>
                  <a:pt x="840383" y="164446"/>
                </a:cubicBezTo>
                <a:cubicBezTo>
                  <a:pt x="841749" y="163081"/>
                  <a:pt x="841749" y="158299"/>
                  <a:pt x="840383" y="156933"/>
                </a:cubicBezTo>
                <a:cubicBezTo>
                  <a:pt x="828769" y="155793"/>
                  <a:pt x="826489" y="154879"/>
                  <a:pt x="826489" y="136183"/>
                </a:cubicBezTo>
                <a:lnTo>
                  <a:pt x="826489" y="98791"/>
                </a:lnTo>
                <a:cubicBezTo>
                  <a:pt x="826489" y="94002"/>
                  <a:pt x="828540" y="91267"/>
                  <a:pt x="830361" y="89217"/>
                </a:cubicBezTo>
                <a:cubicBezTo>
                  <a:pt x="839017" y="80779"/>
                  <a:pt x="849265" y="75761"/>
                  <a:pt x="858148" y="75761"/>
                </a:cubicBezTo>
                <a:cubicBezTo>
                  <a:pt x="862704" y="75761"/>
                  <a:pt x="867485" y="78725"/>
                  <a:pt x="870217" y="83969"/>
                </a:cubicBezTo>
                <a:cubicBezTo>
                  <a:pt x="872497" y="88532"/>
                  <a:pt x="872952" y="94687"/>
                  <a:pt x="872952" y="101526"/>
                </a:cubicBezTo>
                <a:lnTo>
                  <a:pt x="872952" y="136183"/>
                </a:lnTo>
                <a:cubicBezTo>
                  <a:pt x="872952" y="154879"/>
                  <a:pt x="870672" y="155793"/>
                  <a:pt x="858829" y="156933"/>
                </a:cubicBezTo>
                <a:cubicBezTo>
                  <a:pt x="857693" y="158299"/>
                  <a:pt x="857693" y="163081"/>
                  <a:pt x="858829" y="164446"/>
                </a:cubicBezTo>
                <a:cubicBezTo>
                  <a:pt x="865664" y="164220"/>
                  <a:pt x="872952" y="163991"/>
                  <a:pt x="882060" y="163991"/>
                </a:cubicBezTo>
                <a:cubicBezTo>
                  <a:pt x="891172" y="163991"/>
                  <a:pt x="899370" y="164220"/>
                  <a:pt x="906202" y="164446"/>
                </a:cubicBezTo>
                <a:cubicBezTo>
                  <a:pt x="907342" y="163081"/>
                  <a:pt x="907342" y="158299"/>
                  <a:pt x="906202" y="156933"/>
                </a:cubicBezTo>
                <a:cubicBezTo>
                  <a:pt x="893448" y="155793"/>
                  <a:pt x="890943" y="154879"/>
                  <a:pt x="890943" y="136183"/>
                </a:cubicBezTo>
                <a:lnTo>
                  <a:pt x="890943" y="102210"/>
                </a:lnTo>
                <a:cubicBezTo>
                  <a:pt x="890943" y="89672"/>
                  <a:pt x="890032" y="78725"/>
                  <a:pt x="884795" y="71664"/>
                </a:cubicBezTo>
                <a:cubicBezTo>
                  <a:pt x="880920" y="66653"/>
                  <a:pt x="873862" y="63918"/>
                  <a:pt x="865890" y="63918"/>
                </a:cubicBezTo>
                <a:cubicBezTo>
                  <a:pt x="854732" y="63918"/>
                  <a:pt x="841978" y="66879"/>
                  <a:pt x="828540" y="82374"/>
                </a:cubicBezTo>
                <a:close/>
                <a:moveTo>
                  <a:pt x="976804" y="110860"/>
                </a:moveTo>
                <a:lnTo>
                  <a:pt x="976804" y="140937"/>
                </a:lnTo>
                <a:cubicBezTo>
                  <a:pt x="976804" y="143901"/>
                  <a:pt x="975435" y="145496"/>
                  <a:pt x="973614" y="146862"/>
                </a:cubicBezTo>
                <a:cubicBezTo>
                  <a:pt x="967692" y="151647"/>
                  <a:pt x="959950" y="156891"/>
                  <a:pt x="953573" y="156891"/>
                </a:cubicBezTo>
                <a:cubicBezTo>
                  <a:pt x="942185" y="156891"/>
                  <a:pt x="937174" y="147776"/>
                  <a:pt x="937174" y="140711"/>
                </a:cubicBezTo>
                <a:cubicBezTo>
                  <a:pt x="937174" y="130456"/>
                  <a:pt x="941959" y="119972"/>
                  <a:pt x="958810" y="115645"/>
                </a:cubicBezTo>
                <a:lnTo>
                  <a:pt x="976804" y="110860"/>
                </a:lnTo>
                <a:moveTo>
                  <a:pt x="976804" y="153017"/>
                </a:moveTo>
                <a:cubicBezTo>
                  <a:pt x="978170" y="160078"/>
                  <a:pt x="980675" y="166226"/>
                  <a:pt x="992063" y="166226"/>
                </a:cubicBezTo>
                <a:cubicBezTo>
                  <a:pt x="1000716" y="166226"/>
                  <a:pt x="1008914" y="162354"/>
                  <a:pt x="1013696" y="157802"/>
                </a:cubicBezTo>
                <a:cubicBezTo>
                  <a:pt x="1013241" y="155067"/>
                  <a:pt x="1012330" y="153017"/>
                  <a:pt x="1009825" y="151651"/>
                </a:cubicBezTo>
                <a:cubicBezTo>
                  <a:pt x="1008233" y="153017"/>
                  <a:pt x="1004358" y="155296"/>
                  <a:pt x="1001397" y="155296"/>
                </a:cubicBezTo>
                <a:cubicBezTo>
                  <a:pt x="994795" y="155296"/>
                  <a:pt x="994565" y="146407"/>
                  <a:pt x="994565" y="135926"/>
                </a:cubicBezTo>
                <a:lnTo>
                  <a:pt x="994565" y="102426"/>
                </a:lnTo>
                <a:cubicBezTo>
                  <a:pt x="994565" y="70069"/>
                  <a:pt x="976804" y="63918"/>
                  <a:pt x="960176" y="63918"/>
                </a:cubicBezTo>
                <a:cubicBezTo>
                  <a:pt x="941500" y="63918"/>
                  <a:pt x="922599" y="76220"/>
                  <a:pt x="922599" y="89210"/>
                </a:cubicBezTo>
                <a:cubicBezTo>
                  <a:pt x="922599" y="94680"/>
                  <a:pt x="925331" y="97415"/>
                  <a:pt x="930571" y="97415"/>
                </a:cubicBezTo>
                <a:cubicBezTo>
                  <a:pt x="937174" y="97415"/>
                  <a:pt x="941274" y="92629"/>
                  <a:pt x="941274" y="89665"/>
                </a:cubicBezTo>
                <a:cubicBezTo>
                  <a:pt x="941274" y="88070"/>
                  <a:pt x="941045" y="86475"/>
                  <a:pt x="940590" y="85564"/>
                </a:cubicBezTo>
                <a:cubicBezTo>
                  <a:pt x="940364" y="84880"/>
                  <a:pt x="940135" y="83514"/>
                  <a:pt x="940135" y="81005"/>
                </a:cubicBezTo>
                <a:cubicBezTo>
                  <a:pt x="940135" y="73940"/>
                  <a:pt x="949702" y="71435"/>
                  <a:pt x="958355" y="71435"/>
                </a:cubicBezTo>
                <a:cubicBezTo>
                  <a:pt x="966097" y="71435"/>
                  <a:pt x="976804" y="75309"/>
                  <a:pt x="976804" y="101060"/>
                </a:cubicBezTo>
                <a:cubicBezTo>
                  <a:pt x="976804" y="102655"/>
                  <a:pt x="976119" y="103566"/>
                  <a:pt x="975435" y="103795"/>
                </a:cubicBezTo>
                <a:lnTo>
                  <a:pt x="955849" y="108580"/>
                </a:lnTo>
                <a:cubicBezTo>
                  <a:pt x="933987" y="114050"/>
                  <a:pt x="918273" y="126126"/>
                  <a:pt x="918273" y="141622"/>
                </a:cubicBezTo>
                <a:cubicBezTo>
                  <a:pt x="918273" y="160307"/>
                  <a:pt x="931026" y="166226"/>
                  <a:pt x="946967" y="166226"/>
                </a:cubicBezTo>
                <a:cubicBezTo>
                  <a:pt x="954939" y="166226"/>
                  <a:pt x="961771" y="164405"/>
                  <a:pt x="971793" y="156662"/>
                </a:cubicBezTo>
                <a:lnTo>
                  <a:pt x="976349" y="153017"/>
                </a:lnTo>
                <a:lnTo>
                  <a:pt x="976804" y="153017"/>
                </a:lnTo>
                <a:close/>
                <a:moveTo>
                  <a:pt x="1035787" y="136211"/>
                </a:moveTo>
                <a:cubicBezTo>
                  <a:pt x="1035787" y="155112"/>
                  <a:pt x="1033285" y="156248"/>
                  <a:pt x="1019392" y="156933"/>
                </a:cubicBezTo>
                <a:cubicBezTo>
                  <a:pt x="1018026" y="158299"/>
                  <a:pt x="1018026" y="163081"/>
                  <a:pt x="1019392" y="164446"/>
                </a:cubicBezTo>
                <a:cubicBezTo>
                  <a:pt x="1027364" y="164220"/>
                  <a:pt x="1035787" y="163991"/>
                  <a:pt x="1044899" y="163991"/>
                </a:cubicBezTo>
                <a:cubicBezTo>
                  <a:pt x="1054007" y="163991"/>
                  <a:pt x="1062664" y="164220"/>
                  <a:pt x="1070177" y="164446"/>
                </a:cubicBezTo>
                <a:cubicBezTo>
                  <a:pt x="1071546" y="163081"/>
                  <a:pt x="1071546" y="158299"/>
                  <a:pt x="1070177" y="156933"/>
                </a:cubicBezTo>
                <a:cubicBezTo>
                  <a:pt x="1056287" y="156248"/>
                  <a:pt x="1053781" y="155112"/>
                  <a:pt x="1053781" y="136211"/>
                </a:cubicBezTo>
                <a:lnTo>
                  <a:pt x="1053781" y="31245"/>
                </a:lnTo>
                <a:cubicBezTo>
                  <a:pt x="1053781" y="16448"/>
                  <a:pt x="1054692" y="7287"/>
                  <a:pt x="1054692" y="7287"/>
                </a:cubicBezTo>
                <a:cubicBezTo>
                  <a:pt x="1054692" y="5675"/>
                  <a:pt x="1053781" y="4980"/>
                  <a:pt x="1051731" y="4980"/>
                </a:cubicBezTo>
                <a:cubicBezTo>
                  <a:pt x="1046039" y="7287"/>
                  <a:pt x="1028955" y="10516"/>
                  <a:pt x="1019847" y="11207"/>
                </a:cubicBezTo>
                <a:cubicBezTo>
                  <a:pt x="1019392" y="13032"/>
                  <a:pt x="1019847" y="16674"/>
                  <a:pt x="1021213" y="18043"/>
                </a:cubicBezTo>
                <a:cubicBezTo>
                  <a:pt x="1034422" y="18950"/>
                  <a:pt x="1035787" y="19634"/>
                  <a:pt x="1035787" y="36711"/>
                </a:cubicBezTo>
                <a:lnTo>
                  <a:pt x="1035787" y="136211"/>
                </a:lnTo>
                <a:close/>
                <a:moveTo>
                  <a:pt x="1171068" y="88525"/>
                </a:moveTo>
                <a:cubicBezTo>
                  <a:pt x="1176990" y="81231"/>
                  <a:pt x="1187467" y="74395"/>
                  <a:pt x="1194070" y="74395"/>
                </a:cubicBezTo>
                <a:cubicBezTo>
                  <a:pt x="1208648" y="74395"/>
                  <a:pt x="1221172" y="90801"/>
                  <a:pt x="1221172" y="116552"/>
                </a:cubicBezTo>
                <a:cubicBezTo>
                  <a:pt x="1221172" y="135241"/>
                  <a:pt x="1214570" y="158483"/>
                  <a:pt x="1189062" y="158483"/>
                </a:cubicBezTo>
                <a:cubicBezTo>
                  <a:pt x="1184962" y="158483"/>
                  <a:pt x="1176990" y="157343"/>
                  <a:pt x="1172893" y="153698"/>
                </a:cubicBezTo>
                <a:cubicBezTo>
                  <a:pt x="1168337" y="149597"/>
                  <a:pt x="1167426" y="148228"/>
                  <a:pt x="1167426" y="140027"/>
                </a:cubicBezTo>
                <a:lnTo>
                  <a:pt x="1167426" y="98551"/>
                </a:lnTo>
                <a:cubicBezTo>
                  <a:pt x="1167426" y="93766"/>
                  <a:pt x="1168337" y="91715"/>
                  <a:pt x="1171068" y="88525"/>
                </a:cubicBezTo>
                <a:moveTo>
                  <a:pt x="1166742" y="80091"/>
                </a:moveTo>
                <a:cubicBezTo>
                  <a:pt x="1166516" y="73256"/>
                  <a:pt x="1166061" y="67337"/>
                  <a:pt x="1164921" y="65058"/>
                </a:cubicBezTo>
                <a:cubicBezTo>
                  <a:pt x="1164465" y="63918"/>
                  <a:pt x="1164010" y="63237"/>
                  <a:pt x="1162186" y="63237"/>
                </a:cubicBezTo>
                <a:cubicBezTo>
                  <a:pt x="1155809" y="65742"/>
                  <a:pt x="1149887" y="67793"/>
                  <a:pt x="1134173" y="69840"/>
                </a:cubicBezTo>
                <a:cubicBezTo>
                  <a:pt x="1133718" y="71209"/>
                  <a:pt x="1134173" y="74851"/>
                  <a:pt x="1134632" y="76220"/>
                </a:cubicBezTo>
                <a:cubicBezTo>
                  <a:pt x="1146927" y="77360"/>
                  <a:pt x="1149432" y="78496"/>
                  <a:pt x="1149432" y="91715"/>
                </a:cubicBezTo>
                <a:lnTo>
                  <a:pt x="1149432" y="189074"/>
                </a:lnTo>
                <a:cubicBezTo>
                  <a:pt x="1149432" y="208038"/>
                  <a:pt x="1146927" y="209182"/>
                  <a:pt x="1133036" y="209866"/>
                </a:cubicBezTo>
                <a:cubicBezTo>
                  <a:pt x="1131671" y="211232"/>
                  <a:pt x="1131671" y="216014"/>
                  <a:pt x="1133036" y="217379"/>
                </a:cubicBezTo>
                <a:cubicBezTo>
                  <a:pt x="1141008" y="217153"/>
                  <a:pt x="1149432" y="216924"/>
                  <a:pt x="1158544" y="216924"/>
                </a:cubicBezTo>
                <a:cubicBezTo>
                  <a:pt x="1167652" y="216924"/>
                  <a:pt x="1178585" y="217153"/>
                  <a:pt x="1186102" y="217379"/>
                </a:cubicBezTo>
                <a:cubicBezTo>
                  <a:pt x="1187467" y="216014"/>
                  <a:pt x="1187467" y="211232"/>
                  <a:pt x="1186102" y="209866"/>
                </a:cubicBezTo>
                <a:cubicBezTo>
                  <a:pt x="1169932" y="208952"/>
                  <a:pt x="1167426" y="208038"/>
                  <a:pt x="1167426" y="189074"/>
                </a:cubicBezTo>
                <a:lnTo>
                  <a:pt x="1167426" y="164405"/>
                </a:lnTo>
                <a:cubicBezTo>
                  <a:pt x="1167426" y="161444"/>
                  <a:pt x="1168337" y="161673"/>
                  <a:pt x="1170613" y="162809"/>
                </a:cubicBezTo>
                <a:cubicBezTo>
                  <a:pt x="1176309" y="164860"/>
                  <a:pt x="1183141" y="166226"/>
                  <a:pt x="1190428" y="166226"/>
                </a:cubicBezTo>
                <a:cubicBezTo>
                  <a:pt x="1203182" y="166226"/>
                  <a:pt x="1214570" y="162354"/>
                  <a:pt x="1223907" y="153472"/>
                </a:cubicBezTo>
                <a:cubicBezTo>
                  <a:pt x="1234611" y="142987"/>
                  <a:pt x="1240758" y="128858"/>
                  <a:pt x="1240758" y="110401"/>
                </a:cubicBezTo>
                <a:cubicBezTo>
                  <a:pt x="1240758" y="86246"/>
                  <a:pt x="1223678" y="63918"/>
                  <a:pt x="1200447" y="63918"/>
                </a:cubicBezTo>
                <a:cubicBezTo>
                  <a:pt x="1189973" y="63918"/>
                  <a:pt x="1178356" y="70979"/>
                  <a:pt x="1169247" y="81005"/>
                </a:cubicBezTo>
                <a:cubicBezTo>
                  <a:pt x="1167881" y="82371"/>
                  <a:pt x="1166971" y="82371"/>
                  <a:pt x="1166742" y="80091"/>
                </a:cubicBezTo>
                <a:close/>
                <a:moveTo>
                  <a:pt x="1289497" y="82371"/>
                </a:moveTo>
                <a:cubicBezTo>
                  <a:pt x="1289042" y="73256"/>
                  <a:pt x="1288813" y="67337"/>
                  <a:pt x="1287676" y="65058"/>
                </a:cubicBezTo>
                <a:cubicBezTo>
                  <a:pt x="1287218" y="63918"/>
                  <a:pt x="1286762" y="63237"/>
                  <a:pt x="1284941" y="63237"/>
                </a:cubicBezTo>
                <a:cubicBezTo>
                  <a:pt x="1278564" y="65742"/>
                  <a:pt x="1272643" y="67793"/>
                  <a:pt x="1256928" y="69840"/>
                </a:cubicBezTo>
                <a:cubicBezTo>
                  <a:pt x="1256473" y="71209"/>
                  <a:pt x="1256928" y="74851"/>
                  <a:pt x="1257384" y="76216"/>
                </a:cubicBezTo>
                <a:cubicBezTo>
                  <a:pt x="1269682" y="77356"/>
                  <a:pt x="1272188" y="78496"/>
                  <a:pt x="1272188" y="91719"/>
                </a:cubicBezTo>
                <a:lnTo>
                  <a:pt x="1272188" y="136183"/>
                </a:lnTo>
                <a:cubicBezTo>
                  <a:pt x="1272188" y="155109"/>
                  <a:pt x="1269456" y="156019"/>
                  <a:pt x="1255333" y="156933"/>
                </a:cubicBezTo>
                <a:cubicBezTo>
                  <a:pt x="1253968" y="158299"/>
                  <a:pt x="1253968" y="163081"/>
                  <a:pt x="1255333" y="164446"/>
                </a:cubicBezTo>
                <a:cubicBezTo>
                  <a:pt x="1263305" y="164220"/>
                  <a:pt x="1272188" y="163991"/>
                  <a:pt x="1281299" y="163991"/>
                </a:cubicBezTo>
                <a:cubicBezTo>
                  <a:pt x="1290408" y="163991"/>
                  <a:pt x="1300885" y="164220"/>
                  <a:pt x="1308854" y="164446"/>
                </a:cubicBezTo>
                <a:cubicBezTo>
                  <a:pt x="1310223" y="163081"/>
                  <a:pt x="1310223" y="158299"/>
                  <a:pt x="1308854" y="156933"/>
                </a:cubicBezTo>
                <a:cubicBezTo>
                  <a:pt x="1292913" y="155793"/>
                  <a:pt x="1290178" y="155109"/>
                  <a:pt x="1290178" y="136183"/>
                </a:cubicBezTo>
                <a:lnTo>
                  <a:pt x="1290178" y="104490"/>
                </a:lnTo>
                <a:cubicBezTo>
                  <a:pt x="1290178" y="98561"/>
                  <a:pt x="1292913" y="93317"/>
                  <a:pt x="1295645" y="89213"/>
                </a:cubicBezTo>
                <a:cubicBezTo>
                  <a:pt x="1298150" y="85564"/>
                  <a:pt x="1303391" y="78041"/>
                  <a:pt x="1306122" y="78041"/>
                </a:cubicBezTo>
                <a:cubicBezTo>
                  <a:pt x="1308173" y="78041"/>
                  <a:pt x="1310223" y="78496"/>
                  <a:pt x="1312044" y="81005"/>
                </a:cubicBezTo>
                <a:cubicBezTo>
                  <a:pt x="1313639" y="83285"/>
                  <a:pt x="1316370" y="86249"/>
                  <a:pt x="1320242" y="86249"/>
                </a:cubicBezTo>
                <a:cubicBezTo>
                  <a:pt x="1325708" y="86249"/>
                  <a:pt x="1330945" y="80546"/>
                  <a:pt x="1330945" y="74851"/>
                </a:cubicBezTo>
                <a:cubicBezTo>
                  <a:pt x="1330945" y="70524"/>
                  <a:pt x="1326848" y="63918"/>
                  <a:pt x="1317281" y="63918"/>
                </a:cubicBezTo>
                <a:cubicBezTo>
                  <a:pt x="1306577" y="63918"/>
                  <a:pt x="1297240" y="73940"/>
                  <a:pt x="1292003" y="82826"/>
                </a:cubicBezTo>
                <a:cubicBezTo>
                  <a:pt x="1290637" y="85335"/>
                  <a:pt x="1289497" y="83511"/>
                  <a:pt x="1289497" y="82371"/>
                </a:cubicBezTo>
                <a:close/>
                <a:moveTo>
                  <a:pt x="1360553" y="99767"/>
                </a:moveTo>
                <a:cubicBezTo>
                  <a:pt x="1364880" y="74142"/>
                  <a:pt x="1380824" y="72102"/>
                  <a:pt x="1386290" y="72102"/>
                </a:cubicBezTo>
                <a:cubicBezTo>
                  <a:pt x="1394943" y="72102"/>
                  <a:pt x="1405191" y="76866"/>
                  <a:pt x="1405191" y="95913"/>
                </a:cubicBezTo>
                <a:cubicBezTo>
                  <a:pt x="1405191" y="97953"/>
                  <a:pt x="1404281" y="99090"/>
                  <a:pt x="1401775" y="99090"/>
                </a:cubicBezTo>
                <a:lnTo>
                  <a:pt x="1360553" y="99767"/>
                </a:lnTo>
                <a:moveTo>
                  <a:pt x="1420221" y="142779"/>
                </a:moveTo>
                <a:cubicBezTo>
                  <a:pt x="1411798" y="151428"/>
                  <a:pt x="1405191" y="155067"/>
                  <a:pt x="1391982" y="155067"/>
                </a:cubicBezTo>
                <a:cubicBezTo>
                  <a:pt x="1383785" y="155067"/>
                  <a:pt x="1374218" y="150289"/>
                  <a:pt x="1367160" y="138685"/>
                </a:cubicBezTo>
                <a:cubicBezTo>
                  <a:pt x="1362604" y="131175"/>
                  <a:pt x="1359869" y="120708"/>
                  <a:pt x="1359869" y="107510"/>
                </a:cubicBezTo>
                <a:lnTo>
                  <a:pt x="1420451" y="107965"/>
                </a:lnTo>
                <a:cubicBezTo>
                  <a:pt x="1423182" y="107965"/>
                  <a:pt x="1424777" y="106599"/>
                  <a:pt x="1424777" y="104094"/>
                </a:cubicBezTo>
                <a:cubicBezTo>
                  <a:pt x="1424777" y="85029"/>
                  <a:pt x="1417945" y="64585"/>
                  <a:pt x="1386290" y="64585"/>
                </a:cubicBezTo>
                <a:cubicBezTo>
                  <a:pt x="1366475" y="64585"/>
                  <a:pt x="1340738" y="83441"/>
                  <a:pt x="1340738" y="117977"/>
                </a:cubicBezTo>
                <a:cubicBezTo>
                  <a:pt x="1340738" y="130720"/>
                  <a:pt x="1343929" y="143008"/>
                  <a:pt x="1351445" y="151654"/>
                </a:cubicBezTo>
                <a:cubicBezTo>
                  <a:pt x="1359188" y="160763"/>
                  <a:pt x="1369891" y="166226"/>
                  <a:pt x="1386290" y="166226"/>
                </a:cubicBezTo>
                <a:cubicBezTo>
                  <a:pt x="1403596" y="166226"/>
                  <a:pt x="1415895" y="158257"/>
                  <a:pt x="1425007" y="146421"/>
                </a:cubicBezTo>
                <a:cubicBezTo>
                  <a:pt x="1424322" y="144145"/>
                  <a:pt x="1422956" y="143008"/>
                  <a:pt x="1420221" y="142779"/>
                </a:cubicBezTo>
                <a:close/>
                <a:moveTo>
                  <a:pt x="1514280" y="135697"/>
                </a:moveTo>
                <a:cubicBezTo>
                  <a:pt x="1514280" y="140027"/>
                  <a:pt x="1513825" y="141851"/>
                  <a:pt x="1510638" y="144586"/>
                </a:cubicBezTo>
                <a:cubicBezTo>
                  <a:pt x="1502211" y="151877"/>
                  <a:pt x="1494923" y="155522"/>
                  <a:pt x="1489228" y="155522"/>
                </a:cubicBezTo>
                <a:cubicBezTo>
                  <a:pt x="1476933" y="155522"/>
                  <a:pt x="1464179" y="142077"/>
                  <a:pt x="1464179" y="113591"/>
                </a:cubicBezTo>
                <a:cubicBezTo>
                  <a:pt x="1464179" y="97185"/>
                  <a:pt x="1467366" y="88070"/>
                  <a:pt x="1470782" y="83285"/>
                </a:cubicBezTo>
                <a:cubicBezTo>
                  <a:pt x="1477843" y="72574"/>
                  <a:pt x="1487407" y="71890"/>
                  <a:pt x="1491963" y="71890"/>
                </a:cubicBezTo>
                <a:cubicBezTo>
                  <a:pt x="1500160" y="71890"/>
                  <a:pt x="1505856" y="74854"/>
                  <a:pt x="1510408" y="80095"/>
                </a:cubicBezTo>
                <a:cubicBezTo>
                  <a:pt x="1513599" y="83740"/>
                  <a:pt x="1514280" y="85335"/>
                  <a:pt x="1514280" y="92400"/>
                </a:cubicBezTo>
                <a:lnTo>
                  <a:pt x="1514280" y="135697"/>
                </a:lnTo>
                <a:moveTo>
                  <a:pt x="1511778" y="152561"/>
                </a:moveTo>
                <a:cubicBezTo>
                  <a:pt x="1512914" y="151651"/>
                  <a:pt x="1514964" y="151192"/>
                  <a:pt x="1515194" y="152787"/>
                </a:cubicBezTo>
                <a:cubicBezTo>
                  <a:pt x="1515875" y="158257"/>
                  <a:pt x="1517699" y="166226"/>
                  <a:pt x="1517699" y="166226"/>
                </a:cubicBezTo>
                <a:cubicBezTo>
                  <a:pt x="1519520" y="166910"/>
                  <a:pt x="1520657" y="166684"/>
                  <a:pt x="1522026" y="166226"/>
                </a:cubicBezTo>
                <a:cubicBezTo>
                  <a:pt x="1527033" y="162118"/>
                  <a:pt x="1535005" y="158702"/>
                  <a:pt x="1548899" y="157107"/>
                </a:cubicBezTo>
                <a:cubicBezTo>
                  <a:pt x="1550265" y="155741"/>
                  <a:pt x="1550265" y="152325"/>
                  <a:pt x="1548899" y="150959"/>
                </a:cubicBezTo>
                <a:cubicBezTo>
                  <a:pt x="1534324" y="149819"/>
                  <a:pt x="1532274" y="145489"/>
                  <a:pt x="1532274" y="134324"/>
                </a:cubicBezTo>
                <a:lnTo>
                  <a:pt x="1532274" y="31099"/>
                </a:lnTo>
                <a:cubicBezTo>
                  <a:pt x="1532274" y="16288"/>
                  <a:pt x="1533184" y="7228"/>
                  <a:pt x="1533184" y="7228"/>
                </a:cubicBezTo>
                <a:cubicBezTo>
                  <a:pt x="1533184" y="5658"/>
                  <a:pt x="1532274" y="4980"/>
                  <a:pt x="1530224" y="4980"/>
                </a:cubicBezTo>
                <a:cubicBezTo>
                  <a:pt x="1524531" y="7228"/>
                  <a:pt x="1507448" y="10373"/>
                  <a:pt x="1498339" y="11047"/>
                </a:cubicBezTo>
                <a:cubicBezTo>
                  <a:pt x="1497884" y="12872"/>
                  <a:pt x="1498339" y="16514"/>
                  <a:pt x="1499705" y="17880"/>
                </a:cubicBezTo>
                <a:cubicBezTo>
                  <a:pt x="1511548" y="18564"/>
                  <a:pt x="1514280" y="17424"/>
                  <a:pt x="1514280" y="36569"/>
                </a:cubicBezTo>
                <a:lnTo>
                  <a:pt x="1514280" y="65742"/>
                </a:lnTo>
                <a:cubicBezTo>
                  <a:pt x="1514280" y="67337"/>
                  <a:pt x="1513825" y="67793"/>
                  <a:pt x="1512233" y="67793"/>
                </a:cubicBezTo>
                <a:cubicBezTo>
                  <a:pt x="1511319" y="67793"/>
                  <a:pt x="1501985" y="63918"/>
                  <a:pt x="1494468" y="63918"/>
                </a:cubicBezTo>
                <a:cubicBezTo>
                  <a:pt x="1479435" y="63918"/>
                  <a:pt x="1469416" y="68929"/>
                  <a:pt x="1460304" y="77586"/>
                </a:cubicBezTo>
                <a:cubicBezTo>
                  <a:pt x="1450511" y="87385"/>
                  <a:pt x="1444590" y="100831"/>
                  <a:pt x="1444590" y="117692"/>
                </a:cubicBezTo>
                <a:cubicBezTo>
                  <a:pt x="1444590" y="145726"/>
                  <a:pt x="1458713" y="166226"/>
                  <a:pt x="1483309" y="166226"/>
                </a:cubicBezTo>
                <a:cubicBezTo>
                  <a:pt x="1492188" y="166226"/>
                  <a:pt x="1500616" y="161673"/>
                  <a:pt x="1511778" y="152561"/>
                </a:cubicBezTo>
                <a:close/>
                <a:moveTo>
                  <a:pt x="1571446" y="27478"/>
                </a:moveTo>
                <a:cubicBezTo>
                  <a:pt x="1571446" y="33399"/>
                  <a:pt x="1576913" y="39321"/>
                  <a:pt x="1582375" y="39321"/>
                </a:cubicBezTo>
                <a:cubicBezTo>
                  <a:pt x="1588752" y="39321"/>
                  <a:pt x="1594219" y="33174"/>
                  <a:pt x="1594219" y="28388"/>
                </a:cubicBezTo>
                <a:cubicBezTo>
                  <a:pt x="1594219" y="22925"/>
                  <a:pt x="1589437" y="16545"/>
                  <a:pt x="1583289" y="16545"/>
                </a:cubicBezTo>
                <a:cubicBezTo>
                  <a:pt x="1577823" y="16545"/>
                  <a:pt x="1571446" y="22011"/>
                  <a:pt x="1571446" y="27478"/>
                </a:cubicBezTo>
                <a:moveTo>
                  <a:pt x="1592172" y="136204"/>
                </a:moveTo>
                <a:lnTo>
                  <a:pt x="1592172" y="90878"/>
                </a:lnTo>
                <a:cubicBezTo>
                  <a:pt x="1592172" y="79490"/>
                  <a:pt x="1593082" y="64863"/>
                  <a:pt x="1593082" y="64863"/>
                </a:cubicBezTo>
                <a:cubicBezTo>
                  <a:pt x="1593082" y="63942"/>
                  <a:pt x="1591943" y="63251"/>
                  <a:pt x="1590122" y="63251"/>
                </a:cubicBezTo>
                <a:cubicBezTo>
                  <a:pt x="1583745" y="65784"/>
                  <a:pt x="1574633" y="67855"/>
                  <a:pt x="1558918" y="69923"/>
                </a:cubicBezTo>
                <a:cubicBezTo>
                  <a:pt x="1558463" y="71292"/>
                  <a:pt x="1558918" y="74934"/>
                  <a:pt x="1559374" y="76303"/>
                </a:cubicBezTo>
                <a:cubicBezTo>
                  <a:pt x="1571901" y="77440"/>
                  <a:pt x="1574178" y="78809"/>
                  <a:pt x="1574178" y="91792"/>
                </a:cubicBezTo>
                <a:lnTo>
                  <a:pt x="1574178" y="136204"/>
                </a:lnTo>
                <a:cubicBezTo>
                  <a:pt x="1574178" y="155109"/>
                  <a:pt x="1571672" y="155793"/>
                  <a:pt x="1557782" y="156933"/>
                </a:cubicBezTo>
                <a:cubicBezTo>
                  <a:pt x="1556413" y="158299"/>
                  <a:pt x="1556413" y="163081"/>
                  <a:pt x="1557782" y="164446"/>
                </a:cubicBezTo>
                <a:cubicBezTo>
                  <a:pt x="1565295" y="164220"/>
                  <a:pt x="1574178" y="163991"/>
                  <a:pt x="1583289" y="163991"/>
                </a:cubicBezTo>
                <a:cubicBezTo>
                  <a:pt x="1592398" y="163991"/>
                  <a:pt x="1601051" y="164220"/>
                  <a:pt x="1608567" y="164446"/>
                </a:cubicBezTo>
                <a:cubicBezTo>
                  <a:pt x="1609933" y="163081"/>
                  <a:pt x="1609933" y="158299"/>
                  <a:pt x="1608567" y="156933"/>
                </a:cubicBezTo>
                <a:cubicBezTo>
                  <a:pt x="1594674" y="156023"/>
                  <a:pt x="1592172" y="155109"/>
                  <a:pt x="1592172" y="136204"/>
                </a:cubicBezTo>
                <a:close/>
                <a:moveTo>
                  <a:pt x="1703311" y="143217"/>
                </a:moveTo>
                <a:cubicBezTo>
                  <a:pt x="1702401" y="141166"/>
                  <a:pt x="1700576" y="140256"/>
                  <a:pt x="1698529" y="140027"/>
                </a:cubicBezTo>
                <a:cubicBezTo>
                  <a:pt x="1690783" y="150056"/>
                  <a:pt x="1680990" y="155067"/>
                  <a:pt x="1671197" y="155067"/>
                </a:cubicBezTo>
                <a:cubicBezTo>
                  <a:pt x="1654572" y="155067"/>
                  <a:pt x="1640679" y="138206"/>
                  <a:pt x="1640679" y="111541"/>
                </a:cubicBezTo>
                <a:cubicBezTo>
                  <a:pt x="1640679" y="86475"/>
                  <a:pt x="1651612" y="71435"/>
                  <a:pt x="1666645" y="71435"/>
                </a:cubicBezTo>
                <a:cubicBezTo>
                  <a:pt x="1680080" y="71435"/>
                  <a:pt x="1681901" y="79410"/>
                  <a:pt x="1682815" y="87385"/>
                </a:cubicBezTo>
                <a:cubicBezTo>
                  <a:pt x="1683496" y="93540"/>
                  <a:pt x="1686686" y="95590"/>
                  <a:pt x="1691468" y="95590"/>
                </a:cubicBezTo>
                <a:cubicBezTo>
                  <a:pt x="1696250" y="95590"/>
                  <a:pt x="1702626" y="92629"/>
                  <a:pt x="1702626" y="85564"/>
                </a:cubicBezTo>
                <a:cubicBezTo>
                  <a:pt x="1702626" y="73030"/>
                  <a:pt x="1689647" y="63918"/>
                  <a:pt x="1667781" y="63918"/>
                </a:cubicBezTo>
                <a:cubicBezTo>
                  <a:pt x="1645235" y="63918"/>
                  <a:pt x="1621093" y="84195"/>
                  <a:pt x="1621093" y="116556"/>
                </a:cubicBezTo>
                <a:cubicBezTo>
                  <a:pt x="1621093" y="145952"/>
                  <a:pt x="1637492" y="166226"/>
                  <a:pt x="1666186" y="166226"/>
                </a:cubicBezTo>
                <a:cubicBezTo>
                  <a:pt x="1679854" y="166226"/>
                  <a:pt x="1691923" y="161899"/>
                  <a:pt x="1703311" y="143217"/>
                </a:cubicBezTo>
                <a:close/>
                <a:moveTo>
                  <a:pt x="1719937" y="66364"/>
                </a:moveTo>
                <a:cubicBezTo>
                  <a:pt x="1716747" y="66364"/>
                  <a:pt x="1715837" y="69099"/>
                  <a:pt x="1715837" y="70920"/>
                </a:cubicBezTo>
                <a:lnTo>
                  <a:pt x="1715837" y="73881"/>
                </a:lnTo>
                <a:cubicBezTo>
                  <a:pt x="1715837" y="75021"/>
                  <a:pt x="1716063" y="75247"/>
                  <a:pt x="1716977" y="75247"/>
                </a:cubicBezTo>
                <a:lnTo>
                  <a:pt x="1730411" y="75247"/>
                </a:lnTo>
                <a:lnTo>
                  <a:pt x="1730411" y="143696"/>
                </a:lnTo>
                <a:cubicBezTo>
                  <a:pt x="1730411" y="159849"/>
                  <a:pt x="1737473" y="166226"/>
                  <a:pt x="1747947" y="166226"/>
                </a:cubicBezTo>
                <a:cubicBezTo>
                  <a:pt x="1758424" y="166226"/>
                  <a:pt x="1769812" y="161218"/>
                  <a:pt x="1778695" y="151199"/>
                </a:cubicBezTo>
                <a:cubicBezTo>
                  <a:pt x="1778239" y="148926"/>
                  <a:pt x="1776874" y="147561"/>
                  <a:pt x="1774594" y="147335"/>
                </a:cubicBezTo>
                <a:cubicBezTo>
                  <a:pt x="1768672" y="151884"/>
                  <a:pt x="1761840" y="153701"/>
                  <a:pt x="1755919" y="153701"/>
                </a:cubicBezTo>
                <a:cubicBezTo>
                  <a:pt x="1749771" y="153701"/>
                  <a:pt x="1748406" y="146880"/>
                  <a:pt x="1748406" y="132781"/>
                </a:cubicBezTo>
                <a:lnTo>
                  <a:pt x="1748406" y="75247"/>
                </a:lnTo>
                <a:lnTo>
                  <a:pt x="1772088" y="75247"/>
                </a:lnTo>
                <a:cubicBezTo>
                  <a:pt x="1774368" y="75247"/>
                  <a:pt x="1777555" y="74336"/>
                  <a:pt x="1777555" y="72286"/>
                </a:cubicBezTo>
                <a:lnTo>
                  <a:pt x="1777555" y="67734"/>
                </a:lnTo>
                <a:cubicBezTo>
                  <a:pt x="1777555" y="66823"/>
                  <a:pt x="1776874" y="66364"/>
                  <a:pt x="1775734" y="66364"/>
                </a:cubicBezTo>
                <a:lnTo>
                  <a:pt x="1748406" y="66364"/>
                </a:lnTo>
                <a:lnTo>
                  <a:pt x="1748406" y="57485"/>
                </a:lnTo>
                <a:cubicBezTo>
                  <a:pt x="1748406" y="42681"/>
                  <a:pt x="1749316" y="33570"/>
                  <a:pt x="1749316" y="33570"/>
                </a:cubicBezTo>
                <a:cubicBezTo>
                  <a:pt x="1749316" y="32204"/>
                  <a:pt x="1748631" y="31519"/>
                  <a:pt x="1747492" y="31519"/>
                </a:cubicBezTo>
                <a:cubicBezTo>
                  <a:pt x="1746581" y="31519"/>
                  <a:pt x="1744531" y="32433"/>
                  <a:pt x="1742484" y="33570"/>
                </a:cubicBezTo>
                <a:cubicBezTo>
                  <a:pt x="1739978" y="34939"/>
                  <a:pt x="1737699" y="36075"/>
                  <a:pt x="1734738" y="36760"/>
                </a:cubicBezTo>
                <a:cubicBezTo>
                  <a:pt x="1732006" y="37670"/>
                  <a:pt x="1729730" y="38355"/>
                  <a:pt x="1729730" y="39947"/>
                </a:cubicBezTo>
                <a:cubicBezTo>
                  <a:pt x="1729730" y="42681"/>
                  <a:pt x="1730411" y="41086"/>
                  <a:pt x="1730411" y="66364"/>
                </a:cubicBezTo>
                <a:lnTo>
                  <a:pt x="1719937" y="66364"/>
                </a:lnTo>
                <a:close/>
                <a:moveTo>
                  <a:pt x="1802608" y="27478"/>
                </a:moveTo>
                <a:cubicBezTo>
                  <a:pt x="1802608" y="33399"/>
                  <a:pt x="1808075" y="39321"/>
                  <a:pt x="1813538" y="39321"/>
                </a:cubicBezTo>
                <a:cubicBezTo>
                  <a:pt x="1819914" y="39321"/>
                  <a:pt x="1825381" y="33174"/>
                  <a:pt x="1825381" y="28388"/>
                </a:cubicBezTo>
                <a:cubicBezTo>
                  <a:pt x="1825381" y="22925"/>
                  <a:pt x="1820599" y="16545"/>
                  <a:pt x="1814451" y="16545"/>
                </a:cubicBezTo>
                <a:cubicBezTo>
                  <a:pt x="1808985" y="16545"/>
                  <a:pt x="1802608" y="22011"/>
                  <a:pt x="1802608" y="27478"/>
                </a:cubicBezTo>
                <a:moveTo>
                  <a:pt x="1823334" y="136204"/>
                </a:moveTo>
                <a:lnTo>
                  <a:pt x="1823334" y="90878"/>
                </a:lnTo>
                <a:cubicBezTo>
                  <a:pt x="1823334" y="79490"/>
                  <a:pt x="1824244" y="64863"/>
                  <a:pt x="1824244" y="64863"/>
                </a:cubicBezTo>
                <a:cubicBezTo>
                  <a:pt x="1824244" y="63942"/>
                  <a:pt x="1823105" y="63251"/>
                  <a:pt x="1821284" y="63251"/>
                </a:cubicBezTo>
                <a:cubicBezTo>
                  <a:pt x="1814907" y="65784"/>
                  <a:pt x="1805795" y="67855"/>
                  <a:pt x="1790080" y="69923"/>
                </a:cubicBezTo>
                <a:cubicBezTo>
                  <a:pt x="1789625" y="71292"/>
                  <a:pt x="1790080" y="74934"/>
                  <a:pt x="1790536" y="76303"/>
                </a:cubicBezTo>
                <a:cubicBezTo>
                  <a:pt x="1803064" y="77440"/>
                  <a:pt x="1805340" y="78809"/>
                  <a:pt x="1805340" y="91792"/>
                </a:cubicBezTo>
                <a:lnTo>
                  <a:pt x="1805340" y="136204"/>
                </a:lnTo>
                <a:cubicBezTo>
                  <a:pt x="1805340" y="155109"/>
                  <a:pt x="1802834" y="155793"/>
                  <a:pt x="1788944" y="156933"/>
                </a:cubicBezTo>
                <a:cubicBezTo>
                  <a:pt x="1787575" y="158299"/>
                  <a:pt x="1787575" y="163081"/>
                  <a:pt x="1788944" y="164446"/>
                </a:cubicBezTo>
                <a:cubicBezTo>
                  <a:pt x="1796457" y="164220"/>
                  <a:pt x="1805340" y="163991"/>
                  <a:pt x="1814451" y="163991"/>
                </a:cubicBezTo>
                <a:cubicBezTo>
                  <a:pt x="1823560" y="163991"/>
                  <a:pt x="1832213" y="164220"/>
                  <a:pt x="1839730" y="164446"/>
                </a:cubicBezTo>
                <a:cubicBezTo>
                  <a:pt x="1841095" y="163081"/>
                  <a:pt x="1841095" y="158299"/>
                  <a:pt x="1839730" y="156933"/>
                </a:cubicBezTo>
                <a:cubicBezTo>
                  <a:pt x="1825836" y="156023"/>
                  <a:pt x="1823334" y="155109"/>
                  <a:pt x="1823334" y="136204"/>
                </a:cubicBezTo>
                <a:close/>
                <a:moveTo>
                  <a:pt x="1853166" y="117237"/>
                </a:moveTo>
                <a:cubicBezTo>
                  <a:pt x="1853166" y="140482"/>
                  <a:pt x="1868654" y="166226"/>
                  <a:pt x="1900994" y="166226"/>
                </a:cubicBezTo>
                <a:cubicBezTo>
                  <a:pt x="1915568" y="166226"/>
                  <a:pt x="1926730" y="160989"/>
                  <a:pt x="1934473" y="153472"/>
                </a:cubicBezTo>
                <a:cubicBezTo>
                  <a:pt x="1944721" y="143443"/>
                  <a:pt x="1949277" y="129087"/>
                  <a:pt x="1949277" y="115186"/>
                </a:cubicBezTo>
                <a:cubicBezTo>
                  <a:pt x="1949277" y="91486"/>
                  <a:pt x="1936294" y="63918"/>
                  <a:pt x="1901449" y="63918"/>
                </a:cubicBezTo>
                <a:cubicBezTo>
                  <a:pt x="1886419" y="63918"/>
                  <a:pt x="1874121" y="70069"/>
                  <a:pt x="1865693" y="79865"/>
                </a:cubicBezTo>
                <a:cubicBezTo>
                  <a:pt x="1857496" y="89665"/>
                  <a:pt x="1853166" y="102881"/>
                  <a:pt x="1853166" y="117237"/>
                </a:cubicBezTo>
                <a:moveTo>
                  <a:pt x="1898033" y="71890"/>
                </a:moveTo>
                <a:cubicBezTo>
                  <a:pt x="1917619" y="71890"/>
                  <a:pt x="1929691" y="89665"/>
                  <a:pt x="1929691" y="122481"/>
                </a:cubicBezTo>
                <a:cubicBezTo>
                  <a:pt x="1929691" y="151192"/>
                  <a:pt x="1914887" y="158257"/>
                  <a:pt x="1904184" y="158257"/>
                </a:cubicBezTo>
                <a:cubicBezTo>
                  <a:pt x="1880497" y="158257"/>
                  <a:pt x="1872755" y="129542"/>
                  <a:pt x="1872755" y="111996"/>
                </a:cubicBezTo>
                <a:cubicBezTo>
                  <a:pt x="1872755" y="92171"/>
                  <a:pt x="1877537" y="71890"/>
                  <a:pt x="1898033" y="71890"/>
                </a:cubicBezTo>
                <a:close/>
                <a:moveTo>
                  <a:pt x="2000519" y="82374"/>
                </a:moveTo>
                <a:cubicBezTo>
                  <a:pt x="1999153" y="83969"/>
                  <a:pt x="1997787" y="84428"/>
                  <a:pt x="1997787" y="82374"/>
                </a:cubicBezTo>
                <a:cubicBezTo>
                  <a:pt x="1997558" y="76220"/>
                  <a:pt x="1997102" y="67337"/>
                  <a:pt x="1995963" y="65058"/>
                </a:cubicBezTo>
                <a:cubicBezTo>
                  <a:pt x="1995507" y="63918"/>
                  <a:pt x="1995052" y="63237"/>
                  <a:pt x="1993231" y="63237"/>
                </a:cubicBezTo>
                <a:cubicBezTo>
                  <a:pt x="1986854" y="65742"/>
                  <a:pt x="1980933" y="67793"/>
                  <a:pt x="1965218" y="69840"/>
                </a:cubicBezTo>
                <a:cubicBezTo>
                  <a:pt x="1964763" y="71209"/>
                  <a:pt x="1965218" y="74851"/>
                  <a:pt x="1965673" y="76220"/>
                </a:cubicBezTo>
                <a:cubicBezTo>
                  <a:pt x="1977972" y="77360"/>
                  <a:pt x="1980477" y="78500"/>
                  <a:pt x="1980477" y="91722"/>
                </a:cubicBezTo>
                <a:lnTo>
                  <a:pt x="1980477" y="136183"/>
                </a:lnTo>
                <a:cubicBezTo>
                  <a:pt x="1980477" y="154879"/>
                  <a:pt x="1978201" y="155793"/>
                  <a:pt x="1964534" y="156933"/>
                </a:cubicBezTo>
                <a:cubicBezTo>
                  <a:pt x="1963168" y="158299"/>
                  <a:pt x="1963168" y="163081"/>
                  <a:pt x="1964534" y="164446"/>
                </a:cubicBezTo>
                <a:cubicBezTo>
                  <a:pt x="1971369" y="164220"/>
                  <a:pt x="1980477" y="163991"/>
                  <a:pt x="1989586" y="163991"/>
                </a:cubicBezTo>
                <a:cubicBezTo>
                  <a:pt x="1998698" y="163991"/>
                  <a:pt x="2005530" y="164220"/>
                  <a:pt x="2012362" y="164446"/>
                </a:cubicBezTo>
                <a:cubicBezTo>
                  <a:pt x="2013727" y="163081"/>
                  <a:pt x="2013727" y="158299"/>
                  <a:pt x="2012362" y="156933"/>
                </a:cubicBezTo>
                <a:cubicBezTo>
                  <a:pt x="2000748" y="155793"/>
                  <a:pt x="1998468" y="154879"/>
                  <a:pt x="1998468" y="136183"/>
                </a:cubicBezTo>
                <a:lnTo>
                  <a:pt x="1998468" y="98791"/>
                </a:lnTo>
                <a:cubicBezTo>
                  <a:pt x="1998468" y="94002"/>
                  <a:pt x="2000519" y="91267"/>
                  <a:pt x="2002339" y="89217"/>
                </a:cubicBezTo>
                <a:cubicBezTo>
                  <a:pt x="2010996" y="80779"/>
                  <a:pt x="2021244" y="75761"/>
                  <a:pt x="2030127" y="75761"/>
                </a:cubicBezTo>
                <a:cubicBezTo>
                  <a:pt x="2034682" y="75761"/>
                  <a:pt x="2039464" y="78725"/>
                  <a:pt x="2042196" y="83969"/>
                </a:cubicBezTo>
                <a:cubicBezTo>
                  <a:pt x="2044475" y="88532"/>
                  <a:pt x="2044931" y="94687"/>
                  <a:pt x="2044931" y="101526"/>
                </a:cubicBezTo>
                <a:lnTo>
                  <a:pt x="2044931" y="136183"/>
                </a:lnTo>
                <a:cubicBezTo>
                  <a:pt x="2044931" y="154879"/>
                  <a:pt x="2042651" y="155793"/>
                  <a:pt x="2030808" y="156933"/>
                </a:cubicBezTo>
                <a:cubicBezTo>
                  <a:pt x="2029671" y="158299"/>
                  <a:pt x="2029671" y="163081"/>
                  <a:pt x="2030808" y="164446"/>
                </a:cubicBezTo>
                <a:cubicBezTo>
                  <a:pt x="2037643" y="164220"/>
                  <a:pt x="2044931" y="163991"/>
                  <a:pt x="2054039" y="163991"/>
                </a:cubicBezTo>
                <a:cubicBezTo>
                  <a:pt x="2063151" y="163991"/>
                  <a:pt x="2071348" y="164220"/>
                  <a:pt x="2078181" y="164446"/>
                </a:cubicBezTo>
                <a:cubicBezTo>
                  <a:pt x="2079320" y="163081"/>
                  <a:pt x="2079320" y="158299"/>
                  <a:pt x="2078181" y="156933"/>
                </a:cubicBezTo>
                <a:cubicBezTo>
                  <a:pt x="2065427" y="155793"/>
                  <a:pt x="2062921" y="154879"/>
                  <a:pt x="2062921" y="136183"/>
                </a:cubicBezTo>
                <a:lnTo>
                  <a:pt x="2062921" y="102210"/>
                </a:lnTo>
                <a:cubicBezTo>
                  <a:pt x="2062921" y="89672"/>
                  <a:pt x="2062011" y="78725"/>
                  <a:pt x="2056774" y="71664"/>
                </a:cubicBezTo>
                <a:cubicBezTo>
                  <a:pt x="2052899" y="66653"/>
                  <a:pt x="2045841" y="63918"/>
                  <a:pt x="2037869" y="63918"/>
                </a:cubicBezTo>
                <a:cubicBezTo>
                  <a:pt x="2026711" y="63918"/>
                  <a:pt x="2013957" y="66879"/>
                  <a:pt x="2000519" y="823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E958B-8663-47C2-B479-97877CDA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2" y="5775029"/>
            <a:ext cx="565592" cy="408309"/>
          </a:xfrm>
          <a:custGeom xmlns:a="http://schemas.openxmlformats.org/drawingml/2006/main">
            <a:pathLst>
              <a:path w="565592" h="408309">
                <a:moveTo>
                  <a:pt x="394464" y="383549"/>
                </a:moveTo>
                <a:lnTo>
                  <a:pt x="435071" y="408309"/>
                </a:lnTo>
                <a:lnTo>
                  <a:pt x="474808" y="383549"/>
                </a:lnTo>
                <a:lnTo>
                  <a:pt x="506713" y="334030"/>
                </a:lnTo>
                <a:lnTo>
                  <a:pt x="548480" y="321875"/>
                </a:lnTo>
                <a:lnTo>
                  <a:pt x="528176" y="262002"/>
                </a:lnTo>
                <a:lnTo>
                  <a:pt x="559791" y="307920"/>
                </a:lnTo>
                <a:lnTo>
                  <a:pt x="565592" y="239493"/>
                </a:lnTo>
                <a:lnTo>
                  <a:pt x="536008" y="189974"/>
                </a:lnTo>
                <a:lnTo>
                  <a:pt x="493081" y="198977"/>
                </a:lnTo>
                <a:lnTo>
                  <a:pt x="518025" y="144506"/>
                </a:lnTo>
                <a:lnTo>
                  <a:pt x="479448" y="112544"/>
                </a:lnTo>
                <a:lnTo>
                  <a:pt x="449864" y="61674"/>
                </a:lnTo>
                <a:lnTo>
                  <a:pt x="423759" y="7203"/>
                </a:lnTo>
                <a:lnTo>
                  <a:pt x="379672" y="0"/>
                </a:lnTo>
                <a:lnTo>
                  <a:pt x="335585" y="1801"/>
                </a:lnTo>
                <a:lnTo>
                  <a:pt x="293528" y="19358"/>
                </a:lnTo>
                <a:lnTo>
                  <a:pt x="249441" y="19358"/>
                </a:lnTo>
                <a:lnTo>
                  <a:pt x="216665" y="65275"/>
                </a:lnTo>
                <a:lnTo>
                  <a:pt x="172288" y="72028"/>
                </a:lnTo>
                <a:lnTo>
                  <a:pt x="137192" y="112544"/>
                </a:lnTo>
                <a:lnTo>
                  <a:pt x="109928" y="167015"/>
                </a:lnTo>
                <a:lnTo>
                  <a:pt x="67001" y="179620"/>
                </a:lnTo>
                <a:lnTo>
                  <a:pt x="44377" y="237692"/>
                </a:lnTo>
                <a:lnTo>
                  <a:pt x="0" y="253448"/>
                </a:lnTo>
                <a:lnTo>
                  <a:pt x="24944" y="309720"/>
                </a:lnTo>
                <a:lnTo>
                  <a:pt x="61200" y="348435"/>
                </a:lnTo>
                <a:lnTo>
                  <a:pt x="103257" y="371394"/>
                </a:lnTo>
                <a:lnTo>
                  <a:pt x="148504" y="371394"/>
                </a:lnTo>
                <a:lnTo>
                  <a:pt x="189401" y="346635"/>
                </a:lnTo>
                <a:lnTo>
                  <a:pt x="215505" y="292163"/>
                </a:lnTo>
                <a:lnTo>
                  <a:pt x="259592" y="300717"/>
                </a:lnTo>
                <a:lnTo>
                  <a:pt x="289177" y="353387"/>
                </a:lnTo>
                <a:lnTo>
                  <a:pt x="317312" y="406508"/>
                </a:lnTo>
                <a:lnTo>
                  <a:pt x="361689" y="397504"/>
                </a:lnTo>
                <a:lnTo>
                  <a:pt x="394464" y="383549"/>
                </a:lnTo>
                <a:close/>
                <a:moveTo>
                  <a:pt x="394464" y="383549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24BA2-4A92-4AE9-9C14-64463DB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2" y="5775029"/>
            <a:ext cx="565592" cy="408309"/>
          </a:xfrm>
          <a:custGeom xmlns:a="http://schemas.openxmlformats.org/drawingml/2006/main">
            <a:pathLst>
              <a:path w="565592" h="408309" fill="none">
                <a:moveTo>
                  <a:pt x="394464" y="383549"/>
                </a:moveTo>
                <a:lnTo>
                  <a:pt x="435071" y="408309"/>
                </a:lnTo>
                <a:lnTo>
                  <a:pt x="474808" y="383549"/>
                </a:lnTo>
                <a:lnTo>
                  <a:pt x="506713" y="334030"/>
                </a:lnTo>
                <a:lnTo>
                  <a:pt x="548480" y="321875"/>
                </a:lnTo>
                <a:lnTo>
                  <a:pt x="528176" y="262002"/>
                </a:lnTo>
                <a:lnTo>
                  <a:pt x="559791" y="307920"/>
                </a:lnTo>
                <a:lnTo>
                  <a:pt x="565592" y="239493"/>
                </a:lnTo>
                <a:lnTo>
                  <a:pt x="536008" y="189974"/>
                </a:lnTo>
                <a:lnTo>
                  <a:pt x="493081" y="198977"/>
                </a:lnTo>
                <a:lnTo>
                  <a:pt x="518025" y="144506"/>
                </a:lnTo>
                <a:lnTo>
                  <a:pt x="479448" y="112544"/>
                </a:lnTo>
                <a:lnTo>
                  <a:pt x="449864" y="61674"/>
                </a:lnTo>
                <a:lnTo>
                  <a:pt x="423759" y="7203"/>
                </a:lnTo>
                <a:lnTo>
                  <a:pt x="379672" y="0"/>
                </a:lnTo>
                <a:lnTo>
                  <a:pt x="335585" y="1801"/>
                </a:lnTo>
                <a:lnTo>
                  <a:pt x="293528" y="19358"/>
                </a:lnTo>
                <a:lnTo>
                  <a:pt x="249441" y="19358"/>
                </a:lnTo>
                <a:lnTo>
                  <a:pt x="216665" y="65275"/>
                </a:lnTo>
                <a:lnTo>
                  <a:pt x="172288" y="72028"/>
                </a:lnTo>
                <a:lnTo>
                  <a:pt x="137192" y="112544"/>
                </a:lnTo>
                <a:lnTo>
                  <a:pt x="109928" y="167015"/>
                </a:lnTo>
                <a:lnTo>
                  <a:pt x="67001" y="179620"/>
                </a:lnTo>
                <a:lnTo>
                  <a:pt x="44377" y="237692"/>
                </a:lnTo>
                <a:lnTo>
                  <a:pt x="0" y="253448"/>
                </a:lnTo>
                <a:lnTo>
                  <a:pt x="24944" y="309720"/>
                </a:lnTo>
                <a:lnTo>
                  <a:pt x="61200" y="348435"/>
                </a:lnTo>
                <a:lnTo>
                  <a:pt x="103257" y="371394"/>
                </a:lnTo>
                <a:lnTo>
                  <a:pt x="148504" y="371394"/>
                </a:lnTo>
                <a:lnTo>
                  <a:pt x="189401" y="346635"/>
                </a:lnTo>
                <a:lnTo>
                  <a:pt x="215505" y="292163"/>
                </a:lnTo>
                <a:lnTo>
                  <a:pt x="259592" y="300717"/>
                </a:lnTo>
                <a:lnTo>
                  <a:pt x="289177" y="353387"/>
                </a:lnTo>
                <a:lnTo>
                  <a:pt x="317312" y="406508"/>
                </a:lnTo>
                <a:lnTo>
                  <a:pt x="361689" y="397504"/>
                </a:lnTo>
                <a:lnTo>
                  <a:pt x="394464" y="383549"/>
                </a:lnTo>
                <a:close/>
                <a:moveTo>
                  <a:pt x="394464" y="383549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69BEB-FF7B-48B1-8F5B-76CB994B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9" y="5539587"/>
            <a:ext cx="80343" cy="116145"/>
          </a:xfrm>
          <a:custGeom xmlns:a="http://schemas.openxmlformats.org/drawingml/2006/main">
            <a:pathLst>
              <a:path w="80343" h="116145">
                <a:moveTo>
                  <a:pt x="75702" y="0"/>
                </a:moveTo>
                <a:lnTo>
                  <a:pt x="33936" y="21158"/>
                </a:lnTo>
                <a:lnTo>
                  <a:pt x="0" y="63475"/>
                </a:lnTo>
                <a:lnTo>
                  <a:pt x="42927" y="52670"/>
                </a:lnTo>
                <a:lnTo>
                  <a:pt x="29295" y="116145"/>
                </a:lnTo>
                <a:lnTo>
                  <a:pt x="72512" y="103540"/>
                </a:lnTo>
                <a:lnTo>
                  <a:pt x="80343" y="35114"/>
                </a:lnTo>
                <a:lnTo>
                  <a:pt x="75702" y="0"/>
                </a:lnTo>
                <a:close/>
                <a:moveTo>
                  <a:pt x="75702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771DE-BF1F-4373-99C2-D338EBB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9" y="5539587"/>
            <a:ext cx="80343" cy="116145"/>
          </a:xfrm>
          <a:custGeom xmlns:a="http://schemas.openxmlformats.org/drawingml/2006/main">
            <a:pathLst>
              <a:path w="80343" h="116145" fill="none">
                <a:moveTo>
                  <a:pt x="75702" y="0"/>
                </a:moveTo>
                <a:lnTo>
                  <a:pt x="33936" y="21158"/>
                </a:lnTo>
                <a:lnTo>
                  <a:pt x="0" y="63475"/>
                </a:lnTo>
                <a:lnTo>
                  <a:pt x="42927" y="52670"/>
                </a:lnTo>
                <a:lnTo>
                  <a:pt x="29295" y="116145"/>
                </a:lnTo>
                <a:lnTo>
                  <a:pt x="72512" y="103540"/>
                </a:lnTo>
                <a:lnTo>
                  <a:pt x="80343" y="35114"/>
                </a:lnTo>
                <a:lnTo>
                  <a:pt x="75702" y="0"/>
                </a:lnTo>
                <a:close/>
                <a:moveTo>
                  <a:pt x="757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40B9A-DF99-4461-A916-88CDC1A4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65" y="5298744"/>
            <a:ext cx="141543" cy="121097"/>
          </a:xfrm>
          <a:custGeom xmlns:a="http://schemas.openxmlformats.org/drawingml/2006/main">
            <a:pathLst>
              <a:path w="141543" h="121097">
                <a:moveTo>
                  <a:pt x="41767" y="0"/>
                </a:moveTo>
                <a:lnTo>
                  <a:pt x="0" y="15756"/>
                </a:lnTo>
                <a:lnTo>
                  <a:pt x="36256" y="54471"/>
                </a:lnTo>
                <a:lnTo>
                  <a:pt x="13342" y="112544"/>
                </a:lnTo>
                <a:lnTo>
                  <a:pt x="56559" y="121097"/>
                </a:lnTo>
                <a:lnTo>
                  <a:pt x="99486" y="99939"/>
                </a:lnTo>
                <a:lnTo>
                  <a:pt x="141543" y="82382"/>
                </a:lnTo>
                <a:lnTo>
                  <a:pt x="105287" y="45468"/>
                </a:lnTo>
                <a:lnTo>
                  <a:pt x="64391" y="21158"/>
                </a:lnTo>
                <a:lnTo>
                  <a:pt x="41767" y="0"/>
                </a:lnTo>
                <a:close/>
                <a:moveTo>
                  <a:pt x="41767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A2BD1-CB0E-4AE7-8DF8-D0D56B2B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65" y="5298744"/>
            <a:ext cx="141543" cy="121097"/>
          </a:xfrm>
          <a:custGeom xmlns:a="http://schemas.openxmlformats.org/drawingml/2006/main">
            <a:pathLst>
              <a:path w="141543" h="121097" fill="none">
                <a:moveTo>
                  <a:pt x="41767" y="0"/>
                </a:moveTo>
                <a:lnTo>
                  <a:pt x="0" y="15756"/>
                </a:lnTo>
                <a:lnTo>
                  <a:pt x="36256" y="54471"/>
                </a:lnTo>
                <a:lnTo>
                  <a:pt x="13342" y="112544"/>
                </a:lnTo>
                <a:lnTo>
                  <a:pt x="56559" y="121097"/>
                </a:lnTo>
                <a:lnTo>
                  <a:pt x="99486" y="99939"/>
                </a:lnTo>
                <a:lnTo>
                  <a:pt x="141543" y="82382"/>
                </a:lnTo>
                <a:lnTo>
                  <a:pt x="105287" y="45468"/>
                </a:lnTo>
                <a:lnTo>
                  <a:pt x="64391" y="21158"/>
                </a:lnTo>
                <a:lnTo>
                  <a:pt x="41767" y="0"/>
                </a:lnTo>
                <a:close/>
                <a:moveTo>
                  <a:pt x="4176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DCE31-1B4B-48D1-BEAB-13B5523A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44" y="5180798"/>
            <a:ext cx="1697357" cy="2372422"/>
          </a:xfrm>
          <a:custGeom xmlns:a="http://schemas.openxmlformats.org/drawingml/2006/main">
            <a:pathLst>
              <a:path w="1697357" h="2372422">
                <a:moveTo>
                  <a:pt x="37416" y="31512"/>
                </a:moveTo>
                <a:lnTo>
                  <a:pt x="82664" y="40516"/>
                </a:lnTo>
                <a:lnTo>
                  <a:pt x="43217" y="75630"/>
                </a:lnTo>
                <a:lnTo>
                  <a:pt x="0" y="81032"/>
                </a:lnTo>
                <a:lnTo>
                  <a:pt x="39736" y="110743"/>
                </a:lnTo>
                <a:lnTo>
                  <a:pt x="82664" y="103540"/>
                </a:lnTo>
                <a:lnTo>
                  <a:pt x="40897" y="121547"/>
                </a:lnTo>
                <a:lnTo>
                  <a:pt x="75992" y="163414"/>
                </a:lnTo>
                <a:lnTo>
                  <a:pt x="117759" y="144056"/>
                </a:lnTo>
                <a:lnTo>
                  <a:pt x="155175" y="108943"/>
                </a:lnTo>
                <a:lnTo>
                  <a:pt x="191431" y="73829"/>
                </a:lnTo>
                <a:lnTo>
                  <a:pt x="164457" y="124699"/>
                </a:lnTo>
                <a:lnTo>
                  <a:pt x="131391" y="170616"/>
                </a:lnTo>
                <a:lnTo>
                  <a:pt x="174609" y="180970"/>
                </a:lnTo>
                <a:lnTo>
                  <a:pt x="214345" y="149458"/>
                </a:lnTo>
                <a:lnTo>
                  <a:pt x="178959" y="189974"/>
                </a:lnTo>
                <a:lnTo>
                  <a:pt x="136032" y="184572"/>
                </a:lnTo>
                <a:lnTo>
                  <a:pt x="105287" y="232290"/>
                </a:lnTo>
                <a:lnTo>
                  <a:pt x="107608" y="298916"/>
                </a:lnTo>
                <a:lnTo>
                  <a:pt x="78313" y="349786"/>
                </a:lnTo>
                <a:lnTo>
                  <a:pt x="99776" y="407859"/>
                </a:lnTo>
                <a:lnTo>
                  <a:pt x="82664" y="471333"/>
                </a:lnTo>
                <a:lnTo>
                  <a:pt x="68161" y="534808"/>
                </a:lnTo>
                <a:lnTo>
                  <a:pt x="106447" y="568121"/>
                </a:lnTo>
                <a:lnTo>
                  <a:pt x="121240" y="504646"/>
                </a:lnTo>
                <a:lnTo>
                  <a:pt x="134872" y="439821"/>
                </a:lnTo>
                <a:lnTo>
                  <a:pt x="141833" y="372745"/>
                </a:lnTo>
                <a:lnTo>
                  <a:pt x="167647" y="314672"/>
                </a:lnTo>
                <a:lnTo>
                  <a:pt x="206224" y="279559"/>
                </a:lnTo>
                <a:lnTo>
                  <a:pt x="244800" y="248047"/>
                </a:lnTo>
                <a:lnTo>
                  <a:pt x="208544" y="284961"/>
                </a:lnTo>
                <a:lnTo>
                  <a:pt x="169968" y="320075"/>
                </a:lnTo>
                <a:lnTo>
                  <a:pt x="163297" y="386700"/>
                </a:lnTo>
                <a:lnTo>
                  <a:pt x="207384" y="370944"/>
                </a:lnTo>
                <a:lnTo>
                  <a:pt x="250311" y="353387"/>
                </a:lnTo>
                <a:lnTo>
                  <a:pt x="251471" y="286762"/>
                </a:lnTo>
                <a:lnTo>
                  <a:pt x="274385" y="344834"/>
                </a:lnTo>
                <a:lnTo>
                  <a:pt x="318472" y="356989"/>
                </a:lnTo>
                <a:lnTo>
                  <a:pt x="273225" y="351587"/>
                </a:lnTo>
                <a:lnTo>
                  <a:pt x="261913" y="416862"/>
                </a:lnTo>
                <a:lnTo>
                  <a:pt x="292368" y="467732"/>
                </a:lnTo>
                <a:lnTo>
                  <a:pt x="286857" y="534808"/>
                </a:lnTo>
                <a:lnTo>
                  <a:pt x="261913" y="590630"/>
                </a:lnTo>
                <a:lnTo>
                  <a:pt x="231168" y="638348"/>
                </a:lnTo>
                <a:lnTo>
                  <a:pt x="227687" y="706775"/>
                </a:lnTo>
                <a:lnTo>
                  <a:pt x="240159" y="772050"/>
                </a:lnTo>
                <a:lnTo>
                  <a:pt x="272064" y="721180"/>
                </a:lnTo>
                <a:lnTo>
                  <a:pt x="312671" y="749091"/>
                </a:lnTo>
                <a:lnTo>
                  <a:pt x="354728" y="780603"/>
                </a:lnTo>
                <a:lnTo>
                  <a:pt x="359369" y="713978"/>
                </a:lnTo>
                <a:lnTo>
                  <a:pt x="403456" y="721180"/>
                </a:lnTo>
                <a:lnTo>
                  <a:pt x="442032" y="752693"/>
                </a:lnTo>
                <a:lnTo>
                  <a:pt x="484959" y="738737"/>
                </a:lnTo>
                <a:lnTo>
                  <a:pt x="527016" y="717579"/>
                </a:lnTo>
                <a:lnTo>
                  <a:pt x="567623" y="685616"/>
                </a:lnTo>
                <a:lnTo>
                  <a:pt x="610840" y="685616"/>
                </a:lnTo>
                <a:lnTo>
                  <a:pt x="654927" y="680665"/>
                </a:lnTo>
                <a:lnTo>
                  <a:pt x="612000" y="694620"/>
                </a:lnTo>
                <a:lnTo>
                  <a:pt x="575744" y="733335"/>
                </a:lnTo>
                <a:lnTo>
                  <a:pt x="547319" y="786005"/>
                </a:lnTo>
                <a:lnTo>
                  <a:pt x="538328" y="851281"/>
                </a:lnTo>
                <a:lnTo>
                  <a:pt x="571103" y="896748"/>
                </a:lnTo>
                <a:lnTo>
                  <a:pt x="598368" y="949419"/>
                </a:lnTo>
                <a:lnTo>
                  <a:pt x="633464" y="989935"/>
                </a:lnTo>
                <a:lnTo>
                  <a:pt x="659568" y="937264"/>
                </a:lnTo>
                <a:lnTo>
                  <a:pt x="703655" y="940866"/>
                </a:lnTo>
                <a:lnTo>
                  <a:pt x="684512" y="1000739"/>
                </a:lnTo>
                <a:lnTo>
                  <a:pt x="656087" y="1055210"/>
                </a:lnTo>
                <a:lnTo>
                  <a:pt x="686542" y="1104279"/>
                </a:lnTo>
                <a:lnTo>
                  <a:pt x="652607" y="1146596"/>
                </a:lnTo>
                <a:lnTo>
                  <a:pt x="666239" y="1211421"/>
                </a:lnTo>
                <a:lnTo>
                  <a:pt x="705975" y="1237981"/>
                </a:lnTo>
                <a:lnTo>
                  <a:pt x="663918" y="1215022"/>
                </a:lnTo>
                <a:lnTo>
                  <a:pt x="631143" y="1259139"/>
                </a:lnTo>
                <a:lnTo>
                  <a:pt x="589086" y="1232579"/>
                </a:lnTo>
                <a:lnTo>
                  <a:pt x="543839" y="1248335"/>
                </a:lnTo>
                <a:lnTo>
                  <a:pt x="499752" y="1241582"/>
                </a:lnTo>
                <a:lnTo>
                  <a:pt x="456535" y="1260940"/>
                </a:lnTo>
                <a:lnTo>
                  <a:pt x="413608" y="1276696"/>
                </a:lnTo>
                <a:lnTo>
                  <a:pt x="375031" y="1310009"/>
                </a:lnTo>
                <a:lnTo>
                  <a:pt x="345736" y="1360879"/>
                </a:lnTo>
                <a:lnTo>
                  <a:pt x="304840" y="1387439"/>
                </a:lnTo>
                <a:lnTo>
                  <a:pt x="343416" y="1420752"/>
                </a:lnTo>
                <a:lnTo>
                  <a:pt x="379672" y="1382037"/>
                </a:lnTo>
                <a:lnTo>
                  <a:pt x="422599" y="1375284"/>
                </a:lnTo>
                <a:lnTo>
                  <a:pt x="433911" y="1440110"/>
                </a:lnTo>
                <a:lnTo>
                  <a:pt x="454504" y="1501783"/>
                </a:lnTo>
                <a:lnTo>
                  <a:pt x="428400" y="1556255"/>
                </a:lnTo>
                <a:lnTo>
                  <a:pt x="397655" y="1603523"/>
                </a:lnTo>
                <a:lnTo>
                  <a:pt x="354728" y="1628283"/>
                </a:lnTo>
                <a:lnTo>
                  <a:pt x="309481" y="1642238"/>
                </a:lnTo>
                <a:lnTo>
                  <a:pt x="269744" y="1668798"/>
                </a:lnTo>
                <a:lnTo>
                  <a:pt x="226527" y="1679152"/>
                </a:lnTo>
                <a:lnTo>
                  <a:pt x="185920" y="1709314"/>
                </a:lnTo>
                <a:lnTo>
                  <a:pt x="187081" y="1775940"/>
                </a:lnTo>
                <a:lnTo>
                  <a:pt x="231168" y="1788545"/>
                </a:lnTo>
                <a:lnTo>
                  <a:pt x="273225" y="1809703"/>
                </a:lnTo>
                <a:lnTo>
                  <a:pt x="312671" y="1777741"/>
                </a:lnTo>
                <a:lnTo>
                  <a:pt x="357048" y="1775940"/>
                </a:lnTo>
                <a:lnTo>
                  <a:pt x="399975" y="1797098"/>
                </a:lnTo>
                <a:lnTo>
                  <a:pt x="435071" y="1837614"/>
                </a:lnTo>
                <a:lnTo>
                  <a:pt x="477128" y="1818256"/>
                </a:lnTo>
                <a:lnTo>
                  <a:pt x="509903" y="1864174"/>
                </a:lnTo>
                <a:lnTo>
                  <a:pt x="551960" y="1892085"/>
                </a:lnTo>
                <a:lnTo>
                  <a:pt x="597208" y="1895686"/>
                </a:lnTo>
                <a:lnTo>
                  <a:pt x="637814" y="1869126"/>
                </a:lnTo>
                <a:lnTo>
                  <a:pt x="682191" y="1844817"/>
                </a:lnTo>
                <a:lnTo>
                  <a:pt x="726279" y="1830411"/>
                </a:lnTo>
                <a:lnTo>
                  <a:pt x="801111" y="1756582"/>
                </a:lnTo>
                <a:lnTo>
                  <a:pt x="766015" y="1798899"/>
                </a:lnTo>
                <a:lnTo>
                  <a:pt x="734110" y="1847968"/>
                </a:lnTo>
                <a:lnTo>
                  <a:pt x="694664" y="1879930"/>
                </a:lnTo>
                <a:lnTo>
                  <a:pt x="663918" y="1928999"/>
                </a:lnTo>
                <a:lnTo>
                  <a:pt x="624472" y="1959161"/>
                </a:lnTo>
                <a:lnTo>
                  <a:pt x="578935" y="1964113"/>
                </a:lnTo>
                <a:lnTo>
                  <a:pt x="536008" y="1951958"/>
                </a:lnTo>
                <a:lnTo>
                  <a:pt x="490760" y="1948357"/>
                </a:lnTo>
                <a:lnTo>
                  <a:pt x="446383" y="1951958"/>
                </a:lnTo>
                <a:lnTo>
                  <a:pt x="403456" y="1962312"/>
                </a:lnTo>
                <a:lnTo>
                  <a:pt x="385183" y="2023986"/>
                </a:lnTo>
                <a:lnTo>
                  <a:pt x="341096" y="2018584"/>
                </a:lnTo>
                <a:lnTo>
                  <a:pt x="327464" y="2083860"/>
                </a:lnTo>
                <a:lnTo>
                  <a:pt x="295848" y="2131128"/>
                </a:lnTo>
                <a:lnTo>
                  <a:pt x="258432" y="2166242"/>
                </a:lnTo>
                <a:lnTo>
                  <a:pt x="221016" y="2203606"/>
                </a:lnTo>
                <a:lnTo>
                  <a:pt x="190271" y="2252675"/>
                </a:lnTo>
                <a:lnTo>
                  <a:pt x="150825" y="2284187"/>
                </a:lnTo>
                <a:lnTo>
                  <a:pt x="108768" y="2296792"/>
                </a:lnTo>
                <a:lnTo>
                  <a:pt x="146184" y="2328304"/>
                </a:lnTo>
                <a:lnTo>
                  <a:pt x="181280" y="2372422"/>
                </a:lnTo>
                <a:lnTo>
                  <a:pt x="214345" y="2326504"/>
                </a:lnTo>
                <a:lnTo>
                  <a:pt x="252631" y="2294992"/>
                </a:lnTo>
                <a:lnTo>
                  <a:pt x="286857" y="2252675"/>
                </a:lnTo>
                <a:lnTo>
                  <a:pt x="330944" y="2254476"/>
                </a:lnTo>
                <a:lnTo>
                  <a:pt x="373871" y="2241871"/>
                </a:lnTo>
                <a:lnTo>
                  <a:pt x="419409" y="2241871"/>
                </a:lnTo>
                <a:lnTo>
                  <a:pt x="462336" y="2258077"/>
                </a:lnTo>
                <a:lnTo>
                  <a:pt x="505263" y="2275634"/>
                </a:lnTo>
                <a:lnTo>
                  <a:pt x="539488" y="2231517"/>
                </a:lnTo>
                <a:lnTo>
                  <a:pt x="564432" y="2175245"/>
                </a:lnTo>
                <a:lnTo>
                  <a:pt x="603879" y="2147334"/>
                </a:lnTo>
                <a:lnTo>
                  <a:pt x="647096" y="2132929"/>
                </a:lnTo>
                <a:lnTo>
                  <a:pt x="688863" y="2117172"/>
                </a:lnTo>
                <a:lnTo>
                  <a:pt x="732080" y="2131128"/>
                </a:lnTo>
                <a:lnTo>
                  <a:pt x="773846" y="2161290"/>
                </a:lnTo>
                <a:lnTo>
                  <a:pt x="818224" y="2152286"/>
                </a:lnTo>
                <a:lnTo>
                  <a:pt x="861151" y="2163090"/>
                </a:lnTo>
                <a:lnTo>
                  <a:pt x="898567" y="2127977"/>
                </a:lnTo>
                <a:lnTo>
                  <a:pt x="942654" y="2118973"/>
                </a:lnTo>
                <a:lnTo>
                  <a:pt x="987031" y="2115372"/>
                </a:lnTo>
                <a:lnTo>
                  <a:pt x="1028798" y="2096014"/>
                </a:lnTo>
                <a:lnTo>
                  <a:pt x="1074046" y="2101416"/>
                </a:lnTo>
                <a:lnTo>
                  <a:pt x="1114942" y="2080258"/>
                </a:lnTo>
                <a:lnTo>
                  <a:pt x="1151198" y="2117172"/>
                </a:lnTo>
                <a:lnTo>
                  <a:pt x="1194125" y="2096014"/>
                </a:lnTo>
                <a:lnTo>
                  <a:pt x="1280269" y="2085660"/>
                </a:lnTo>
                <a:lnTo>
                  <a:pt x="1324646" y="2099616"/>
                </a:lnTo>
                <a:lnTo>
                  <a:pt x="1366413" y="2115372"/>
                </a:lnTo>
                <a:lnTo>
                  <a:pt x="1407310" y="2085660"/>
                </a:lnTo>
                <a:lnTo>
                  <a:pt x="1451397" y="2074856"/>
                </a:lnTo>
                <a:lnTo>
                  <a:pt x="1535221" y="2022186"/>
                </a:lnTo>
                <a:lnTo>
                  <a:pt x="1577278" y="2001027"/>
                </a:lnTo>
                <a:lnTo>
                  <a:pt x="1617884" y="1979869"/>
                </a:lnTo>
                <a:lnTo>
                  <a:pt x="1629196" y="1913243"/>
                </a:lnTo>
                <a:lnTo>
                  <a:pt x="1583949" y="1897487"/>
                </a:lnTo>
                <a:lnTo>
                  <a:pt x="1539862" y="1906040"/>
                </a:lnTo>
                <a:lnTo>
                  <a:pt x="1496645" y="1907841"/>
                </a:lnTo>
                <a:lnTo>
                  <a:pt x="1452557" y="1897487"/>
                </a:lnTo>
                <a:lnTo>
                  <a:pt x="1410500" y="1876329"/>
                </a:lnTo>
                <a:lnTo>
                  <a:pt x="1452557" y="1853370"/>
                </a:lnTo>
                <a:lnTo>
                  <a:pt x="1496645" y="1844817"/>
                </a:lnTo>
                <a:lnTo>
                  <a:pt x="1527390" y="1795297"/>
                </a:lnTo>
                <a:lnTo>
                  <a:pt x="1483012" y="1791696"/>
                </a:lnTo>
                <a:lnTo>
                  <a:pt x="1526229" y="1765586"/>
                </a:lnTo>
                <a:lnTo>
                  <a:pt x="1569156" y="1761985"/>
                </a:lnTo>
                <a:lnTo>
                  <a:pt x="1598741" y="1711115"/>
                </a:lnTo>
                <a:lnTo>
                  <a:pt x="1554654" y="1705713"/>
                </a:lnTo>
                <a:lnTo>
                  <a:pt x="1598741" y="1702111"/>
                </a:lnTo>
                <a:lnTo>
                  <a:pt x="1638478" y="1674200"/>
                </a:lnTo>
                <a:lnTo>
                  <a:pt x="1671253" y="1630083"/>
                </a:lnTo>
                <a:lnTo>
                  <a:pt x="1690396" y="1568409"/>
                </a:lnTo>
                <a:lnTo>
                  <a:pt x="1697357" y="1499983"/>
                </a:lnTo>
                <a:lnTo>
                  <a:pt x="1683725" y="1436508"/>
                </a:lnTo>
                <a:lnTo>
                  <a:pt x="1640508" y="1399594"/>
                </a:lnTo>
                <a:lnTo>
                  <a:pt x="1601062" y="1371683"/>
                </a:lnTo>
                <a:lnTo>
                  <a:pt x="1557845" y="1364480"/>
                </a:lnTo>
                <a:lnTo>
                  <a:pt x="1513757" y="1360879"/>
                </a:lnTo>
                <a:lnTo>
                  <a:pt x="1463869" y="1354126"/>
                </a:lnTo>
                <a:lnTo>
                  <a:pt x="1422973" y="1378436"/>
                </a:lnTo>
                <a:lnTo>
                  <a:pt x="1383526" y="1413999"/>
                </a:lnTo>
                <a:lnTo>
                  <a:pt x="1340309" y="1387439"/>
                </a:lnTo>
                <a:lnTo>
                  <a:pt x="1369894" y="1332968"/>
                </a:lnTo>
                <a:lnTo>
                  <a:pt x="1394838" y="1276696"/>
                </a:lnTo>
                <a:lnTo>
                  <a:pt x="1371054" y="1218623"/>
                </a:lnTo>
                <a:lnTo>
                  <a:pt x="1335958" y="1178108"/>
                </a:lnTo>
                <a:lnTo>
                  <a:pt x="1293901" y="1150197"/>
                </a:lnTo>
                <a:lnTo>
                  <a:pt x="1257646" y="1111482"/>
                </a:lnTo>
                <a:lnTo>
                  <a:pt x="1213558" y="1116434"/>
                </a:lnTo>
                <a:lnTo>
                  <a:pt x="1170341" y="1115083"/>
                </a:lnTo>
                <a:lnTo>
                  <a:pt x="1214718" y="1109681"/>
                </a:lnTo>
                <a:lnTo>
                  <a:pt x="1258806" y="1100678"/>
                </a:lnTo>
                <a:lnTo>
                  <a:pt x="1296222" y="1135791"/>
                </a:lnTo>
                <a:lnTo>
                  <a:pt x="1341469" y="1135791"/>
                </a:lnTo>
                <a:lnTo>
                  <a:pt x="1313335" y="1084922"/>
                </a:lnTo>
                <a:lnTo>
                  <a:pt x="1282590" y="1035853"/>
                </a:lnTo>
                <a:lnTo>
                  <a:pt x="1302893" y="975979"/>
                </a:lnTo>
                <a:lnTo>
                  <a:pt x="1261126" y="951220"/>
                </a:lnTo>
                <a:lnTo>
                  <a:pt x="1229511" y="903951"/>
                </a:lnTo>
                <a:lnTo>
                  <a:pt x="1198766" y="854432"/>
                </a:lnTo>
                <a:lnTo>
                  <a:pt x="1156999" y="833724"/>
                </a:lnTo>
                <a:lnTo>
                  <a:pt x="1114942" y="814366"/>
                </a:lnTo>
                <a:lnTo>
                  <a:pt x="1072885" y="796810"/>
                </a:lnTo>
                <a:lnTo>
                  <a:pt x="1037790" y="754493"/>
                </a:lnTo>
                <a:lnTo>
                  <a:pt x="1025318" y="689218"/>
                </a:lnTo>
                <a:lnTo>
                  <a:pt x="994863" y="641950"/>
                </a:lnTo>
                <a:lnTo>
                  <a:pt x="977750" y="578475"/>
                </a:lnTo>
                <a:lnTo>
                  <a:pt x="973399" y="511849"/>
                </a:lnTo>
                <a:lnTo>
                  <a:pt x="941494" y="465931"/>
                </a:lnTo>
                <a:lnTo>
                  <a:pt x="902047" y="434419"/>
                </a:lnTo>
                <a:lnTo>
                  <a:pt x="870142" y="388501"/>
                </a:lnTo>
                <a:lnTo>
                  <a:pt x="829536" y="362391"/>
                </a:lnTo>
                <a:lnTo>
                  <a:pt x="787479" y="341233"/>
                </a:lnTo>
                <a:lnTo>
                  <a:pt x="746582" y="320075"/>
                </a:lnTo>
                <a:lnTo>
                  <a:pt x="702495" y="323676"/>
                </a:lnTo>
                <a:lnTo>
                  <a:pt x="663918" y="353387"/>
                </a:lnTo>
                <a:lnTo>
                  <a:pt x="619831" y="343033"/>
                </a:lnTo>
                <a:lnTo>
                  <a:pt x="576904" y="337631"/>
                </a:lnTo>
                <a:lnTo>
                  <a:pt x="532527" y="332229"/>
                </a:lnTo>
                <a:lnTo>
                  <a:pt x="493951" y="302518"/>
                </a:lnTo>
                <a:lnTo>
                  <a:pt x="534847" y="323676"/>
                </a:lnTo>
                <a:lnTo>
                  <a:pt x="577774" y="334030"/>
                </a:lnTo>
                <a:lnTo>
                  <a:pt x="619831" y="316473"/>
                </a:lnTo>
                <a:lnTo>
                  <a:pt x="659568" y="281359"/>
                </a:lnTo>
                <a:lnTo>
                  <a:pt x="703655" y="274157"/>
                </a:lnTo>
                <a:lnTo>
                  <a:pt x="744552" y="254799"/>
                </a:lnTo>
                <a:lnTo>
                  <a:pt x="709456" y="216084"/>
                </a:lnTo>
                <a:lnTo>
                  <a:pt x="667399" y="195376"/>
                </a:lnTo>
                <a:lnTo>
                  <a:pt x="624472" y="214734"/>
                </a:lnTo>
                <a:lnTo>
                  <a:pt x="665079" y="186373"/>
                </a:lnTo>
                <a:lnTo>
                  <a:pt x="709456" y="176019"/>
                </a:lnTo>
                <a:lnTo>
                  <a:pt x="751223" y="153060"/>
                </a:lnTo>
                <a:lnTo>
                  <a:pt x="786318" y="108943"/>
                </a:lnTo>
                <a:lnTo>
                  <a:pt x="819094" y="63475"/>
                </a:lnTo>
                <a:lnTo>
                  <a:pt x="844038" y="7203"/>
                </a:lnTo>
                <a:lnTo>
                  <a:pt x="848510" y="0"/>
                </a:lnTo>
                <a:lnTo>
                  <a:pt x="69357" y="0"/>
                </a:lnTo>
                <a:lnTo>
                  <a:pt x="37416" y="31512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FCDAF2D-214E-44E1-9EB2-A6743F75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98" y="5180798"/>
            <a:ext cx="1717450" cy="2381675"/>
          </a:xfrm>
          <a:custGeom xmlns:a="http://schemas.openxmlformats.org/drawingml/2006/main">
            <a:pathLst>
              <a:path w="1717450" h="2381675">
                <a:moveTo>
                  <a:pt x="46241" y="119387"/>
                </a:moveTo>
                <a:lnTo>
                  <a:pt x="52692" y="116606"/>
                </a:lnTo>
                <a:lnTo>
                  <a:pt x="0" y="77207"/>
                </a:lnTo>
                <a:lnTo>
                  <a:pt x="55245" y="70301"/>
                </a:lnTo>
                <a:lnTo>
                  <a:pt x="85011" y="43805"/>
                </a:lnTo>
                <a:lnTo>
                  <a:pt x="40437" y="34936"/>
                </a:lnTo>
                <a:lnTo>
                  <a:pt x="75847" y="0"/>
                </a:lnTo>
                <a:lnTo>
                  <a:pt x="142705" y="0"/>
                </a:lnTo>
                <a:lnTo>
                  <a:pt x="147338" y="4947"/>
                </a:lnTo>
                <a:lnTo>
                  <a:pt x="91377" y="375"/>
                </a:lnTo>
                <a:lnTo>
                  <a:pt x="63286" y="28089"/>
                </a:lnTo>
                <a:lnTo>
                  <a:pt x="109207" y="37227"/>
                </a:lnTo>
                <a:lnTo>
                  <a:pt x="60079" y="80958"/>
                </a:lnTo>
                <a:lnTo>
                  <a:pt x="28891" y="84857"/>
                </a:lnTo>
                <a:lnTo>
                  <a:pt x="55614" y="104838"/>
                </a:lnTo>
                <a:lnTo>
                  <a:pt x="123269" y="93486"/>
                </a:lnTo>
                <a:lnTo>
                  <a:pt x="124540" y="97798"/>
                </a:lnTo>
                <a:lnTo>
                  <a:pt x="64443" y="123708"/>
                </a:lnTo>
                <a:lnTo>
                  <a:pt x="91971" y="156545"/>
                </a:lnTo>
                <a:lnTo>
                  <a:pt x="129038" y="139366"/>
                </a:lnTo>
                <a:lnTo>
                  <a:pt x="165765" y="104899"/>
                </a:lnTo>
                <a:lnTo>
                  <a:pt x="221671" y="50754"/>
                </a:lnTo>
                <a:lnTo>
                  <a:pt x="223648" y="52240"/>
                </a:lnTo>
                <a:lnTo>
                  <a:pt x="183659" y="127653"/>
                </a:lnTo>
                <a:lnTo>
                  <a:pt x="155237" y="167123"/>
                </a:lnTo>
                <a:lnTo>
                  <a:pt x="187712" y="174904"/>
                </a:lnTo>
                <a:lnTo>
                  <a:pt x="246898" y="127968"/>
                </a:lnTo>
                <a:lnTo>
                  <a:pt x="251115" y="132390"/>
                </a:lnTo>
                <a:lnTo>
                  <a:pt x="195657" y="195889"/>
                </a:lnTo>
                <a:lnTo>
                  <a:pt x="153269" y="190554"/>
                </a:lnTo>
                <a:lnTo>
                  <a:pt x="125377" y="233845"/>
                </a:lnTo>
                <a:lnTo>
                  <a:pt x="127692" y="300319"/>
                </a:lnTo>
                <a:lnTo>
                  <a:pt x="98906" y="350305"/>
                </a:lnTo>
                <a:lnTo>
                  <a:pt x="120080" y="407593"/>
                </a:lnTo>
                <a:lnTo>
                  <a:pt x="102531" y="472683"/>
                </a:lnTo>
                <a:lnTo>
                  <a:pt x="88799" y="532790"/>
                </a:lnTo>
                <a:lnTo>
                  <a:pt x="117558" y="557813"/>
                </a:lnTo>
                <a:lnTo>
                  <a:pt x="130230" y="503437"/>
                </a:lnTo>
                <a:lnTo>
                  <a:pt x="143790" y="438955"/>
                </a:lnTo>
                <a:lnTo>
                  <a:pt x="150813" y="371286"/>
                </a:lnTo>
                <a:lnTo>
                  <a:pt x="177464" y="311331"/>
                </a:lnTo>
                <a:lnTo>
                  <a:pt x="217019" y="275326"/>
                </a:lnTo>
                <a:lnTo>
                  <a:pt x="277141" y="226214"/>
                </a:lnTo>
                <a:lnTo>
                  <a:pt x="282621" y="232220"/>
                </a:lnTo>
                <a:lnTo>
                  <a:pt x="226866" y="288987"/>
                </a:lnTo>
                <a:lnTo>
                  <a:pt x="189759" y="322764"/>
                </a:lnTo>
                <a:lnTo>
                  <a:pt x="184181" y="378466"/>
                </a:lnTo>
                <a:lnTo>
                  <a:pt x="219831" y="365725"/>
                </a:lnTo>
                <a:lnTo>
                  <a:pt x="259234" y="349610"/>
                </a:lnTo>
                <a:lnTo>
                  <a:pt x="260807" y="259297"/>
                </a:lnTo>
                <a:lnTo>
                  <a:pt x="261067" y="259250"/>
                </a:lnTo>
                <a:lnTo>
                  <a:pt x="293004" y="340189"/>
                </a:lnTo>
                <a:lnTo>
                  <a:pt x="361004" y="358937"/>
                </a:lnTo>
                <a:lnTo>
                  <a:pt x="359654" y="365808"/>
                </a:lnTo>
                <a:lnTo>
                  <a:pt x="292270" y="357763"/>
                </a:lnTo>
                <a:lnTo>
                  <a:pt x="282217" y="415772"/>
                </a:lnTo>
                <a:lnTo>
                  <a:pt x="312528" y="466401"/>
                </a:lnTo>
                <a:lnTo>
                  <a:pt x="306792" y="536216"/>
                </a:lnTo>
                <a:lnTo>
                  <a:pt x="281285" y="593298"/>
                </a:lnTo>
                <a:lnTo>
                  <a:pt x="251117" y="640121"/>
                </a:lnTo>
                <a:lnTo>
                  <a:pt x="247747" y="706387"/>
                </a:lnTo>
                <a:lnTo>
                  <a:pt x="257425" y="757039"/>
                </a:lnTo>
                <a:lnTo>
                  <a:pt x="284873" y="713275"/>
                </a:lnTo>
                <a:lnTo>
                  <a:pt x="330375" y="744552"/>
                </a:lnTo>
                <a:lnTo>
                  <a:pt x="364313" y="769980"/>
                </a:lnTo>
                <a:lnTo>
                  <a:pt x="368666" y="707475"/>
                </a:lnTo>
                <a:lnTo>
                  <a:pt x="420278" y="715907"/>
                </a:lnTo>
                <a:lnTo>
                  <a:pt x="457650" y="746436"/>
                </a:lnTo>
                <a:lnTo>
                  <a:pt x="497273" y="733555"/>
                </a:lnTo>
                <a:lnTo>
                  <a:pt x="538448" y="712841"/>
                </a:lnTo>
                <a:lnTo>
                  <a:pt x="580133" y="680029"/>
                </a:lnTo>
                <a:lnTo>
                  <a:pt x="624972" y="680029"/>
                </a:lnTo>
                <a:lnTo>
                  <a:pt x="696088" y="672042"/>
                </a:lnTo>
                <a:lnTo>
                  <a:pt x="697263" y="677472"/>
                </a:lnTo>
                <a:lnTo>
                  <a:pt x="629540" y="699489"/>
                </a:lnTo>
                <a:lnTo>
                  <a:pt x="594762" y="736626"/>
                </a:lnTo>
                <a:lnTo>
                  <a:pt x="567162" y="787769"/>
                </a:lnTo>
                <a:lnTo>
                  <a:pt x="558613" y="849828"/>
                </a:lnTo>
                <a:lnTo>
                  <a:pt x="590321" y="893815"/>
                </a:lnTo>
                <a:lnTo>
                  <a:pt x="617470" y="946262"/>
                </a:lnTo>
                <a:lnTo>
                  <a:pt x="646633" y="979928"/>
                </a:lnTo>
                <a:lnTo>
                  <a:pt x="670690" y="931387"/>
                </a:lnTo>
                <a:lnTo>
                  <a:pt x="725563" y="935870"/>
                </a:lnTo>
                <a:lnTo>
                  <a:pt x="704133" y="1002898"/>
                </a:lnTo>
                <a:lnTo>
                  <a:pt x="676960" y="1054970"/>
                </a:lnTo>
                <a:lnTo>
                  <a:pt x="707819" y="1104691"/>
                </a:lnTo>
                <a:lnTo>
                  <a:pt x="673063" y="1148030"/>
                </a:lnTo>
                <a:lnTo>
                  <a:pt x="685683" y="1208042"/>
                </a:lnTo>
                <a:lnTo>
                  <a:pt x="746565" y="1248736"/>
                </a:lnTo>
                <a:lnTo>
                  <a:pt x="742068" y="1256164"/>
                </a:lnTo>
                <a:lnTo>
                  <a:pt x="679951" y="1222254"/>
                </a:lnTo>
                <a:lnTo>
                  <a:pt x="646984" y="1266629"/>
                </a:lnTo>
                <a:lnTo>
                  <a:pt x="602825" y="1238741"/>
                </a:lnTo>
                <a:lnTo>
                  <a:pt x="558811" y="1254068"/>
                </a:lnTo>
                <a:lnTo>
                  <a:pt x="514978" y="1247354"/>
                </a:lnTo>
                <a:lnTo>
                  <a:pt x="473087" y="1266118"/>
                </a:lnTo>
                <a:lnTo>
                  <a:pt x="430934" y="1281590"/>
                </a:lnTo>
                <a:lnTo>
                  <a:pt x="393845" y="1313618"/>
                </a:lnTo>
                <a:lnTo>
                  <a:pt x="364352" y="1364832"/>
                </a:lnTo>
                <a:lnTo>
                  <a:pt x="328567" y="1388073"/>
                </a:lnTo>
                <a:lnTo>
                  <a:pt x="357452" y="1413016"/>
                </a:lnTo>
                <a:lnTo>
                  <a:pt x="391352" y="1376816"/>
                </a:lnTo>
                <a:lnTo>
                  <a:pt x="441604" y="1368911"/>
                </a:lnTo>
                <a:lnTo>
                  <a:pt x="453788" y="1438737"/>
                </a:lnTo>
                <a:lnTo>
                  <a:pt x="474965" y="1502159"/>
                </a:lnTo>
                <a:lnTo>
                  <a:pt x="447727" y="1558997"/>
                </a:lnTo>
                <a:lnTo>
                  <a:pt x="416053" y="1607693"/>
                </a:lnTo>
                <a:lnTo>
                  <a:pt x="371420" y="1633436"/>
                </a:lnTo>
                <a:lnTo>
                  <a:pt x="326352" y="1647336"/>
                </a:lnTo>
                <a:lnTo>
                  <a:pt x="286463" y="1673999"/>
                </a:lnTo>
                <a:lnTo>
                  <a:pt x="243386" y="1684319"/>
                </a:lnTo>
                <a:lnTo>
                  <a:pt x="206002" y="1712087"/>
                </a:lnTo>
                <a:lnTo>
                  <a:pt x="207040" y="1771706"/>
                </a:lnTo>
                <a:lnTo>
                  <a:pt x="247654" y="1783318"/>
                </a:lnTo>
                <a:lnTo>
                  <a:pt x="286957" y="1803090"/>
                </a:lnTo>
                <a:lnTo>
                  <a:pt x="325039" y="1772233"/>
                </a:lnTo>
                <a:lnTo>
                  <a:pt x="372688" y="1770300"/>
                </a:lnTo>
                <a:lnTo>
                  <a:pt x="417904" y="1792586"/>
                </a:lnTo>
                <a:lnTo>
                  <a:pt x="450992" y="1830784"/>
                </a:lnTo>
                <a:lnTo>
                  <a:pt x="493436" y="1811249"/>
                </a:lnTo>
                <a:lnTo>
                  <a:pt x="528297" y="1860089"/>
                </a:lnTo>
                <a:lnTo>
                  <a:pt x="568290" y="1886630"/>
                </a:lnTo>
                <a:lnTo>
                  <a:pt x="610193" y="1889966"/>
                </a:lnTo>
                <a:lnTo>
                  <a:pt x="649384" y="1864331"/>
                </a:lnTo>
                <a:lnTo>
                  <a:pt x="694408" y="1839667"/>
                </a:lnTo>
                <a:lnTo>
                  <a:pt x="737737" y="1825509"/>
                </a:lnTo>
                <a:lnTo>
                  <a:pt x="831345" y="1733157"/>
                </a:lnTo>
                <a:lnTo>
                  <a:pt x="837534" y="1738835"/>
                </a:lnTo>
                <a:lnTo>
                  <a:pt x="784968" y="1802216"/>
                </a:lnTo>
                <a:lnTo>
                  <a:pt x="752758" y="1851753"/>
                </a:lnTo>
                <a:lnTo>
                  <a:pt x="713349" y="1883685"/>
                </a:lnTo>
                <a:lnTo>
                  <a:pt x="682561" y="1932823"/>
                </a:lnTo>
                <a:lnTo>
                  <a:pt x="641072" y="1964547"/>
                </a:lnTo>
                <a:lnTo>
                  <a:pt x="592904" y="1969785"/>
                </a:lnTo>
                <a:lnTo>
                  <a:pt x="549461" y="1957484"/>
                </a:lnTo>
                <a:lnTo>
                  <a:pt x="505210" y="1953962"/>
                </a:lnTo>
                <a:lnTo>
                  <a:pt x="461715" y="1957492"/>
                </a:lnTo>
                <a:lnTo>
                  <a:pt x="422343" y="1966988"/>
                </a:lnTo>
                <a:lnTo>
                  <a:pt x="403642" y="2030107"/>
                </a:lnTo>
                <a:lnTo>
                  <a:pt x="359960" y="2024754"/>
                </a:lnTo>
                <a:lnTo>
                  <a:pt x="347156" y="2086064"/>
                </a:lnTo>
                <a:lnTo>
                  <a:pt x="314583" y="2134765"/>
                </a:lnTo>
                <a:lnTo>
                  <a:pt x="276764" y="2170256"/>
                </a:lnTo>
                <a:lnTo>
                  <a:pt x="239859" y="2207111"/>
                </a:lnTo>
                <a:lnTo>
                  <a:pt x="208946" y="2256447"/>
                </a:lnTo>
                <a:lnTo>
                  <a:pt x="167911" y="2289228"/>
                </a:lnTo>
                <a:lnTo>
                  <a:pt x="134717" y="2299177"/>
                </a:lnTo>
                <a:lnTo>
                  <a:pt x="164655" y="2324390"/>
                </a:lnTo>
                <a:lnTo>
                  <a:pt x="195503" y="2363169"/>
                </a:lnTo>
                <a:lnTo>
                  <a:pt x="224680" y="2322651"/>
                </a:lnTo>
                <a:lnTo>
                  <a:pt x="263089" y="2291038"/>
                </a:lnTo>
                <a:lnTo>
                  <a:pt x="298724" y="2246978"/>
                </a:lnTo>
                <a:lnTo>
                  <a:pt x="344698" y="2248856"/>
                </a:lnTo>
                <a:lnTo>
                  <a:pt x="387513" y="2236284"/>
                </a:lnTo>
                <a:lnTo>
                  <a:pt x="434873" y="2236284"/>
                </a:lnTo>
                <a:lnTo>
                  <a:pt x="478825" y="2252877"/>
                </a:lnTo>
                <a:lnTo>
                  <a:pt x="517895" y="2268856"/>
                </a:lnTo>
                <a:lnTo>
                  <a:pt x="549102" y="2228630"/>
                </a:lnTo>
                <a:lnTo>
                  <a:pt x="574394" y="2171573"/>
                </a:lnTo>
                <a:lnTo>
                  <a:pt x="615772" y="2142295"/>
                </a:lnTo>
                <a:lnTo>
                  <a:pt x="659671" y="2127663"/>
                </a:lnTo>
                <a:lnTo>
                  <a:pt x="703165" y="2111255"/>
                </a:lnTo>
                <a:lnTo>
                  <a:pt x="749081" y="2126082"/>
                </a:lnTo>
                <a:lnTo>
                  <a:pt x="789579" y="2155328"/>
                </a:lnTo>
                <a:lnTo>
                  <a:pt x="832802" y="2146558"/>
                </a:lnTo>
                <a:lnTo>
                  <a:pt x="873999" y="2156927"/>
                </a:lnTo>
                <a:lnTo>
                  <a:pt x="910343" y="2122819"/>
                </a:lnTo>
                <a:lnTo>
                  <a:pt x="956312" y="2113432"/>
                </a:lnTo>
                <a:lnTo>
                  <a:pt x="1000031" y="2109884"/>
                </a:lnTo>
                <a:lnTo>
                  <a:pt x="1042332" y="2090279"/>
                </a:lnTo>
                <a:lnTo>
                  <a:pt x="1087448" y="2095665"/>
                </a:lnTo>
                <a:lnTo>
                  <a:pt x="1130483" y="2073401"/>
                </a:lnTo>
                <a:lnTo>
                  <a:pt x="1166798" y="2110375"/>
                </a:lnTo>
                <a:lnTo>
                  <a:pt x="1206956" y="2090581"/>
                </a:lnTo>
                <a:lnTo>
                  <a:pt x="1295243" y="2079970"/>
                </a:lnTo>
                <a:lnTo>
                  <a:pt x="1340917" y="2094333"/>
                </a:lnTo>
                <a:lnTo>
                  <a:pt x="1380012" y="2109081"/>
                </a:lnTo>
                <a:lnTo>
                  <a:pt x="1419359" y="2080495"/>
                </a:lnTo>
                <a:lnTo>
                  <a:pt x="1463635" y="2069645"/>
                </a:lnTo>
                <a:lnTo>
                  <a:pt x="1546918" y="2017314"/>
                </a:lnTo>
                <a:lnTo>
                  <a:pt x="1589177" y="1996054"/>
                </a:lnTo>
                <a:lnTo>
                  <a:pt x="1627286" y="1976197"/>
                </a:lnTo>
                <a:lnTo>
                  <a:pt x="1637343" y="1916966"/>
                </a:lnTo>
                <a:lnTo>
                  <a:pt x="1597979" y="1903259"/>
                </a:lnTo>
                <a:lnTo>
                  <a:pt x="1554959" y="1911605"/>
                </a:lnTo>
                <a:lnTo>
                  <a:pt x="1510558" y="1913455"/>
                </a:lnTo>
                <a:lnTo>
                  <a:pt x="1465082" y="1902775"/>
                </a:lnTo>
                <a:lnTo>
                  <a:pt x="1412916" y="1876531"/>
                </a:lnTo>
                <a:lnTo>
                  <a:pt x="1465087" y="1848050"/>
                </a:lnTo>
                <a:lnTo>
                  <a:pt x="1507630" y="1839797"/>
                </a:lnTo>
                <a:lnTo>
                  <a:pt x="1532261" y="1800126"/>
                </a:lnTo>
                <a:lnTo>
                  <a:pt x="1479754" y="1795865"/>
                </a:lnTo>
                <a:lnTo>
                  <a:pt x="1538905" y="1760128"/>
                </a:lnTo>
                <a:lnTo>
                  <a:pt x="1580235" y="1756660"/>
                </a:lnTo>
                <a:lnTo>
                  <a:pt x="1604097" y="1715630"/>
                </a:lnTo>
                <a:lnTo>
                  <a:pt x="1541114" y="1707912"/>
                </a:lnTo>
                <a:lnTo>
                  <a:pt x="1541226" y="1702384"/>
                </a:lnTo>
                <a:lnTo>
                  <a:pt x="1611218" y="1696666"/>
                </a:lnTo>
                <a:lnTo>
                  <a:pt x="1648975" y="1670146"/>
                </a:lnTo>
                <a:lnTo>
                  <a:pt x="1680645" y="1627517"/>
                </a:lnTo>
                <a:lnTo>
                  <a:pt x="1699340" y="1567287"/>
                </a:lnTo>
                <a:lnTo>
                  <a:pt x="1706155" y="1500294"/>
                </a:lnTo>
                <a:lnTo>
                  <a:pt x="1693105" y="1439529"/>
                </a:lnTo>
                <a:lnTo>
                  <a:pt x="1651518" y="1404007"/>
                </a:lnTo>
                <a:lnTo>
                  <a:pt x="1613325" y="1376983"/>
                </a:lnTo>
                <a:lnTo>
                  <a:pt x="1571602" y="1370030"/>
                </a:lnTo>
                <a:lnTo>
                  <a:pt x="1527600" y="1366435"/>
                </a:lnTo>
                <a:lnTo>
                  <a:pt x="1479495" y="1359924"/>
                </a:lnTo>
                <a:lnTo>
                  <a:pt x="1440748" y="1382956"/>
                </a:lnTo>
                <a:lnTo>
                  <a:pt x="1398608" y="1420948"/>
                </a:lnTo>
                <a:lnTo>
                  <a:pt x="1347317" y="1389426"/>
                </a:lnTo>
                <a:lnTo>
                  <a:pt x="1379322" y="1330499"/>
                </a:lnTo>
                <a:lnTo>
                  <a:pt x="1403210" y="1276609"/>
                </a:lnTo>
                <a:lnTo>
                  <a:pt x="1380676" y="1221589"/>
                </a:lnTo>
                <a:lnTo>
                  <a:pt x="1346679" y="1182342"/>
                </a:lnTo>
                <a:lnTo>
                  <a:pt x="1304714" y="1154492"/>
                </a:lnTo>
                <a:lnTo>
                  <a:pt x="1269929" y="1117347"/>
                </a:lnTo>
                <a:lnTo>
                  <a:pt x="1228229" y="1122031"/>
                </a:lnTo>
                <a:lnTo>
                  <a:pt x="1157036" y="1119806"/>
                </a:lnTo>
                <a:lnTo>
                  <a:pt x="1156724" y="1112871"/>
                </a:lnTo>
                <a:lnTo>
                  <a:pt x="1228266" y="1104162"/>
                </a:lnTo>
                <a:lnTo>
                  <a:pt x="1274966" y="1094625"/>
                </a:lnTo>
                <a:lnTo>
                  <a:pt x="1312878" y="1130204"/>
                </a:lnTo>
                <a:lnTo>
                  <a:pt x="1346440" y="1130204"/>
                </a:lnTo>
                <a:lnTo>
                  <a:pt x="1322965" y="1087759"/>
                </a:lnTo>
                <a:lnTo>
                  <a:pt x="1290892" y="1036571"/>
                </a:lnTo>
                <a:lnTo>
                  <a:pt x="1310592" y="978475"/>
                </a:lnTo>
                <a:lnTo>
                  <a:pt x="1271632" y="955379"/>
                </a:lnTo>
                <a:lnTo>
                  <a:pt x="1239260" y="906979"/>
                </a:lnTo>
                <a:lnTo>
                  <a:pt x="1209304" y="858731"/>
                </a:lnTo>
                <a:lnTo>
                  <a:pt x="1169035" y="838765"/>
                </a:lnTo>
                <a:lnTo>
                  <a:pt x="1127143" y="819484"/>
                </a:lnTo>
                <a:lnTo>
                  <a:pt x="1083909" y="801435"/>
                </a:lnTo>
                <a:lnTo>
                  <a:pt x="1047017" y="756954"/>
                </a:lnTo>
                <a:lnTo>
                  <a:pt x="1034479" y="691332"/>
                </a:lnTo>
                <a:lnTo>
                  <a:pt x="1004140" y="644244"/>
                </a:lnTo>
                <a:lnTo>
                  <a:pt x="986656" y="579393"/>
                </a:lnTo>
                <a:lnTo>
                  <a:pt x="982370" y="513762"/>
                </a:lnTo>
                <a:lnTo>
                  <a:pt x="951816" y="469788"/>
                </a:lnTo>
                <a:lnTo>
                  <a:pt x="912369" y="438276"/>
                </a:lnTo>
                <a:lnTo>
                  <a:pt x="880632" y="392600"/>
                </a:lnTo>
                <a:lnTo>
                  <a:pt x="841207" y="367250"/>
                </a:lnTo>
                <a:lnTo>
                  <a:pt x="799385" y="346210"/>
                </a:lnTo>
                <a:lnTo>
                  <a:pt x="759884" y="325774"/>
                </a:lnTo>
                <a:lnTo>
                  <a:pt x="719041" y="329110"/>
                </a:lnTo>
                <a:lnTo>
                  <a:pt x="679670" y="359433"/>
                </a:lnTo>
                <a:lnTo>
                  <a:pt x="633286" y="348540"/>
                </a:lnTo>
                <a:lnTo>
                  <a:pt x="590663" y="343176"/>
                </a:lnTo>
                <a:lnTo>
                  <a:pt x="544777" y="337590"/>
                </a:lnTo>
                <a:lnTo>
                  <a:pt x="483163" y="290135"/>
                </a:lnTo>
                <a:lnTo>
                  <a:pt x="486497" y="284898"/>
                </a:lnTo>
                <a:lnTo>
                  <a:pt x="551260" y="318403"/>
                </a:lnTo>
                <a:lnTo>
                  <a:pt x="591754" y="328170"/>
                </a:lnTo>
                <a:lnTo>
                  <a:pt x="631270" y="311674"/>
                </a:lnTo>
                <a:lnTo>
                  <a:pt x="671521" y="276105"/>
                </a:lnTo>
                <a:lnTo>
                  <a:pt x="716422" y="268770"/>
                </a:lnTo>
                <a:lnTo>
                  <a:pt x="749799" y="252971"/>
                </a:lnTo>
                <a:lnTo>
                  <a:pt x="720477" y="220626"/>
                </a:lnTo>
                <a:lnTo>
                  <a:pt x="681740" y="201552"/>
                </a:lnTo>
                <a:lnTo>
                  <a:pt x="616113" y="231146"/>
                </a:lnTo>
                <a:lnTo>
                  <a:pt x="613144" y="225920"/>
                </a:lnTo>
                <a:lnTo>
                  <a:pt x="677207" y="181176"/>
                </a:lnTo>
                <a:lnTo>
                  <a:pt x="721883" y="170752"/>
                </a:lnTo>
                <a:lnTo>
                  <a:pt x="761994" y="148704"/>
                </a:lnTo>
                <a:lnTo>
                  <a:pt x="796309" y="105568"/>
                </a:lnTo>
                <a:lnTo>
                  <a:pt x="828667" y="60679"/>
                </a:lnTo>
                <a:lnTo>
                  <a:pt x="853532" y="4585"/>
                </a:lnTo>
                <a:lnTo>
                  <a:pt x="856379" y="0"/>
                </a:lnTo>
                <a:lnTo>
                  <a:pt x="869532" y="0"/>
                </a:lnTo>
                <a:lnTo>
                  <a:pt x="863434" y="9821"/>
                </a:lnTo>
                <a:lnTo>
                  <a:pt x="838411" y="66270"/>
                </a:lnTo>
                <a:lnTo>
                  <a:pt x="805219" y="112317"/>
                </a:lnTo>
                <a:lnTo>
                  <a:pt x="769342" y="157416"/>
                </a:lnTo>
                <a:lnTo>
                  <a:pt x="725919" y="181285"/>
                </a:lnTo>
                <a:lnTo>
                  <a:pt x="685179" y="190790"/>
                </a:lnTo>
                <a:lnTo>
                  <a:pt x="727325" y="211542"/>
                </a:lnTo>
                <a:lnTo>
                  <a:pt x="768195" y="256627"/>
                </a:lnTo>
                <a:lnTo>
                  <a:pt x="719779" y="279544"/>
                </a:lnTo>
                <a:lnTo>
                  <a:pt x="676505" y="286614"/>
                </a:lnTo>
                <a:lnTo>
                  <a:pt x="637283" y="321272"/>
                </a:lnTo>
                <a:lnTo>
                  <a:pt x="606898" y="333957"/>
                </a:lnTo>
                <a:lnTo>
                  <a:pt x="635267" y="337527"/>
                </a:lnTo>
                <a:lnTo>
                  <a:pt x="677057" y="347342"/>
                </a:lnTo>
                <a:lnTo>
                  <a:pt x="714839" y="318242"/>
                </a:lnTo>
                <a:lnTo>
                  <a:pt x="762171" y="314375"/>
                </a:lnTo>
                <a:lnTo>
                  <a:pt x="804463" y="336256"/>
                </a:lnTo>
                <a:lnTo>
                  <a:pt x="846755" y="357532"/>
                </a:lnTo>
                <a:lnTo>
                  <a:pt x="888543" y="384402"/>
                </a:lnTo>
                <a:lnTo>
                  <a:pt x="920616" y="430562"/>
                </a:lnTo>
                <a:lnTo>
                  <a:pt x="960063" y="462074"/>
                </a:lnTo>
                <a:lnTo>
                  <a:pt x="993318" y="509936"/>
                </a:lnTo>
                <a:lnTo>
                  <a:pt x="997734" y="577557"/>
                </a:lnTo>
                <a:lnTo>
                  <a:pt x="1014476" y="639655"/>
                </a:lnTo>
                <a:lnTo>
                  <a:pt x="1045047" y="687104"/>
                </a:lnTo>
                <a:lnTo>
                  <a:pt x="1057453" y="752033"/>
                </a:lnTo>
                <a:lnTo>
                  <a:pt x="1090753" y="792184"/>
                </a:lnTo>
                <a:lnTo>
                  <a:pt x="1131632" y="809249"/>
                </a:lnTo>
                <a:lnTo>
                  <a:pt x="1173854" y="828683"/>
                </a:lnTo>
                <a:lnTo>
                  <a:pt x="1217119" y="850133"/>
                </a:lnTo>
                <a:lnTo>
                  <a:pt x="1248653" y="900924"/>
                </a:lnTo>
                <a:lnTo>
                  <a:pt x="1279511" y="947060"/>
                </a:lnTo>
                <a:lnTo>
                  <a:pt x="1324084" y="973483"/>
                </a:lnTo>
                <a:lnTo>
                  <a:pt x="1303178" y="1035134"/>
                </a:lnTo>
                <a:lnTo>
                  <a:pt x="1332595" y="1082084"/>
                </a:lnTo>
                <a:lnTo>
                  <a:pt x="1365389" y="1141378"/>
                </a:lnTo>
                <a:lnTo>
                  <a:pt x="1308456" y="1141378"/>
                </a:lnTo>
                <a:lnTo>
                  <a:pt x="1302568" y="1135852"/>
                </a:lnTo>
                <a:lnTo>
                  <a:pt x="1311979" y="1145902"/>
                </a:lnTo>
                <a:lnTo>
                  <a:pt x="1354128" y="1173874"/>
                </a:lnTo>
                <a:lnTo>
                  <a:pt x="1390322" y="1215658"/>
                </a:lnTo>
                <a:lnTo>
                  <a:pt x="1415356" y="1276783"/>
                </a:lnTo>
                <a:lnTo>
                  <a:pt x="1389356" y="1335437"/>
                </a:lnTo>
                <a:lnTo>
                  <a:pt x="1362191" y="1385452"/>
                </a:lnTo>
                <a:lnTo>
                  <a:pt x="1397335" y="1407051"/>
                </a:lnTo>
                <a:lnTo>
                  <a:pt x="1434088" y="1373916"/>
                </a:lnTo>
                <a:lnTo>
                  <a:pt x="1477134" y="1348328"/>
                </a:lnTo>
                <a:lnTo>
                  <a:pt x="1528805" y="1355322"/>
                </a:lnTo>
                <a:lnTo>
                  <a:pt x="1572978" y="1358931"/>
                </a:lnTo>
                <a:lnTo>
                  <a:pt x="1617689" y="1366382"/>
                </a:lnTo>
                <a:lnTo>
                  <a:pt x="1658388" y="1395180"/>
                </a:lnTo>
                <a:lnTo>
                  <a:pt x="1703236" y="1433487"/>
                </a:lnTo>
                <a:lnTo>
                  <a:pt x="1717450" y="1499671"/>
                </a:lnTo>
                <a:lnTo>
                  <a:pt x="1710343" y="1569531"/>
                </a:lnTo>
                <a:lnTo>
                  <a:pt x="1690752" y="1632650"/>
                </a:lnTo>
                <a:lnTo>
                  <a:pt x="1656871" y="1678255"/>
                </a:lnTo>
                <a:lnTo>
                  <a:pt x="1617372" y="1705999"/>
                </a:lnTo>
                <a:lnTo>
                  <a:pt x="1622276" y="1706600"/>
                </a:lnTo>
                <a:lnTo>
                  <a:pt x="1586968" y="1767309"/>
                </a:lnTo>
                <a:lnTo>
                  <a:pt x="1542445" y="1771044"/>
                </a:lnTo>
                <a:lnTo>
                  <a:pt x="1515162" y="1787527"/>
                </a:lnTo>
                <a:lnTo>
                  <a:pt x="1551409" y="1790469"/>
                </a:lnTo>
                <a:lnTo>
                  <a:pt x="1514549" y="1849837"/>
                </a:lnTo>
                <a:lnTo>
                  <a:pt x="1468918" y="1858690"/>
                </a:lnTo>
                <a:lnTo>
                  <a:pt x="1436976" y="1876127"/>
                </a:lnTo>
                <a:lnTo>
                  <a:pt x="1468923" y="1892199"/>
                </a:lnTo>
                <a:lnTo>
                  <a:pt x="1511622" y="1902227"/>
                </a:lnTo>
                <a:lnTo>
                  <a:pt x="1553655" y="1900476"/>
                </a:lnTo>
                <a:lnTo>
                  <a:pt x="1598809" y="1891715"/>
                </a:lnTo>
                <a:lnTo>
                  <a:pt x="1649941" y="1909521"/>
                </a:lnTo>
                <a:lnTo>
                  <a:pt x="1637373" y="1983541"/>
                </a:lnTo>
                <a:lnTo>
                  <a:pt x="1594269" y="2006001"/>
                </a:lnTo>
                <a:lnTo>
                  <a:pt x="1552414" y="2027057"/>
                </a:lnTo>
                <a:lnTo>
                  <a:pt x="1468050" y="2080067"/>
                </a:lnTo>
                <a:lnTo>
                  <a:pt x="1424151" y="2090825"/>
                </a:lnTo>
                <a:lnTo>
                  <a:pt x="1381705" y="2121663"/>
                </a:lnTo>
                <a:lnTo>
                  <a:pt x="1337266" y="2104898"/>
                </a:lnTo>
                <a:lnTo>
                  <a:pt x="1294186" y="2091351"/>
                </a:lnTo>
                <a:lnTo>
                  <a:pt x="1210185" y="2101447"/>
                </a:lnTo>
                <a:lnTo>
                  <a:pt x="1164489" y="2123970"/>
                </a:lnTo>
                <a:lnTo>
                  <a:pt x="1128292" y="2087116"/>
                </a:lnTo>
                <a:lnTo>
                  <a:pt x="1089533" y="2107168"/>
                </a:lnTo>
                <a:lnTo>
                  <a:pt x="1044155" y="2101750"/>
                </a:lnTo>
                <a:lnTo>
                  <a:pt x="1002922" y="2120860"/>
                </a:lnTo>
                <a:lnTo>
                  <a:pt x="957887" y="2124515"/>
                </a:lnTo>
                <a:lnTo>
                  <a:pt x="915681" y="2133134"/>
                </a:lnTo>
                <a:lnTo>
                  <a:pt x="877193" y="2169254"/>
                </a:lnTo>
                <a:lnTo>
                  <a:pt x="832536" y="2158014"/>
                </a:lnTo>
                <a:lnTo>
                  <a:pt x="787005" y="2167252"/>
                </a:lnTo>
                <a:lnTo>
                  <a:pt x="743969" y="2136174"/>
                </a:lnTo>
                <a:lnTo>
                  <a:pt x="703451" y="2123090"/>
                </a:lnTo>
                <a:lnTo>
                  <a:pt x="663411" y="2138194"/>
                </a:lnTo>
                <a:lnTo>
                  <a:pt x="620876" y="2152373"/>
                </a:lnTo>
                <a:lnTo>
                  <a:pt x="583361" y="2178917"/>
                </a:lnTo>
                <a:lnTo>
                  <a:pt x="558765" y="2234404"/>
                </a:lnTo>
                <a:lnTo>
                  <a:pt x="521521" y="2282412"/>
                </a:lnTo>
                <a:lnTo>
                  <a:pt x="474736" y="2263277"/>
                </a:lnTo>
                <a:lnTo>
                  <a:pt x="432834" y="2247458"/>
                </a:lnTo>
                <a:lnTo>
                  <a:pt x="389120" y="2247458"/>
                </a:lnTo>
                <a:lnTo>
                  <a:pt x="346081" y="2260096"/>
                </a:lnTo>
                <a:lnTo>
                  <a:pt x="303880" y="2258372"/>
                </a:lnTo>
                <a:lnTo>
                  <a:pt x="271064" y="2298945"/>
                </a:lnTo>
                <a:lnTo>
                  <a:pt x="232901" y="2330357"/>
                </a:lnTo>
                <a:lnTo>
                  <a:pt x="195947" y="2381675"/>
                </a:lnTo>
                <a:lnTo>
                  <a:pt x="156604" y="2332219"/>
                </a:lnTo>
                <a:lnTo>
                  <a:pt x="111709" y="2294408"/>
                </a:lnTo>
                <a:lnTo>
                  <a:pt x="162629" y="2279146"/>
                </a:lnTo>
                <a:lnTo>
                  <a:pt x="200487" y="2248903"/>
                </a:lnTo>
                <a:lnTo>
                  <a:pt x="231064" y="2200101"/>
                </a:lnTo>
                <a:lnTo>
                  <a:pt x="268991" y="2162227"/>
                </a:lnTo>
                <a:lnTo>
                  <a:pt x="306005" y="2127491"/>
                </a:lnTo>
                <a:lnTo>
                  <a:pt x="336662" y="2081655"/>
                </a:lnTo>
                <a:lnTo>
                  <a:pt x="351122" y="2012414"/>
                </a:lnTo>
                <a:lnTo>
                  <a:pt x="395615" y="2017866"/>
                </a:lnTo>
                <a:lnTo>
                  <a:pt x="413460" y="1957636"/>
                </a:lnTo>
                <a:lnTo>
                  <a:pt x="459942" y="1946425"/>
                </a:lnTo>
                <a:lnTo>
                  <a:pt x="505201" y="1942752"/>
                </a:lnTo>
                <a:lnTo>
                  <a:pt x="551445" y="1946433"/>
                </a:lnTo>
                <a:lnTo>
                  <a:pt x="593856" y="1958441"/>
                </a:lnTo>
                <a:lnTo>
                  <a:pt x="636763" y="1953775"/>
                </a:lnTo>
                <a:lnTo>
                  <a:pt x="674167" y="1925176"/>
                </a:lnTo>
                <a:lnTo>
                  <a:pt x="704868" y="1876175"/>
                </a:lnTo>
                <a:lnTo>
                  <a:pt x="744352" y="1844183"/>
                </a:lnTo>
                <a:lnTo>
                  <a:pt x="761587" y="1817676"/>
                </a:lnTo>
                <a:lnTo>
                  <a:pt x="743711" y="1835313"/>
                </a:lnTo>
                <a:lnTo>
                  <a:pt x="698866" y="1849966"/>
                </a:lnTo>
                <a:lnTo>
                  <a:pt x="655135" y="1873921"/>
                </a:lnTo>
                <a:lnTo>
                  <a:pt x="613113" y="1901407"/>
                </a:lnTo>
                <a:lnTo>
                  <a:pt x="564521" y="1897540"/>
                </a:lnTo>
                <a:lnTo>
                  <a:pt x="520400" y="1868259"/>
                </a:lnTo>
                <a:lnTo>
                  <a:pt x="489711" y="1825264"/>
                </a:lnTo>
                <a:lnTo>
                  <a:pt x="448041" y="1844444"/>
                </a:lnTo>
                <a:lnTo>
                  <a:pt x="410937" y="1801610"/>
                </a:lnTo>
                <a:lnTo>
                  <a:pt x="370299" y="1781580"/>
                </a:lnTo>
                <a:lnTo>
                  <a:pt x="329194" y="1783248"/>
                </a:lnTo>
                <a:lnTo>
                  <a:pt x="288383" y="1816316"/>
                </a:lnTo>
                <a:lnTo>
                  <a:pt x="243572" y="1793772"/>
                </a:lnTo>
                <a:lnTo>
                  <a:pt x="196012" y="1780174"/>
                </a:lnTo>
                <a:lnTo>
                  <a:pt x="194730" y="1706541"/>
                </a:lnTo>
                <a:lnTo>
                  <a:pt x="238559" y="1673985"/>
                </a:lnTo>
                <a:lnTo>
                  <a:pt x="281916" y="1663598"/>
                </a:lnTo>
                <a:lnTo>
                  <a:pt x="321500" y="1637140"/>
                </a:lnTo>
                <a:lnTo>
                  <a:pt x="366926" y="1623129"/>
                </a:lnTo>
                <a:lnTo>
                  <a:pt x="408148" y="1599353"/>
                </a:lnTo>
                <a:lnTo>
                  <a:pt x="437964" y="1553513"/>
                </a:lnTo>
                <a:lnTo>
                  <a:pt x="462934" y="1501408"/>
                </a:lnTo>
                <a:lnTo>
                  <a:pt x="442924" y="1441482"/>
                </a:lnTo>
                <a:lnTo>
                  <a:pt x="432485" y="1381657"/>
                </a:lnTo>
                <a:lnTo>
                  <a:pt x="396883" y="1387258"/>
                </a:lnTo>
                <a:lnTo>
                  <a:pt x="358271" y="1428488"/>
                </a:lnTo>
                <a:lnTo>
                  <a:pt x="310003" y="1386805"/>
                </a:lnTo>
                <a:lnTo>
                  <a:pt x="356011" y="1356925"/>
                </a:lnTo>
                <a:lnTo>
                  <a:pt x="385108" y="1306400"/>
                </a:lnTo>
                <a:lnTo>
                  <a:pt x="425172" y="1271802"/>
                </a:lnTo>
                <a:lnTo>
                  <a:pt x="468873" y="1255762"/>
                </a:lnTo>
                <a:lnTo>
                  <a:pt x="513416" y="1235811"/>
                </a:lnTo>
                <a:lnTo>
                  <a:pt x="557758" y="1242602"/>
                </a:lnTo>
                <a:lnTo>
                  <a:pt x="604238" y="1226417"/>
                </a:lnTo>
                <a:lnTo>
                  <a:pt x="644192" y="1251650"/>
                </a:lnTo>
                <a:lnTo>
                  <a:pt x="674777" y="1210481"/>
                </a:lnTo>
                <a:lnTo>
                  <a:pt x="661041" y="1145161"/>
                </a:lnTo>
                <a:lnTo>
                  <a:pt x="694156" y="1103867"/>
                </a:lnTo>
                <a:lnTo>
                  <a:pt x="664106" y="1055450"/>
                </a:lnTo>
                <a:lnTo>
                  <a:pt x="693782" y="998580"/>
                </a:lnTo>
                <a:lnTo>
                  <a:pt x="710637" y="945862"/>
                </a:lnTo>
                <a:lnTo>
                  <a:pt x="677336" y="943141"/>
                </a:lnTo>
                <a:lnTo>
                  <a:pt x="649185" y="999941"/>
                </a:lnTo>
                <a:lnTo>
                  <a:pt x="608156" y="952576"/>
                </a:lnTo>
                <a:lnTo>
                  <a:pt x="580776" y="899682"/>
                </a:lnTo>
                <a:lnTo>
                  <a:pt x="546933" y="852734"/>
                </a:lnTo>
                <a:lnTo>
                  <a:pt x="556368" y="784242"/>
                </a:lnTo>
                <a:lnTo>
                  <a:pt x="585617" y="730044"/>
                </a:lnTo>
                <a:lnTo>
                  <a:pt x="621990" y="691204"/>
                </a:lnTo>
                <a:lnTo>
                  <a:pt x="584003" y="691204"/>
                </a:lnTo>
                <a:lnTo>
                  <a:pt x="544475" y="722317"/>
                </a:lnTo>
                <a:lnTo>
                  <a:pt x="501536" y="743919"/>
                </a:lnTo>
                <a:lnTo>
                  <a:pt x="455305" y="758949"/>
                </a:lnTo>
                <a:lnTo>
                  <a:pt x="415525" y="726453"/>
                </a:lnTo>
                <a:lnTo>
                  <a:pt x="378962" y="720480"/>
                </a:lnTo>
                <a:lnTo>
                  <a:pt x="374034" y="791227"/>
                </a:lnTo>
                <a:lnTo>
                  <a:pt x="323858" y="753631"/>
                </a:lnTo>
                <a:lnTo>
                  <a:pt x="288147" y="729085"/>
                </a:lnTo>
                <a:lnTo>
                  <a:pt x="251785" y="787061"/>
                </a:lnTo>
                <a:lnTo>
                  <a:pt x="236519" y="707163"/>
                </a:lnTo>
                <a:lnTo>
                  <a:pt x="240109" y="636575"/>
                </a:lnTo>
                <a:lnTo>
                  <a:pt x="271431" y="587962"/>
                </a:lnTo>
                <a:lnTo>
                  <a:pt x="295812" y="533400"/>
                </a:lnTo>
                <a:lnTo>
                  <a:pt x="301098" y="469062"/>
                </a:lnTo>
                <a:lnTo>
                  <a:pt x="270499" y="417952"/>
                </a:lnTo>
                <a:lnTo>
                  <a:pt x="283064" y="345443"/>
                </a:lnTo>
                <a:lnTo>
                  <a:pt x="271014" y="314904"/>
                </a:lnTo>
                <a:lnTo>
                  <a:pt x="270278" y="357165"/>
                </a:lnTo>
                <a:lnTo>
                  <a:pt x="223828" y="376163"/>
                </a:lnTo>
                <a:lnTo>
                  <a:pt x="171303" y="394935"/>
                </a:lnTo>
                <a:lnTo>
                  <a:pt x="176761" y="340422"/>
                </a:lnTo>
                <a:lnTo>
                  <a:pt x="161744" y="374204"/>
                </a:lnTo>
                <a:lnTo>
                  <a:pt x="154845" y="440687"/>
                </a:lnTo>
                <a:lnTo>
                  <a:pt x="141140" y="505855"/>
                </a:lnTo>
                <a:lnTo>
                  <a:pt x="124227" y="578428"/>
                </a:lnTo>
                <a:lnTo>
                  <a:pt x="76414" y="536826"/>
                </a:lnTo>
                <a:lnTo>
                  <a:pt x="91686" y="469983"/>
                </a:lnTo>
                <a:lnTo>
                  <a:pt x="108363" y="408124"/>
                </a:lnTo>
                <a:lnTo>
                  <a:pt x="86610" y="349267"/>
                </a:lnTo>
                <a:lnTo>
                  <a:pt x="116414" y="297513"/>
                </a:lnTo>
                <a:lnTo>
                  <a:pt x="114088" y="230736"/>
                </a:lnTo>
                <a:lnTo>
                  <a:pt x="147686" y="178589"/>
                </a:lnTo>
                <a:lnTo>
                  <a:pt x="163379" y="180564"/>
                </a:lnTo>
                <a:lnTo>
                  <a:pt x="136437" y="174110"/>
                </a:lnTo>
                <a:lnTo>
                  <a:pt x="174145" y="121744"/>
                </a:lnTo>
                <a:lnTo>
                  <a:pt x="184398" y="102409"/>
                </a:lnTo>
                <a:lnTo>
                  <a:pt x="173476" y="112986"/>
                </a:lnTo>
                <a:lnTo>
                  <a:pt x="135371" y="148746"/>
                </a:lnTo>
                <a:lnTo>
                  <a:pt x="88905" y="170282"/>
                </a:lnTo>
                <a:lnTo>
                  <a:pt x="46241" y="119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F3D49-7F03-45A0-A971-3867EBC9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31" y="7074684"/>
            <a:ext cx="175769" cy="59873"/>
          </a:xfrm>
          <a:custGeom xmlns:a="http://schemas.openxmlformats.org/drawingml/2006/main">
            <a:pathLst>
              <a:path w="175769" h="59873">
                <a:moveTo>
                  <a:pt x="175769" y="13955"/>
                </a:moveTo>
                <a:lnTo>
                  <a:pt x="132552" y="3601"/>
                </a:lnTo>
                <a:lnTo>
                  <a:pt x="88464" y="17557"/>
                </a:lnTo>
                <a:lnTo>
                  <a:pt x="44377" y="3601"/>
                </a:lnTo>
                <a:lnTo>
                  <a:pt x="0" y="0"/>
                </a:lnTo>
                <a:lnTo>
                  <a:pt x="40897" y="31512"/>
                </a:lnTo>
                <a:lnTo>
                  <a:pt x="80633" y="59873"/>
                </a:lnTo>
                <a:lnTo>
                  <a:pt x="124720" y="50870"/>
                </a:lnTo>
                <a:lnTo>
                  <a:pt x="168808" y="21158"/>
                </a:lnTo>
                <a:lnTo>
                  <a:pt x="175769" y="13955"/>
                </a:lnTo>
                <a:close/>
                <a:moveTo>
                  <a:pt x="175769" y="13955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5204F-7235-4E9F-BB2A-E92FF9C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31" y="7074684"/>
            <a:ext cx="175769" cy="59873"/>
          </a:xfrm>
          <a:custGeom xmlns:a="http://schemas.openxmlformats.org/drawingml/2006/main">
            <a:pathLst>
              <a:path w="175769" h="59873" fill="none">
                <a:moveTo>
                  <a:pt x="175769" y="13955"/>
                </a:moveTo>
                <a:lnTo>
                  <a:pt x="132552" y="3601"/>
                </a:lnTo>
                <a:lnTo>
                  <a:pt x="88464" y="17557"/>
                </a:lnTo>
                <a:lnTo>
                  <a:pt x="44377" y="3601"/>
                </a:lnTo>
                <a:lnTo>
                  <a:pt x="0" y="0"/>
                </a:lnTo>
                <a:lnTo>
                  <a:pt x="40897" y="31512"/>
                </a:lnTo>
                <a:lnTo>
                  <a:pt x="80633" y="59873"/>
                </a:lnTo>
                <a:lnTo>
                  <a:pt x="124720" y="50870"/>
                </a:lnTo>
                <a:lnTo>
                  <a:pt x="168808" y="21158"/>
                </a:lnTo>
                <a:lnTo>
                  <a:pt x="175769" y="13955"/>
                </a:lnTo>
                <a:close/>
                <a:moveTo>
                  <a:pt x="175769" y="13955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876DE-FE80-4841-A3F5-276B873D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815" y="6921624"/>
            <a:ext cx="116889" cy="77430"/>
          </a:xfrm>
          <a:custGeom xmlns:a="http://schemas.openxmlformats.org/drawingml/2006/main">
            <a:pathLst>
              <a:path w="116889" h="77430">
                <a:moveTo>
                  <a:pt x="38576" y="0"/>
                </a:moveTo>
                <a:lnTo>
                  <a:pt x="0" y="31962"/>
                </a:lnTo>
                <a:lnTo>
                  <a:pt x="32775" y="77430"/>
                </a:lnTo>
                <a:lnTo>
                  <a:pt x="72512" y="50870"/>
                </a:lnTo>
                <a:lnTo>
                  <a:pt x="116889" y="58073"/>
                </a:lnTo>
                <a:lnTo>
                  <a:pt x="79473" y="22959"/>
                </a:lnTo>
                <a:lnTo>
                  <a:pt x="38576" y="0"/>
                </a:lnTo>
                <a:close/>
                <a:moveTo>
                  <a:pt x="38576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5C84E-EEC7-4458-BE5D-CC10D82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815" y="6921624"/>
            <a:ext cx="116889" cy="77430"/>
          </a:xfrm>
          <a:custGeom xmlns:a="http://schemas.openxmlformats.org/drawingml/2006/main">
            <a:pathLst>
              <a:path w="116889" h="77430" fill="none">
                <a:moveTo>
                  <a:pt x="38576" y="0"/>
                </a:moveTo>
                <a:lnTo>
                  <a:pt x="0" y="31962"/>
                </a:lnTo>
                <a:lnTo>
                  <a:pt x="32775" y="77430"/>
                </a:lnTo>
                <a:lnTo>
                  <a:pt x="72512" y="50870"/>
                </a:lnTo>
                <a:lnTo>
                  <a:pt x="116889" y="58073"/>
                </a:lnTo>
                <a:lnTo>
                  <a:pt x="79473" y="22959"/>
                </a:lnTo>
                <a:lnTo>
                  <a:pt x="38576" y="0"/>
                </a:lnTo>
                <a:close/>
                <a:moveTo>
                  <a:pt x="3857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9FD8A-D389-4B29-A28D-0C2B9EC3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897" y="6376462"/>
            <a:ext cx="788349" cy="911154"/>
          </a:xfrm>
          <a:custGeom xmlns:a="http://schemas.openxmlformats.org/drawingml/2006/main">
            <a:pathLst>
              <a:path w="788349" h="911154">
                <a:moveTo>
                  <a:pt x="788349" y="73829"/>
                </a:moveTo>
                <a:lnTo>
                  <a:pt x="747742" y="51320"/>
                </a:lnTo>
                <a:lnTo>
                  <a:pt x="714677" y="5402"/>
                </a:lnTo>
                <a:lnTo>
                  <a:pt x="671750" y="0"/>
                </a:lnTo>
                <a:lnTo>
                  <a:pt x="628533" y="10804"/>
                </a:lnTo>
                <a:lnTo>
                  <a:pt x="583285" y="14406"/>
                </a:lnTo>
                <a:lnTo>
                  <a:pt x="539198" y="17557"/>
                </a:lnTo>
                <a:lnTo>
                  <a:pt x="495981" y="26560"/>
                </a:lnTo>
                <a:lnTo>
                  <a:pt x="454214" y="45918"/>
                </a:lnTo>
                <a:lnTo>
                  <a:pt x="410997" y="75629"/>
                </a:lnTo>
                <a:lnTo>
                  <a:pt x="382863" y="128300"/>
                </a:lnTo>
                <a:lnTo>
                  <a:pt x="387213" y="197177"/>
                </a:lnTo>
                <a:lnTo>
                  <a:pt x="431591" y="211132"/>
                </a:lnTo>
                <a:lnTo>
                  <a:pt x="446383" y="279559"/>
                </a:lnTo>
                <a:lnTo>
                  <a:pt x="490470" y="284961"/>
                </a:lnTo>
                <a:lnTo>
                  <a:pt x="444063" y="286761"/>
                </a:lnTo>
                <a:lnTo>
                  <a:pt x="403166" y="313322"/>
                </a:lnTo>
                <a:lnTo>
                  <a:pt x="323983" y="376346"/>
                </a:lnTo>
                <a:lnTo>
                  <a:pt x="320502" y="307920"/>
                </a:lnTo>
                <a:lnTo>
                  <a:pt x="360239" y="271005"/>
                </a:lnTo>
                <a:lnTo>
                  <a:pt x="332974" y="214733"/>
                </a:lnTo>
                <a:lnTo>
                  <a:pt x="293238" y="186372"/>
                </a:lnTo>
                <a:lnTo>
                  <a:pt x="251471" y="165214"/>
                </a:lnTo>
                <a:lnTo>
                  <a:pt x="234358" y="228689"/>
                </a:lnTo>
                <a:lnTo>
                  <a:pt x="224207" y="297115"/>
                </a:lnTo>
                <a:lnTo>
                  <a:pt x="207094" y="358789"/>
                </a:lnTo>
                <a:lnTo>
                  <a:pt x="180990" y="413260"/>
                </a:lnTo>
                <a:lnTo>
                  <a:pt x="147054" y="457378"/>
                </a:lnTo>
                <a:lnTo>
                  <a:pt x="111958" y="496093"/>
                </a:lnTo>
                <a:lnTo>
                  <a:pt x="130231" y="559117"/>
                </a:lnTo>
                <a:lnTo>
                  <a:pt x="170838" y="582076"/>
                </a:lnTo>
                <a:lnTo>
                  <a:pt x="217536" y="591080"/>
                </a:lnTo>
                <a:lnTo>
                  <a:pt x="174318" y="605035"/>
                </a:lnTo>
                <a:lnTo>
                  <a:pt x="130231" y="614038"/>
                </a:lnTo>
                <a:lnTo>
                  <a:pt x="87014" y="631595"/>
                </a:lnTo>
                <a:lnTo>
                  <a:pt x="129071" y="655905"/>
                </a:lnTo>
                <a:lnTo>
                  <a:pt x="84694" y="652303"/>
                </a:lnTo>
                <a:lnTo>
                  <a:pt x="44087" y="626193"/>
                </a:lnTo>
                <a:lnTo>
                  <a:pt x="0" y="629795"/>
                </a:lnTo>
                <a:lnTo>
                  <a:pt x="26974" y="682465"/>
                </a:lnTo>
                <a:lnTo>
                  <a:pt x="70191" y="696420"/>
                </a:lnTo>
                <a:lnTo>
                  <a:pt x="113118" y="692819"/>
                </a:lnTo>
                <a:lnTo>
                  <a:pt x="163007" y="701823"/>
                </a:lnTo>
                <a:lnTo>
                  <a:pt x="207094" y="666709"/>
                </a:lnTo>
                <a:lnTo>
                  <a:pt x="252631" y="664908"/>
                </a:lnTo>
                <a:lnTo>
                  <a:pt x="290918" y="696420"/>
                </a:lnTo>
                <a:lnTo>
                  <a:pt x="335295" y="712177"/>
                </a:lnTo>
                <a:lnTo>
                  <a:pt x="377062" y="740538"/>
                </a:lnTo>
                <a:lnTo>
                  <a:pt x="420279" y="729733"/>
                </a:lnTo>
                <a:lnTo>
                  <a:pt x="457695" y="766648"/>
                </a:lnTo>
                <a:lnTo>
                  <a:pt x="474518" y="830122"/>
                </a:lnTo>
                <a:lnTo>
                  <a:pt x="447253" y="882793"/>
                </a:lnTo>
                <a:lnTo>
                  <a:pt x="486990" y="911154"/>
                </a:lnTo>
                <a:lnTo>
                  <a:pt x="531367" y="907552"/>
                </a:lnTo>
                <a:lnTo>
                  <a:pt x="530207" y="839126"/>
                </a:lnTo>
                <a:lnTo>
                  <a:pt x="552830" y="781053"/>
                </a:lnTo>
                <a:lnTo>
                  <a:pt x="566463" y="717579"/>
                </a:lnTo>
                <a:lnTo>
                  <a:pt x="564142" y="649152"/>
                </a:lnTo>
                <a:lnTo>
                  <a:pt x="532237" y="601434"/>
                </a:lnTo>
                <a:lnTo>
                  <a:pt x="556021" y="545162"/>
                </a:lnTo>
                <a:lnTo>
                  <a:pt x="601558" y="543361"/>
                </a:lnTo>
                <a:lnTo>
                  <a:pt x="644485" y="531206"/>
                </a:lnTo>
                <a:lnTo>
                  <a:pt x="688573" y="524004"/>
                </a:lnTo>
                <a:lnTo>
                  <a:pt x="690893" y="451976"/>
                </a:lnTo>
                <a:lnTo>
                  <a:pt x="732950" y="430817"/>
                </a:lnTo>
                <a:lnTo>
                  <a:pt x="759054" y="372745"/>
                </a:lnTo>
                <a:lnTo>
                  <a:pt x="713517" y="339432"/>
                </a:lnTo>
                <a:lnTo>
                  <a:pt x="674070" y="306119"/>
                </a:lnTo>
                <a:lnTo>
                  <a:pt x="713517" y="272806"/>
                </a:lnTo>
                <a:lnTo>
                  <a:pt x="756734" y="257050"/>
                </a:lnTo>
                <a:lnTo>
                  <a:pt x="775877" y="184572"/>
                </a:lnTo>
                <a:lnTo>
                  <a:pt x="787189" y="117946"/>
                </a:lnTo>
                <a:lnTo>
                  <a:pt x="788349" y="73829"/>
                </a:lnTo>
                <a:close/>
                <a:moveTo>
                  <a:pt x="788349" y="73829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C9DEB-22BC-469D-8BF1-58CA731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897" y="6376462"/>
            <a:ext cx="788349" cy="911154"/>
          </a:xfrm>
          <a:custGeom xmlns:a="http://schemas.openxmlformats.org/drawingml/2006/main">
            <a:pathLst>
              <a:path w="788349" h="911154" fill="none">
                <a:moveTo>
                  <a:pt x="788349" y="73829"/>
                </a:moveTo>
                <a:lnTo>
                  <a:pt x="747742" y="51320"/>
                </a:lnTo>
                <a:lnTo>
                  <a:pt x="714677" y="5402"/>
                </a:lnTo>
                <a:lnTo>
                  <a:pt x="671750" y="0"/>
                </a:lnTo>
                <a:lnTo>
                  <a:pt x="628533" y="10804"/>
                </a:lnTo>
                <a:lnTo>
                  <a:pt x="583285" y="14406"/>
                </a:lnTo>
                <a:lnTo>
                  <a:pt x="539198" y="17557"/>
                </a:lnTo>
                <a:lnTo>
                  <a:pt x="495981" y="26560"/>
                </a:lnTo>
                <a:lnTo>
                  <a:pt x="454214" y="45918"/>
                </a:lnTo>
                <a:lnTo>
                  <a:pt x="410997" y="75629"/>
                </a:lnTo>
                <a:lnTo>
                  <a:pt x="382863" y="128300"/>
                </a:lnTo>
                <a:lnTo>
                  <a:pt x="387213" y="197177"/>
                </a:lnTo>
                <a:lnTo>
                  <a:pt x="431591" y="211132"/>
                </a:lnTo>
                <a:lnTo>
                  <a:pt x="446383" y="279559"/>
                </a:lnTo>
                <a:lnTo>
                  <a:pt x="490470" y="284961"/>
                </a:lnTo>
                <a:lnTo>
                  <a:pt x="444063" y="286761"/>
                </a:lnTo>
                <a:lnTo>
                  <a:pt x="403166" y="313322"/>
                </a:lnTo>
                <a:lnTo>
                  <a:pt x="323983" y="376346"/>
                </a:lnTo>
                <a:lnTo>
                  <a:pt x="320502" y="307920"/>
                </a:lnTo>
                <a:lnTo>
                  <a:pt x="360239" y="271005"/>
                </a:lnTo>
                <a:lnTo>
                  <a:pt x="332974" y="214733"/>
                </a:lnTo>
                <a:lnTo>
                  <a:pt x="293238" y="186372"/>
                </a:lnTo>
                <a:lnTo>
                  <a:pt x="251471" y="165214"/>
                </a:lnTo>
                <a:lnTo>
                  <a:pt x="234358" y="228689"/>
                </a:lnTo>
                <a:lnTo>
                  <a:pt x="224207" y="297115"/>
                </a:lnTo>
                <a:lnTo>
                  <a:pt x="207094" y="358789"/>
                </a:lnTo>
                <a:lnTo>
                  <a:pt x="180990" y="413260"/>
                </a:lnTo>
                <a:lnTo>
                  <a:pt x="147054" y="457378"/>
                </a:lnTo>
                <a:lnTo>
                  <a:pt x="111958" y="496093"/>
                </a:lnTo>
                <a:lnTo>
                  <a:pt x="130231" y="559117"/>
                </a:lnTo>
                <a:lnTo>
                  <a:pt x="170838" y="582076"/>
                </a:lnTo>
                <a:lnTo>
                  <a:pt x="217536" y="591080"/>
                </a:lnTo>
                <a:lnTo>
                  <a:pt x="174318" y="605035"/>
                </a:lnTo>
                <a:lnTo>
                  <a:pt x="130231" y="614038"/>
                </a:lnTo>
                <a:lnTo>
                  <a:pt x="87014" y="631595"/>
                </a:lnTo>
                <a:lnTo>
                  <a:pt x="129071" y="655905"/>
                </a:lnTo>
                <a:lnTo>
                  <a:pt x="84694" y="652303"/>
                </a:lnTo>
                <a:lnTo>
                  <a:pt x="44087" y="626193"/>
                </a:lnTo>
                <a:lnTo>
                  <a:pt x="0" y="629795"/>
                </a:lnTo>
                <a:lnTo>
                  <a:pt x="26974" y="682465"/>
                </a:lnTo>
                <a:lnTo>
                  <a:pt x="70191" y="696420"/>
                </a:lnTo>
                <a:lnTo>
                  <a:pt x="113118" y="692819"/>
                </a:lnTo>
                <a:lnTo>
                  <a:pt x="163007" y="701823"/>
                </a:lnTo>
                <a:lnTo>
                  <a:pt x="207094" y="666709"/>
                </a:lnTo>
                <a:lnTo>
                  <a:pt x="252631" y="664908"/>
                </a:lnTo>
                <a:lnTo>
                  <a:pt x="290918" y="696420"/>
                </a:lnTo>
                <a:lnTo>
                  <a:pt x="335295" y="712177"/>
                </a:lnTo>
                <a:lnTo>
                  <a:pt x="377062" y="740538"/>
                </a:lnTo>
                <a:lnTo>
                  <a:pt x="420279" y="729733"/>
                </a:lnTo>
                <a:lnTo>
                  <a:pt x="457695" y="766648"/>
                </a:lnTo>
                <a:lnTo>
                  <a:pt x="474518" y="830122"/>
                </a:lnTo>
                <a:lnTo>
                  <a:pt x="447253" y="882793"/>
                </a:lnTo>
                <a:lnTo>
                  <a:pt x="486990" y="911154"/>
                </a:lnTo>
                <a:lnTo>
                  <a:pt x="531367" y="907552"/>
                </a:lnTo>
                <a:lnTo>
                  <a:pt x="530207" y="839126"/>
                </a:lnTo>
                <a:lnTo>
                  <a:pt x="552830" y="781053"/>
                </a:lnTo>
                <a:lnTo>
                  <a:pt x="566463" y="717579"/>
                </a:lnTo>
                <a:lnTo>
                  <a:pt x="564142" y="649152"/>
                </a:lnTo>
                <a:lnTo>
                  <a:pt x="532237" y="601434"/>
                </a:lnTo>
                <a:lnTo>
                  <a:pt x="556021" y="545162"/>
                </a:lnTo>
                <a:lnTo>
                  <a:pt x="601558" y="543361"/>
                </a:lnTo>
                <a:lnTo>
                  <a:pt x="644485" y="531206"/>
                </a:lnTo>
                <a:lnTo>
                  <a:pt x="688573" y="524004"/>
                </a:lnTo>
                <a:lnTo>
                  <a:pt x="690893" y="451976"/>
                </a:lnTo>
                <a:lnTo>
                  <a:pt x="732950" y="430817"/>
                </a:lnTo>
                <a:lnTo>
                  <a:pt x="759054" y="372745"/>
                </a:lnTo>
                <a:lnTo>
                  <a:pt x="713517" y="339432"/>
                </a:lnTo>
                <a:lnTo>
                  <a:pt x="674070" y="306119"/>
                </a:lnTo>
                <a:lnTo>
                  <a:pt x="713517" y="272806"/>
                </a:lnTo>
                <a:lnTo>
                  <a:pt x="756734" y="257050"/>
                </a:lnTo>
                <a:lnTo>
                  <a:pt x="775877" y="184572"/>
                </a:lnTo>
                <a:lnTo>
                  <a:pt x="787189" y="117946"/>
                </a:lnTo>
                <a:lnTo>
                  <a:pt x="788349" y="73829"/>
                </a:lnTo>
                <a:close/>
                <a:moveTo>
                  <a:pt x="788349" y="73829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E6DD2-FA46-44FF-AB31-CCC6D0F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301" y="7878246"/>
            <a:ext cx="1610053" cy="872439"/>
          </a:xfrm>
          <a:custGeom xmlns:a="http://schemas.openxmlformats.org/drawingml/2006/main">
            <a:pathLst>
              <a:path w="1610053" h="872439">
                <a:moveTo>
                  <a:pt x="132552" y="585677"/>
                </a:moveTo>
                <a:lnTo>
                  <a:pt x="107608" y="531206"/>
                </a:lnTo>
                <a:lnTo>
                  <a:pt x="69321" y="499694"/>
                </a:lnTo>
                <a:lnTo>
                  <a:pt x="24944" y="499694"/>
                </a:lnTo>
                <a:lnTo>
                  <a:pt x="3481" y="557316"/>
                </a:lnTo>
                <a:lnTo>
                  <a:pt x="0" y="626193"/>
                </a:lnTo>
                <a:lnTo>
                  <a:pt x="70191" y="706774"/>
                </a:lnTo>
                <a:lnTo>
                  <a:pt x="109928" y="733335"/>
                </a:lnTo>
                <a:lnTo>
                  <a:pt x="150825" y="705424"/>
                </a:lnTo>
                <a:lnTo>
                  <a:pt x="193752" y="700022"/>
                </a:lnTo>
                <a:lnTo>
                  <a:pt x="234648" y="722981"/>
                </a:lnTo>
                <a:lnTo>
                  <a:pt x="273225" y="754493"/>
                </a:lnTo>
                <a:lnTo>
                  <a:pt x="316152" y="744139"/>
                </a:lnTo>
                <a:lnTo>
                  <a:pt x="343416" y="691018"/>
                </a:lnTo>
                <a:lnTo>
                  <a:pt x="386343" y="686066"/>
                </a:lnTo>
                <a:lnTo>
                  <a:pt x="430720" y="680664"/>
                </a:lnTo>
                <a:lnTo>
                  <a:pt x="473647" y="684266"/>
                </a:lnTo>
                <a:lnTo>
                  <a:pt x="515704" y="664908"/>
                </a:lnTo>
                <a:lnTo>
                  <a:pt x="557471" y="650953"/>
                </a:lnTo>
                <a:lnTo>
                  <a:pt x="566463" y="717579"/>
                </a:lnTo>
                <a:lnTo>
                  <a:pt x="600688" y="759895"/>
                </a:lnTo>
                <a:lnTo>
                  <a:pt x="638974" y="791407"/>
                </a:lnTo>
                <a:lnTo>
                  <a:pt x="682191" y="801761"/>
                </a:lnTo>
                <a:lnTo>
                  <a:pt x="725118" y="810765"/>
                </a:lnTo>
                <a:lnTo>
                  <a:pt x="768336" y="816167"/>
                </a:lnTo>
                <a:lnTo>
                  <a:pt x="811263" y="828322"/>
                </a:lnTo>
                <a:lnTo>
                  <a:pt x="855350" y="831923"/>
                </a:lnTo>
                <a:lnTo>
                  <a:pt x="898567" y="840476"/>
                </a:lnTo>
                <a:lnTo>
                  <a:pt x="941494" y="842277"/>
                </a:lnTo>
                <a:lnTo>
                  <a:pt x="984711" y="856683"/>
                </a:lnTo>
                <a:lnTo>
                  <a:pt x="1026478" y="870638"/>
                </a:lnTo>
                <a:lnTo>
                  <a:pt x="1070855" y="872439"/>
                </a:lnTo>
                <a:lnTo>
                  <a:pt x="1112622" y="853081"/>
                </a:lnTo>
                <a:lnTo>
                  <a:pt x="1146557" y="810765"/>
                </a:lnTo>
                <a:lnTo>
                  <a:pt x="1189774" y="796809"/>
                </a:lnTo>
                <a:lnTo>
                  <a:pt x="1232701" y="798610"/>
                </a:lnTo>
                <a:lnTo>
                  <a:pt x="1275918" y="808964"/>
                </a:lnTo>
                <a:lnTo>
                  <a:pt x="1316525" y="782404"/>
                </a:lnTo>
                <a:lnTo>
                  <a:pt x="1359742" y="772050"/>
                </a:lnTo>
                <a:lnTo>
                  <a:pt x="1400349" y="795009"/>
                </a:lnTo>
                <a:lnTo>
                  <a:pt x="1409630" y="727933"/>
                </a:lnTo>
                <a:lnTo>
                  <a:pt x="1445886" y="692819"/>
                </a:lnTo>
                <a:lnTo>
                  <a:pt x="1488813" y="680664"/>
                </a:lnTo>
                <a:lnTo>
                  <a:pt x="1484173" y="613588"/>
                </a:lnTo>
                <a:lnTo>
                  <a:pt x="1491134" y="546962"/>
                </a:lnTo>
                <a:lnTo>
                  <a:pt x="1532900" y="527605"/>
                </a:lnTo>
                <a:lnTo>
                  <a:pt x="1513757" y="467732"/>
                </a:lnTo>
                <a:lnTo>
                  <a:pt x="1557845" y="448374"/>
                </a:lnTo>
                <a:lnTo>
                  <a:pt x="1604252" y="444773"/>
                </a:lnTo>
                <a:lnTo>
                  <a:pt x="1610053" y="426497"/>
                </a:lnTo>
                <a:lnTo>
                  <a:pt x="1610053" y="283414"/>
                </a:lnTo>
                <a:lnTo>
                  <a:pt x="1599901" y="263802"/>
                </a:lnTo>
                <a:lnTo>
                  <a:pt x="1577278" y="203929"/>
                </a:lnTo>
                <a:lnTo>
                  <a:pt x="1596421" y="144056"/>
                </a:lnTo>
                <a:lnTo>
                  <a:pt x="1563646" y="100389"/>
                </a:lnTo>
                <a:lnTo>
                  <a:pt x="1522749" y="77430"/>
                </a:lnTo>
                <a:lnTo>
                  <a:pt x="1479822" y="91385"/>
                </a:lnTo>
                <a:lnTo>
                  <a:pt x="1436605" y="89585"/>
                </a:lnTo>
                <a:lnTo>
                  <a:pt x="1393678" y="79231"/>
                </a:lnTo>
                <a:lnTo>
                  <a:pt x="1355101" y="47719"/>
                </a:lnTo>
                <a:lnTo>
                  <a:pt x="1311014" y="42316"/>
                </a:lnTo>
                <a:lnTo>
                  <a:pt x="1270118" y="21158"/>
                </a:lnTo>
                <a:lnTo>
                  <a:pt x="1226030" y="17557"/>
                </a:lnTo>
                <a:lnTo>
                  <a:pt x="1185134" y="0"/>
                </a:lnTo>
                <a:lnTo>
                  <a:pt x="1168311" y="61674"/>
                </a:lnTo>
                <a:lnTo>
                  <a:pt x="1129735" y="94987"/>
                </a:lnTo>
                <a:lnTo>
                  <a:pt x="1095799" y="137303"/>
                </a:lnTo>
                <a:lnTo>
                  <a:pt x="1052582" y="139104"/>
                </a:lnTo>
                <a:lnTo>
                  <a:pt x="1009655" y="144056"/>
                </a:lnTo>
                <a:lnTo>
                  <a:pt x="966438" y="128300"/>
                </a:lnTo>
                <a:lnTo>
                  <a:pt x="933663" y="84633"/>
                </a:lnTo>
                <a:lnTo>
                  <a:pt x="914519" y="145857"/>
                </a:lnTo>
                <a:lnTo>
                  <a:pt x="871302" y="149458"/>
                </a:lnTo>
                <a:lnTo>
                  <a:pt x="833886" y="184572"/>
                </a:lnTo>
                <a:lnTo>
                  <a:pt x="805752" y="235892"/>
                </a:lnTo>
                <a:lnTo>
                  <a:pt x="761374" y="248046"/>
                </a:lnTo>
                <a:lnTo>
                  <a:pt x="720768" y="272806"/>
                </a:lnTo>
                <a:lnTo>
                  <a:pt x="708296" y="335830"/>
                </a:lnTo>
                <a:lnTo>
                  <a:pt x="737591" y="387150"/>
                </a:lnTo>
                <a:lnTo>
                  <a:pt x="757024" y="446573"/>
                </a:lnTo>
                <a:lnTo>
                  <a:pt x="748902" y="513649"/>
                </a:lnTo>
                <a:lnTo>
                  <a:pt x="707136" y="496093"/>
                </a:lnTo>
                <a:lnTo>
                  <a:pt x="675230" y="448374"/>
                </a:lnTo>
                <a:lnTo>
                  <a:pt x="633464" y="467732"/>
                </a:lnTo>
                <a:lnTo>
                  <a:pt x="592567" y="444773"/>
                </a:lnTo>
                <a:lnTo>
                  <a:pt x="552830" y="474934"/>
                </a:lnTo>
                <a:lnTo>
                  <a:pt x="509903" y="471333"/>
                </a:lnTo>
                <a:lnTo>
                  <a:pt x="465816" y="480337"/>
                </a:lnTo>
                <a:lnTo>
                  <a:pt x="424919" y="506447"/>
                </a:lnTo>
                <a:lnTo>
                  <a:pt x="384023" y="529406"/>
                </a:lnTo>
                <a:lnTo>
                  <a:pt x="341096" y="536608"/>
                </a:lnTo>
                <a:lnTo>
                  <a:pt x="297009" y="529406"/>
                </a:lnTo>
                <a:lnTo>
                  <a:pt x="256112" y="504646"/>
                </a:lnTo>
                <a:lnTo>
                  <a:pt x="214345" y="490691"/>
                </a:lnTo>
                <a:lnTo>
                  <a:pt x="185920" y="490691"/>
                </a:lnTo>
                <a:lnTo>
                  <a:pt x="172288" y="555966"/>
                </a:lnTo>
                <a:lnTo>
                  <a:pt x="132552" y="585677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31D6DE0-7A71-4451-9B7B-4F7299C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607" y="7870577"/>
            <a:ext cx="1615747" cy="885744"/>
          </a:xfrm>
          <a:custGeom xmlns:a="http://schemas.openxmlformats.org/drawingml/2006/main">
            <a:pathLst>
              <a:path w="1615747" h="885744">
                <a:moveTo>
                  <a:pt x="172945" y="560424"/>
                </a:moveTo>
                <a:lnTo>
                  <a:pt x="187073" y="492772"/>
                </a:lnTo>
                <a:lnTo>
                  <a:pt x="220947" y="492772"/>
                </a:lnTo>
                <a:lnTo>
                  <a:pt x="264167" y="507212"/>
                </a:lnTo>
                <a:lnTo>
                  <a:pt x="304671" y="531734"/>
                </a:lnTo>
                <a:lnTo>
                  <a:pt x="346777" y="538614"/>
                </a:lnTo>
                <a:lnTo>
                  <a:pt x="387831" y="531725"/>
                </a:lnTo>
                <a:lnTo>
                  <a:pt x="427740" y="509321"/>
                </a:lnTo>
                <a:lnTo>
                  <a:pt x="469377" y="482738"/>
                </a:lnTo>
                <a:lnTo>
                  <a:pt x="515265" y="473367"/>
                </a:lnTo>
                <a:lnTo>
                  <a:pt x="556854" y="476856"/>
                </a:lnTo>
                <a:lnTo>
                  <a:pt x="597801" y="445776"/>
                </a:lnTo>
                <a:lnTo>
                  <a:pt x="639400" y="469129"/>
                </a:lnTo>
                <a:lnTo>
                  <a:pt x="682912" y="448963"/>
                </a:lnTo>
                <a:lnTo>
                  <a:pt x="716541" y="499261"/>
                </a:lnTo>
                <a:lnTo>
                  <a:pt x="749939" y="513300"/>
                </a:lnTo>
                <a:lnTo>
                  <a:pt x="757022" y="454800"/>
                </a:lnTo>
                <a:lnTo>
                  <a:pt x="738150" y="397095"/>
                </a:lnTo>
                <a:lnTo>
                  <a:pt x="708104" y="344459"/>
                </a:lnTo>
                <a:lnTo>
                  <a:pt x="721457" y="276982"/>
                </a:lnTo>
                <a:lnTo>
                  <a:pt x="764832" y="250534"/>
                </a:lnTo>
                <a:lnTo>
                  <a:pt x="807685" y="238797"/>
                </a:lnTo>
                <a:lnTo>
                  <a:pt x="835108" y="188774"/>
                </a:lnTo>
                <a:lnTo>
                  <a:pt x="874592" y="151720"/>
                </a:lnTo>
                <a:lnTo>
                  <a:pt x="916003" y="148269"/>
                </a:lnTo>
                <a:lnTo>
                  <a:pt x="937278" y="80225"/>
                </a:lnTo>
                <a:lnTo>
                  <a:pt x="975604" y="131287"/>
                </a:lnTo>
                <a:lnTo>
                  <a:pt x="1016021" y="146023"/>
                </a:lnTo>
                <a:lnTo>
                  <a:pt x="1057839" y="141199"/>
                </a:lnTo>
                <a:lnTo>
                  <a:pt x="1098723" y="139495"/>
                </a:lnTo>
                <a:lnTo>
                  <a:pt x="1131390" y="98761"/>
                </a:lnTo>
                <a:lnTo>
                  <a:pt x="1169063" y="66228"/>
                </a:lnTo>
                <a:lnTo>
                  <a:pt x="1187128" y="0"/>
                </a:lnTo>
                <a:lnTo>
                  <a:pt x="1233089" y="19731"/>
                </a:lnTo>
                <a:lnTo>
                  <a:pt x="1277383" y="23349"/>
                </a:lnTo>
                <a:lnTo>
                  <a:pt x="1318384" y="44561"/>
                </a:lnTo>
                <a:lnTo>
                  <a:pt x="1363078" y="50038"/>
                </a:lnTo>
                <a:lnTo>
                  <a:pt x="1401920" y="81766"/>
                </a:lnTo>
                <a:lnTo>
                  <a:pt x="1443077" y="91694"/>
                </a:lnTo>
                <a:lnTo>
                  <a:pt x="1484744" y="93430"/>
                </a:lnTo>
                <a:lnTo>
                  <a:pt x="1529043" y="79028"/>
                </a:lnTo>
                <a:lnTo>
                  <a:pt x="1573101" y="103762"/>
                </a:lnTo>
                <a:lnTo>
                  <a:pt x="1608315" y="150678"/>
                </a:lnTo>
                <a:lnTo>
                  <a:pt x="1588886" y="211444"/>
                </a:lnTo>
                <a:lnTo>
                  <a:pt x="1610706" y="269191"/>
                </a:lnTo>
                <a:lnTo>
                  <a:pt x="1615747" y="278929"/>
                </a:lnTo>
                <a:lnTo>
                  <a:pt x="1615747" y="303236"/>
                </a:lnTo>
                <a:lnTo>
                  <a:pt x="1600484" y="273750"/>
                </a:lnTo>
                <a:lnTo>
                  <a:pt x="1577057" y="211751"/>
                </a:lnTo>
                <a:lnTo>
                  <a:pt x="1595914" y="152771"/>
                </a:lnTo>
                <a:lnTo>
                  <a:pt x="1565578" y="112353"/>
                </a:lnTo>
                <a:lnTo>
                  <a:pt x="1527842" y="91168"/>
                </a:lnTo>
                <a:lnTo>
                  <a:pt x="1486287" y="104678"/>
                </a:lnTo>
                <a:lnTo>
                  <a:pt x="1441520" y="102813"/>
                </a:lnTo>
                <a:lnTo>
                  <a:pt x="1396823" y="92032"/>
                </a:lnTo>
                <a:lnTo>
                  <a:pt x="1358512" y="60736"/>
                </a:lnTo>
                <a:lnTo>
                  <a:pt x="1315032" y="55408"/>
                </a:lnTo>
                <a:lnTo>
                  <a:pt x="1274239" y="34304"/>
                </a:lnTo>
                <a:lnTo>
                  <a:pt x="1230359" y="30719"/>
                </a:lnTo>
                <a:lnTo>
                  <a:pt x="1194527" y="15337"/>
                </a:lnTo>
                <a:lnTo>
                  <a:pt x="1178946" y="72457"/>
                </a:lnTo>
                <a:lnTo>
                  <a:pt x="1139467" y="106549"/>
                </a:lnTo>
                <a:lnTo>
                  <a:pt x="1104263" y="150448"/>
                </a:lnTo>
                <a:lnTo>
                  <a:pt x="1058713" y="152346"/>
                </a:lnTo>
                <a:lnTo>
                  <a:pt x="1014676" y="157426"/>
                </a:lnTo>
                <a:lnTo>
                  <a:pt x="968659" y="140649"/>
                </a:lnTo>
                <a:lnTo>
                  <a:pt x="941434" y="104377"/>
                </a:lnTo>
                <a:lnTo>
                  <a:pt x="924424" y="158780"/>
                </a:lnTo>
                <a:lnTo>
                  <a:pt x="879400" y="162532"/>
                </a:lnTo>
                <a:lnTo>
                  <a:pt x="844052" y="195705"/>
                </a:lnTo>
                <a:lnTo>
                  <a:pt x="815206" y="248323"/>
                </a:lnTo>
                <a:lnTo>
                  <a:pt x="769304" y="260895"/>
                </a:lnTo>
                <a:lnTo>
                  <a:pt x="731466" y="283967"/>
                </a:lnTo>
                <a:lnTo>
                  <a:pt x="719875" y="342539"/>
                </a:lnTo>
                <a:lnTo>
                  <a:pt x="748418" y="392542"/>
                </a:lnTo>
                <a:lnTo>
                  <a:pt x="768413" y="453683"/>
                </a:lnTo>
                <a:lnTo>
                  <a:pt x="759253" y="529336"/>
                </a:lnTo>
                <a:lnTo>
                  <a:pt x="709117" y="508261"/>
                </a:lnTo>
                <a:lnTo>
                  <a:pt x="678936" y="463122"/>
                </a:lnTo>
                <a:lnTo>
                  <a:pt x="638914" y="481671"/>
                </a:lnTo>
                <a:lnTo>
                  <a:pt x="598720" y="459106"/>
                </a:lnTo>
                <a:lnTo>
                  <a:pt x="560194" y="488349"/>
                </a:lnTo>
                <a:lnTo>
                  <a:pt x="515929" y="484636"/>
                </a:lnTo>
                <a:lnTo>
                  <a:pt x="473643" y="493272"/>
                </a:lnTo>
                <a:lnTo>
                  <a:pt x="433486" y="518909"/>
                </a:lnTo>
                <a:lnTo>
                  <a:pt x="391602" y="542423"/>
                </a:lnTo>
                <a:lnTo>
                  <a:pt x="346802" y="549940"/>
                </a:lnTo>
                <a:lnTo>
                  <a:pt x="300734" y="542413"/>
                </a:lnTo>
                <a:lnTo>
                  <a:pt x="259445" y="517416"/>
                </a:lnTo>
                <a:lnTo>
                  <a:pt x="219130" y="503946"/>
                </a:lnTo>
                <a:lnTo>
                  <a:pt x="196155" y="503946"/>
                </a:lnTo>
                <a:lnTo>
                  <a:pt x="183019" y="566844"/>
                </a:lnTo>
                <a:lnTo>
                  <a:pt x="136048" y="601965"/>
                </a:lnTo>
                <a:lnTo>
                  <a:pt x="108757" y="542371"/>
                </a:lnTo>
                <a:lnTo>
                  <a:pt x="73011" y="512949"/>
                </a:lnTo>
                <a:lnTo>
                  <a:pt x="34519" y="512949"/>
                </a:lnTo>
                <a:lnTo>
                  <a:pt x="14711" y="566127"/>
                </a:lnTo>
                <a:lnTo>
                  <a:pt x="11387" y="631892"/>
                </a:lnTo>
                <a:lnTo>
                  <a:pt x="79609" y="710212"/>
                </a:lnTo>
                <a:lnTo>
                  <a:pt x="115589" y="734261"/>
                </a:lnTo>
                <a:lnTo>
                  <a:pt x="154483" y="707717"/>
                </a:lnTo>
                <a:lnTo>
                  <a:pt x="200575" y="701917"/>
                </a:lnTo>
                <a:lnTo>
                  <a:pt x="243500" y="726015"/>
                </a:lnTo>
                <a:lnTo>
                  <a:pt x="280305" y="756080"/>
                </a:lnTo>
                <a:lnTo>
                  <a:pt x="318045" y="746977"/>
                </a:lnTo>
                <a:lnTo>
                  <a:pt x="345503" y="693479"/>
                </a:lnTo>
                <a:lnTo>
                  <a:pt x="391379" y="688187"/>
                </a:lnTo>
                <a:lnTo>
                  <a:pt x="436309" y="682717"/>
                </a:lnTo>
                <a:lnTo>
                  <a:pt x="478342" y="686244"/>
                </a:lnTo>
                <a:lnTo>
                  <a:pt x="519339" y="667374"/>
                </a:lnTo>
                <a:lnTo>
                  <a:pt x="567799" y="651182"/>
                </a:lnTo>
                <a:lnTo>
                  <a:pt x="577484" y="722950"/>
                </a:lnTo>
                <a:lnTo>
                  <a:pt x="610370" y="763610"/>
                </a:lnTo>
                <a:lnTo>
                  <a:pt x="647223" y="793943"/>
                </a:lnTo>
                <a:lnTo>
                  <a:pt x="689110" y="803978"/>
                </a:lnTo>
                <a:lnTo>
                  <a:pt x="731734" y="812918"/>
                </a:lnTo>
                <a:lnTo>
                  <a:pt x="775143" y="818344"/>
                </a:lnTo>
                <a:lnTo>
                  <a:pt x="817954" y="830466"/>
                </a:lnTo>
                <a:lnTo>
                  <a:pt x="861816" y="834049"/>
                </a:lnTo>
                <a:lnTo>
                  <a:pt x="904924" y="842581"/>
                </a:lnTo>
                <a:lnTo>
                  <a:pt x="948208" y="844396"/>
                </a:lnTo>
                <a:lnTo>
                  <a:pt x="992171" y="859051"/>
                </a:lnTo>
                <a:lnTo>
                  <a:pt x="1033190" y="872756"/>
                </a:lnTo>
                <a:lnTo>
                  <a:pt x="1075425" y="874470"/>
                </a:lnTo>
                <a:lnTo>
                  <a:pt x="1114777" y="856232"/>
                </a:lnTo>
                <a:lnTo>
                  <a:pt x="1148940" y="813631"/>
                </a:lnTo>
                <a:lnTo>
                  <a:pt x="1194703" y="798854"/>
                </a:lnTo>
                <a:lnTo>
                  <a:pt x="1239170" y="800719"/>
                </a:lnTo>
                <a:lnTo>
                  <a:pt x="1280571" y="810638"/>
                </a:lnTo>
                <a:lnTo>
                  <a:pt x="1319973" y="784865"/>
                </a:lnTo>
                <a:lnTo>
                  <a:pt x="1366272" y="773773"/>
                </a:lnTo>
                <a:lnTo>
                  <a:pt x="1401635" y="793767"/>
                </a:lnTo>
                <a:lnTo>
                  <a:pt x="1410054" y="732927"/>
                </a:lnTo>
                <a:lnTo>
                  <a:pt x="1448704" y="695495"/>
                </a:lnTo>
                <a:lnTo>
                  <a:pt x="1488620" y="684193"/>
                </a:lnTo>
                <a:lnTo>
                  <a:pt x="1484259" y="621158"/>
                </a:lnTo>
                <a:lnTo>
                  <a:pt x="1491600" y="550895"/>
                </a:lnTo>
                <a:lnTo>
                  <a:pt x="1531771" y="532278"/>
                </a:lnTo>
                <a:lnTo>
                  <a:pt x="1512597" y="472308"/>
                </a:lnTo>
                <a:lnTo>
                  <a:pt x="1562160" y="450546"/>
                </a:lnTo>
                <a:lnTo>
                  <a:pt x="1605760" y="447162"/>
                </a:lnTo>
                <a:lnTo>
                  <a:pt x="1615747" y="415698"/>
                </a:lnTo>
                <a:lnTo>
                  <a:pt x="1615747" y="452632"/>
                </a:lnTo>
                <a:lnTo>
                  <a:pt x="1614132" y="457720"/>
                </a:lnTo>
                <a:lnTo>
                  <a:pt x="1564916" y="461539"/>
                </a:lnTo>
                <a:lnTo>
                  <a:pt x="1526305" y="478492"/>
                </a:lnTo>
                <a:lnTo>
                  <a:pt x="1545418" y="538269"/>
                </a:lnTo>
                <a:lnTo>
                  <a:pt x="1502055" y="558366"/>
                </a:lnTo>
                <a:lnTo>
                  <a:pt x="1495473" y="621355"/>
                </a:lnTo>
                <a:lnTo>
                  <a:pt x="1500394" y="692472"/>
                </a:lnTo>
                <a:lnTo>
                  <a:pt x="1454456" y="705480"/>
                </a:lnTo>
                <a:lnTo>
                  <a:pt x="1420594" y="738274"/>
                </a:lnTo>
                <a:lnTo>
                  <a:pt x="1410450" y="811587"/>
                </a:lnTo>
                <a:lnTo>
                  <a:pt x="1364600" y="785664"/>
                </a:lnTo>
                <a:lnTo>
                  <a:pt x="1324465" y="795279"/>
                </a:lnTo>
                <a:lnTo>
                  <a:pt x="1282654" y="822627"/>
                </a:lnTo>
                <a:lnTo>
                  <a:pt x="1237620" y="811838"/>
                </a:lnTo>
                <a:lnTo>
                  <a:pt x="1196233" y="810102"/>
                </a:lnTo>
                <a:lnTo>
                  <a:pt x="1155562" y="823235"/>
                </a:lnTo>
                <a:lnTo>
                  <a:pt x="1121854" y="865267"/>
                </a:lnTo>
                <a:lnTo>
                  <a:pt x="1077672" y="885744"/>
                </a:lnTo>
                <a:lnTo>
                  <a:pt x="1031153" y="883857"/>
                </a:lnTo>
                <a:lnTo>
                  <a:pt x="988636" y="869651"/>
                </a:lnTo>
                <a:lnTo>
                  <a:pt x="946167" y="855495"/>
                </a:lnTo>
                <a:lnTo>
                  <a:pt x="903597" y="853709"/>
                </a:lnTo>
                <a:lnTo>
                  <a:pt x="860271" y="845134"/>
                </a:lnTo>
                <a:lnTo>
                  <a:pt x="815958" y="841514"/>
                </a:lnTo>
                <a:lnTo>
                  <a:pt x="772915" y="829327"/>
                </a:lnTo>
                <a:lnTo>
                  <a:pt x="729891" y="823948"/>
                </a:lnTo>
                <a:lnTo>
                  <a:pt x="686661" y="814881"/>
                </a:lnTo>
                <a:lnTo>
                  <a:pt x="642113" y="804209"/>
                </a:lnTo>
                <a:lnTo>
                  <a:pt x="602394" y="771517"/>
                </a:lnTo>
                <a:lnTo>
                  <a:pt x="566829" y="727544"/>
                </a:lnTo>
                <a:lnTo>
                  <a:pt x="558531" y="666060"/>
                </a:lnTo>
                <a:lnTo>
                  <a:pt x="523457" y="677779"/>
                </a:lnTo>
                <a:lnTo>
                  <a:pt x="480340" y="697625"/>
                </a:lnTo>
                <a:lnTo>
                  <a:pt x="436519" y="693948"/>
                </a:lnTo>
                <a:lnTo>
                  <a:pt x="392695" y="699283"/>
                </a:lnTo>
                <a:lnTo>
                  <a:pt x="352717" y="703895"/>
                </a:lnTo>
                <a:lnTo>
                  <a:pt x="325646" y="756638"/>
                </a:lnTo>
                <a:lnTo>
                  <a:pt x="277532" y="768243"/>
                </a:lnTo>
                <a:lnTo>
                  <a:pt x="237184" y="735283"/>
                </a:lnTo>
                <a:lnTo>
                  <a:pt x="198316" y="713463"/>
                </a:lnTo>
                <a:lnTo>
                  <a:pt x="158554" y="718467"/>
                </a:lnTo>
                <a:lnTo>
                  <a:pt x="115654" y="747745"/>
                </a:lnTo>
                <a:lnTo>
                  <a:pt x="72161" y="718674"/>
                </a:lnTo>
                <a:lnTo>
                  <a:pt x="0" y="635831"/>
                </a:lnTo>
                <a:lnTo>
                  <a:pt x="3638" y="563842"/>
                </a:lnTo>
                <a:lnTo>
                  <a:pt x="26757" y="501775"/>
                </a:lnTo>
                <a:lnTo>
                  <a:pt x="77019" y="501775"/>
                </a:lnTo>
                <a:lnTo>
                  <a:pt x="117845" y="535379"/>
                </a:lnTo>
                <a:lnTo>
                  <a:pt x="140443" y="584726"/>
                </a:lnTo>
                <a:lnTo>
                  <a:pt x="172945" y="560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B4D22-7EE9-494E-837F-A2489DD9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392" y="7046773"/>
            <a:ext cx="807782" cy="662657"/>
          </a:xfrm>
          <a:custGeom xmlns:a="http://schemas.openxmlformats.org/drawingml/2006/main">
            <a:pathLst>
              <a:path w="807782" h="662657">
                <a:moveTo>
                  <a:pt x="167647" y="35114"/>
                </a:moveTo>
                <a:lnTo>
                  <a:pt x="122400" y="50870"/>
                </a:lnTo>
                <a:lnTo>
                  <a:pt x="81793" y="73829"/>
                </a:lnTo>
                <a:lnTo>
                  <a:pt x="40897" y="99939"/>
                </a:lnTo>
                <a:lnTo>
                  <a:pt x="0" y="122898"/>
                </a:lnTo>
                <a:lnTo>
                  <a:pt x="2320" y="191324"/>
                </a:lnTo>
                <a:lnTo>
                  <a:pt x="36256" y="237242"/>
                </a:lnTo>
                <a:lnTo>
                  <a:pt x="80633" y="244445"/>
                </a:lnTo>
                <a:lnTo>
                  <a:pt x="124720" y="239043"/>
                </a:lnTo>
                <a:lnTo>
                  <a:pt x="148504" y="295315"/>
                </a:lnTo>
                <a:lnTo>
                  <a:pt x="189401" y="319624"/>
                </a:lnTo>
                <a:lnTo>
                  <a:pt x="231168" y="340782"/>
                </a:lnTo>
                <a:lnTo>
                  <a:pt x="267424" y="379497"/>
                </a:lnTo>
                <a:lnTo>
                  <a:pt x="311801" y="375896"/>
                </a:lnTo>
                <a:lnTo>
                  <a:pt x="351247" y="406058"/>
                </a:lnTo>
                <a:lnTo>
                  <a:pt x="355888" y="472684"/>
                </a:lnTo>
                <a:lnTo>
                  <a:pt x="390984" y="515000"/>
                </a:lnTo>
                <a:lnTo>
                  <a:pt x="433911" y="502845"/>
                </a:lnTo>
                <a:lnTo>
                  <a:pt x="468136" y="460529"/>
                </a:lnTo>
                <a:lnTo>
                  <a:pt x="490760" y="518601"/>
                </a:lnTo>
                <a:lnTo>
                  <a:pt x="522375" y="565870"/>
                </a:lnTo>
                <a:lnTo>
                  <a:pt x="560952" y="600983"/>
                </a:lnTo>
                <a:lnTo>
                  <a:pt x="602718" y="623942"/>
                </a:lnTo>
                <a:lnTo>
                  <a:pt x="638974" y="662657"/>
                </a:lnTo>
                <a:lnTo>
                  <a:pt x="682191" y="650503"/>
                </a:lnTo>
                <a:lnTo>
                  <a:pt x="720768" y="618990"/>
                </a:lnTo>
                <a:lnTo>
                  <a:pt x="692343" y="567670"/>
                </a:lnTo>
                <a:lnTo>
                  <a:pt x="705975" y="502845"/>
                </a:lnTo>
                <a:lnTo>
                  <a:pt x="732080" y="448374"/>
                </a:lnTo>
                <a:lnTo>
                  <a:pt x="776167" y="439371"/>
                </a:lnTo>
                <a:lnTo>
                  <a:pt x="807782" y="392102"/>
                </a:lnTo>
                <a:lnTo>
                  <a:pt x="788639" y="328628"/>
                </a:lnTo>
                <a:lnTo>
                  <a:pt x="770656" y="262002"/>
                </a:lnTo>
                <a:lnTo>
                  <a:pt x="727439" y="242644"/>
                </a:lnTo>
                <a:lnTo>
                  <a:pt x="683352" y="242644"/>
                </a:lnTo>
                <a:lnTo>
                  <a:pt x="687702" y="173767"/>
                </a:lnTo>
                <a:lnTo>
                  <a:pt x="707136" y="113894"/>
                </a:lnTo>
                <a:lnTo>
                  <a:pt x="665079" y="94537"/>
                </a:lnTo>
                <a:lnTo>
                  <a:pt x="624472" y="63024"/>
                </a:lnTo>
                <a:lnTo>
                  <a:pt x="581255" y="70227"/>
                </a:lnTo>
                <a:lnTo>
                  <a:pt x="539488" y="26110"/>
                </a:lnTo>
                <a:lnTo>
                  <a:pt x="495111" y="20708"/>
                </a:lnTo>
                <a:lnTo>
                  <a:pt x="451024" y="10354"/>
                </a:lnTo>
                <a:lnTo>
                  <a:pt x="408097" y="0"/>
                </a:lnTo>
                <a:lnTo>
                  <a:pt x="367200" y="33313"/>
                </a:lnTo>
                <a:lnTo>
                  <a:pt x="329784" y="70227"/>
                </a:lnTo>
                <a:lnTo>
                  <a:pt x="286857" y="91385"/>
                </a:lnTo>
                <a:lnTo>
                  <a:pt x="244800" y="68427"/>
                </a:lnTo>
                <a:lnTo>
                  <a:pt x="200713" y="63024"/>
                </a:lnTo>
                <a:lnTo>
                  <a:pt x="167647" y="35114"/>
                </a:lnTo>
                <a:close/>
                <a:moveTo>
                  <a:pt x="167647" y="35114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866E3-0D9D-4429-83F6-EA6AA97F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392" y="7046773"/>
            <a:ext cx="807782" cy="662657"/>
          </a:xfrm>
          <a:custGeom xmlns:a="http://schemas.openxmlformats.org/drawingml/2006/main">
            <a:pathLst>
              <a:path w="807782" h="662657" fill="none">
                <a:moveTo>
                  <a:pt x="167647" y="35114"/>
                </a:moveTo>
                <a:lnTo>
                  <a:pt x="122400" y="50870"/>
                </a:lnTo>
                <a:lnTo>
                  <a:pt x="81793" y="73829"/>
                </a:lnTo>
                <a:lnTo>
                  <a:pt x="40897" y="99939"/>
                </a:lnTo>
                <a:lnTo>
                  <a:pt x="0" y="122898"/>
                </a:lnTo>
                <a:lnTo>
                  <a:pt x="2320" y="191324"/>
                </a:lnTo>
                <a:lnTo>
                  <a:pt x="36256" y="237242"/>
                </a:lnTo>
                <a:lnTo>
                  <a:pt x="80633" y="244445"/>
                </a:lnTo>
                <a:lnTo>
                  <a:pt x="124720" y="239043"/>
                </a:lnTo>
                <a:lnTo>
                  <a:pt x="148504" y="295315"/>
                </a:lnTo>
                <a:lnTo>
                  <a:pt x="189401" y="319624"/>
                </a:lnTo>
                <a:lnTo>
                  <a:pt x="231168" y="340782"/>
                </a:lnTo>
                <a:lnTo>
                  <a:pt x="267424" y="379497"/>
                </a:lnTo>
                <a:lnTo>
                  <a:pt x="311801" y="375896"/>
                </a:lnTo>
                <a:lnTo>
                  <a:pt x="351247" y="406058"/>
                </a:lnTo>
                <a:lnTo>
                  <a:pt x="355888" y="472684"/>
                </a:lnTo>
                <a:lnTo>
                  <a:pt x="390984" y="515000"/>
                </a:lnTo>
                <a:lnTo>
                  <a:pt x="433911" y="502845"/>
                </a:lnTo>
                <a:lnTo>
                  <a:pt x="468136" y="460529"/>
                </a:lnTo>
                <a:lnTo>
                  <a:pt x="490760" y="518601"/>
                </a:lnTo>
                <a:lnTo>
                  <a:pt x="522375" y="565870"/>
                </a:lnTo>
                <a:lnTo>
                  <a:pt x="560952" y="600983"/>
                </a:lnTo>
                <a:lnTo>
                  <a:pt x="602718" y="623942"/>
                </a:lnTo>
                <a:lnTo>
                  <a:pt x="638974" y="662657"/>
                </a:lnTo>
                <a:lnTo>
                  <a:pt x="682191" y="650503"/>
                </a:lnTo>
                <a:lnTo>
                  <a:pt x="720768" y="618990"/>
                </a:lnTo>
                <a:lnTo>
                  <a:pt x="692343" y="567670"/>
                </a:lnTo>
                <a:lnTo>
                  <a:pt x="705975" y="502845"/>
                </a:lnTo>
                <a:lnTo>
                  <a:pt x="732080" y="448374"/>
                </a:lnTo>
                <a:lnTo>
                  <a:pt x="776167" y="439371"/>
                </a:lnTo>
                <a:lnTo>
                  <a:pt x="807782" y="392102"/>
                </a:lnTo>
                <a:lnTo>
                  <a:pt x="788639" y="328628"/>
                </a:lnTo>
                <a:lnTo>
                  <a:pt x="770656" y="262002"/>
                </a:lnTo>
                <a:lnTo>
                  <a:pt x="727439" y="242644"/>
                </a:lnTo>
                <a:lnTo>
                  <a:pt x="683352" y="242644"/>
                </a:lnTo>
                <a:lnTo>
                  <a:pt x="687702" y="173767"/>
                </a:lnTo>
                <a:lnTo>
                  <a:pt x="707136" y="113894"/>
                </a:lnTo>
                <a:lnTo>
                  <a:pt x="665079" y="94537"/>
                </a:lnTo>
                <a:lnTo>
                  <a:pt x="624472" y="63024"/>
                </a:lnTo>
                <a:lnTo>
                  <a:pt x="581255" y="70227"/>
                </a:lnTo>
                <a:lnTo>
                  <a:pt x="539488" y="26110"/>
                </a:lnTo>
                <a:lnTo>
                  <a:pt x="495111" y="20708"/>
                </a:lnTo>
                <a:lnTo>
                  <a:pt x="451024" y="10354"/>
                </a:lnTo>
                <a:lnTo>
                  <a:pt x="408097" y="0"/>
                </a:lnTo>
                <a:lnTo>
                  <a:pt x="367200" y="33313"/>
                </a:lnTo>
                <a:lnTo>
                  <a:pt x="329784" y="70227"/>
                </a:lnTo>
                <a:lnTo>
                  <a:pt x="286857" y="91385"/>
                </a:lnTo>
                <a:lnTo>
                  <a:pt x="244800" y="68427"/>
                </a:lnTo>
                <a:lnTo>
                  <a:pt x="200713" y="63024"/>
                </a:lnTo>
                <a:lnTo>
                  <a:pt x="167647" y="35114"/>
                </a:lnTo>
                <a:close/>
                <a:moveTo>
                  <a:pt x="167647" y="35114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3AA76-10D4-400D-B586-B429443A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39" y="7185427"/>
            <a:ext cx="2806499" cy="1709314"/>
          </a:xfrm>
          <a:custGeom xmlns:a="http://schemas.openxmlformats.org/drawingml/2006/main">
            <a:pathLst>
              <a:path w="2806499" h="1709314">
                <a:moveTo>
                  <a:pt x="2549227" y="1688156"/>
                </a:moveTo>
                <a:lnTo>
                  <a:pt x="2524282" y="1631884"/>
                </a:lnTo>
                <a:lnTo>
                  <a:pt x="2493827" y="1556254"/>
                </a:lnTo>
                <a:lnTo>
                  <a:pt x="2436978" y="1568859"/>
                </a:lnTo>
                <a:lnTo>
                  <a:pt x="2396372" y="1598571"/>
                </a:lnTo>
                <a:lnTo>
                  <a:pt x="2376938" y="1660245"/>
                </a:lnTo>
                <a:lnTo>
                  <a:pt x="2379259" y="1591368"/>
                </a:lnTo>
                <a:lnTo>
                  <a:pt x="2370267" y="1513938"/>
                </a:lnTo>
                <a:lnTo>
                  <a:pt x="2410004" y="1475223"/>
                </a:lnTo>
                <a:lnTo>
                  <a:pt x="2441619" y="1427955"/>
                </a:lnTo>
                <a:lnTo>
                  <a:pt x="2470044" y="1377085"/>
                </a:lnTo>
                <a:lnTo>
                  <a:pt x="2507460" y="1340170"/>
                </a:lnTo>
                <a:lnTo>
                  <a:pt x="2542555" y="1299655"/>
                </a:lnTo>
                <a:lnTo>
                  <a:pt x="2576491" y="1255538"/>
                </a:lnTo>
                <a:lnTo>
                  <a:pt x="2606946" y="1204668"/>
                </a:lnTo>
                <a:lnTo>
                  <a:pt x="2649003" y="1224025"/>
                </a:lnTo>
                <a:lnTo>
                  <a:pt x="2684099" y="1181709"/>
                </a:lnTo>
                <a:lnTo>
                  <a:pt x="2678298" y="1113282"/>
                </a:lnTo>
                <a:lnTo>
                  <a:pt x="2695410" y="1049808"/>
                </a:lnTo>
                <a:lnTo>
                  <a:pt x="2693090" y="981381"/>
                </a:lnTo>
                <a:lnTo>
                  <a:pt x="2723835" y="926910"/>
                </a:lnTo>
                <a:lnTo>
                  <a:pt x="2738337" y="859834"/>
                </a:lnTo>
                <a:lnTo>
                  <a:pt x="2773723" y="789607"/>
                </a:lnTo>
                <a:lnTo>
                  <a:pt x="2806499" y="743689"/>
                </a:lnTo>
                <a:lnTo>
                  <a:pt x="2781555" y="687417"/>
                </a:lnTo>
                <a:lnTo>
                  <a:pt x="2737467" y="675262"/>
                </a:lnTo>
                <a:lnTo>
                  <a:pt x="2693090" y="668510"/>
                </a:lnTo>
                <a:lnTo>
                  <a:pt x="2652483" y="634747"/>
                </a:lnTo>
                <a:lnTo>
                  <a:pt x="2609266" y="654104"/>
                </a:lnTo>
                <a:lnTo>
                  <a:pt x="2567500" y="632946"/>
                </a:lnTo>
                <a:lnTo>
                  <a:pt x="2523122" y="643750"/>
                </a:lnTo>
                <a:lnTo>
                  <a:pt x="2489187" y="601434"/>
                </a:lnTo>
                <a:lnTo>
                  <a:pt x="2459892" y="548763"/>
                </a:lnTo>
                <a:lnTo>
                  <a:pt x="2415515" y="536608"/>
                </a:lnTo>
                <a:lnTo>
                  <a:pt x="2372588" y="531206"/>
                </a:lnTo>
                <a:lnTo>
                  <a:pt x="2328210" y="527605"/>
                </a:lnTo>
                <a:lnTo>
                  <a:pt x="2285283" y="513649"/>
                </a:lnTo>
                <a:lnTo>
                  <a:pt x="2241196" y="524004"/>
                </a:lnTo>
                <a:lnTo>
                  <a:pt x="2206100" y="483488"/>
                </a:lnTo>
                <a:lnTo>
                  <a:pt x="2164044" y="462330"/>
                </a:lnTo>
                <a:lnTo>
                  <a:pt x="2124307" y="425415"/>
                </a:lnTo>
                <a:lnTo>
                  <a:pt x="2095012" y="376346"/>
                </a:lnTo>
                <a:lnTo>
                  <a:pt x="2101683" y="309720"/>
                </a:lnTo>
                <a:lnTo>
                  <a:pt x="2061077" y="332229"/>
                </a:lnTo>
                <a:lnTo>
                  <a:pt x="2025691" y="372745"/>
                </a:lnTo>
                <a:lnTo>
                  <a:pt x="1981604" y="369143"/>
                </a:lnTo>
                <a:lnTo>
                  <a:pt x="1954339" y="316473"/>
                </a:lnTo>
                <a:lnTo>
                  <a:pt x="1934036" y="256600"/>
                </a:lnTo>
                <a:lnTo>
                  <a:pt x="1891109" y="248046"/>
                </a:lnTo>
                <a:lnTo>
                  <a:pt x="1846732" y="251648"/>
                </a:lnTo>
                <a:lnTo>
                  <a:pt x="1825268" y="191774"/>
                </a:lnTo>
                <a:lnTo>
                  <a:pt x="1781181" y="188173"/>
                </a:lnTo>
                <a:lnTo>
                  <a:pt x="1747246" y="144056"/>
                </a:lnTo>
                <a:lnTo>
                  <a:pt x="1718821" y="91385"/>
                </a:lnTo>
                <a:lnTo>
                  <a:pt x="1676764" y="114344"/>
                </a:lnTo>
                <a:lnTo>
                  <a:pt x="1636157" y="94987"/>
                </a:lnTo>
                <a:lnTo>
                  <a:pt x="1603092" y="49069"/>
                </a:lnTo>
                <a:lnTo>
                  <a:pt x="1571477" y="0"/>
                </a:lnTo>
                <a:lnTo>
                  <a:pt x="1528550" y="7203"/>
                </a:lnTo>
                <a:lnTo>
                  <a:pt x="1485333" y="21158"/>
                </a:lnTo>
                <a:lnTo>
                  <a:pt x="1442406" y="31512"/>
                </a:lnTo>
                <a:lnTo>
                  <a:pt x="1401509" y="58073"/>
                </a:lnTo>
                <a:lnTo>
                  <a:pt x="1382366" y="117946"/>
                </a:lnTo>
                <a:lnTo>
                  <a:pt x="1383526" y="193575"/>
                </a:lnTo>
                <a:lnTo>
                  <a:pt x="1375405" y="260201"/>
                </a:lnTo>
                <a:lnTo>
                  <a:pt x="1355101" y="323676"/>
                </a:lnTo>
                <a:lnTo>
                  <a:pt x="1316525" y="355188"/>
                </a:lnTo>
                <a:lnTo>
                  <a:pt x="1276789" y="383549"/>
                </a:lnTo>
                <a:lnTo>
                  <a:pt x="1232701" y="393903"/>
                </a:lnTo>
                <a:lnTo>
                  <a:pt x="1188614" y="402906"/>
                </a:lnTo>
                <a:lnTo>
                  <a:pt x="1145397" y="424065"/>
                </a:lnTo>
                <a:lnTo>
                  <a:pt x="1103630" y="446573"/>
                </a:lnTo>
                <a:lnTo>
                  <a:pt x="1068535" y="487089"/>
                </a:lnTo>
                <a:lnTo>
                  <a:pt x="1095509" y="543361"/>
                </a:lnTo>
                <a:lnTo>
                  <a:pt x="1139886" y="536608"/>
                </a:lnTo>
                <a:lnTo>
                  <a:pt x="1091158" y="552365"/>
                </a:lnTo>
                <a:lnTo>
                  <a:pt x="1050262" y="578475"/>
                </a:lnTo>
                <a:lnTo>
                  <a:pt x="1008495" y="597832"/>
                </a:lnTo>
                <a:lnTo>
                  <a:pt x="964118" y="589279"/>
                </a:lnTo>
                <a:lnTo>
                  <a:pt x="918870" y="578475"/>
                </a:lnTo>
                <a:lnTo>
                  <a:pt x="873623" y="576674"/>
                </a:lnTo>
                <a:lnTo>
                  <a:pt x="830406" y="562719"/>
                </a:lnTo>
                <a:lnTo>
                  <a:pt x="787479" y="574873"/>
                </a:lnTo>
                <a:lnTo>
                  <a:pt x="760214" y="520402"/>
                </a:lnTo>
                <a:lnTo>
                  <a:pt x="744262" y="457378"/>
                </a:lnTo>
                <a:lnTo>
                  <a:pt x="702495" y="474934"/>
                </a:lnTo>
                <a:lnTo>
                  <a:pt x="656087" y="465931"/>
                </a:lnTo>
                <a:lnTo>
                  <a:pt x="637814" y="527605"/>
                </a:lnTo>
                <a:lnTo>
                  <a:pt x="663918" y="583877"/>
                </a:lnTo>
                <a:lnTo>
                  <a:pt x="700174" y="622592"/>
                </a:lnTo>
                <a:lnTo>
                  <a:pt x="694664" y="691018"/>
                </a:lnTo>
                <a:lnTo>
                  <a:pt x="697854" y="758094"/>
                </a:lnTo>
                <a:lnTo>
                  <a:pt x="725118" y="810765"/>
                </a:lnTo>
                <a:lnTo>
                  <a:pt x="681031" y="826521"/>
                </a:lnTo>
                <a:lnTo>
                  <a:pt x="637814" y="824720"/>
                </a:lnTo>
                <a:lnTo>
                  <a:pt x="593727" y="822920"/>
                </a:lnTo>
                <a:lnTo>
                  <a:pt x="549640" y="819318"/>
                </a:lnTo>
                <a:lnTo>
                  <a:pt x="506423" y="814366"/>
                </a:lnTo>
                <a:lnTo>
                  <a:pt x="467846" y="851281"/>
                </a:lnTo>
                <a:lnTo>
                  <a:pt x="426080" y="833724"/>
                </a:lnTo>
                <a:lnTo>
                  <a:pt x="399975" y="777452"/>
                </a:lnTo>
                <a:lnTo>
                  <a:pt x="361399" y="742338"/>
                </a:lnTo>
                <a:lnTo>
                  <a:pt x="317312" y="750892"/>
                </a:lnTo>
                <a:lnTo>
                  <a:pt x="274095" y="754493"/>
                </a:lnTo>
                <a:lnTo>
                  <a:pt x="247120" y="807163"/>
                </a:lnTo>
                <a:lnTo>
                  <a:pt x="205064" y="795009"/>
                </a:lnTo>
                <a:lnTo>
                  <a:pt x="160976" y="795009"/>
                </a:lnTo>
                <a:lnTo>
                  <a:pt x="118919" y="812566"/>
                </a:lnTo>
                <a:lnTo>
                  <a:pt x="74832" y="812566"/>
                </a:lnTo>
                <a:lnTo>
                  <a:pt x="32775" y="838676"/>
                </a:lnTo>
                <a:lnTo>
                  <a:pt x="0" y="882793"/>
                </a:lnTo>
                <a:lnTo>
                  <a:pt x="36256" y="919707"/>
                </a:lnTo>
                <a:lnTo>
                  <a:pt x="78313" y="900350"/>
                </a:lnTo>
                <a:lnTo>
                  <a:pt x="117759" y="928711"/>
                </a:lnTo>
                <a:lnTo>
                  <a:pt x="73672" y="935463"/>
                </a:lnTo>
                <a:lnTo>
                  <a:pt x="106447" y="979580"/>
                </a:lnTo>
                <a:lnTo>
                  <a:pt x="64681" y="1002539"/>
                </a:lnTo>
                <a:lnTo>
                  <a:pt x="21464" y="1012893"/>
                </a:lnTo>
                <a:lnTo>
                  <a:pt x="63520" y="1035852"/>
                </a:lnTo>
                <a:lnTo>
                  <a:pt x="93975" y="1084921"/>
                </a:lnTo>
                <a:lnTo>
                  <a:pt x="138353" y="1083121"/>
                </a:lnTo>
                <a:lnTo>
                  <a:pt x="181280" y="1069165"/>
                </a:lnTo>
                <a:lnTo>
                  <a:pt x="219856" y="1104279"/>
                </a:lnTo>
                <a:lnTo>
                  <a:pt x="262783" y="1111482"/>
                </a:lnTo>
                <a:lnTo>
                  <a:pt x="306000" y="1132640"/>
                </a:lnTo>
                <a:lnTo>
                  <a:pt x="348927" y="1134441"/>
                </a:lnTo>
                <a:lnTo>
                  <a:pt x="354728" y="1201066"/>
                </a:lnTo>
                <a:lnTo>
                  <a:pt x="396495" y="1183510"/>
                </a:lnTo>
                <a:lnTo>
                  <a:pt x="438552" y="1158750"/>
                </a:lnTo>
                <a:lnTo>
                  <a:pt x="477998" y="1188912"/>
                </a:lnTo>
                <a:lnTo>
                  <a:pt x="521215" y="1202867"/>
                </a:lnTo>
                <a:lnTo>
                  <a:pt x="486119" y="1241582"/>
                </a:lnTo>
                <a:lnTo>
                  <a:pt x="523536" y="1278497"/>
                </a:lnTo>
                <a:lnTo>
                  <a:pt x="567623" y="1273094"/>
                </a:lnTo>
                <a:lnTo>
                  <a:pt x="612870" y="1269493"/>
                </a:lnTo>
                <a:lnTo>
                  <a:pt x="569943" y="1280297"/>
                </a:lnTo>
                <a:lnTo>
                  <a:pt x="591407" y="1340170"/>
                </a:lnTo>
                <a:lnTo>
                  <a:pt x="578935" y="1404996"/>
                </a:lnTo>
                <a:lnTo>
                  <a:pt x="603879" y="1461268"/>
                </a:lnTo>
                <a:lnTo>
                  <a:pt x="636654" y="1507185"/>
                </a:lnTo>
                <a:lnTo>
                  <a:pt x="667399" y="1554454"/>
                </a:lnTo>
                <a:lnTo>
                  <a:pt x="710326" y="1572011"/>
                </a:lnTo>
                <a:lnTo>
                  <a:pt x="752383" y="1600372"/>
                </a:lnTo>
                <a:lnTo>
                  <a:pt x="796470" y="1598571"/>
                </a:lnTo>
                <a:lnTo>
                  <a:pt x="769206" y="1653042"/>
                </a:lnTo>
                <a:lnTo>
                  <a:pt x="805462" y="1691757"/>
                </a:lnTo>
                <a:lnTo>
                  <a:pt x="802084" y="1709314"/>
                </a:lnTo>
                <a:lnTo>
                  <a:pt x="2551697" y="1709314"/>
                </a:lnTo>
                <a:lnTo>
                  <a:pt x="2549227" y="1688156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330F665-8CFB-4908-B979-991E2E35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7179308"/>
            <a:ext cx="2820234" cy="1715432"/>
          </a:xfrm>
          <a:custGeom xmlns:a="http://schemas.openxmlformats.org/drawingml/2006/main">
            <a:pathLst>
              <a:path w="2820234" h="1715432">
                <a:moveTo>
                  <a:pt x="592967" y="1346735"/>
                </a:moveTo>
                <a:lnTo>
                  <a:pt x="570955" y="1285333"/>
                </a:lnTo>
                <a:lnTo>
                  <a:pt x="528870" y="1290489"/>
                </a:lnTo>
                <a:lnTo>
                  <a:pt x="485718" y="1247917"/>
                </a:lnTo>
                <a:lnTo>
                  <a:pt x="518600" y="1211644"/>
                </a:lnTo>
                <a:lnTo>
                  <a:pt x="482703" y="1200052"/>
                </a:lnTo>
                <a:lnTo>
                  <a:pt x="445481" y="1171591"/>
                </a:lnTo>
                <a:lnTo>
                  <a:pt x="406341" y="1194634"/>
                </a:lnTo>
                <a:lnTo>
                  <a:pt x="357162" y="1215306"/>
                </a:lnTo>
                <a:lnTo>
                  <a:pt x="351122" y="1145936"/>
                </a:lnTo>
                <a:lnTo>
                  <a:pt x="311931" y="1144292"/>
                </a:lnTo>
                <a:lnTo>
                  <a:pt x="268392" y="1122976"/>
                </a:lnTo>
                <a:lnTo>
                  <a:pt x="224646" y="1115636"/>
                </a:lnTo>
                <a:lnTo>
                  <a:pt x="187255" y="1081601"/>
                </a:lnTo>
                <a:lnTo>
                  <a:pt x="146683" y="1094791"/>
                </a:lnTo>
                <a:lnTo>
                  <a:pt x="98282" y="1096755"/>
                </a:lnTo>
                <a:lnTo>
                  <a:pt x="66885" y="1046169"/>
                </a:lnTo>
                <a:lnTo>
                  <a:pt x="13381" y="1016961"/>
                </a:lnTo>
                <a:lnTo>
                  <a:pt x="69983" y="1003400"/>
                </a:lnTo>
                <a:lnTo>
                  <a:pt x="105478" y="983889"/>
                </a:lnTo>
                <a:lnTo>
                  <a:pt x="70988" y="937465"/>
                </a:lnTo>
                <a:lnTo>
                  <a:pt x="110724" y="931378"/>
                </a:lnTo>
                <a:lnTo>
                  <a:pt x="85028" y="912904"/>
                </a:lnTo>
                <a:lnTo>
                  <a:pt x="42358" y="932544"/>
                </a:lnTo>
                <a:lnTo>
                  <a:pt x="0" y="889417"/>
                </a:lnTo>
                <a:lnTo>
                  <a:pt x="36260" y="840609"/>
                </a:lnTo>
                <a:lnTo>
                  <a:pt x="80574" y="813097"/>
                </a:lnTo>
                <a:lnTo>
                  <a:pt x="125135" y="813097"/>
                </a:lnTo>
                <a:lnTo>
                  <a:pt x="167192" y="795541"/>
                </a:lnTo>
                <a:lnTo>
                  <a:pt x="213190" y="795541"/>
                </a:lnTo>
                <a:lnTo>
                  <a:pt x="251582" y="806636"/>
                </a:lnTo>
                <a:lnTo>
                  <a:pt x="277872" y="755302"/>
                </a:lnTo>
                <a:lnTo>
                  <a:pt x="323881" y="751468"/>
                </a:lnTo>
                <a:lnTo>
                  <a:pt x="370422" y="742438"/>
                </a:lnTo>
                <a:lnTo>
                  <a:pt x="411905" y="780198"/>
                </a:lnTo>
                <a:lnTo>
                  <a:pt x="437573" y="835530"/>
                </a:lnTo>
                <a:lnTo>
                  <a:pt x="473967" y="850828"/>
                </a:lnTo>
                <a:lnTo>
                  <a:pt x="511789" y="814636"/>
                </a:lnTo>
                <a:lnTo>
                  <a:pt x="557521" y="819876"/>
                </a:lnTo>
                <a:lnTo>
                  <a:pt x="601404" y="823461"/>
                </a:lnTo>
                <a:lnTo>
                  <a:pt x="645382" y="825257"/>
                </a:lnTo>
                <a:lnTo>
                  <a:pt x="687511" y="827012"/>
                </a:lnTo>
                <a:lnTo>
                  <a:pt x="724553" y="813774"/>
                </a:lnTo>
                <a:lnTo>
                  <a:pt x="699667" y="765698"/>
                </a:lnTo>
                <a:lnTo>
                  <a:pt x="696401" y="697045"/>
                </a:lnTo>
                <a:lnTo>
                  <a:pt x="701742" y="630726"/>
                </a:lnTo>
                <a:lnTo>
                  <a:pt x="666563" y="593160"/>
                </a:lnTo>
                <a:lnTo>
                  <a:pt x="639193" y="534160"/>
                </a:lnTo>
                <a:lnTo>
                  <a:pt x="659507" y="465599"/>
                </a:lnTo>
                <a:lnTo>
                  <a:pt x="709229" y="475245"/>
                </a:lnTo>
                <a:lnTo>
                  <a:pt x="755419" y="455829"/>
                </a:lnTo>
                <a:lnTo>
                  <a:pt x="772817" y="524562"/>
                </a:lnTo>
                <a:lnTo>
                  <a:pt x="797741" y="574357"/>
                </a:lnTo>
                <a:lnTo>
                  <a:pt x="837847" y="563001"/>
                </a:lnTo>
                <a:lnTo>
                  <a:pt x="881946" y="577241"/>
                </a:lnTo>
                <a:lnTo>
                  <a:pt x="926972" y="579033"/>
                </a:lnTo>
                <a:lnTo>
                  <a:pt x="972631" y="589935"/>
                </a:lnTo>
                <a:lnTo>
                  <a:pt x="1015117" y="598124"/>
                </a:lnTo>
                <a:lnTo>
                  <a:pt x="1054907" y="579682"/>
                </a:lnTo>
                <a:lnTo>
                  <a:pt x="1096092" y="553388"/>
                </a:lnTo>
                <a:lnTo>
                  <a:pt x="1098196" y="552708"/>
                </a:lnTo>
                <a:lnTo>
                  <a:pt x="1069248" y="492319"/>
                </a:lnTo>
                <a:lnTo>
                  <a:pt x="1107413" y="448260"/>
                </a:lnTo>
                <a:lnTo>
                  <a:pt x="1150178" y="425214"/>
                </a:lnTo>
                <a:lnTo>
                  <a:pt x="1194133" y="403694"/>
                </a:lnTo>
                <a:lnTo>
                  <a:pt x="1238839" y="394564"/>
                </a:lnTo>
                <a:lnTo>
                  <a:pt x="1281774" y="384481"/>
                </a:lnTo>
                <a:lnTo>
                  <a:pt x="1320467" y="356865"/>
                </a:lnTo>
                <a:lnTo>
                  <a:pt x="1357620" y="326515"/>
                </a:lnTo>
                <a:lnTo>
                  <a:pt x="1377258" y="265120"/>
                </a:lnTo>
                <a:lnTo>
                  <a:pt x="1385269" y="199397"/>
                </a:lnTo>
                <a:lnTo>
                  <a:pt x="1384101" y="123235"/>
                </a:lnTo>
                <a:lnTo>
                  <a:pt x="1404130" y="60591"/>
                </a:lnTo>
                <a:lnTo>
                  <a:pt x="1447500" y="32424"/>
                </a:lnTo>
                <a:lnTo>
                  <a:pt x="1491152" y="21895"/>
                </a:lnTo>
                <a:lnTo>
                  <a:pt x="1534557" y="7879"/>
                </a:lnTo>
                <a:lnTo>
                  <a:pt x="1581516" y="0"/>
                </a:lnTo>
                <a:lnTo>
                  <a:pt x="1615045" y="52040"/>
                </a:lnTo>
                <a:lnTo>
                  <a:pt x="1647190" y="96679"/>
                </a:lnTo>
                <a:lnTo>
                  <a:pt x="1683927" y="114192"/>
                </a:lnTo>
                <a:lnTo>
                  <a:pt x="1728407" y="89910"/>
                </a:lnTo>
                <a:lnTo>
                  <a:pt x="1759284" y="147125"/>
                </a:lnTo>
                <a:lnTo>
                  <a:pt x="1791437" y="188925"/>
                </a:lnTo>
                <a:lnTo>
                  <a:pt x="1836648" y="192618"/>
                </a:lnTo>
                <a:lnTo>
                  <a:pt x="1857882" y="251852"/>
                </a:lnTo>
                <a:lnTo>
                  <a:pt x="1898770" y="248533"/>
                </a:lnTo>
                <a:lnTo>
                  <a:pt x="1945626" y="257869"/>
                </a:lnTo>
                <a:lnTo>
                  <a:pt x="1966830" y="320398"/>
                </a:lnTo>
                <a:lnTo>
                  <a:pt x="1992478" y="369946"/>
                </a:lnTo>
                <a:lnTo>
                  <a:pt x="2030672" y="373066"/>
                </a:lnTo>
                <a:lnTo>
                  <a:pt x="2064848" y="333936"/>
                </a:lnTo>
                <a:lnTo>
                  <a:pt x="2115641" y="305780"/>
                </a:lnTo>
                <a:lnTo>
                  <a:pt x="2108091" y="381185"/>
                </a:lnTo>
                <a:lnTo>
                  <a:pt x="2136030" y="427984"/>
                </a:lnTo>
                <a:lnTo>
                  <a:pt x="2174599" y="463814"/>
                </a:lnTo>
                <a:lnTo>
                  <a:pt x="2216935" y="485113"/>
                </a:lnTo>
                <a:lnTo>
                  <a:pt x="2250543" y="523911"/>
                </a:lnTo>
                <a:lnTo>
                  <a:pt x="2292861" y="513972"/>
                </a:lnTo>
                <a:lnTo>
                  <a:pt x="2336650" y="528208"/>
                </a:lnTo>
                <a:lnTo>
                  <a:pt x="2380498" y="531766"/>
                </a:lnTo>
                <a:lnTo>
                  <a:pt x="2423942" y="537234"/>
                </a:lnTo>
                <a:lnTo>
                  <a:pt x="2470968" y="550114"/>
                </a:lnTo>
                <a:lnTo>
                  <a:pt x="2501175" y="604425"/>
                </a:lnTo>
                <a:lnTo>
                  <a:pt x="2532591" y="643599"/>
                </a:lnTo>
                <a:lnTo>
                  <a:pt x="2575518" y="633148"/>
                </a:lnTo>
                <a:lnTo>
                  <a:pt x="2616749" y="654035"/>
                </a:lnTo>
                <a:lnTo>
                  <a:pt x="2660713" y="634343"/>
                </a:lnTo>
                <a:lnTo>
                  <a:pt x="2702802" y="669339"/>
                </a:lnTo>
                <a:lnTo>
                  <a:pt x="2745969" y="675907"/>
                </a:lnTo>
                <a:lnTo>
                  <a:pt x="2792925" y="688853"/>
                </a:lnTo>
                <a:lnTo>
                  <a:pt x="2820234" y="750458"/>
                </a:lnTo>
                <a:lnTo>
                  <a:pt x="2785855" y="798622"/>
                </a:lnTo>
                <a:lnTo>
                  <a:pt x="2750983" y="867830"/>
                </a:lnTo>
                <a:lnTo>
                  <a:pt x="2736452" y="935037"/>
                </a:lnTo>
                <a:lnTo>
                  <a:pt x="2706062" y="988879"/>
                </a:lnTo>
                <a:lnTo>
                  <a:pt x="2708358" y="1056573"/>
                </a:lnTo>
                <a:lnTo>
                  <a:pt x="2691283" y="1119908"/>
                </a:lnTo>
                <a:lnTo>
                  <a:pt x="2697194" y="1189634"/>
                </a:lnTo>
                <a:lnTo>
                  <a:pt x="2657900" y="1237013"/>
                </a:lnTo>
                <a:lnTo>
                  <a:pt x="2616500" y="1217958"/>
                </a:lnTo>
                <a:lnTo>
                  <a:pt x="2588453" y="1264805"/>
                </a:lnTo>
                <a:lnTo>
                  <a:pt x="2554220" y="1309309"/>
                </a:lnTo>
                <a:lnTo>
                  <a:pt x="2518875" y="1350113"/>
                </a:lnTo>
                <a:lnTo>
                  <a:pt x="2481868" y="1386623"/>
                </a:lnTo>
                <a:lnTo>
                  <a:pt x="2453722" y="1436994"/>
                </a:lnTo>
                <a:lnTo>
                  <a:pt x="2421657" y="1484935"/>
                </a:lnTo>
                <a:lnTo>
                  <a:pt x="2383469" y="1522141"/>
                </a:lnTo>
                <a:lnTo>
                  <a:pt x="2392192" y="1597257"/>
                </a:lnTo>
                <a:lnTo>
                  <a:pt x="2391234" y="1625682"/>
                </a:lnTo>
                <a:lnTo>
                  <a:pt x="2398929" y="1601263"/>
                </a:lnTo>
                <a:lnTo>
                  <a:pt x="2441960" y="1569777"/>
                </a:lnTo>
                <a:lnTo>
                  <a:pt x="2504576" y="1555894"/>
                </a:lnTo>
                <a:lnTo>
                  <a:pt x="2536764" y="1635826"/>
                </a:lnTo>
                <a:lnTo>
                  <a:pt x="2562013" y="1692785"/>
                </a:lnTo>
                <a:lnTo>
                  <a:pt x="2564657" y="1715432"/>
                </a:lnTo>
                <a:lnTo>
                  <a:pt x="2553407" y="1715432"/>
                </a:lnTo>
                <a:lnTo>
                  <a:pt x="2551111" y="1695764"/>
                </a:lnTo>
                <a:lnTo>
                  <a:pt x="2526471" y="1640179"/>
                </a:lnTo>
                <a:lnTo>
                  <a:pt x="2497749" y="1568853"/>
                </a:lnTo>
                <a:lnTo>
                  <a:pt x="2446667" y="1580179"/>
                </a:lnTo>
                <a:lnTo>
                  <a:pt x="2408485" y="1608117"/>
                </a:lnTo>
                <a:lnTo>
                  <a:pt x="2381358" y="1694206"/>
                </a:lnTo>
                <a:lnTo>
                  <a:pt x="2377766" y="1693591"/>
                </a:lnTo>
                <a:lnTo>
                  <a:pt x="2380996" y="1597716"/>
                </a:lnTo>
                <a:lnTo>
                  <a:pt x="2371736" y="1517972"/>
                </a:lnTo>
                <a:lnTo>
                  <a:pt x="2413021" y="1477749"/>
                </a:lnTo>
                <a:lnTo>
                  <a:pt x="2444186" y="1431153"/>
                </a:lnTo>
                <a:lnTo>
                  <a:pt x="2472889" y="1379785"/>
                </a:lnTo>
                <a:lnTo>
                  <a:pt x="2510715" y="1342466"/>
                </a:lnTo>
                <a:lnTo>
                  <a:pt x="2545561" y="1302238"/>
                </a:lnTo>
                <a:lnTo>
                  <a:pt x="2579200" y="1258508"/>
                </a:lnTo>
                <a:lnTo>
                  <a:pt x="2612063" y="1203615"/>
                </a:lnTo>
                <a:lnTo>
                  <a:pt x="2654777" y="1223275"/>
                </a:lnTo>
                <a:lnTo>
                  <a:pt x="2685674" y="1186021"/>
                </a:lnTo>
                <a:lnTo>
                  <a:pt x="2679983" y="1118895"/>
                </a:lnTo>
                <a:lnTo>
                  <a:pt x="2697133" y="1055280"/>
                </a:lnTo>
                <a:lnTo>
                  <a:pt x="2694788" y="986121"/>
                </a:lnTo>
                <a:lnTo>
                  <a:pt x="2725888" y="931020"/>
                </a:lnTo>
                <a:lnTo>
                  <a:pt x="2740362" y="864075"/>
                </a:lnTo>
                <a:lnTo>
                  <a:pt x="2776262" y="792829"/>
                </a:lnTo>
                <a:lnTo>
                  <a:pt x="2807434" y="749157"/>
                </a:lnTo>
                <a:lnTo>
                  <a:pt x="2784854" y="698219"/>
                </a:lnTo>
                <a:lnTo>
                  <a:pt x="2743636" y="686855"/>
                </a:lnTo>
                <a:lnTo>
                  <a:pt x="2698048" y="679918"/>
                </a:lnTo>
                <a:lnTo>
                  <a:pt x="2658924" y="647388"/>
                </a:lnTo>
                <a:lnTo>
                  <a:pt x="2616454" y="666411"/>
                </a:lnTo>
                <a:lnTo>
                  <a:pt x="2574151" y="644981"/>
                </a:lnTo>
                <a:lnTo>
                  <a:pt x="2528324" y="656139"/>
                </a:lnTo>
                <a:lnTo>
                  <a:pt x="2491868" y="610680"/>
                </a:lnTo>
                <a:lnTo>
                  <a:pt x="2463486" y="559650"/>
                </a:lnTo>
                <a:lnTo>
                  <a:pt x="2421758" y="548221"/>
                </a:lnTo>
                <a:lnTo>
                  <a:pt x="2379348" y="542884"/>
                </a:lnTo>
                <a:lnTo>
                  <a:pt x="2334441" y="539239"/>
                </a:lnTo>
                <a:lnTo>
                  <a:pt x="2292376" y="525564"/>
                </a:lnTo>
                <a:lnTo>
                  <a:pt x="2246520" y="536334"/>
                </a:lnTo>
                <a:lnTo>
                  <a:pt x="2209937" y="494101"/>
                </a:lnTo>
                <a:lnTo>
                  <a:pt x="2168158" y="473082"/>
                </a:lnTo>
                <a:lnTo>
                  <a:pt x="2127255" y="435084"/>
                </a:lnTo>
                <a:lnTo>
                  <a:pt x="2096604" y="383745"/>
                </a:lnTo>
                <a:lnTo>
                  <a:pt x="2102397" y="325898"/>
                </a:lnTo>
                <a:lnTo>
                  <a:pt x="2071976" y="342760"/>
                </a:lnTo>
                <a:lnTo>
                  <a:pt x="2035380" y="384662"/>
                </a:lnTo>
                <a:lnTo>
                  <a:pt x="1985400" y="380579"/>
                </a:lnTo>
                <a:lnTo>
                  <a:pt x="1956519" y="324785"/>
                </a:lnTo>
                <a:lnTo>
                  <a:pt x="1937116" y="267567"/>
                </a:lnTo>
                <a:lnTo>
                  <a:pt x="1898118" y="259797"/>
                </a:lnTo>
                <a:lnTo>
                  <a:pt x="1850252" y="263682"/>
                </a:lnTo>
                <a:lnTo>
                  <a:pt x="1828559" y="203169"/>
                </a:lnTo>
                <a:lnTo>
                  <a:pt x="1785596" y="199659"/>
                </a:lnTo>
                <a:lnTo>
                  <a:pt x="1749878" y="153224"/>
                </a:lnTo>
                <a:lnTo>
                  <a:pt x="1723906" y="105098"/>
                </a:lnTo>
                <a:lnTo>
                  <a:pt x="1684271" y="126735"/>
                </a:lnTo>
                <a:lnTo>
                  <a:pt x="1639796" y="105533"/>
                </a:lnTo>
                <a:lnTo>
                  <a:pt x="1605809" y="58335"/>
                </a:lnTo>
                <a:lnTo>
                  <a:pt x="1576108" y="12238"/>
                </a:lnTo>
                <a:lnTo>
                  <a:pt x="1537213" y="18764"/>
                </a:lnTo>
                <a:lnTo>
                  <a:pt x="1494184" y="32659"/>
                </a:lnTo>
                <a:lnTo>
                  <a:pt x="1451981" y="42838"/>
                </a:lnTo>
                <a:lnTo>
                  <a:pt x="1413559" y="67791"/>
                </a:lnTo>
                <a:lnTo>
                  <a:pt x="1395302" y="124894"/>
                </a:lnTo>
                <a:lnTo>
                  <a:pt x="1396454" y="199991"/>
                </a:lnTo>
                <a:lnTo>
                  <a:pt x="1388222" y="267520"/>
                </a:lnTo>
                <a:lnTo>
                  <a:pt x="1367254" y="333074"/>
                </a:lnTo>
                <a:lnTo>
                  <a:pt x="1327254" y="365749"/>
                </a:lnTo>
                <a:lnTo>
                  <a:pt x="1286473" y="394855"/>
                </a:lnTo>
                <a:lnTo>
                  <a:pt x="1241235" y="405480"/>
                </a:lnTo>
                <a:lnTo>
                  <a:pt x="1197766" y="414357"/>
                </a:lnTo>
                <a:lnTo>
                  <a:pt x="1155287" y="435154"/>
                </a:lnTo>
                <a:lnTo>
                  <a:pt x="1114518" y="457125"/>
                </a:lnTo>
                <a:lnTo>
                  <a:pt x="1082492" y="494097"/>
                </a:lnTo>
                <a:lnTo>
                  <a:pt x="1106094" y="543334"/>
                </a:lnTo>
                <a:lnTo>
                  <a:pt x="1173641" y="533056"/>
                </a:lnTo>
                <a:lnTo>
                  <a:pt x="1175177" y="539560"/>
                </a:lnTo>
                <a:lnTo>
                  <a:pt x="1100895" y="563579"/>
                </a:lnTo>
                <a:lnTo>
                  <a:pt x="1060287" y="589505"/>
                </a:lnTo>
                <a:lnTo>
                  <a:pt x="1016543" y="609778"/>
                </a:lnTo>
                <a:lnTo>
                  <a:pt x="970275" y="600860"/>
                </a:lnTo>
                <a:lnTo>
                  <a:pt x="925438" y="590154"/>
                </a:lnTo>
                <a:lnTo>
                  <a:pt x="879970" y="588345"/>
                </a:lnTo>
                <a:lnTo>
                  <a:pt x="837635" y="574674"/>
                </a:lnTo>
                <a:lnTo>
                  <a:pt x="791887" y="587627"/>
                </a:lnTo>
                <a:lnTo>
                  <a:pt x="762282" y="528480"/>
                </a:lnTo>
                <a:lnTo>
                  <a:pt x="747774" y="471164"/>
                </a:lnTo>
                <a:lnTo>
                  <a:pt x="710431" y="486861"/>
                </a:lnTo>
                <a:lnTo>
                  <a:pt x="667338" y="478501"/>
                </a:lnTo>
                <a:lnTo>
                  <a:pt x="651106" y="533287"/>
                </a:lnTo>
                <a:lnTo>
                  <a:pt x="675945" y="586831"/>
                </a:lnTo>
                <a:lnTo>
                  <a:pt x="713277" y="626696"/>
                </a:lnTo>
                <a:lnTo>
                  <a:pt x="707596" y="697229"/>
                </a:lnTo>
                <a:lnTo>
                  <a:pt x="710712" y="762729"/>
                </a:lnTo>
                <a:lnTo>
                  <a:pt x="740354" y="819993"/>
                </a:lnTo>
                <a:lnTo>
                  <a:pt x="689222" y="838267"/>
                </a:lnTo>
                <a:lnTo>
                  <a:pt x="644919" y="836421"/>
                </a:lnTo>
                <a:lnTo>
                  <a:pt x="600721" y="834616"/>
                </a:lnTo>
                <a:lnTo>
                  <a:pt x="556429" y="830998"/>
                </a:lnTo>
                <a:lnTo>
                  <a:pt x="515727" y="826334"/>
                </a:lnTo>
                <a:lnTo>
                  <a:pt x="476396" y="863970"/>
                </a:lnTo>
                <a:lnTo>
                  <a:pt x="429257" y="844155"/>
                </a:lnTo>
                <a:lnTo>
                  <a:pt x="402716" y="786944"/>
                </a:lnTo>
                <a:lnTo>
                  <a:pt x="367046" y="754476"/>
                </a:lnTo>
                <a:lnTo>
                  <a:pt x="325413" y="762553"/>
                </a:lnTo>
                <a:lnTo>
                  <a:pt x="284988" y="765922"/>
                </a:lnTo>
                <a:lnTo>
                  <a:pt x="257329" y="819928"/>
                </a:lnTo>
                <a:lnTo>
                  <a:pt x="211608" y="806715"/>
                </a:lnTo>
                <a:lnTo>
                  <a:pt x="169431" y="806715"/>
                </a:lnTo>
                <a:lnTo>
                  <a:pt x="127374" y="824271"/>
                </a:lnTo>
                <a:lnTo>
                  <a:pt x="83761" y="824271"/>
                </a:lnTo>
                <a:lnTo>
                  <a:pt x="43961" y="848980"/>
                </a:lnTo>
                <a:lnTo>
                  <a:pt x="14670" y="888407"/>
                </a:lnTo>
                <a:lnTo>
                  <a:pt x="44824" y="919108"/>
                </a:lnTo>
                <a:lnTo>
                  <a:pt x="86268" y="900033"/>
                </a:lnTo>
                <a:lnTo>
                  <a:pt x="139465" y="938281"/>
                </a:lnTo>
                <a:lnTo>
                  <a:pt x="91026" y="945700"/>
                </a:lnTo>
                <a:lnTo>
                  <a:pt x="122088" y="987510"/>
                </a:lnTo>
                <a:lnTo>
                  <a:pt x="74048" y="1013916"/>
                </a:lnTo>
                <a:lnTo>
                  <a:pt x="44217" y="1021064"/>
                </a:lnTo>
                <a:lnTo>
                  <a:pt x="74826" y="1037773"/>
                </a:lnTo>
                <a:lnTo>
                  <a:pt x="104339" y="1085326"/>
                </a:lnTo>
                <a:lnTo>
                  <a:pt x="144692" y="1083688"/>
                </a:lnTo>
                <a:lnTo>
                  <a:pt x="189975" y="1068967"/>
                </a:lnTo>
                <a:lnTo>
                  <a:pt x="229737" y="1105160"/>
                </a:lnTo>
                <a:lnTo>
                  <a:pt x="271845" y="1112225"/>
                </a:lnTo>
                <a:lnTo>
                  <a:pt x="314740" y="1133226"/>
                </a:lnTo>
                <a:lnTo>
                  <a:pt x="361402" y="1135183"/>
                </a:lnTo>
                <a:lnTo>
                  <a:pt x="366964" y="1199065"/>
                </a:lnTo>
                <a:lnTo>
                  <a:pt x="401319" y="1184623"/>
                </a:lnTo>
                <a:lnTo>
                  <a:pt x="446293" y="1158146"/>
                </a:lnTo>
                <a:lnTo>
                  <a:pt x="487964" y="1190009"/>
                </a:lnTo>
                <a:lnTo>
                  <a:pt x="538501" y="1206328"/>
                </a:lnTo>
                <a:lnTo>
                  <a:pt x="501191" y="1247485"/>
                </a:lnTo>
                <a:lnTo>
                  <a:pt x="532872" y="1278741"/>
                </a:lnTo>
                <a:lnTo>
                  <a:pt x="574396" y="1273653"/>
                </a:lnTo>
                <a:lnTo>
                  <a:pt x="647240" y="1267855"/>
                </a:lnTo>
                <a:lnTo>
                  <a:pt x="648300" y="1274302"/>
                </a:lnTo>
                <a:lnTo>
                  <a:pt x="584617" y="1290330"/>
                </a:lnTo>
                <a:lnTo>
                  <a:pt x="604517" y="1345843"/>
                </a:lnTo>
                <a:lnTo>
                  <a:pt x="592087" y="1410451"/>
                </a:lnTo>
                <a:lnTo>
                  <a:pt x="616091" y="1464603"/>
                </a:lnTo>
                <a:lnTo>
                  <a:pt x="648607" y="1510157"/>
                </a:lnTo>
                <a:lnTo>
                  <a:pt x="678466" y="1556062"/>
                </a:lnTo>
                <a:lnTo>
                  <a:pt x="720308" y="1573176"/>
                </a:lnTo>
                <a:lnTo>
                  <a:pt x="761322" y="1600833"/>
                </a:lnTo>
                <a:lnTo>
                  <a:pt x="813041" y="1598721"/>
                </a:lnTo>
                <a:lnTo>
                  <a:pt x="783279" y="1658182"/>
                </a:lnTo>
                <a:lnTo>
                  <a:pt x="818821" y="1696135"/>
                </a:lnTo>
                <a:lnTo>
                  <a:pt x="815109" y="1715432"/>
                </a:lnTo>
                <a:lnTo>
                  <a:pt x="803730" y="1715432"/>
                </a:lnTo>
                <a:lnTo>
                  <a:pt x="806772" y="1699616"/>
                </a:lnTo>
                <a:lnTo>
                  <a:pt x="769803" y="1660140"/>
                </a:lnTo>
                <a:lnTo>
                  <a:pt x="794570" y="1610659"/>
                </a:lnTo>
                <a:lnTo>
                  <a:pt x="758114" y="1612148"/>
                </a:lnTo>
                <a:lnTo>
                  <a:pt x="715014" y="1583083"/>
                </a:lnTo>
                <a:lnTo>
                  <a:pt x="671003" y="1565083"/>
                </a:lnTo>
                <a:lnTo>
                  <a:pt x="639372" y="1516452"/>
                </a:lnTo>
                <a:lnTo>
                  <a:pt x="606336" y="1470170"/>
                </a:lnTo>
                <a:lnTo>
                  <a:pt x="580453" y="1411778"/>
                </a:lnTo>
                <a:lnTo>
                  <a:pt x="592967" y="13467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1D149-3F8B-4476-9A1E-CDA472E6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514" y="8718722"/>
            <a:ext cx="304840" cy="176018"/>
          </a:xfrm>
          <a:custGeom xmlns:a="http://schemas.openxmlformats.org/drawingml/2006/main">
            <a:pathLst>
              <a:path w="304840" h="176018">
                <a:moveTo>
                  <a:pt x="278736" y="61674"/>
                </a:moveTo>
                <a:lnTo>
                  <a:pt x="238129" y="33763"/>
                </a:lnTo>
                <a:lnTo>
                  <a:pt x="198392" y="9003"/>
                </a:lnTo>
                <a:lnTo>
                  <a:pt x="154015" y="0"/>
                </a:lnTo>
                <a:lnTo>
                  <a:pt x="117759" y="38715"/>
                </a:lnTo>
                <a:lnTo>
                  <a:pt x="80633" y="73829"/>
                </a:lnTo>
                <a:lnTo>
                  <a:pt x="40897" y="102190"/>
                </a:lnTo>
                <a:lnTo>
                  <a:pt x="0" y="125149"/>
                </a:lnTo>
                <a:lnTo>
                  <a:pt x="19818" y="176018"/>
                </a:lnTo>
                <a:lnTo>
                  <a:pt x="304840" y="176018"/>
                </a:lnTo>
                <a:lnTo>
                  <a:pt x="304840" y="95610"/>
                </a:lnTo>
                <a:lnTo>
                  <a:pt x="278736" y="6167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B57BDE0-8C4A-4C13-93CB-E202E422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46" y="8712626"/>
            <a:ext cx="311808" cy="182114"/>
          </a:xfrm>
          <a:custGeom xmlns:a="http://schemas.openxmlformats.org/drawingml/2006/main">
            <a:pathLst>
              <a:path w="311808" h="182114">
                <a:moveTo>
                  <a:pt x="289595" y="63665"/>
                </a:moveTo>
                <a:lnTo>
                  <a:pt x="311808" y="92542"/>
                </a:lnTo>
                <a:lnTo>
                  <a:pt x="311808" y="110869"/>
                </a:lnTo>
                <a:lnTo>
                  <a:pt x="281813" y="71875"/>
                </a:lnTo>
                <a:lnTo>
                  <a:pt x="242036" y="44534"/>
                </a:lnTo>
                <a:lnTo>
                  <a:pt x="203262" y="20374"/>
                </a:lnTo>
                <a:lnTo>
                  <a:pt x="162929" y="12191"/>
                </a:lnTo>
                <a:lnTo>
                  <a:pt x="128690" y="48753"/>
                </a:lnTo>
                <a:lnTo>
                  <a:pt x="91161" y="84248"/>
                </a:lnTo>
                <a:lnTo>
                  <a:pt x="50864" y="113009"/>
                </a:lnTo>
                <a:lnTo>
                  <a:pt x="13936" y="133740"/>
                </a:lnTo>
                <a:lnTo>
                  <a:pt x="32782" y="182114"/>
                </a:lnTo>
                <a:lnTo>
                  <a:pt x="20790" y="182114"/>
                </a:lnTo>
                <a:lnTo>
                  <a:pt x="0" y="128749"/>
                </a:lnTo>
                <a:lnTo>
                  <a:pt x="44866" y="103562"/>
                </a:lnTo>
                <a:lnTo>
                  <a:pt x="84042" y="75601"/>
                </a:lnTo>
                <a:lnTo>
                  <a:pt x="120765" y="40868"/>
                </a:lnTo>
                <a:lnTo>
                  <a:pt x="159037" y="0"/>
                </a:lnTo>
                <a:lnTo>
                  <a:pt x="207460" y="9824"/>
                </a:lnTo>
                <a:lnTo>
                  <a:pt x="248158" y="35183"/>
                </a:lnTo>
                <a:lnTo>
                  <a:pt x="289595" y="63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16CDD-DC94-4B76-8255-C56414E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611" y="7199382"/>
            <a:ext cx="1053742" cy="824720"/>
          </a:xfrm>
          <a:custGeom xmlns:a="http://schemas.openxmlformats.org/drawingml/2006/main">
            <a:pathLst>
              <a:path w="1053742" h="824720">
                <a:moveTo>
                  <a:pt x="1042430" y="198977"/>
                </a:moveTo>
                <a:lnTo>
                  <a:pt x="1053742" y="251274"/>
                </a:lnTo>
                <a:lnTo>
                  <a:pt x="1053742" y="203716"/>
                </a:lnTo>
                <a:lnTo>
                  <a:pt x="1042430" y="198977"/>
                </a:lnTo>
                <a:close/>
                <a:moveTo>
                  <a:pt x="1014006" y="279559"/>
                </a:moveTo>
                <a:lnTo>
                  <a:pt x="974559" y="307920"/>
                </a:lnTo>
                <a:lnTo>
                  <a:pt x="944974" y="257050"/>
                </a:lnTo>
                <a:lnTo>
                  <a:pt x="909879" y="216534"/>
                </a:lnTo>
                <a:lnTo>
                  <a:pt x="923511" y="153059"/>
                </a:lnTo>
                <a:lnTo>
                  <a:pt x="886095" y="119747"/>
                </a:lnTo>
                <a:lnTo>
                  <a:pt x="845198" y="139104"/>
                </a:lnTo>
                <a:lnTo>
                  <a:pt x="805752" y="109392"/>
                </a:lnTo>
                <a:lnTo>
                  <a:pt x="763695" y="90035"/>
                </a:lnTo>
                <a:lnTo>
                  <a:pt x="720768" y="75629"/>
                </a:lnTo>
                <a:lnTo>
                  <a:pt x="681031" y="45918"/>
                </a:lnTo>
                <a:lnTo>
                  <a:pt x="644775" y="9003"/>
                </a:lnTo>
                <a:lnTo>
                  <a:pt x="612000" y="53121"/>
                </a:lnTo>
                <a:lnTo>
                  <a:pt x="568783" y="68877"/>
                </a:lnTo>
                <a:lnTo>
                  <a:pt x="530207" y="35114"/>
                </a:lnTo>
                <a:lnTo>
                  <a:pt x="492791" y="0"/>
                </a:lnTo>
                <a:lnTo>
                  <a:pt x="456535" y="44117"/>
                </a:lnTo>
                <a:lnTo>
                  <a:pt x="415928" y="70677"/>
                </a:lnTo>
                <a:lnTo>
                  <a:pt x="375031" y="94987"/>
                </a:lnTo>
                <a:lnTo>
                  <a:pt x="329784" y="98588"/>
                </a:lnTo>
                <a:lnTo>
                  <a:pt x="291208" y="133702"/>
                </a:lnTo>
                <a:lnTo>
                  <a:pt x="248281" y="149458"/>
                </a:lnTo>
                <a:lnTo>
                  <a:pt x="206224" y="174218"/>
                </a:lnTo>
                <a:lnTo>
                  <a:pt x="166487" y="204379"/>
                </a:lnTo>
                <a:lnTo>
                  <a:pt x="121240" y="205730"/>
                </a:lnTo>
                <a:lnTo>
                  <a:pt x="78313" y="211132"/>
                </a:lnTo>
                <a:lnTo>
                  <a:pt x="43217" y="255249"/>
                </a:lnTo>
                <a:lnTo>
                  <a:pt x="0" y="235892"/>
                </a:lnTo>
                <a:lnTo>
                  <a:pt x="8991" y="304318"/>
                </a:lnTo>
                <a:lnTo>
                  <a:pt x="46408" y="337631"/>
                </a:lnTo>
                <a:lnTo>
                  <a:pt x="84984" y="372745"/>
                </a:lnTo>
                <a:lnTo>
                  <a:pt x="56559" y="424065"/>
                </a:lnTo>
                <a:lnTo>
                  <a:pt x="87304" y="473134"/>
                </a:lnTo>
                <a:lnTo>
                  <a:pt x="108768" y="534808"/>
                </a:lnTo>
                <a:lnTo>
                  <a:pt x="148504" y="568121"/>
                </a:lnTo>
                <a:lnTo>
                  <a:pt x="190271" y="585677"/>
                </a:lnTo>
                <a:lnTo>
                  <a:pt x="223336" y="636547"/>
                </a:lnTo>
                <a:lnTo>
                  <a:pt x="265103" y="661307"/>
                </a:lnTo>
                <a:lnTo>
                  <a:pt x="303680" y="692819"/>
                </a:lnTo>
                <a:lnTo>
                  <a:pt x="344576" y="721180"/>
                </a:lnTo>
                <a:lnTo>
                  <a:pt x="377352" y="763497"/>
                </a:lnTo>
                <a:lnTo>
                  <a:pt x="411287" y="807163"/>
                </a:lnTo>
                <a:lnTo>
                  <a:pt x="453344" y="824720"/>
                </a:lnTo>
                <a:lnTo>
                  <a:pt x="496271" y="817968"/>
                </a:lnTo>
                <a:lnTo>
                  <a:pt x="539488" y="816167"/>
                </a:lnTo>
                <a:lnTo>
                  <a:pt x="574584" y="773851"/>
                </a:lnTo>
                <a:lnTo>
                  <a:pt x="612000" y="740538"/>
                </a:lnTo>
                <a:lnTo>
                  <a:pt x="628823" y="677063"/>
                </a:lnTo>
                <a:lnTo>
                  <a:pt x="670880" y="696420"/>
                </a:lnTo>
                <a:lnTo>
                  <a:pt x="714967" y="700022"/>
                </a:lnTo>
                <a:lnTo>
                  <a:pt x="755864" y="721180"/>
                </a:lnTo>
                <a:lnTo>
                  <a:pt x="798791" y="726582"/>
                </a:lnTo>
                <a:lnTo>
                  <a:pt x="837367" y="758094"/>
                </a:lnTo>
                <a:lnTo>
                  <a:pt x="880294" y="768448"/>
                </a:lnTo>
                <a:lnTo>
                  <a:pt x="923511" y="770249"/>
                </a:lnTo>
                <a:lnTo>
                  <a:pt x="966438" y="756294"/>
                </a:lnTo>
                <a:lnTo>
                  <a:pt x="1007335" y="779253"/>
                </a:lnTo>
                <a:lnTo>
                  <a:pt x="1041270" y="812566"/>
                </a:lnTo>
                <a:lnTo>
                  <a:pt x="1053742" y="786540"/>
                </a:lnTo>
                <a:lnTo>
                  <a:pt x="1053742" y="262970"/>
                </a:lnTo>
                <a:lnTo>
                  <a:pt x="1014006" y="279559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5C1D64A-6DED-4E61-B3E9-4878DC94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69" y="7191225"/>
            <a:ext cx="1060584" cy="838642"/>
          </a:xfrm>
          <a:custGeom xmlns:a="http://schemas.openxmlformats.org/drawingml/2006/main">
            <a:pathLst>
              <a:path w="1060584" h="838642">
                <a:moveTo>
                  <a:pt x="1060584" y="807626"/>
                </a:moveTo>
                <a:lnTo>
                  <a:pt x="1049774" y="830183"/>
                </a:lnTo>
                <a:lnTo>
                  <a:pt x="1010793" y="791918"/>
                </a:lnTo>
                <a:lnTo>
                  <a:pt x="972680" y="770521"/>
                </a:lnTo>
                <a:lnTo>
                  <a:pt x="931125" y="784031"/>
                </a:lnTo>
                <a:lnTo>
                  <a:pt x="886357" y="782165"/>
                </a:lnTo>
                <a:lnTo>
                  <a:pt x="841661" y="771384"/>
                </a:lnTo>
                <a:lnTo>
                  <a:pt x="803342" y="740082"/>
                </a:lnTo>
                <a:lnTo>
                  <a:pt x="761022" y="734757"/>
                </a:lnTo>
                <a:lnTo>
                  <a:pt x="720237" y="713656"/>
                </a:lnTo>
                <a:lnTo>
                  <a:pt x="676283" y="710066"/>
                </a:lnTo>
                <a:lnTo>
                  <a:pt x="639364" y="693073"/>
                </a:lnTo>
                <a:lnTo>
                  <a:pt x="623812" y="751750"/>
                </a:lnTo>
                <a:lnTo>
                  <a:pt x="585457" y="785900"/>
                </a:lnTo>
                <a:lnTo>
                  <a:pt x="549045" y="829803"/>
                </a:lnTo>
                <a:lnTo>
                  <a:pt x="503665" y="831694"/>
                </a:lnTo>
                <a:lnTo>
                  <a:pt x="459493" y="838642"/>
                </a:lnTo>
                <a:lnTo>
                  <a:pt x="414620" y="819910"/>
                </a:lnTo>
                <a:lnTo>
                  <a:pt x="379780" y="775079"/>
                </a:lnTo>
                <a:lnTo>
                  <a:pt x="347528" y="733438"/>
                </a:lnTo>
                <a:lnTo>
                  <a:pt x="307157" y="705442"/>
                </a:lnTo>
                <a:lnTo>
                  <a:pt x="268736" y="674056"/>
                </a:lnTo>
                <a:lnTo>
                  <a:pt x="226206" y="648845"/>
                </a:lnTo>
                <a:lnTo>
                  <a:pt x="193365" y="598320"/>
                </a:lnTo>
                <a:lnTo>
                  <a:pt x="152404" y="581102"/>
                </a:lnTo>
                <a:lnTo>
                  <a:pt x="110840" y="546257"/>
                </a:lnTo>
                <a:lnTo>
                  <a:pt x="89077" y="483723"/>
                </a:lnTo>
                <a:lnTo>
                  <a:pt x="56918" y="432397"/>
                </a:lnTo>
                <a:lnTo>
                  <a:pt x="84798" y="382060"/>
                </a:lnTo>
                <a:lnTo>
                  <a:pt x="49512" y="349941"/>
                </a:lnTo>
                <a:lnTo>
                  <a:pt x="10565" y="315265"/>
                </a:lnTo>
                <a:lnTo>
                  <a:pt x="0" y="234862"/>
                </a:lnTo>
                <a:lnTo>
                  <a:pt x="48386" y="256535"/>
                </a:lnTo>
                <a:lnTo>
                  <a:pt x="82199" y="214030"/>
                </a:lnTo>
                <a:lnTo>
                  <a:pt x="127649" y="208311"/>
                </a:lnTo>
                <a:lnTo>
                  <a:pt x="171376" y="207006"/>
                </a:lnTo>
                <a:lnTo>
                  <a:pt x="209949" y="177727"/>
                </a:lnTo>
                <a:lnTo>
                  <a:pt x="252724" y="152545"/>
                </a:lnTo>
                <a:lnTo>
                  <a:pt x="295098" y="136991"/>
                </a:lnTo>
                <a:lnTo>
                  <a:pt x="334278" y="101328"/>
                </a:lnTo>
                <a:lnTo>
                  <a:pt x="380135" y="97678"/>
                </a:lnTo>
                <a:lnTo>
                  <a:pt x="419812" y="74093"/>
                </a:lnTo>
                <a:lnTo>
                  <a:pt x="459603" y="48067"/>
                </a:lnTo>
                <a:lnTo>
                  <a:pt x="499105" y="0"/>
                </a:lnTo>
                <a:lnTo>
                  <a:pt x="540801" y="39131"/>
                </a:lnTo>
                <a:lnTo>
                  <a:pt x="576817" y="70653"/>
                </a:lnTo>
                <a:lnTo>
                  <a:pt x="615356" y="56602"/>
                </a:lnTo>
                <a:lnTo>
                  <a:pt x="651027" y="8587"/>
                </a:lnTo>
                <a:lnTo>
                  <a:pt x="691561" y="49856"/>
                </a:lnTo>
                <a:lnTo>
                  <a:pt x="730238" y="78775"/>
                </a:lnTo>
                <a:lnTo>
                  <a:pt x="772600" y="92991"/>
                </a:lnTo>
                <a:lnTo>
                  <a:pt x="815475" y="112726"/>
                </a:lnTo>
                <a:lnTo>
                  <a:pt x="852703" y="140766"/>
                </a:lnTo>
                <a:lnTo>
                  <a:pt x="893890" y="121272"/>
                </a:lnTo>
                <a:lnTo>
                  <a:pt x="936499" y="159208"/>
                </a:lnTo>
                <a:lnTo>
                  <a:pt x="922769" y="223140"/>
                </a:lnTo>
                <a:lnTo>
                  <a:pt x="956383" y="261945"/>
                </a:lnTo>
                <a:lnTo>
                  <a:pt x="983137" y="307948"/>
                </a:lnTo>
                <a:lnTo>
                  <a:pt x="1018106" y="282806"/>
                </a:lnTo>
                <a:lnTo>
                  <a:pt x="1056461" y="266795"/>
                </a:lnTo>
                <a:lnTo>
                  <a:pt x="1041546" y="197841"/>
                </a:lnTo>
                <a:lnTo>
                  <a:pt x="1060584" y="205816"/>
                </a:lnTo>
                <a:lnTo>
                  <a:pt x="1060584" y="217931"/>
                </a:lnTo>
                <a:lnTo>
                  <a:pt x="1056999" y="216429"/>
                </a:lnTo>
                <a:lnTo>
                  <a:pt x="1060584" y="233004"/>
                </a:lnTo>
                <a:lnTo>
                  <a:pt x="1060584" y="277182"/>
                </a:lnTo>
                <a:lnTo>
                  <a:pt x="1023590" y="292625"/>
                </a:lnTo>
                <a:lnTo>
                  <a:pt x="979666" y="324206"/>
                </a:lnTo>
                <a:lnTo>
                  <a:pt x="947250" y="268469"/>
                </a:lnTo>
                <a:lnTo>
                  <a:pt x="910673" y="226243"/>
                </a:lnTo>
                <a:lnTo>
                  <a:pt x="924207" y="163226"/>
                </a:lnTo>
                <a:lnTo>
                  <a:pt x="891984" y="134536"/>
                </a:lnTo>
                <a:lnTo>
                  <a:pt x="851377" y="153757"/>
                </a:lnTo>
                <a:lnTo>
                  <a:pt x="809712" y="122374"/>
                </a:lnTo>
                <a:lnTo>
                  <a:pt x="768474" y="103393"/>
                </a:lnTo>
                <a:lnTo>
                  <a:pt x="724982" y="88798"/>
                </a:lnTo>
                <a:lnTo>
                  <a:pt x="684186" y="58294"/>
                </a:lnTo>
                <a:lnTo>
                  <a:pt x="652208" y="25735"/>
                </a:lnTo>
                <a:lnTo>
                  <a:pt x="622329" y="65954"/>
                </a:lnTo>
                <a:lnTo>
                  <a:pt x="574433" y="83415"/>
                </a:lnTo>
                <a:lnTo>
                  <a:pt x="533296" y="47411"/>
                </a:lnTo>
                <a:lnTo>
                  <a:pt x="500161" y="16315"/>
                </a:lnTo>
                <a:lnTo>
                  <a:pt x="467150" y="56482"/>
                </a:lnTo>
                <a:lnTo>
                  <a:pt x="425728" y="83576"/>
                </a:lnTo>
                <a:lnTo>
                  <a:pt x="383612" y="108611"/>
                </a:lnTo>
                <a:lnTo>
                  <a:pt x="338974" y="112163"/>
                </a:lnTo>
                <a:lnTo>
                  <a:pt x="301002" y="146727"/>
                </a:lnTo>
                <a:lnTo>
                  <a:pt x="257522" y="162686"/>
                </a:lnTo>
                <a:lnTo>
                  <a:pt x="216183" y="187023"/>
                </a:lnTo>
                <a:lnTo>
                  <a:pt x="175283" y="218068"/>
                </a:lnTo>
                <a:lnTo>
                  <a:pt x="128515" y="219464"/>
                </a:lnTo>
                <a:lnTo>
                  <a:pt x="88111" y="224549"/>
                </a:lnTo>
                <a:lnTo>
                  <a:pt x="51732" y="270278"/>
                </a:lnTo>
                <a:lnTo>
                  <a:pt x="13684" y="253236"/>
                </a:lnTo>
                <a:lnTo>
                  <a:pt x="21102" y="309686"/>
                </a:lnTo>
                <a:lnTo>
                  <a:pt x="56988" y="341636"/>
                </a:lnTo>
                <a:lnTo>
                  <a:pt x="98854" y="379744"/>
                </a:lnTo>
                <a:lnTo>
                  <a:pt x="69885" y="432047"/>
                </a:lnTo>
                <a:lnTo>
                  <a:pt x="99216" y="478859"/>
                </a:lnTo>
                <a:lnTo>
                  <a:pt x="120380" y="539673"/>
                </a:lnTo>
                <a:lnTo>
                  <a:pt x="158289" y="571454"/>
                </a:lnTo>
                <a:lnTo>
                  <a:pt x="200862" y="589350"/>
                </a:lnTo>
                <a:lnTo>
                  <a:pt x="234151" y="640565"/>
                </a:lnTo>
                <a:lnTo>
                  <a:pt x="275155" y="664872"/>
                </a:lnTo>
                <a:lnTo>
                  <a:pt x="313886" y="696511"/>
                </a:lnTo>
                <a:lnTo>
                  <a:pt x="355309" y="725236"/>
                </a:lnTo>
                <a:lnTo>
                  <a:pt x="388608" y="768229"/>
                </a:lnTo>
                <a:lnTo>
                  <a:pt x="421639" y="810731"/>
                </a:lnTo>
                <a:lnTo>
                  <a:pt x="460880" y="827113"/>
                </a:lnTo>
                <a:lnTo>
                  <a:pt x="502561" y="820556"/>
                </a:lnTo>
                <a:lnTo>
                  <a:pt x="543616" y="818846"/>
                </a:lnTo>
                <a:lnTo>
                  <a:pt x="577395" y="778116"/>
                </a:lnTo>
                <a:lnTo>
                  <a:pt x="613872" y="745639"/>
                </a:lnTo>
                <a:lnTo>
                  <a:pt x="631966" y="677367"/>
                </a:lnTo>
                <a:lnTo>
                  <a:pt x="679161" y="699090"/>
                </a:lnTo>
                <a:lnTo>
                  <a:pt x="723381" y="702702"/>
                </a:lnTo>
                <a:lnTo>
                  <a:pt x="764390" y="723918"/>
                </a:lnTo>
                <a:lnTo>
                  <a:pt x="807924" y="729397"/>
                </a:lnTo>
                <a:lnTo>
                  <a:pt x="846757" y="761119"/>
                </a:lnTo>
                <a:lnTo>
                  <a:pt x="887915" y="771046"/>
                </a:lnTo>
                <a:lnTo>
                  <a:pt x="929582" y="772782"/>
                </a:lnTo>
                <a:lnTo>
                  <a:pt x="973881" y="758381"/>
                </a:lnTo>
                <a:lnTo>
                  <a:pt x="1017560" y="782902"/>
                </a:lnTo>
                <a:lnTo>
                  <a:pt x="1046451" y="811263"/>
                </a:lnTo>
                <a:lnTo>
                  <a:pt x="1060584" y="781770"/>
                </a:lnTo>
                <a:lnTo>
                  <a:pt x="1060584" y="807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71B7C-2745-41CB-AC28-B8C65AE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452" y="5870016"/>
            <a:ext cx="149664" cy="123348"/>
          </a:xfrm>
          <a:custGeom xmlns:a="http://schemas.openxmlformats.org/drawingml/2006/main">
            <a:pathLst>
              <a:path w="149664" h="123348">
                <a:moveTo>
                  <a:pt x="43217" y="0"/>
                </a:moveTo>
                <a:lnTo>
                  <a:pt x="0" y="12605"/>
                </a:lnTo>
                <a:lnTo>
                  <a:pt x="15953" y="75629"/>
                </a:lnTo>
                <a:lnTo>
                  <a:pt x="57719" y="98588"/>
                </a:lnTo>
                <a:lnTo>
                  <a:pt x="98616" y="123348"/>
                </a:lnTo>
                <a:lnTo>
                  <a:pt x="141543" y="100389"/>
                </a:lnTo>
                <a:lnTo>
                  <a:pt x="149664" y="35114"/>
                </a:lnTo>
                <a:lnTo>
                  <a:pt x="106447" y="44117"/>
                </a:lnTo>
                <a:lnTo>
                  <a:pt x="67001" y="13955"/>
                </a:lnTo>
                <a:lnTo>
                  <a:pt x="43217" y="0"/>
                </a:lnTo>
                <a:close/>
                <a:moveTo>
                  <a:pt x="43217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64931-7DB1-4F4D-A088-DD7AD135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452" y="5870016"/>
            <a:ext cx="149664" cy="123348"/>
          </a:xfrm>
          <a:custGeom xmlns:a="http://schemas.openxmlformats.org/drawingml/2006/main">
            <a:pathLst>
              <a:path w="149664" h="123348" fill="none">
                <a:moveTo>
                  <a:pt x="43217" y="0"/>
                </a:moveTo>
                <a:lnTo>
                  <a:pt x="0" y="12605"/>
                </a:lnTo>
                <a:lnTo>
                  <a:pt x="15953" y="75629"/>
                </a:lnTo>
                <a:lnTo>
                  <a:pt x="57719" y="98588"/>
                </a:lnTo>
                <a:lnTo>
                  <a:pt x="98616" y="123348"/>
                </a:lnTo>
                <a:lnTo>
                  <a:pt x="141543" y="100389"/>
                </a:lnTo>
                <a:lnTo>
                  <a:pt x="149664" y="35114"/>
                </a:lnTo>
                <a:lnTo>
                  <a:pt x="106447" y="44117"/>
                </a:lnTo>
                <a:lnTo>
                  <a:pt x="67001" y="13955"/>
                </a:lnTo>
                <a:lnTo>
                  <a:pt x="43217" y="0"/>
                </a:lnTo>
                <a:close/>
                <a:moveTo>
                  <a:pt x="4321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9D718-2C7F-4E73-B145-D0208693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411" y="5757472"/>
            <a:ext cx="84984" cy="102190"/>
          </a:xfrm>
          <a:custGeom xmlns:a="http://schemas.openxmlformats.org/drawingml/2006/main">
            <a:pathLst>
              <a:path w="84984" h="102190">
                <a:moveTo>
                  <a:pt x="20303" y="0"/>
                </a:moveTo>
                <a:lnTo>
                  <a:pt x="0" y="63475"/>
                </a:lnTo>
                <a:lnTo>
                  <a:pt x="40607" y="88234"/>
                </a:lnTo>
                <a:lnTo>
                  <a:pt x="84984" y="102190"/>
                </a:lnTo>
                <a:lnTo>
                  <a:pt x="72512" y="36914"/>
                </a:lnTo>
                <a:lnTo>
                  <a:pt x="30455" y="12605"/>
                </a:lnTo>
                <a:lnTo>
                  <a:pt x="20303" y="0"/>
                </a:lnTo>
                <a:close/>
                <a:moveTo>
                  <a:pt x="20303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CE222-3FA9-40CE-9146-9B7CC5FB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411" y="5757472"/>
            <a:ext cx="84984" cy="102190"/>
          </a:xfrm>
          <a:custGeom xmlns:a="http://schemas.openxmlformats.org/drawingml/2006/main">
            <a:pathLst>
              <a:path w="84984" h="102190" fill="none">
                <a:moveTo>
                  <a:pt x="20303" y="0"/>
                </a:moveTo>
                <a:lnTo>
                  <a:pt x="0" y="63475"/>
                </a:lnTo>
                <a:lnTo>
                  <a:pt x="40607" y="88234"/>
                </a:lnTo>
                <a:lnTo>
                  <a:pt x="84984" y="102190"/>
                </a:lnTo>
                <a:lnTo>
                  <a:pt x="72512" y="36914"/>
                </a:lnTo>
                <a:lnTo>
                  <a:pt x="30455" y="12605"/>
                </a:lnTo>
                <a:lnTo>
                  <a:pt x="20303" y="0"/>
                </a:lnTo>
                <a:close/>
                <a:moveTo>
                  <a:pt x="2030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0B189-68C0-4D72-97A8-B1639E00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85" y="5644928"/>
            <a:ext cx="230008" cy="198977"/>
          </a:xfrm>
          <a:custGeom xmlns:a="http://schemas.openxmlformats.org/drawingml/2006/main">
            <a:pathLst>
              <a:path w="230008" h="198977">
                <a:moveTo>
                  <a:pt x="191431" y="0"/>
                </a:moveTo>
                <a:lnTo>
                  <a:pt x="163007" y="51320"/>
                </a:lnTo>
                <a:lnTo>
                  <a:pt x="130231" y="1801"/>
                </a:lnTo>
                <a:lnTo>
                  <a:pt x="84984" y="15756"/>
                </a:lnTo>
                <a:lnTo>
                  <a:pt x="42927" y="38715"/>
                </a:lnTo>
                <a:lnTo>
                  <a:pt x="0" y="40516"/>
                </a:lnTo>
                <a:lnTo>
                  <a:pt x="26104" y="93186"/>
                </a:lnTo>
                <a:lnTo>
                  <a:pt x="54239" y="145857"/>
                </a:lnTo>
                <a:lnTo>
                  <a:pt x="95136" y="167015"/>
                </a:lnTo>
                <a:lnTo>
                  <a:pt x="136902" y="193575"/>
                </a:lnTo>
                <a:lnTo>
                  <a:pt x="180119" y="198977"/>
                </a:lnTo>
                <a:lnTo>
                  <a:pt x="221886" y="179620"/>
                </a:lnTo>
                <a:lnTo>
                  <a:pt x="230008" y="112544"/>
                </a:lnTo>
                <a:lnTo>
                  <a:pt x="202743" y="59873"/>
                </a:lnTo>
                <a:lnTo>
                  <a:pt x="191431" y="0"/>
                </a:lnTo>
                <a:close/>
                <a:moveTo>
                  <a:pt x="191431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373EC-BFE4-4A38-857D-8A39C567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85" y="5644928"/>
            <a:ext cx="230008" cy="198977"/>
          </a:xfrm>
          <a:custGeom xmlns:a="http://schemas.openxmlformats.org/drawingml/2006/main">
            <a:pathLst>
              <a:path w="230008" h="198977" fill="none">
                <a:moveTo>
                  <a:pt x="191431" y="0"/>
                </a:moveTo>
                <a:lnTo>
                  <a:pt x="163007" y="51320"/>
                </a:lnTo>
                <a:lnTo>
                  <a:pt x="130231" y="1801"/>
                </a:lnTo>
                <a:lnTo>
                  <a:pt x="84984" y="15756"/>
                </a:lnTo>
                <a:lnTo>
                  <a:pt x="42927" y="38715"/>
                </a:lnTo>
                <a:lnTo>
                  <a:pt x="0" y="40516"/>
                </a:lnTo>
                <a:lnTo>
                  <a:pt x="26104" y="93186"/>
                </a:lnTo>
                <a:lnTo>
                  <a:pt x="54239" y="145857"/>
                </a:lnTo>
                <a:lnTo>
                  <a:pt x="95136" y="167015"/>
                </a:lnTo>
                <a:lnTo>
                  <a:pt x="136902" y="193575"/>
                </a:lnTo>
                <a:lnTo>
                  <a:pt x="180119" y="198977"/>
                </a:lnTo>
                <a:lnTo>
                  <a:pt x="221886" y="179620"/>
                </a:lnTo>
                <a:lnTo>
                  <a:pt x="230008" y="112544"/>
                </a:lnTo>
                <a:lnTo>
                  <a:pt x="202743" y="59873"/>
                </a:lnTo>
                <a:lnTo>
                  <a:pt x="191431" y="0"/>
                </a:lnTo>
                <a:close/>
                <a:moveTo>
                  <a:pt x="19143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59A41-52F5-4B68-98E1-C639FBE7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339" y="5474312"/>
            <a:ext cx="358209" cy="503295"/>
          </a:xfrm>
          <a:custGeom xmlns:a="http://schemas.openxmlformats.org/drawingml/2006/main">
            <a:pathLst>
              <a:path w="358209" h="503295">
                <a:moveTo>
                  <a:pt x="291208" y="0"/>
                </a:moveTo>
                <a:lnTo>
                  <a:pt x="247120" y="17557"/>
                </a:lnTo>
                <a:lnTo>
                  <a:pt x="206224" y="44117"/>
                </a:lnTo>
                <a:lnTo>
                  <a:pt x="238129" y="91385"/>
                </a:lnTo>
                <a:lnTo>
                  <a:pt x="242480" y="158462"/>
                </a:lnTo>
                <a:lnTo>
                  <a:pt x="226817" y="93186"/>
                </a:lnTo>
                <a:lnTo>
                  <a:pt x="192882" y="135503"/>
                </a:lnTo>
                <a:lnTo>
                  <a:pt x="147344" y="139104"/>
                </a:lnTo>
                <a:lnTo>
                  <a:pt x="158656" y="72028"/>
                </a:lnTo>
                <a:lnTo>
                  <a:pt x="72512" y="47719"/>
                </a:lnTo>
                <a:lnTo>
                  <a:pt x="116889" y="67076"/>
                </a:lnTo>
                <a:lnTo>
                  <a:pt x="88464" y="119747"/>
                </a:lnTo>
                <a:lnTo>
                  <a:pt x="44377" y="128750"/>
                </a:lnTo>
                <a:lnTo>
                  <a:pt x="0" y="128750"/>
                </a:lnTo>
                <a:lnTo>
                  <a:pt x="34226" y="174218"/>
                </a:lnTo>
                <a:lnTo>
                  <a:pt x="47858" y="237692"/>
                </a:lnTo>
                <a:lnTo>
                  <a:pt x="63520" y="300717"/>
                </a:lnTo>
                <a:lnTo>
                  <a:pt x="107898" y="311521"/>
                </a:lnTo>
                <a:lnTo>
                  <a:pt x="150825" y="315122"/>
                </a:lnTo>
                <a:lnTo>
                  <a:pt x="183600" y="360590"/>
                </a:lnTo>
                <a:lnTo>
                  <a:pt x="139513" y="353837"/>
                </a:lnTo>
                <a:lnTo>
                  <a:pt x="183600" y="371394"/>
                </a:lnTo>
                <a:lnTo>
                  <a:pt x="181280" y="438020"/>
                </a:lnTo>
                <a:lnTo>
                  <a:pt x="196072" y="503295"/>
                </a:lnTo>
                <a:lnTo>
                  <a:pt x="232328" y="464580"/>
                </a:lnTo>
                <a:lnTo>
                  <a:pt x="216665" y="402906"/>
                </a:lnTo>
                <a:lnTo>
                  <a:pt x="260753" y="383549"/>
                </a:lnTo>
                <a:lnTo>
                  <a:pt x="231168" y="334480"/>
                </a:lnTo>
                <a:lnTo>
                  <a:pt x="270904" y="306119"/>
                </a:lnTo>
                <a:lnTo>
                  <a:pt x="313831" y="293964"/>
                </a:lnTo>
                <a:lnTo>
                  <a:pt x="283376" y="244445"/>
                </a:lnTo>
                <a:lnTo>
                  <a:pt x="300489" y="181420"/>
                </a:lnTo>
                <a:lnTo>
                  <a:pt x="343416" y="165664"/>
                </a:lnTo>
                <a:lnTo>
                  <a:pt x="349217" y="98588"/>
                </a:lnTo>
                <a:lnTo>
                  <a:pt x="358209" y="31962"/>
                </a:lnTo>
                <a:lnTo>
                  <a:pt x="314991" y="12605"/>
                </a:lnTo>
                <a:lnTo>
                  <a:pt x="291208" y="0"/>
                </a:lnTo>
                <a:close/>
                <a:moveTo>
                  <a:pt x="291208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CD82F-2A98-4882-950A-020DD27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339" y="5474312"/>
            <a:ext cx="358209" cy="503295"/>
          </a:xfrm>
          <a:custGeom xmlns:a="http://schemas.openxmlformats.org/drawingml/2006/main">
            <a:pathLst>
              <a:path w="358209" h="503295" fill="none">
                <a:moveTo>
                  <a:pt x="291208" y="0"/>
                </a:moveTo>
                <a:lnTo>
                  <a:pt x="247120" y="17557"/>
                </a:lnTo>
                <a:lnTo>
                  <a:pt x="206224" y="44117"/>
                </a:lnTo>
                <a:lnTo>
                  <a:pt x="238129" y="91385"/>
                </a:lnTo>
                <a:lnTo>
                  <a:pt x="242480" y="158462"/>
                </a:lnTo>
                <a:lnTo>
                  <a:pt x="226817" y="93186"/>
                </a:lnTo>
                <a:lnTo>
                  <a:pt x="192882" y="135503"/>
                </a:lnTo>
                <a:lnTo>
                  <a:pt x="147344" y="139104"/>
                </a:lnTo>
                <a:lnTo>
                  <a:pt x="158656" y="72028"/>
                </a:lnTo>
                <a:lnTo>
                  <a:pt x="72512" y="47719"/>
                </a:lnTo>
                <a:lnTo>
                  <a:pt x="116889" y="67076"/>
                </a:lnTo>
                <a:lnTo>
                  <a:pt x="88464" y="119747"/>
                </a:lnTo>
                <a:lnTo>
                  <a:pt x="44377" y="128750"/>
                </a:lnTo>
                <a:lnTo>
                  <a:pt x="0" y="128750"/>
                </a:lnTo>
                <a:lnTo>
                  <a:pt x="34226" y="174218"/>
                </a:lnTo>
                <a:lnTo>
                  <a:pt x="47858" y="237692"/>
                </a:lnTo>
                <a:lnTo>
                  <a:pt x="63520" y="300717"/>
                </a:lnTo>
                <a:lnTo>
                  <a:pt x="107898" y="311521"/>
                </a:lnTo>
                <a:lnTo>
                  <a:pt x="150825" y="315122"/>
                </a:lnTo>
                <a:lnTo>
                  <a:pt x="183600" y="360590"/>
                </a:lnTo>
                <a:lnTo>
                  <a:pt x="139513" y="353837"/>
                </a:lnTo>
                <a:lnTo>
                  <a:pt x="183600" y="371394"/>
                </a:lnTo>
                <a:lnTo>
                  <a:pt x="181280" y="438020"/>
                </a:lnTo>
                <a:lnTo>
                  <a:pt x="196072" y="503295"/>
                </a:lnTo>
                <a:lnTo>
                  <a:pt x="232328" y="464580"/>
                </a:lnTo>
                <a:lnTo>
                  <a:pt x="216665" y="402906"/>
                </a:lnTo>
                <a:lnTo>
                  <a:pt x="260753" y="383549"/>
                </a:lnTo>
                <a:lnTo>
                  <a:pt x="231168" y="334480"/>
                </a:lnTo>
                <a:lnTo>
                  <a:pt x="270904" y="306119"/>
                </a:lnTo>
                <a:lnTo>
                  <a:pt x="313831" y="293964"/>
                </a:lnTo>
                <a:lnTo>
                  <a:pt x="283376" y="244445"/>
                </a:lnTo>
                <a:lnTo>
                  <a:pt x="300489" y="181420"/>
                </a:lnTo>
                <a:lnTo>
                  <a:pt x="343416" y="165664"/>
                </a:lnTo>
                <a:lnTo>
                  <a:pt x="349217" y="98588"/>
                </a:lnTo>
                <a:lnTo>
                  <a:pt x="358209" y="31962"/>
                </a:lnTo>
                <a:lnTo>
                  <a:pt x="314991" y="12605"/>
                </a:lnTo>
                <a:lnTo>
                  <a:pt x="291208" y="0"/>
                </a:lnTo>
                <a:close/>
                <a:moveTo>
                  <a:pt x="29120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15032-3921-407B-A148-9234ADEF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157" y="5180798"/>
            <a:ext cx="602718" cy="736936"/>
          </a:xfrm>
          <a:custGeom xmlns:a="http://schemas.openxmlformats.org/drawingml/2006/main">
            <a:pathLst>
              <a:path w="602718" h="736936">
                <a:moveTo>
                  <a:pt x="287727" y="666259"/>
                </a:moveTo>
                <a:lnTo>
                  <a:pt x="317312" y="615389"/>
                </a:lnTo>
                <a:lnTo>
                  <a:pt x="328624" y="550564"/>
                </a:lnTo>
                <a:lnTo>
                  <a:pt x="355888" y="496093"/>
                </a:lnTo>
                <a:lnTo>
                  <a:pt x="327464" y="441172"/>
                </a:lnTo>
                <a:lnTo>
                  <a:pt x="371551" y="446574"/>
                </a:lnTo>
                <a:lnTo>
                  <a:pt x="415928" y="439821"/>
                </a:lnTo>
                <a:lnTo>
                  <a:pt x="385183" y="388501"/>
                </a:lnTo>
                <a:lnTo>
                  <a:pt x="429560" y="376346"/>
                </a:lnTo>
                <a:lnTo>
                  <a:pt x="470167" y="353387"/>
                </a:lnTo>
                <a:lnTo>
                  <a:pt x="460015" y="286762"/>
                </a:lnTo>
                <a:lnTo>
                  <a:pt x="496271" y="246246"/>
                </a:lnTo>
                <a:lnTo>
                  <a:pt x="522375" y="300717"/>
                </a:lnTo>
                <a:lnTo>
                  <a:pt x="558631" y="263803"/>
                </a:lnTo>
                <a:lnTo>
                  <a:pt x="599528" y="237242"/>
                </a:lnTo>
                <a:lnTo>
                  <a:pt x="602718" y="168816"/>
                </a:lnTo>
                <a:lnTo>
                  <a:pt x="558631" y="158462"/>
                </a:lnTo>
                <a:lnTo>
                  <a:pt x="514544" y="161613"/>
                </a:lnTo>
                <a:lnTo>
                  <a:pt x="472487" y="142255"/>
                </a:lnTo>
                <a:lnTo>
                  <a:pt x="439712" y="98589"/>
                </a:lnTo>
                <a:lnTo>
                  <a:pt x="397655" y="119747"/>
                </a:lnTo>
                <a:lnTo>
                  <a:pt x="438552" y="96788"/>
                </a:lnTo>
                <a:lnTo>
                  <a:pt x="483799" y="100389"/>
                </a:lnTo>
                <a:lnTo>
                  <a:pt x="470167" y="35114"/>
                </a:lnTo>
                <a:lnTo>
                  <a:pt x="443157" y="0"/>
                </a:lnTo>
                <a:lnTo>
                  <a:pt x="261625" y="0"/>
                </a:lnTo>
                <a:lnTo>
                  <a:pt x="261623" y="0"/>
                </a:lnTo>
                <a:lnTo>
                  <a:pt x="238999" y="56272"/>
                </a:lnTo>
                <a:lnTo>
                  <a:pt x="265103" y="110743"/>
                </a:lnTo>
                <a:lnTo>
                  <a:pt x="223336" y="126499"/>
                </a:lnTo>
                <a:lnTo>
                  <a:pt x="198392" y="70227"/>
                </a:lnTo>
                <a:lnTo>
                  <a:pt x="159816" y="103540"/>
                </a:lnTo>
                <a:lnTo>
                  <a:pt x="139513" y="163414"/>
                </a:lnTo>
                <a:lnTo>
                  <a:pt x="96296" y="149458"/>
                </a:lnTo>
                <a:lnTo>
                  <a:pt x="52209" y="142255"/>
                </a:lnTo>
                <a:lnTo>
                  <a:pt x="8991" y="128300"/>
                </a:lnTo>
                <a:lnTo>
                  <a:pt x="3481" y="197177"/>
                </a:lnTo>
                <a:lnTo>
                  <a:pt x="5801" y="265603"/>
                </a:lnTo>
                <a:lnTo>
                  <a:pt x="1160" y="334030"/>
                </a:lnTo>
                <a:lnTo>
                  <a:pt x="44087" y="320075"/>
                </a:lnTo>
                <a:lnTo>
                  <a:pt x="39736" y="386700"/>
                </a:lnTo>
                <a:lnTo>
                  <a:pt x="6961" y="343033"/>
                </a:lnTo>
                <a:lnTo>
                  <a:pt x="15953" y="407859"/>
                </a:lnTo>
                <a:lnTo>
                  <a:pt x="0" y="471333"/>
                </a:lnTo>
                <a:lnTo>
                  <a:pt x="36256" y="510048"/>
                </a:lnTo>
                <a:lnTo>
                  <a:pt x="79473" y="520402"/>
                </a:lnTo>
                <a:lnTo>
                  <a:pt x="118919" y="550564"/>
                </a:lnTo>
                <a:lnTo>
                  <a:pt x="125881" y="617190"/>
                </a:lnTo>
                <a:lnTo>
                  <a:pt x="120080" y="685616"/>
                </a:lnTo>
                <a:lnTo>
                  <a:pt x="160976" y="708575"/>
                </a:lnTo>
                <a:lnTo>
                  <a:pt x="205064" y="719380"/>
                </a:lnTo>
                <a:lnTo>
                  <a:pt x="248281" y="736936"/>
                </a:lnTo>
                <a:lnTo>
                  <a:pt x="286567" y="731534"/>
                </a:lnTo>
                <a:lnTo>
                  <a:pt x="325143" y="701823"/>
                </a:lnTo>
                <a:lnTo>
                  <a:pt x="287727" y="666259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06FC1DE-2DF6-48C3-BAC4-553523E7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996" y="5180798"/>
            <a:ext cx="614677" cy="742679"/>
          </a:xfrm>
          <a:custGeom xmlns:a="http://schemas.openxmlformats.org/drawingml/2006/main">
            <a:pathLst>
              <a:path w="614677" h="742679">
                <a:moveTo>
                  <a:pt x="16431" y="407550"/>
                </a:moveTo>
                <a:lnTo>
                  <a:pt x="7060" y="339990"/>
                </a:lnTo>
                <a:lnTo>
                  <a:pt x="1188" y="341899"/>
                </a:lnTo>
                <a:lnTo>
                  <a:pt x="6369" y="265509"/>
                </a:lnTo>
                <a:lnTo>
                  <a:pt x="4047" y="197048"/>
                </a:lnTo>
                <a:lnTo>
                  <a:pt x="10147" y="120812"/>
                </a:lnTo>
                <a:lnTo>
                  <a:pt x="59686" y="136809"/>
                </a:lnTo>
                <a:lnTo>
                  <a:pt x="103773" y="144012"/>
                </a:lnTo>
                <a:lnTo>
                  <a:pt x="142151" y="156405"/>
                </a:lnTo>
                <a:lnTo>
                  <a:pt x="161175" y="100306"/>
                </a:lnTo>
                <a:lnTo>
                  <a:pt x="206607" y="61073"/>
                </a:lnTo>
                <a:lnTo>
                  <a:pt x="232466" y="119408"/>
                </a:lnTo>
                <a:lnTo>
                  <a:pt x="263594" y="107665"/>
                </a:lnTo>
                <a:lnTo>
                  <a:pt x="239060" y="56469"/>
                </a:lnTo>
                <a:lnTo>
                  <a:pt x="261763" y="0"/>
                </a:lnTo>
                <a:lnTo>
                  <a:pt x="313642" y="0"/>
                </a:lnTo>
                <a:lnTo>
                  <a:pt x="313046" y="119"/>
                </a:lnTo>
                <a:lnTo>
                  <a:pt x="271736" y="5147"/>
                </a:lnTo>
                <a:lnTo>
                  <a:pt x="251261" y="56075"/>
                </a:lnTo>
                <a:lnTo>
                  <a:pt x="278935" y="113821"/>
                </a:lnTo>
                <a:lnTo>
                  <a:pt x="226530" y="133590"/>
                </a:lnTo>
                <a:lnTo>
                  <a:pt x="202501" y="79382"/>
                </a:lnTo>
                <a:lnTo>
                  <a:pt x="170780" y="106775"/>
                </a:lnTo>
                <a:lnTo>
                  <a:pt x="149197" y="170422"/>
                </a:lnTo>
                <a:lnTo>
                  <a:pt x="101141" y="154904"/>
                </a:lnTo>
                <a:lnTo>
                  <a:pt x="57054" y="147702"/>
                </a:lnTo>
                <a:lnTo>
                  <a:pt x="20159" y="135788"/>
                </a:lnTo>
                <a:lnTo>
                  <a:pt x="15237" y="197305"/>
                </a:lnTo>
                <a:lnTo>
                  <a:pt x="17556" y="265698"/>
                </a:lnTo>
                <a:lnTo>
                  <a:pt x="13455" y="326161"/>
                </a:lnTo>
                <a:lnTo>
                  <a:pt x="56361" y="312213"/>
                </a:lnTo>
                <a:lnTo>
                  <a:pt x="50490" y="402125"/>
                </a:lnTo>
                <a:lnTo>
                  <a:pt x="21625" y="363669"/>
                </a:lnTo>
                <a:lnTo>
                  <a:pt x="27797" y="408167"/>
                </a:lnTo>
                <a:lnTo>
                  <a:pt x="12323" y="469739"/>
                </a:lnTo>
                <a:lnTo>
                  <a:pt x="45349" y="505006"/>
                </a:lnTo>
                <a:lnTo>
                  <a:pt x="88088" y="515245"/>
                </a:lnTo>
                <a:lnTo>
                  <a:pt x="130387" y="547588"/>
                </a:lnTo>
                <a:lnTo>
                  <a:pt x="137654" y="617135"/>
                </a:lnTo>
                <a:lnTo>
                  <a:pt x="132112" y="682505"/>
                </a:lnTo>
                <a:lnTo>
                  <a:pt x="169208" y="703330"/>
                </a:lnTo>
                <a:lnTo>
                  <a:pt x="212950" y="714050"/>
                </a:lnTo>
                <a:lnTo>
                  <a:pt x="255151" y="731194"/>
                </a:lnTo>
                <a:lnTo>
                  <a:pt x="290487" y="726208"/>
                </a:lnTo>
                <a:lnTo>
                  <a:pt x="322727" y="701378"/>
                </a:lnTo>
                <a:lnTo>
                  <a:pt x="286839" y="667267"/>
                </a:lnTo>
                <a:lnTo>
                  <a:pt x="318141" y="613444"/>
                </a:lnTo>
                <a:lnTo>
                  <a:pt x="329422" y="548796"/>
                </a:lnTo>
                <a:lnTo>
                  <a:pt x="355781" y="496135"/>
                </a:lnTo>
                <a:lnTo>
                  <a:pt x="323798" y="434339"/>
                </a:lnTo>
                <a:lnTo>
                  <a:pt x="377630" y="440935"/>
                </a:lnTo>
                <a:lnTo>
                  <a:pt x="413018" y="435550"/>
                </a:lnTo>
                <a:lnTo>
                  <a:pt x="382768" y="385057"/>
                </a:lnTo>
                <a:lnTo>
                  <a:pt x="433576" y="371141"/>
                </a:lnTo>
                <a:lnTo>
                  <a:pt x="470225" y="350420"/>
                </a:lnTo>
                <a:lnTo>
                  <a:pt x="460257" y="284999"/>
                </a:lnTo>
                <a:lnTo>
                  <a:pt x="503852" y="236281"/>
                </a:lnTo>
                <a:lnTo>
                  <a:pt x="530133" y="291119"/>
                </a:lnTo>
                <a:lnTo>
                  <a:pt x="561236" y="259451"/>
                </a:lnTo>
                <a:lnTo>
                  <a:pt x="600242" y="234118"/>
                </a:lnTo>
                <a:lnTo>
                  <a:pt x="603083" y="173193"/>
                </a:lnTo>
                <a:lnTo>
                  <a:pt x="564343" y="164095"/>
                </a:lnTo>
                <a:lnTo>
                  <a:pt x="519673" y="167288"/>
                </a:lnTo>
                <a:lnTo>
                  <a:pt x="475029" y="146740"/>
                </a:lnTo>
                <a:lnTo>
                  <a:pt x="444210" y="105680"/>
                </a:lnTo>
                <a:lnTo>
                  <a:pt x="381479" y="137238"/>
                </a:lnTo>
                <a:lnTo>
                  <a:pt x="376827" y="128491"/>
                </a:lnTo>
                <a:lnTo>
                  <a:pt x="443461" y="91083"/>
                </a:lnTo>
                <a:lnTo>
                  <a:pt x="482966" y="94228"/>
                </a:lnTo>
                <a:lnTo>
                  <a:pt x="471121" y="37507"/>
                </a:lnTo>
                <a:lnTo>
                  <a:pt x="442269" y="0"/>
                </a:lnTo>
                <a:lnTo>
                  <a:pt x="456367" y="0"/>
                </a:lnTo>
                <a:lnTo>
                  <a:pt x="481536" y="32721"/>
                </a:lnTo>
                <a:lnTo>
                  <a:pt x="496955" y="106551"/>
                </a:lnTo>
                <a:lnTo>
                  <a:pt x="456413" y="103324"/>
                </a:lnTo>
                <a:lnTo>
                  <a:pt x="482269" y="137771"/>
                </a:lnTo>
                <a:lnTo>
                  <a:pt x="521738" y="155938"/>
                </a:lnTo>
                <a:lnTo>
                  <a:pt x="565242" y="152828"/>
                </a:lnTo>
                <a:lnTo>
                  <a:pt x="614677" y="164438"/>
                </a:lnTo>
                <a:lnTo>
                  <a:pt x="611137" y="240366"/>
                </a:lnTo>
                <a:lnTo>
                  <a:pt x="568350" y="268155"/>
                </a:lnTo>
                <a:lnTo>
                  <a:pt x="526941" y="310315"/>
                </a:lnTo>
                <a:lnTo>
                  <a:pt x="501013" y="256211"/>
                </a:lnTo>
                <a:lnTo>
                  <a:pt x="472097" y="288524"/>
                </a:lnTo>
                <a:lnTo>
                  <a:pt x="482432" y="356355"/>
                </a:lnTo>
                <a:lnTo>
                  <a:pt x="437867" y="381552"/>
                </a:lnTo>
                <a:lnTo>
                  <a:pt x="399920" y="391945"/>
                </a:lnTo>
                <a:lnTo>
                  <a:pt x="431161" y="444092"/>
                </a:lnTo>
                <a:lnTo>
                  <a:pt x="377794" y="452213"/>
                </a:lnTo>
                <a:lnTo>
                  <a:pt x="343452" y="448005"/>
                </a:lnTo>
                <a:lnTo>
                  <a:pt x="368319" y="496051"/>
                </a:lnTo>
                <a:lnTo>
                  <a:pt x="340148" y="552332"/>
                </a:lnTo>
                <a:lnTo>
                  <a:pt x="328805" y="617334"/>
                </a:lnTo>
                <a:lnTo>
                  <a:pt x="300938" y="665251"/>
                </a:lnTo>
                <a:lnTo>
                  <a:pt x="339883" y="702268"/>
                </a:lnTo>
                <a:lnTo>
                  <a:pt x="294969" y="736861"/>
                </a:lnTo>
                <a:lnTo>
                  <a:pt x="253733" y="742679"/>
                </a:lnTo>
                <a:lnTo>
                  <a:pt x="209500" y="724709"/>
                </a:lnTo>
                <a:lnTo>
                  <a:pt x="165068" y="713820"/>
                </a:lnTo>
                <a:lnTo>
                  <a:pt x="120370" y="688728"/>
                </a:lnTo>
                <a:lnTo>
                  <a:pt x="126430" y="617245"/>
                </a:lnTo>
                <a:lnTo>
                  <a:pt x="119774" y="553540"/>
                </a:lnTo>
                <a:lnTo>
                  <a:pt x="83181" y="525560"/>
                </a:lnTo>
                <a:lnTo>
                  <a:pt x="39485" y="515091"/>
                </a:lnTo>
                <a:lnTo>
                  <a:pt x="0" y="472928"/>
                </a:lnTo>
                <a:lnTo>
                  <a:pt x="16431" y="407550"/>
                </a:lnTo>
                <a:close/>
                <a:moveTo>
                  <a:pt x="44136" y="327936"/>
                </a:moveTo>
                <a:lnTo>
                  <a:pt x="15713" y="337177"/>
                </a:lnTo>
                <a:lnTo>
                  <a:pt x="41306" y="371276"/>
                </a:lnTo>
                <a:lnTo>
                  <a:pt x="44136" y="327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8EDA0-E8D8-421D-BE48-06616AA9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82" y="5180798"/>
            <a:ext cx="431541" cy="133702"/>
          </a:xfrm>
          <a:custGeom xmlns:a="http://schemas.openxmlformats.org/drawingml/2006/main">
            <a:pathLst>
              <a:path w="431541" h="133702">
                <a:moveTo>
                  <a:pt x="27264" y="13956"/>
                </a:moveTo>
                <a:lnTo>
                  <a:pt x="0" y="66626"/>
                </a:lnTo>
                <a:lnTo>
                  <a:pt x="33936" y="110743"/>
                </a:lnTo>
                <a:lnTo>
                  <a:pt x="75992" y="133702"/>
                </a:lnTo>
                <a:lnTo>
                  <a:pt x="54239" y="75630"/>
                </a:lnTo>
                <a:lnTo>
                  <a:pt x="88174" y="33313"/>
                </a:lnTo>
                <a:lnTo>
                  <a:pt x="130231" y="9004"/>
                </a:lnTo>
                <a:lnTo>
                  <a:pt x="153597" y="0"/>
                </a:lnTo>
                <a:lnTo>
                  <a:pt x="41300" y="0"/>
                </a:lnTo>
                <a:lnTo>
                  <a:pt x="27264" y="13956"/>
                </a:lnTo>
                <a:close/>
                <a:moveTo>
                  <a:pt x="216375" y="0"/>
                </a:moveTo>
                <a:lnTo>
                  <a:pt x="216376" y="0"/>
                </a:lnTo>
                <a:lnTo>
                  <a:pt x="216374" y="0"/>
                </a:lnTo>
                <a:lnTo>
                  <a:pt x="216375" y="0"/>
                </a:lnTo>
                <a:close/>
                <a:moveTo>
                  <a:pt x="429270" y="1801"/>
                </a:moveTo>
                <a:lnTo>
                  <a:pt x="431541" y="0"/>
                </a:lnTo>
                <a:lnTo>
                  <a:pt x="426879" y="0"/>
                </a:lnTo>
                <a:lnTo>
                  <a:pt x="429270" y="180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3EF0FE8-0E9B-4098-9F4D-6196585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86" y="5180798"/>
            <a:ext cx="447129" cy="145798"/>
          </a:xfrm>
          <a:custGeom xmlns:a="http://schemas.openxmlformats.org/drawingml/2006/main">
            <a:pathLst>
              <a:path w="447129" h="145798">
                <a:moveTo>
                  <a:pt x="29301" y="10610"/>
                </a:moveTo>
                <a:lnTo>
                  <a:pt x="39972" y="0"/>
                </a:lnTo>
                <a:lnTo>
                  <a:pt x="55820" y="0"/>
                </a:lnTo>
                <a:lnTo>
                  <a:pt x="38420" y="17301"/>
                </a:lnTo>
                <a:lnTo>
                  <a:pt x="13192" y="66037"/>
                </a:lnTo>
                <a:lnTo>
                  <a:pt x="44242" y="106404"/>
                </a:lnTo>
                <a:lnTo>
                  <a:pt x="72091" y="121606"/>
                </a:lnTo>
                <a:lnTo>
                  <a:pt x="54488" y="74613"/>
                </a:lnTo>
                <a:lnTo>
                  <a:pt x="91067" y="29000"/>
                </a:lnTo>
                <a:lnTo>
                  <a:pt x="134410" y="3948"/>
                </a:lnTo>
                <a:lnTo>
                  <a:pt x="144655" y="0"/>
                </a:lnTo>
                <a:lnTo>
                  <a:pt x="175731" y="0"/>
                </a:lnTo>
                <a:lnTo>
                  <a:pt x="139244" y="14060"/>
                </a:lnTo>
                <a:lnTo>
                  <a:pt x="98473" y="37626"/>
                </a:lnTo>
                <a:lnTo>
                  <a:pt x="67182" y="76646"/>
                </a:lnTo>
                <a:lnTo>
                  <a:pt x="93085" y="145798"/>
                </a:lnTo>
                <a:lnTo>
                  <a:pt x="36821" y="115083"/>
                </a:lnTo>
                <a:lnTo>
                  <a:pt x="0" y="67215"/>
                </a:lnTo>
                <a:lnTo>
                  <a:pt x="29301" y="10610"/>
                </a:lnTo>
                <a:close/>
                <a:moveTo>
                  <a:pt x="223277" y="5711"/>
                </a:moveTo>
                <a:lnTo>
                  <a:pt x="188319" y="0"/>
                </a:lnTo>
                <a:lnTo>
                  <a:pt x="243993" y="0"/>
                </a:lnTo>
                <a:lnTo>
                  <a:pt x="223277" y="5711"/>
                </a:lnTo>
                <a:close/>
                <a:moveTo>
                  <a:pt x="435954" y="8862"/>
                </a:moveTo>
                <a:lnTo>
                  <a:pt x="424189" y="0"/>
                </a:lnTo>
                <a:lnTo>
                  <a:pt x="447129" y="0"/>
                </a:lnTo>
                <a:lnTo>
                  <a:pt x="435954" y="8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A4DCC-23AB-4096-9BE6-BA82321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162" y="6156777"/>
            <a:ext cx="79473" cy="79231"/>
          </a:xfrm>
          <a:custGeom xmlns:a="http://schemas.openxmlformats.org/drawingml/2006/main">
            <a:pathLst>
              <a:path w="79473" h="79231">
                <a:moveTo>
                  <a:pt x="79473" y="61674"/>
                </a:moveTo>
                <a:lnTo>
                  <a:pt x="40897" y="26560"/>
                </a:lnTo>
                <a:lnTo>
                  <a:pt x="0" y="0"/>
                </a:lnTo>
                <a:lnTo>
                  <a:pt x="38576" y="31512"/>
                </a:lnTo>
                <a:lnTo>
                  <a:pt x="5801" y="79231"/>
                </a:lnTo>
                <a:lnTo>
                  <a:pt x="49888" y="79231"/>
                </a:lnTo>
                <a:lnTo>
                  <a:pt x="79473" y="61674"/>
                </a:lnTo>
                <a:close/>
                <a:moveTo>
                  <a:pt x="79473" y="61674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293FD-91CF-4006-9B5B-BC03DEDA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162" y="6156777"/>
            <a:ext cx="79473" cy="79231"/>
          </a:xfrm>
          <a:custGeom xmlns:a="http://schemas.openxmlformats.org/drawingml/2006/main">
            <a:pathLst>
              <a:path w="79473" h="79231" fill="none">
                <a:moveTo>
                  <a:pt x="79473" y="61674"/>
                </a:moveTo>
                <a:lnTo>
                  <a:pt x="40897" y="26560"/>
                </a:lnTo>
                <a:lnTo>
                  <a:pt x="0" y="0"/>
                </a:lnTo>
                <a:lnTo>
                  <a:pt x="38576" y="31512"/>
                </a:lnTo>
                <a:lnTo>
                  <a:pt x="5801" y="79231"/>
                </a:lnTo>
                <a:lnTo>
                  <a:pt x="49888" y="79231"/>
                </a:lnTo>
                <a:lnTo>
                  <a:pt x="79473" y="61674"/>
                </a:lnTo>
                <a:close/>
                <a:moveTo>
                  <a:pt x="79473" y="61674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B70A3-9E8D-424C-8781-3F321687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476" y="5963202"/>
            <a:ext cx="123560" cy="142705"/>
          </a:xfrm>
          <a:custGeom xmlns:a="http://schemas.openxmlformats.org/drawingml/2006/main">
            <a:pathLst>
              <a:path w="123560" h="142705">
                <a:moveTo>
                  <a:pt x="67871" y="0"/>
                </a:moveTo>
                <a:lnTo>
                  <a:pt x="23784" y="10804"/>
                </a:lnTo>
                <a:lnTo>
                  <a:pt x="64391" y="38715"/>
                </a:lnTo>
                <a:lnTo>
                  <a:pt x="20303" y="44117"/>
                </a:lnTo>
                <a:lnTo>
                  <a:pt x="0" y="105791"/>
                </a:lnTo>
                <a:lnTo>
                  <a:pt x="37416" y="142705"/>
                </a:lnTo>
                <a:lnTo>
                  <a:pt x="79183" y="116145"/>
                </a:lnTo>
                <a:lnTo>
                  <a:pt x="123560" y="121547"/>
                </a:lnTo>
                <a:lnTo>
                  <a:pt x="120080" y="54471"/>
                </a:lnTo>
                <a:lnTo>
                  <a:pt x="76863" y="36914"/>
                </a:lnTo>
                <a:lnTo>
                  <a:pt x="67871" y="0"/>
                </a:lnTo>
                <a:close/>
                <a:moveTo>
                  <a:pt x="67871" y="0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45D7B-AC2C-443C-B98A-227D10A7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476" y="5963202"/>
            <a:ext cx="123560" cy="142705"/>
          </a:xfrm>
          <a:custGeom xmlns:a="http://schemas.openxmlformats.org/drawingml/2006/main">
            <a:pathLst>
              <a:path w="123560" h="142705" fill="none">
                <a:moveTo>
                  <a:pt x="67871" y="0"/>
                </a:moveTo>
                <a:lnTo>
                  <a:pt x="23784" y="10804"/>
                </a:lnTo>
                <a:lnTo>
                  <a:pt x="64391" y="38715"/>
                </a:lnTo>
                <a:lnTo>
                  <a:pt x="20303" y="44117"/>
                </a:lnTo>
                <a:lnTo>
                  <a:pt x="0" y="105791"/>
                </a:lnTo>
                <a:lnTo>
                  <a:pt x="37416" y="142705"/>
                </a:lnTo>
                <a:lnTo>
                  <a:pt x="79183" y="116145"/>
                </a:lnTo>
                <a:lnTo>
                  <a:pt x="123560" y="121547"/>
                </a:lnTo>
                <a:lnTo>
                  <a:pt x="120080" y="54471"/>
                </a:lnTo>
                <a:lnTo>
                  <a:pt x="76863" y="36914"/>
                </a:lnTo>
                <a:lnTo>
                  <a:pt x="67871" y="0"/>
                </a:lnTo>
                <a:close/>
                <a:moveTo>
                  <a:pt x="6787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6F13F-E31D-4C3F-BD94-4DA8244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198" y="5885772"/>
            <a:ext cx="1992916" cy="2578151"/>
          </a:xfrm>
          <a:custGeom xmlns:a="http://schemas.openxmlformats.org/drawingml/2006/main">
            <a:pathLst>
              <a:path w="1992916" h="2578151">
                <a:moveTo>
                  <a:pt x="31905" y="1403645"/>
                </a:moveTo>
                <a:lnTo>
                  <a:pt x="67001" y="1445511"/>
                </a:lnTo>
                <a:lnTo>
                  <a:pt x="99776" y="1491429"/>
                </a:lnTo>
                <a:lnTo>
                  <a:pt x="90785" y="1558055"/>
                </a:lnTo>
                <a:lnTo>
                  <a:pt x="57719" y="1605774"/>
                </a:lnTo>
                <a:lnTo>
                  <a:pt x="65841" y="1674200"/>
                </a:lnTo>
                <a:lnTo>
                  <a:pt x="104417" y="1707513"/>
                </a:lnTo>
                <a:lnTo>
                  <a:pt x="139513" y="1751630"/>
                </a:lnTo>
                <a:lnTo>
                  <a:pt x="109928" y="1800699"/>
                </a:lnTo>
                <a:lnTo>
                  <a:pt x="142703" y="1848418"/>
                </a:lnTo>
                <a:lnTo>
                  <a:pt x="173448" y="1901088"/>
                </a:lnTo>
                <a:lnTo>
                  <a:pt x="207384" y="1945205"/>
                </a:lnTo>
                <a:lnTo>
                  <a:pt x="250601" y="1930800"/>
                </a:lnTo>
                <a:lnTo>
                  <a:pt x="293528" y="1953759"/>
                </a:lnTo>
                <a:lnTo>
                  <a:pt x="342256" y="1934401"/>
                </a:lnTo>
                <a:lnTo>
                  <a:pt x="378512" y="1969515"/>
                </a:lnTo>
                <a:lnTo>
                  <a:pt x="421439" y="1976718"/>
                </a:lnTo>
                <a:lnTo>
                  <a:pt x="465816" y="1988872"/>
                </a:lnTo>
                <a:lnTo>
                  <a:pt x="509903" y="2005079"/>
                </a:lnTo>
                <a:lnTo>
                  <a:pt x="483799" y="2059550"/>
                </a:lnTo>
                <a:lnTo>
                  <a:pt x="438552" y="2110420"/>
                </a:lnTo>
                <a:lnTo>
                  <a:pt x="412447" y="2166691"/>
                </a:lnTo>
                <a:lnTo>
                  <a:pt x="395625" y="2233317"/>
                </a:lnTo>
                <a:lnTo>
                  <a:pt x="370681" y="2293191"/>
                </a:lnTo>
                <a:lnTo>
                  <a:pt x="371841" y="2360267"/>
                </a:lnTo>
                <a:lnTo>
                  <a:pt x="361399" y="2430494"/>
                </a:lnTo>
                <a:lnTo>
                  <a:pt x="394464" y="2477762"/>
                </a:lnTo>
                <a:lnTo>
                  <a:pt x="437391" y="2472810"/>
                </a:lnTo>
                <a:lnTo>
                  <a:pt x="481479" y="2483164"/>
                </a:lnTo>
                <a:lnTo>
                  <a:pt x="524696" y="2463807"/>
                </a:lnTo>
                <a:lnTo>
                  <a:pt x="568783" y="2475962"/>
                </a:lnTo>
                <a:lnTo>
                  <a:pt x="576904" y="2409336"/>
                </a:lnTo>
                <a:lnTo>
                  <a:pt x="619831" y="2414738"/>
                </a:lnTo>
                <a:lnTo>
                  <a:pt x="657247" y="2453453"/>
                </a:lnTo>
                <a:lnTo>
                  <a:pt x="700174" y="2442649"/>
                </a:lnTo>
                <a:lnTo>
                  <a:pt x="751223" y="2456604"/>
                </a:lnTo>
                <a:lnTo>
                  <a:pt x="792119" y="2490367"/>
                </a:lnTo>
                <a:lnTo>
                  <a:pt x="835046" y="2492168"/>
                </a:lnTo>
                <a:lnTo>
                  <a:pt x="879424" y="2492168"/>
                </a:lnTo>
                <a:lnTo>
                  <a:pt x="917710" y="2521879"/>
                </a:lnTo>
                <a:lnTo>
                  <a:pt x="942654" y="2578151"/>
                </a:lnTo>
                <a:lnTo>
                  <a:pt x="981230" y="2548440"/>
                </a:lnTo>
                <a:lnTo>
                  <a:pt x="996023" y="2484965"/>
                </a:lnTo>
                <a:lnTo>
                  <a:pt x="1040110" y="2483164"/>
                </a:lnTo>
                <a:lnTo>
                  <a:pt x="1083327" y="2492168"/>
                </a:lnTo>
                <a:lnTo>
                  <a:pt x="1113782" y="2537636"/>
                </a:lnTo>
                <a:lnTo>
                  <a:pt x="1156999" y="2527282"/>
                </a:lnTo>
                <a:lnTo>
                  <a:pt x="1201086" y="2520079"/>
                </a:lnTo>
                <a:lnTo>
                  <a:pt x="1240823" y="2495319"/>
                </a:lnTo>
                <a:lnTo>
                  <a:pt x="1281429" y="2472810"/>
                </a:lnTo>
                <a:lnTo>
                  <a:pt x="1325807" y="2463807"/>
                </a:lnTo>
                <a:lnTo>
                  <a:pt x="1368734" y="2463807"/>
                </a:lnTo>
                <a:lnTo>
                  <a:pt x="1409630" y="2437247"/>
                </a:lnTo>
                <a:lnTo>
                  <a:pt x="1451397" y="2456604"/>
                </a:lnTo>
                <a:lnTo>
                  <a:pt x="1493454" y="2442649"/>
                </a:lnTo>
                <a:lnTo>
                  <a:pt x="1521589" y="2493518"/>
                </a:lnTo>
                <a:lnTo>
                  <a:pt x="1563646" y="2474161"/>
                </a:lnTo>
                <a:lnTo>
                  <a:pt x="1530870" y="2428693"/>
                </a:lnTo>
                <a:lnTo>
                  <a:pt x="1539862" y="2361617"/>
                </a:lnTo>
                <a:lnTo>
                  <a:pt x="1507086" y="2317950"/>
                </a:lnTo>
                <a:lnTo>
                  <a:pt x="1532900" y="2263479"/>
                </a:lnTo>
                <a:lnTo>
                  <a:pt x="1574957" y="2240520"/>
                </a:lnTo>
                <a:lnTo>
                  <a:pt x="1617884" y="2226565"/>
                </a:lnTo>
                <a:lnTo>
                  <a:pt x="1645149" y="2173894"/>
                </a:lnTo>
                <a:lnTo>
                  <a:pt x="1683725" y="2145533"/>
                </a:lnTo>
                <a:lnTo>
                  <a:pt x="1726652" y="2129777"/>
                </a:lnTo>
                <a:lnTo>
                  <a:pt x="1723462" y="2059550"/>
                </a:lnTo>
                <a:lnTo>
                  <a:pt x="1687206" y="2019034"/>
                </a:lnTo>
                <a:lnTo>
                  <a:pt x="1642828" y="2005079"/>
                </a:lnTo>
                <a:lnTo>
                  <a:pt x="1612373" y="1955559"/>
                </a:lnTo>
                <a:lnTo>
                  <a:pt x="1574957" y="1922247"/>
                </a:lnTo>
                <a:lnTo>
                  <a:pt x="1539862" y="1881731"/>
                </a:lnTo>
                <a:lnTo>
                  <a:pt x="1497805" y="1862373"/>
                </a:lnTo>
                <a:lnTo>
                  <a:pt x="1462709" y="1816906"/>
                </a:lnTo>
                <a:lnTo>
                  <a:pt x="1434574" y="1760634"/>
                </a:lnTo>
                <a:lnTo>
                  <a:pt x="1449077" y="1695358"/>
                </a:lnTo>
                <a:lnTo>
                  <a:pt x="1415141" y="1653042"/>
                </a:lnTo>
                <a:lnTo>
                  <a:pt x="1376565" y="1621530"/>
                </a:lnTo>
                <a:lnTo>
                  <a:pt x="1359742" y="1558055"/>
                </a:lnTo>
                <a:lnTo>
                  <a:pt x="1395998" y="1596770"/>
                </a:lnTo>
                <a:lnTo>
                  <a:pt x="1426453" y="1549502"/>
                </a:lnTo>
                <a:lnTo>
                  <a:pt x="1466190" y="1519340"/>
                </a:lnTo>
                <a:lnTo>
                  <a:pt x="1509117" y="1512587"/>
                </a:lnTo>
                <a:lnTo>
                  <a:pt x="1554654" y="1507185"/>
                </a:lnTo>
                <a:lnTo>
                  <a:pt x="1595261" y="1482426"/>
                </a:lnTo>
                <a:lnTo>
                  <a:pt x="1632677" y="1445511"/>
                </a:lnTo>
                <a:lnTo>
                  <a:pt x="1673573" y="1417601"/>
                </a:lnTo>
                <a:lnTo>
                  <a:pt x="1716500" y="1410398"/>
                </a:lnTo>
                <a:lnTo>
                  <a:pt x="1758557" y="1384288"/>
                </a:lnTo>
                <a:lnTo>
                  <a:pt x="1802645" y="1371683"/>
                </a:lnTo>
                <a:lnTo>
                  <a:pt x="1846732" y="1355927"/>
                </a:lnTo>
                <a:lnTo>
                  <a:pt x="1876317" y="1305057"/>
                </a:lnTo>
                <a:lnTo>
                  <a:pt x="1909092" y="1348724"/>
                </a:lnTo>
                <a:lnTo>
                  <a:pt x="1953469" y="1350525"/>
                </a:lnTo>
                <a:lnTo>
                  <a:pt x="1978413" y="1296053"/>
                </a:lnTo>
                <a:lnTo>
                  <a:pt x="1992916" y="1233029"/>
                </a:lnTo>
                <a:lnTo>
                  <a:pt x="1977253" y="1169554"/>
                </a:lnTo>
                <a:lnTo>
                  <a:pt x="1936356" y="1146595"/>
                </a:lnTo>
                <a:lnTo>
                  <a:pt x="1920404" y="1083571"/>
                </a:lnTo>
                <a:lnTo>
                  <a:pt x="1918373" y="1014694"/>
                </a:lnTo>
                <a:lnTo>
                  <a:pt x="1917213" y="948068"/>
                </a:lnTo>
                <a:lnTo>
                  <a:pt x="1895460" y="888195"/>
                </a:lnTo>
                <a:lnTo>
                  <a:pt x="1902421" y="821569"/>
                </a:lnTo>
                <a:lnTo>
                  <a:pt x="1876317" y="765297"/>
                </a:lnTo>
                <a:lnTo>
                  <a:pt x="1840061" y="728383"/>
                </a:lnTo>
                <a:lnTo>
                  <a:pt x="1799164" y="705424"/>
                </a:lnTo>
                <a:lnTo>
                  <a:pt x="1820918" y="645551"/>
                </a:lnTo>
                <a:lnTo>
                  <a:pt x="1851373" y="598282"/>
                </a:lnTo>
                <a:lnTo>
                  <a:pt x="1856013" y="529406"/>
                </a:lnTo>
                <a:lnTo>
                  <a:pt x="1836580" y="469532"/>
                </a:lnTo>
                <a:lnTo>
                  <a:pt x="1815117" y="408309"/>
                </a:lnTo>
                <a:lnTo>
                  <a:pt x="1773350" y="388951"/>
                </a:lnTo>
                <a:lnTo>
                  <a:pt x="1733613" y="360590"/>
                </a:lnTo>
                <a:lnTo>
                  <a:pt x="1715340" y="298916"/>
                </a:lnTo>
                <a:lnTo>
                  <a:pt x="1677924" y="262002"/>
                </a:lnTo>
                <a:lnTo>
                  <a:pt x="1634997" y="260651"/>
                </a:lnTo>
                <a:lnTo>
                  <a:pt x="1596421" y="225087"/>
                </a:lnTo>
                <a:lnTo>
                  <a:pt x="1564806" y="179620"/>
                </a:lnTo>
                <a:lnTo>
                  <a:pt x="1520428" y="185022"/>
                </a:lnTo>
                <a:lnTo>
                  <a:pt x="1477501" y="170616"/>
                </a:lnTo>
                <a:lnTo>
                  <a:pt x="1436605" y="195376"/>
                </a:lnTo>
                <a:lnTo>
                  <a:pt x="1477501" y="170616"/>
                </a:lnTo>
                <a:lnTo>
                  <a:pt x="1522749" y="168816"/>
                </a:lnTo>
                <a:lnTo>
                  <a:pt x="1477501" y="158462"/>
                </a:lnTo>
                <a:lnTo>
                  <a:pt x="1434574" y="163864"/>
                </a:lnTo>
                <a:lnTo>
                  <a:pt x="1400349" y="212933"/>
                </a:lnTo>
                <a:lnTo>
                  <a:pt x="1362063" y="244445"/>
                </a:lnTo>
                <a:lnTo>
                  <a:pt x="1317685" y="251648"/>
                </a:lnTo>
                <a:lnTo>
                  <a:pt x="1270118" y="255249"/>
                </a:lnTo>
                <a:lnTo>
                  <a:pt x="1228351" y="283160"/>
                </a:lnTo>
                <a:lnTo>
                  <a:pt x="1195285" y="329078"/>
                </a:lnTo>
                <a:lnTo>
                  <a:pt x="1154679" y="302517"/>
                </a:lnTo>
                <a:lnTo>
                  <a:pt x="1111462" y="311521"/>
                </a:lnTo>
                <a:lnTo>
                  <a:pt x="1067374" y="307920"/>
                </a:lnTo>
                <a:lnTo>
                  <a:pt x="1101310" y="263802"/>
                </a:lnTo>
                <a:lnTo>
                  <a:pt x="1132925" y="216534"/>
                </a:lnTo>
                <a:lnTo>
                  <a:pt x="1095799" y="183221"/>
                </a:lnTo>
                <a:lnTo>
                  <a:pt x="1053742" y="204379"/>
                </a:lnTo>
                <a:lnTo>
                  <a:pt x="1011975" y="177819"/>
                </a:lnTo>
                <a:lnTo>
                  <a:pt x="969918" y="160262"/>
                </a:lnTo>
                <a:lnTo>
                  <a:pt x="932502" y="195376"/>
                </a:lnTo>
                <a:lnTo>
                  <a:pt x="902047" y="146307"/>
                </a:lnTo>
                <a:lnTo>
                  <a:pt x="905238" y="79231"/>
                </a:lnTo>
                <a:lnTo>
                  <a:pt x="865791" y="53121"/>
                </a:lnTo>
                <a:lnTo>
                  <a:pt x="823735" y="30162"/>
                </a:lnTo>
                <a:lnTo>
                  <a:pt x="779647" y="31962"/>
                </a:lnTo>
                <a:lnTo>
                  <a:pt x="734400" y="35564"/>
                </a:lnTo>
                <a:lnTo>
                  <a:pt x="692343" y="12605"/>
                </a:lnTo>
                <a:lnTo>
                  <a:pt x="647096" y="5402"/>
                </a:lnTo>
                <a:lnTo>
                  <a:pt x="600688" y="0"/>
                </a:lnTo>
                <a:lnTo>
                  <a:pt x="555151" y="10804"/>
                </a:lnTo>
                <a:lnTo>
                  <a:pt x="523536" y="58073"/>
                </a:lnTo>
                <a:lnTo>
                  <a:pt x="558631" y="17557"/>
                </a:lnTo>
                <a:lnTo>
                  <a:pt x="602718" y="31962"/>
                </a:lnTo>
                <a:lnTo>
                  <a:pt x="580095" y="93186"/>
                </a:lnTo>
                <a:lnTo>
                  <a:pt x="619831" y="65275"/>
                </a:lnTo>
                <a:lnTo>
                  <a:pt x="653767" y="107592"/>
                </a:lnTo>
                <a:lnTo>
                  <a:pt x="634624" y="168816"/>
                </a:lnTo>
                <a:lnTo>
                  <a:pt x="593727" y="188173"/>
                </a:lnTo>
                <a:lnTo>
                  <a:pt x="635784" y="212933"/>
                </a:lnTo>
                <a:lnTo>
                  <a:pt x="667399" y="258851"/>
                </a:lnTo>
                <a:lnTo>
                  <a:pt x="658408" y="325476"/>
                </a:lnTo>
                <a:lnTo>
                  <a:pt x="703655" y="344834"/>
                </a:lnTo>
                <a:lnTo>
                  <a:pt x="750063" y="355188"/>
                </a:lnTo>
                <a:lnTo>
                  <a:pt x="783998" y="399305"/>
                </a:lnTo>
                <a:lnTo>
                  <a:pt x="815903" y="445223"/>
                </a:lnTo>
                <a:lnTo>
                  <a:pt x="858830" y="459178"/>
                </a:lnTo>
                <a:lnTo>
                  <a:pt x="814743" y="448374"/>
                </a:lnTo>
                <a:lnTo>
                  <a:pt x="779647" y="408309"/>
                </a:lnTo>
                <a:lnTo>
                  <a:pt x="744552" y="358789"/>
                </a:lnTo>
                <a:lnTo>
                  <a:pt x="699014" y="353837"/>
                </a:lnTo>
                <a:lnTo>
                  <a:pt x="656087" y="364191"/>
                </a:lnTo>
                <a:lnTo>
                  <a:pt x="613160" y="348435"/>
                </a:lnTo>
                <a:lnTo>
                  <a:pt x="577774" y="387150"/>
                </a:lnTo>
                <a:lnTo>
                  <a:pt x="581255" y="455577"/>
                </a:lnTo>
                <a:lnTo>
                  <a:pt x="569943" y="520852"/>
                </a:lnTo>
                <a:lnTo>
                  <a:pt x="557471" y="455577"/>
                </a:lnTo>
                <a:lnTo>
                  <a:pt x="514544" y="447024"/>
                </a:lnTo>
                <a:lnTo>
                  <a:pt x="483799" y="494292"/>
                </a:lnTo>
                <a:lnTo>
                  <a:pt x="480318" y="427666"/>
                </a:lnTo>
                <a:lnTo>
                  <a:pt x="435071" y="402906"/>
                </a:lnTo>
                <a:lnTo>
                  <a:pt x="392144" y="410109"/>
                </a:lnTo>
                <a:lnTo>
                  <a:pt x="347767" y="413260"/>
                </a:lnTo>
                <a:lnTo>
                  <a:pt x="302519" y="416862"/>
                </a:lnTo>
                <a:lnTo>
                  <a:pt x="263943" y="448374"/>
                </a:lnTo>
                <a:lnTo>
                  <a:pt x="247120" y="511849"/>
                </a:lnTo>
                <a:lnTo>
                  <a:pt x="288887" y="533007"/>
                </a:lnTo>
                <a:lnTo>
                  <a:pt x="332104" y="548763"/>
                </a:lnTo>
                <a:lnTo>
                  <a:pt x="292368" y="578925"/>
                </a:lnTo>
                <a:lnTo>
                  <a:pt x="288887" y="650953"/>
                </a:lnTo>
                <a:lnTo>
                  <a:pt x="260753" y="709025"/>
                </a:lnTo>
                <a:lnTo>
                  <a:pt x="235809" y="767098"/>
                </a:lnTo>
                <a:lnTo>
                  <a:pt x="192591" y="763497"/>
                </a:lnTo>
                <a:lnTo>
                  <a:pt x="207384" y="828322"/>
                </a:lnTo>
                <a:lnTo>
                  <a:pt x="252631" y="847679"/>
                </a:lnTo>
                <a:lnTo>
                  <a:pt x="240159" y="912955"/>
                </a:lnTo>
                <a:lnTo>
                  <a:pt x="200713" y="942666"/>
                </a:lnTo>
                <a:lnTo>
                  <a:pt x="194912" y="1011093"/>
                </a:lnTo>
                <a:lnTo>
                  <a:pt x="150825" y="1021897"/>
                </a:lnTo>
                <a:lnTo>
                  <a:pt x="108768" y="1039454"/>
                </a:lnTo>
                <a:lnTo>
                  <a:pt x="67001" y="1018295"/>
                </a:lnTo>
                <a:lnTo>
                  <a:pt x="23784" y="1041254"/>
                </a:lnTo>
                <a:lnTo>
                  <a:pt x="48728" y="1097526"/>
                </a:lnTo>
                <a:lnTo>
                  <a:pt x="73672" y="1155599"/>
                </a:lnTo>
                <a:lnTo>
                  <a:pt x="60040" y="1218623"/>
                </a:lnTo>
                <a:lnTo>
                  <a:pt x="42057" y="1280297"/>
                </a:lnTo>
                <a:lnTo>
                  <a:pt x="0" y="1303256"/>
                </a:lnTo>
                <a:lnTo>
                  <a:pt x="36256" y="1343772"/>
                </a:lnTo>
                <a:lnTo>
                  <a:pt x="31905" y="1403645"/>
                </a:lnTo>
                <a:close/>
                <a:moveTo>
                  <a:pt x="31905" y="1403645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A97DB-DB5B-4212-82A8-C9C7CD9C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198" y="5885772"/>
            <a:ext cx="1992916" cy="2578151"/>
          </a:xfrm>
          <a:custGeom xmlns:a="http://schemas.openxmlformats.org/drawingml/2006/main">
            <a:pathLst>
              <a:path w="1992916" h="2578151" fill="none">
                <a:moveTo>
                  <a:pt x="31905" y="1403645"/>
                </a:moveTo>
                <a:lnTo>
                  <a:pt x="67001" y="1445511"/>
                </a:lnTo>
                <a:lnTo>
                  <a:pt x="99776" y="1491429"/>
                </a:lnTo>
                <a:lnTo>
                  <a:pt x="90785" y="1558055"/>
                </a:lnTo>
                <a:lnTo>
                  <a:pt x="57719" y="1605774"/>
                </a:lnTo>
                <a:lnTo>
                  <a:pt x="65841" y="1674200"/>
                </a:lnTo>
                <a:lnTo>
                  <a:pt x="104417" y="1707513"/>
                </a:lnTo>
                <a:lnTo>
                  <a:pt x="139513" y="1751630"/>
                </a:lnTo>
                <a:lnTo>
                  <a:pt x="109928" y="1800699"/>
                </a:lnTo>
                <a:lnTo>
                  <a:pt x="142703" y="1848418"/>
                </a:lnTo>
                <a:lnTo>
                  <a:pt x="173448" y="1901088"/>
                </a:lnTo>
                <a:lnTo>
                  <a:pt x="207384" y="1945205"/>
                </a:lnTo>
                <a:lnTo>
                  <a:pt x="250601" y="1930800"/>
                </a:lnTo>
                <a:lnTo>
                  <a:pt x="293528" y="1953759"/>
                </a:lnTo>
                <a:lnTo>
                  <a:pt x="342256" y="1934401"/>
                </a:lnTo>
                <a:lnTo>
                  <a:pt x="378512" y="1969515"/>
                </a:lnTo>
                <a:lnTo>
                  <a:pt x="421439" y="1976718"/>
                </a:lnTo>
                <a:lnTo>
                  <a:pt x="465816" y="1988872"/>
                </a:lnTo>
                <a:lnTo>
                  <a:pt x="509903" y="2005079"/>
                </a:lnTo>
                <a:lnTo>
                  <a:pt x="483799" y="2059550"/>
                </a:lnTo>
                <a:lnTo>
                  <a:pt x="438552" y="2110420"/>
                </a:lnTo>
                <a:lnTo>
                  <a:pt x="412447" y="2166691"/>
                </a:lnTo>
                <a:lnTo>
                  <a:pt x="395625" y="2233317"/>
                </a:lnTo>
                <a:lnTo>
                  <a:pt x="370681" y="2293191"/>
                </a:lnTo>
                <a:lnTo>
                  <a:pt x="371841" y="2360267"/>
                </a:lnTo>
                <a:lnTo>
                  <a:pt x="361399" y="2430494"/>
                </a:lnTo>
                <a:lnTo>
                  <a:pt x="394464" y="2477762"/>
                </a:lnTo>
                <a:lnTo>
                  <a:pt x="437391" y="2472810"/>
                </a:lnTo>
                <a:lnTo>
                  <a:pt x="481479" y="2483164"/>
                </a:lnTo>
                <a:lnTo>
                  <a:pt x="524696" y="2463807"/>
                </a:lnTo>
                <a:lnTo>
                  <a:pt x="568783" y="2475962"/>
                </a:lnTo>
                <a:lnTo>
                  <a:pt x="576904" y="2409336"/>
                </a:lnTo>
                <a:lnTo>
                  <a:pt x="619831" y="2414738"/>
                </a:lnTo>
                <a:lnTo>
                  <a:pt x="657247" y="2453453"/>
                </a:lnTo>
                <a:lnTo>
                  <a:pt x="700174" y="2442649"/>
                </a:lnTo>
                <a:lnTo>
                  <a:pt x="751223" y="2456604"/>
                </a:lnTo>
                <a:lnTo>
                  <a:pt x="792119" y="2490367"/>
                </a:lnTo>
                <a:lnTo>
                  <a:pt x="835046" y="2492168"/>
                </a:lnTo>
                <a:lnTo>
                  <a:pt x="879424" y="2492168"/>
                </a:lnTo>
                <a:lnTo>
                  <a:pt x="917710" y="2521879"/>
                </a:lnTo>
                <a:lnTo>
                  <a:pt x="942654" y="2578151"/>
                </a:lnTo>
                <a:lnTo>
                  <a:pt x="981230" y="2548440"/>
                </a:lnTo>
                <a:lnTo>
                  <a:pt x="996023" y="2484965"/>
                </a:lnTo>
                <a:lnTo>
                  <a:pt x="1040110" y="2483164"/>
                </a:lnTo>
                <a:lnTo>
                  <a:pt x="1083327" y="2492168"/>
                </a:lnTo>
                <a:lnTo>
                  <a:pt x="1113782" y="2537636"/>
                </a:lnTo>
                <a:lnTo>
                  <a:pt x="1156999" y="2527282"/>
                </a:lnTo>
                <a:lnTo>
                  <a:pt x="1201086" y="2520079"/>
                </a:lnTo>
                <a:lnTo>
                  <a:pt x="1240823" y="2495319"/>
                </a:lnTo>
                <a:lnTo>
                  <a:pt x="1281429" y="2472810"/>
                </a:lnTo>
                <a:lnTo>
                  <a:pt x="1325807" y="2463807"/>
                </a:lnTo>
                <a:lnTo>
                  <a:pt x="1368734" y="2463807"/>
                </a:lnTo>
                <a:lnTo>
                  <a:pt x="1409630" y="2437247"/>
                </a:lnTo>
                <a:lnTo>
                  <a:pt x="1451397" y="2456604"/>
                </a:lnTo>
                <a:lnTo>
                  <a:pt x="1493454" y="2442649"/>
                </a:lnTo>
                <a:lnTo>
                  <a:pt x="1521589" y="2493518"/>
                </a:lnTo>
                <a:lnTo>
                  <a:pt x="1563646" y="2474161"/>
                </a:lnTo>
                <a:lnTo>
                  <a:pt x="1530870" y="2428693"/>
                </a:lnTo>
                <a:lnTo>
                  <a:pt x="1539862" y="2361617"/>
                </a:lnTo>
                <a:lnTo>
                  <a:pt x="1507086" y="2317950"/>
                </a:lnTo>
                <a:lnTo>
                  <a:pt x="1532900" y="2263479"/>
                </a:lnTo>
                <a:lnTo>
                  <a:pt x="1574957" y="2240520"/>
                </a:lnTo>
                <a:lnTo>
                  <a:pt x="1617884" y="2226565"/>
                </a:lnTo>
                <a:lnTo>
                  <a:pt x="1645149" y="2173894"/>
                </a:lnTo>
                <a:lnTo>
                  <a:pt x="1683725" y="2145533"/>
                </a:lnTo>
                <a:lnTo>
                  <a:pt x="1726652" y="2129777"/>
                </a:lnTo>
                <a:lnTo>
                  <a:pt x="1723462" y="2059550"/>
                </a:lnTo>
                <a:lnTo>
                  <a:pt x="1687206" y="2019034"/>
                </a:lnTo>
                <a:lnTo>
                  <a:pt x="1642828" y="2005079"/>
                </a:lnTo>
                <a:lnTo>
                  <a:pt x="1612373" y="1955559"/>
                </a:lnTo>
                <a:lnTo>
                  <a:pt x="1574957" y="1922247"/>
                </a:lnTo>
                <a:lnTo>
                  <a:pt x="1539862" y="1881731"/>
                </a:lnTo>
                <a:lnTo>
                  <a:pt x="1497805" y="1862373"/>
                </a:lnTo>
                <a:lnTo>
                  <a:pt x="1462709" y="1816906"/>
                </a:lnTo>
                <a:lnTo>
                  <a:pt x="1434574" y="1760634"/>
                </a:lnTo>
                <a:lnTo>
                  <a:pt x="1449077" y="1695358"/>
                </a:lnTo>
                <a:lnTo>
                  <a:pt x="1415141" y="1653042"/>
                </a:lnTo>
                <a:lnTo>
                  <a:pt x="1376565" y="1621530"/>
                </a:lnTo>
                <a:lnTo>
                  <a:pt x="1359742" y="1558055"/>
                </a:lnTo>
                <a:lnTo>
                  <a:pt x="1395998" y="1596770"/>
                </a:lnTo>
                <a:lnTo>
                  <a:pt x="1426453" y="1549502"/>
                </a:lnTo>
                <a:lnTo>
                  <a:pt x="1466190" y="1519340"/>
                </a:lnTo>
                <a:lnTo>
                  <a:pt x="1509117" y="1512587"/>
                </a:lnTo>
                <a:lnTo>
                  <a:pt x="1554654" y="1507185"/>
                </a:lnTo>
                <a:lnTo>
                  <a:pt x="1595261" y="1482426"/>
                </a:lnTo>
                <a:lnTo>
                  <a:pt x="1632677" y="1445511"/>
                </a:lnTo>
                <a:lnTo>
                  <a:pt x="1673573" y="1417601"/>
                </a:lnTo>
                <a:lnTo>
                  <a:pt x="1716500" y="1410398"/>
                </a:lnTo>
                <a:lnTo>
                  <a:pt x="1758557" y="1384288"/>
                </a:lnTo>
                <a:lnTo>
                  <a:pt x="1802645" y="1371683"/>
                </a:lnTo>
                <a:lnTo>
                  <a:pt x="1846732" y="1355927"/>
                </a:lnTo>
                <a:lnTo>
                  <a:pt x="1876317" y="1305057"/>
                </a:lnTo>
                <a:lnTo>
                  <a:pt x="1909092" y="1348724"/>
                </a:lnTo>
                <a:lnTo>
                  <a:pt x="1953469" y="1350525"/>
                </a:lnTo>
                <a:lnTo>
                  <a:pt x="1978413" y="1296053"/>
                </a:lnTo>
                <a:lnTo>
                  <a:pt x="1992916" y="1233029"/>
                </a:lnTo>
                <a:lnTo>
                  <a:pt x="1977253" y="1169554"/>
                </a:lnTo>
                <a:lnTo>
                  <a:pt x="1936356" y="1146595"/>
                </a:lnTo>
                <a:lnTo>
                  <a:pt x="1920404" y="1083571"/>
                </a:lnTo>
                <a:lnTo>
                  <a:pt x="1918373" y="1014694"/>
                </a:lnTo>
                <a:lnTo>
                  <a:pt x="1917213" y="948068"/>
                </a:lnTo>
                <a:lnTo>
                  <a:pt x="1895460" y="888195"/>
                </a:lnTo>
                <a:lnTo>
                  <a:pt x="1902421" y="821569"/>
                </a:lnTo>
                <a:lnTo>
                  <a:pt x="1876317" y="765297"/>
                </a:lnTo>
                <a:lnTo>
                  <a:pt x="1840061" y="728383"/>
                </a:lnTo>
                <a:lnTo>
                  <a:pt x="1799164" y="705424"/>
                </a:lnTo>
                <a:lnTo>
                  <a:pt x="1820918" y="645551"/>
                </a:lnTo>
                <a:lnTo>
                  <a:pt x="1851373" y="598282"/>
                </a:lnTo>
                <a:lnTo>
                  <a:pt x="1856013" y="529406"/>
                </a:lnTo>
                <a:lnTo>
                  <a:pt x="1836580" y="469532"/>
                </a:lnTo>
                <a:lnTo>
                  <a:pt x="1815117" y="408309"/>
                </a:lnTo>
                <a:lnTo>
                  <a:pt x="1773350" y="388951"/>
                </a:lnTo>
                <a:lnTo>
                  <a:pt x="1733613" y="360590"/>
                </a:lnTo>
                <a:lnTo>
                  <a:pt x="1715340" y="298916"/>
                </a:lnTo>
                <a:lnTo>
                  <a:pt x="1677924" y="262002"/>
                </a:lnTo>
                <a:lnTo>
                  <a:pt x="1634997" y="260651"/>
                </a:lnTo>
                <a:lnTo>
                  <a:pt x="1596421" y="225087"/>
                </a:lnTo>
                <a:lnTo>
                  <a:pt x="1564806" y="179620"/>
                </a:lnTo>
                <a:lnTo>
                  <a:pt x="1520428" y="185022"/>
                </a:lnTo>
                <a:lnTo>
                  <a:pt x="1477501" y="170616"/>
                </a:lnTo>
                <a:lnTo>
                  <a:pt x="1436605" y="195376"/>
                </a:lnTo>
                <a:lnTo>
                  <a:pt x="1477501" y="170616"/>
                </a:lnTo>
                <a:lnTo>
                  <a:pt x="1522749" y="168816"/>
                </a:lnTo>
                <a:lnTo>
                  <a:pt x="1477501" y="158462"/>
                </a:lnTo>
                <a:lnTo>
                  <a:pt x="1434574" y="163864"/>
                </a:lnTo>
                <a:lnTo>
                  <a:pt x="1400349" y="212933"/>
                </a:lnTo>
                <a:lnTo>
                  <a:pt x="1362063" y="244445"/>
                </a:lnTo>
                <a:lnTo>
                  <a:pt x="1317685" y="251648"/>
                </a:lnTo>
                <a:lnTo>
                  <a:pt x="1270118" y="255249"/>
                </a:lnTo>
                <a:lnTo>
                  <a:pt x="1228351" y="283160"/>
                </a:lnTo>
                <a:lnTo>
                  <a:pt x="1195285" y="329078"/>
                </a:lnTo>
                <a:lnTo>
                  <a:pt x="1154679" y="302517"/>
                </a:lnTo>
                <a:lnTo>
                  <a:pt x="1111462" y="311521"/>
                </a:lnTo>
                <a:lnTo>
                  <a:pt x="1067374" y="307920"/>
                </a:lnTo>
                <a:lnTo>
                  <a:pt x="1101310" y="263802"/>
                </a:lnTo>
                <a:lnTo>
                  <a:pt x="1132925" y="216534"/>
                </a:lnTo>
                <a:lnTo>
                  <a:pt x="1095799" y="183221"/>
                </a:lnTo>
                <a:lnTo>
                  <a:pt x="1053742" y="204379"/>
                </a:lnTo>
                <a:lnTo>
                  <a:pt x="1011975" y="177819"/>
                </a:lnTo>
                <a:lnTo>
                  <a:pt x="969918" y="160262"/>
                </a:lnTo>
                <a:lnTo>
                  <a:pt x="932502" y="195376"/>
                </a:lnTo>
                <a:lnTo>
                  <a:pt x="902047" y="146307"/>
                </a:lnTo>
                <a:lnTo>
                  <a:pt x="905238" y="79231"/>
                </a:lnTo>
                <a:lnTo>
                  <a:pt x="865791" y="53121"/>
                </a:lnTo>
                <a:lnTo>
                  <a:pt x="823735" y="30162"/>
                </a:lnTo>
                <a:lnTo>
                  <a:pt x="779647" y="31962"/>
                </a:lnTo>
                <a:lnTo>
                  <a:pt x="734400" y="35564"/>
                </a:lnTo>
                <a:lnTo>
                  <a:pt x="692343" y="12605"/>
                </a:lnTo>
                <a:lnTo>
                  <a:pt x="647096" y="5402"/>
                </a:lnTo>
                <a:lnTo>
                  <a:pt x="600688" y="0"/>
                </a:lnTo>
                <a:lnTo>
                  <a:pt x="555151" y="10804"/>
                </a:lnTo>
                <a:lnTo>
                  <a:pt x="523536" y="58073"/>
                </a:lnTo>
                <a:lnTo>
                  <a:pt x="558631" y="17557"/>
                </a:lnTo>
                <a:lnTo>
                  <a:pt x="602718" y="31962"/>
                </a:lnTo>
                <a:lnTo>
                  <a:pt x="580095" y="93186"/>
                </a:lnTo>
                <a:lnTo>
                  <a:pt x="619831" y="65275"/>
                </a:lnTo>
                <a:lnTo>
                  <a:pt x="653767" y="107592"/>
                </a:lnTo>
                <a:lnTo>
                  <a:pt x="634624" y="168816"/>
                </a:lnTo>
                <a:lnTo>
                  <a:pt x="593727" y="188173"/>
                </a:lnTo>
                <a:lnTo>
                  <a:pt x="635784" y="212933"/>
                </a:lnTo>
                <a:lnTo>
                  <a:pt x="667399" y="258851"/>
                </a:lnTo>
                <a:lnTo>
                  <a:pt x="658408" y="325476"/>
                </a:lnTo>
                <a:lnTo>
                  <a:pt x="703655" y="344834"/>
                </a:lnTo>
                <a:lnTo>
                  <a:pt x="750063" y="355188"/>
                </a:lnTo>
                <a:lnTo>
                  <a:pt x="783998" y="399305"/>
                </a:lnTo>
                <a:lnTo>
                  <a:pt x="815903" y="445223"/>
                </a:lnTo>
                <a:lnTo>
                  <a:pt x="858830" y="459178"/>
                </a:lnTo>
                <a:lnTo>
                  <a:pt x="814743" y="448374"/>
                </a:lnTo>
                <a:lnTo>
                  <a:pt x="779647" y="408309"/>
                </a:lnTo>
                <a:lnTo>
                  <a:pt x="744552" y="358789"/>
                </a:lnTo>
                <a:lnTo>
                  <a:pt x="699014" y="353837"/>
                </a:lnTo>
                <a:lnTo>
                  <a:pt x="656087" y="364191"/>
                </a:lnTo>
                <a:lnTo>
                  <a:pt x="613160" y="348435"/>
                </a:lnTo>
                <a:lnTo>
                  <a:pt x="577774" y="387150"/>
                </a:lnTo>
                <a:lnTo>
                  <a:pt x="581255" y="455577"/>
                </a:lnTo>
                <a:lnTo>
                  <a:pt x="569943" y="520852"/>
                </a:lnTo>
                <a:lnTo>
                  <a:pt x="557471" y="455577"/>
                </a:lnTo>
                <a:lnTo>
                  <a:pt x="514544" y="447024"/>
                </a:lnTo>
                <a:lnTo>
                  <a:pt x="483799" y="494292"/>
                </a:lnTo>
                <a:lnTo>
                  <a:pt x="480318" y="427666"/>
                </a:lnTo>
                <a:lnTo>
                  <a:pt x="435071" y="402906"/>
                </a:lnTo>
                <a:lnTo>
                  <a:pt x="392144" y="410109"/>
                </a:lnTo>
                <a:lnTo>
                  <a:pt x="347767" y="413260"/>
                </a:lnTo>
                <a:lnTo>
                  <a:pt x="302519" y="416862"/>
                </a:lnTo>
                <a:lnTo>
                  <a:pt x="263943" y="448374"/>
                </a:lnTo>
                <a:lnTo>
                  <a:pt x="247120" y="511849"/>
                </a:lnTo>
                <a:lnTo>
                  <a:pt x="288887" y="533007"/>
                </a:lnTo>
                <a:lnTo>
                  <a:pt x="332104" y="548763"/>
                </a:lnTo>
                <a:lnTo>
                  <a:pt x="292368" y="578925"/>
                </a:lnTo>
                <a:lnTo>
                  <a:pt x="288887" y="650953"/>
                </a:lnTo>
                <a:lnTo>
                  <a:pt x="260753" y="709025"/>
                </a:lnTo>
                <a:lnTo>
                  <a:pt x="235809" y="767098"/>
                </a:lnTo>
                <a:lnTo>
                  <a:pt x="192591" y="763497"/>
                </a:lnTo>
                <a:lnTo>
                  <a:pt x="207384" y="828322"/>
                </a:lnTo>
                <a:lnTo>
                  <a:pt x="252631" y="847679"/>
                </a:lnTo>
                <a:lnTo>
                  <a:pt x="240159" y="912955"/>
                </a:lnTo>
                <a:lnTo>
                  <a:pt x="200713" y="942666"/>
                </a:lnTo>
                <a:lnTo>
                  <a:pt x="194912" y="1011093"/>
                </a:lnTo>
                <a:lnTo>
                  <a:pt x="150825" y="1021897"/>
                </a:lnTo>
                <a:lnTo>
                  <a:pt x="108768" y="1039454"/>
                </a:lnTo>
                <a:lnTo>
                  <a:pt x="67001" y="1018295"/>
                </a:lnTo>
                <a:lnTo>
                  <a:pt x="23784" y="1041254"/>
                </a:lnTo>
                <a:lnTo>
                  <a:pt x="48728" y="1097526"/>
                </a:lnTo>
                <a:lnTo>
                  <a:pt x="73672" y="1155599"/>
                </a:lnTo>
                <a:lnTo>
                  <a:pt x="60040" y="1218623"/>
                </a:lnTo>
                <a:lnTo>
                  <a:pt x="42057" y="1280297"/>
                </a:lnTo>
                <a:lnTo>
                  <a:pt x="0" y="1303256"/>
                </a:lnTo>
                <a:lnTo>
                  <a:pt x="36256" y="1343772"/>
                </a:lnTo>
                <a:lnTo>
                  <a:pt x="31905" y="1403645"/>
                </a:lnTo>
                <a:close/>
                <a:moveTo>
                  <a:pt x="31905" y="1403645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4F497-FB31-4509-A79E-B555E15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62" y="8307262"/>
            <a:ext cx="192591" cy="508059"/>
          </a:xfrm>
          <a:custGeom xmlns:a="http://schemas.openxmlformats.org/drawingml/2006/main">
            <a:pathLst>
              <a:path w="192591" h="508059">
                <a:moveTo>
                  <a:pt x="67871" y="355188"/>
                </a:moveTo>
                <a:lnTo>
                  <a:pt x="89625" y="413260"/>
                </a:lnTo>
                <a:lnTo>
                  <a:pt x="126751" y="447024"/>
                </a:lnTo>
                <a:lnTo>
                  <a:pt x="165327" y="478536"/>
                </a:lnTo>
                <a:lnTo>
                  <a:pt x="192591" y="508059"/>
                </a:lnTo>
                <a:lnTo>
                  <a:pt x="192591" y="6481"/>
                </a:lnTo>
                <a:lnTo>
                  <a:pt x="165327" y="17557"/>
                </a:lnTo>
                <a:lnTo>
                  <a:pt x="121240" y="0"/>
                </a:lnTo>
                <a:lnTo>
                  <a:pt x="79183" y="15756"/>
                </a:lnTo>
                <a:lnTo>
                  <a:pt x="118919" y="45918"/>
                </a:lnTo>
                <a:lnTo>
                  <a:pt x="102967" y="109392"/>
                </a:lnTo>
                <a:lnTo>
                  <a:pt x="77153" y="163864"/>
                </a:lnTo>
                <a:lnTo>
                  <a:pt x="88464" y="228689"/>
                </a:lnTo>
                <a:lnTo>
                  <a:pt x="46408" y="249847"/>
                </a:lnTo>
                <a:lnTo>
                  <a:pt x="8991" y="284961"/>
                </a:lnTo>
                <a:lnTo>
                  <a:pt x="0" y="293964"/>
                </a:lnTo>
                <a:lnTo>
                  <a:pt x="42927" y="298916"/>
                </a:lnTo>
                <a:lnTo>
                  <a:pt x="67871" y="355188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65D34CC-1F0B-4C48-ADF9-24D7EA07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46" y="8301273"/>
            <a:ext cx="204708" cy="522283"/>
          </a:xfrm>
          <a:custGeom xmlns:a="http://schemas.openxmlformats.org/drawingml/2006/main">
            <a:pathLst>
              <a:path w="204708" h="522283">
                <a:moveTo>
                  <a:pt x="51230" y="310090"/>
                </a:moveTo>
                <a:lnTo>
                  <a:pt x="0" y="304180"/>
                </a:lnTo>
                <a:lnTo>
                  <a:pt x="17219" y="286938"/>
                </a:lnTo>
                <a:lnTo>
                  <a:pt x="55291" y="251209"/>
                </a:lnTo>
                <a:lnTo>
                  <a:pt x="94364" y="231552"/>
                </a:lnTo>
                <a:lnTo>
                  <a:pt x="83460" y="169064"/>
                </a:lnTo>
                <a:lnTo>
                  <a:pt x="109799" y="113486"/>
                </a:lnTo>
                <a:lnTo>
                  <a:pt x="124718" y="54125"/>
                </a:lnTo>
                <a:lnTo>
                  <a:pt x="79850" y="20069"/>
                </a:lnTo>
                <a:lnTo>
                  <a:pt x="133418" y="0"/>
                </a:lnTo>
                <a:lnTo>
                  <a:pt x="177423" y="17524"/>
                </a:lnTo>
                <a:lnTo>
                  <a:pt x="204708" y="6440"/>
                </a:lnTo>
                <a:lnTo>
                  <a:pt x="204708" y="18500"/>
                </a:lnTo>
                <a:lnTo>
                  <a:pt x="177464" y="29568"/>
                </a:lnTo>
                <a:lnTo>
                  <a:pt x="133295" y="11979"/>
                </a:lnTo>
                <a:lnTo>
                  <a:pt x="102749" y="23422"/>
                </a:lnTo>
                <a:lnTo>
                  <a:pt x="137354" y="49689"/>
                </a:lnTo>
                <a:lnTo>
                  <a:pt x="120368" y="117277"/>
                </a:lnTo>
                <a:lnTo>
                  <a:pt x="95078" y="170641"/>
                </a:lnTo>
                <a:lnTo>
                  <a:pt x="106798" y="237805"/>
                </a:lnTo>
                <a:lnTo>
                  <a:pt x="61758" y="260464"/>
                </a:lnTo>
                <a:lnTo>
                  <a:pt x="24997" y="294962"/>
                </a:lnTo>
                <a:lnTo>
                  <a:pt x="24233" y="295727"/>
                </a:lnTo>
                <a:lnTo>
                  <a:pt x="58857" y="299721"/>
                </a:lnTo>
                <a:lnTo>
                  <a:pt x="85162" y="359063"/>
                </a:lnTo>
                <a:lnTo>
                  <a:pt x="106500" y="416025"/>
                </a:lnTo>
                <a:lnTo>
                  <a:pt x="142517" y="448780"/>
                </a:lnTo>
                <a:lnTo>
                  <a:pt x="181282" y="480446"/>
                </a:lnTo>
                <a:lnTo>
                  <a:pt x="204708" y="505813"/>
                </a:lnTo>
                <a:lnTo>
                  <a:pt x="204708" y="522283"/>
                </a:lnTo>
                <a:lnTo>
                  <a:pt x="173605" y="488604"/>
                </a:lnTo>
                <a:lnTo>
                  <a:pt x="135218" y="457246"/>
                </a:lnTo>
                <a:lnTo>
                  <a:pt x="96983" y="422474"/>
                </a:lnTo>
                <a:lnTo>
                  <a:pt x="74813" y="363291"/>
                </a:lnTo>
                <a:lnTo>
                  <a:pt x="51230" y="310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97011-B519-4325-BF03-E747CE4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5727761"/>
            <a:ext cx="859991" cy="1313610"/>
          </a:xfrm>
          <a:custGeom xmlns:a="http://schemas.openxmlformats.org/drawingml/2006/main">
            <a:pathLst>
              <a:path w="859991" h="1313610">
                <a:moveTo>
                  <a:pt x="610550" y="12155"/>
                </a:moveTo>
                <a:lnTo>
                  <a:pt x="567623" y="0"/>
                </a:lnTo>
                <a:lnTo>
                  <a:pt x="537168" y="50870"/>
                </a:lnTo>
                <a:lnTo>
                  <a:pt x="539198" y="119296"/>
                </a:lnTo>
                <a:lnTo>
                  <a:pt x="516574" y="59873"/>
                </a:lnTo>
                <a:lnTo>
                  <a:pt x="472487" y="49069"/>
                </a:lnTo>
                <a:lnTo>
                  <a:pt x="429270" y="61674"/>
                </a:lnTo>
                <a:lnTo>
                  <a:pt x="387503" y="79231"/>
                </a:lnTo>
                <a:lnTo>
                  <a:pt x="350087" y="116145"/>
                </a:lnTo>
                <a:lnTo>
                  <a:pt x="360239" y="182771"/>
                </a:lnTo>
                <a:lnTo>
                  <a:pt x="314991" y="184572"/>
                </a:lnTo>
                <a:lnTo>
                  <a:pt x="274095" y="216084"/>
                </a:lnTo>
                <a:lnTo>
                  <a:pt x="307160" y="262002"/>
                </a:lnTo>
                <a:lnTo>
                  <a:pt x="351247" y="256600"/>
                </a:lnTo>
                <a:lnTo>
                  <a:pt x="395335" y="252998"/>
                </a:lnTo>
                <a:lnTo>
                  <a:pt x="368360" y="306119"/>
                </a:lnTo>
                <a:lnTo>
                  <a:pt x="326303" y="326827"/>
                </a:lnTo>
                <a:lnTo>
                  <a:pt x="297879" y="379948"/>
                </a:lnTo>
                <a:lnTo>
                  <a:pt x="252631" y="381298"/>
                </a:lnTo>
                <a:lnTo>
                  <a:pt x="210864" y="367343"/>
                </a:lnTo>
                <a:lnTo>
                  <a:pt x="169968" y="395704"/>
                </a:lnTo>
                <a:lnTo>
                  <a:pt x="131391" y="363741"/>
                </a:lnTo>
                <a:lnTo>
                  <a:pt x="88464" y="358789"/>
                </a:lnTo>
                <a:lnTo>
                  <a:pt x="44087" y="353387"/>
                </a:lnTo>
                <a:lnTo>
                  <a:pt x="8991" y="395704"/>
                </a:lnTo>
                <a:lnTo>
                  <a:pt x="0" y="403709"/>
                </a:lnTo>
                <a:lnTo>
                  <a:pt x="0" y="409305"/>
                </a:lnTo>
                <a:lnTo>
                  <a:pt x="12472" y="400656"/>
                </a:lnTo>
                <a:lnTo>
                  <a:pt x="27264" y="464130"/>
                </a:lnTo>
                <a:lnTo>
                  <a:pt x="64681" y="501045"/>
                </a:lnTo>
                <a:lnTo>
                  <a:pt x="30455" y="545162"/>
                </a:lnTo>
                <a:lnTo>
                  <a:pt x="55399" y="601434"/>
                </a:lnTo>
                <a:lnTo>
                  <a:pt x="11312" y="601434"/>
                </a:lnTo>
                <a:lnTo>
                  <a:pt x="0" y="604090"/>
                </a:lnTo>
                <a:lnTo>
                  <a:pt x="0" y="667691"/>
                </a:lnTo>
                <a:lnTo>
                  <a:pt x="33936" y="659506"/>
                </a:lnTo>
                <a:lnTo>
                  <a:pt x="77153" y="673462"/>
                </a:lnTo>
                <a:lnTo>
                  <a:pt x="102967" y="729733"/>
                </a:lnTo>
                <a:lnTo>
                  <a:pt x="147344" y="722531"/>
                </a:lnTo>
                <a:lnTo>
                  <a:pt x="191431" y="718929"/>
                </a:lnTo>
                <a:lnTo>
                  <a:pt x="234648" y="731534"/>
                </a:lnTo>
                <a:lnTo>
                  <a:pt x="191431" y="750892"/>
                </a:lnTo>
                <a:lnTo>
                  <a:pt x="149664" y="770249"/>
                </a:lnTo>
                <a:lnTo>
                  <a:pt x="118919" y="819318"/>
                </a:lnTo>
                <a:lnTo>
                  <a:pt x="109928" y="886394"/>
                </a:lnTo>
                <a:lnTo>
                  <a:pt x="70191" y="910704"/>
                </a:lnTo>
                <a:lnTo>
                  <a:pt x="30455" y="940865"/>
                </a:lnTo>
                <a:lnTo>
                  <a:pt x="73672" y="933663"/>
                </a:lnTo>
                <a:lnTo>
                  <a:pt x="117759" y="935463"/>
                </a:lnTo>
                <a:lnTo>
                  <a:pt x="160976" y="937264"/>
                </a:lnTo>
                <a:lnTo>
                  <a:pt x="201583" y="910704"/>
                </a:lnTo>
                <a:lnTo>
                  <a:pt x="244800" y="905752"/>
                </a:lnTo>
                <a:lnTo>
                  <a:pt x="205064" y="933663"/>
                </a:lnTo>
                <a:lnTo>
                  <a:pt x="160976" y="944017"/>
                </a:lnTo>
                <a:lnTo>
                  <a:pt x="116599" y="945817"/>
                </a:lnTo>
                <a:lnTo>
                  <a:pt x="72512" y="951219"/>
                </a:lnTo>
                <a:lnTo>
                  <a:pt x="37416" y="993536"/>
                </a:lnTo>
                <a:lnTo>
                  <a:pt x="60040" y="1053409"/>
                </a:lnTo>
                <a:lnTo>
                  <a:pt x="17113" y="1061962"/>
                </a:lnTo>
                <a:lnTo>
                  <a:pt x="0" y="1060574"/>
                </a:lnTo>
                <a:lnTo>
                  <a:pt x="0" y="1099422"/>
                </a:lnTo>
                <a:lnTo>
                  <a:pt x="6671" y="1098877"/>
                </a:lnTo>
                <a:lnTo>
                  <a:pt x="49888" y="1088523"/>
                </a:lnTo>
                <a:lnTo>
                  <a:pt x="10152" y="1118234"/>
                </a:lnTo>
                <a:lnTo>
                  <a:pt x="0" y="1121960"/>
                </a:lnTo>
                <a:lnTo>
                  <a:pt x="0" y="1211434"/>
                </a:lnTo>
                <a:lnTo>
                  <a:pt x="53369" y="1193864"/>
                </a:lnTo>
                <a:lnTo>
                  <a:pt x="96296" y="1181709"/>
                </a:lnTo>
                <a:lnTo>
                  <a:pt x="54529" y="1201066"/>
                </a:lnTo>
                <a:lnTo>
                  <a:pt x="13632" y="1227177"/>
                </a:lnTo>
                <a:lnTo>
                  <a:pt x="0" y="1243452"/>
                </a:lnTo>
                <a:lnTo>
                  <a:pt x="0" y="1263647"/>
                </a:lnTo>
                <a:lnTo>
                  <a:pt x="22624" y="1259139"/>
                </a:lnTo>
                <a:lnTo>
                  <a:pt x="69031" y="1250136"/>
                </a:lnTo>
                <a:lnTo>
                  <a:pt x="113409" y="1236180"/>
                </a:lnTo>
                <a:lnTo>
                  <a:pt x="74832" y="1265892"/>
                </a:lnTo>
                <a:lnTo>
                  <a:pt x="33936" y="1294253"/>
                </a:lnTo>
                <a:lnTo>
                  <a:pt x="77153" y="1280297"/>
                </a:lnTo>
                <a:lnTo>
                  <a:pt x="38576" y="1313610"/>
                </a:lnTo>
                <a:lnTo>
                  <a:pt x="81503" y="1311809"/>
                </a:lnTo>
                <a:lnTo>
                  <a:pt x="124720" y="1296053"/>
                </a:lnTo>
                <a:lnTo>
                  <a:pt x="166487" y="1313610"/>
                </a:lnTo>
                <a:lnTo>
                  <a:pt x="208544" y="1292452"/>
                </a:lnTo>
                <a:lnTo>
                  <a:pt x="257272" y="1278497"/>
                </a:lnTo>
                <a:lnTo>
                  <a:pt x="301359" y="1264091"/>
                </a:lnTo>
                <a:lnTo>
                  <a:pt x="343416" y="1241582"/>
                </a:lnTo>
                <a:lnTo>
                  <a:pt x="337615" y="1174506"/>
                </a:lnTo>
                <a:lnTo>
                  <a:pt x="379672" y="1190262"/>
                </a:lnTo>
                <a:lnTo>
                  <a:pt x="422599" y="1204668"/>
                </a:lnTo>
                <a:lnTo>
                  <a:pt x="461175" y="1169104"/>
                </a:lnTo>
                <a:lnTo>
                  <a:pt x="506423" y="1150197"/>
                </a:lnTo>
                <a:lnTo>
                  <a:pt x="539198" y="1106080"/>
                </a:lnTo>
                <a:lnTo>
                  <a:pt x="582415" y="1095275"/>
                </a:lnTo>
                <a:lnTo>
                  <a:pt x="626502" y="1090323"/>
                </a:lnTo>
                <a:lnTo>
                  <a:pt x="668559" y="1067365"/>
                </a:lnTo>
                <a:lnTo>
                  <a:pt x="711486" y="1069165"/>
                </a:lnTo>
                <a:lnTo>
                  <a:pt x="756734" y="1077719"/>
                </a:lnTo>
                <a:lnTo>
                  <a:pt x="799951" y="1061962"/>
                </a:lnTo>
                <a:lnTo>
                  <a:pt x="764855" y="1021447"/>
                </a:lnTo>
                <a:lnTo>
                  <a:pt x="804301" y="988134"/>
                </a:lnTo>
                <a:lnTo>
                  <a:pt x="820254" y="925109"/>
                </a:lnTo>
                <a:lnTo>
                  <a:pt x="844038" y="865236"/>
                </a:lnTo>
                <a:lnTo>
                  <a:pt x="859991" y="798160"/>
                </a:lnTo>
                <a:lnTo>
                  <a:pt x="847518" y="733335"/>
                </a:lnTo>
                <a:lnTo>
                  <a:pt x="840557" y="666259"/>
                </a:lnTo>
                <a:lnTo>
                  <a:pt x="833886" y="597832"/>
                </a:lnTo>
                <a:lnTo>
                  <a:pt x="796470" y="562719"/>
                </a:lnTo>
                <a:lnTo>
                  <a:pt x="788639" y="495642"/>
                </a:lnTo>
                <a:lnTo>
                  <a:pt x="830406" y="473134"/>
                </a:lnTo>
                <a:lnTo>
                  <a:pt x="797630" y="429017"/>
                </a:lnTo>
                <a:lnTo>
                  <a:pt x="754703" y="446573"/>
                </a:lnTo>
                <a:lnTo>
                  <a:pt x="722798" y="400656"/>
                </a:lnTo>
                <a:lnTo>
                  <a:pt x="681031" y="374545"/>
                </a:lnTo>
                <a:lnTo>
                  <a:pt x="650286" y="325476"/>
                </a:lnTo>
                <a:lnTo>
                  <a:pt x="614030" y="360590"/>
                </a:lnTo>
                <a:lnTo>
                  <a:pt x="592567" y="421814"/>
                </a:lnTo>
                <a:lnTo>
                  <a:pt x="548480" y="423615"/>
                </a:lnTo>
                <a:lnTo>
                  <a:pt x="506423" y="404257"/>
                </a:lnTo>
                <a:lnTo>
                  <a:pt x="465526" y="383099"/>
                </a:lnTo>
                <a:lnTo>
                  <a:pt x="428400" y="344384"/>
                </a:lnTo>
                <a:lnTo>
                  <a:pt x="448703" y="286761"/>
                </a:lnTo>
                <a:lnTo>
                  <a:pt x="490470" y="263802"/>
                </a:lnTo>
                <a:lnTo>
                  <a:pt x="452184" y="230490"/>
                </a:lnTo>
                <a:lnTo>
                  <a:pt x="497431" y="221486"/>
                </a:lnTo>
                <a:lnTo>
                  <a:pt x="537168" y="194926"/>
                </a:lnTo>
                <a:lnTo>
                  <a:pt x="565302" y="142255"/>
                </a:lnTo>
                <a:lnTo>
                  <a:pt x="597208" y="105341"/>
                </a:lnTo>
                <a:lnTo>
                  <a:pt x="635494" y="70227"/>
                </a:lnTo>
                <a:lnTo>
                  <a:pt x="610550" y="12155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454E59B-896B-4C4D-B360-5220CCBF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5721219"/>
            <a:ext cx="865704" cy="1326406"/>
          </a:xfrm>
          <a:custGeom xmlns:a="http://schemas.openxmlformats.org/drawingml/2006/main">
            <a:pathLst>
              <a:path w="865704" h="1326406">
                <a:moveTo>
                  <a:pt x="9901" y="1229472"/>
                </a:moveTo>
                <a:lnTo>
                  <a:pt x="38599" y="1211150"/>
                </a:lnTo>
                <a:lnTo>
                  <a:pt x="0" y="1223858"/>
                </a:lnTo>
                <a:lnTo>
                  <a:pt x="0" y="1212094"/>
                </a:lnTo>
                <a:lnTo>
                  <a:pt x="51733" y="1195062"/>
                </a:lnTo>
                <a:lnTo>
                  <a:pt x="121310" y="1175361"/>
                </a:lnTo>
                <a:lnTo>
                  <a:pt x="123668" y="1181722"/>
                </a:lnTo>
                <a:lnTo>
                  <a:pt x="57219" y="1212519"/>
                </a:lnTo>
                <a:lnTo>
                  <a:pt x="17363" y="1237965"/>
                </a:lnTo>
                <a:lnTo>
                  <a:pt x="0" y="1258695"/>
                </a:lnTo>
                <a:lnTo>
                  <a:pt x="0" y="1241293"/>
                </a:lnTo>
                <a:lnTo>
                  <a:pt x="9901" y="1229472"/>
                </a:lnTo>
                <a:close/>
                <a:moveTo>
                  <a:pt x="23702" y="1271163"/>
                </a:moveTo>
                <a:lnTo>
                  <a:pt x="0" y="1275885"/>
                </a:lnTo>
                <a:lnTo>
                  <a:pt x="0" y="1264492"/>
                </a:lnTo>
                <a:lnTo>
                  <a:pt x="21546" y="1260199"/>
                </a:lnTo>
                <a:lnTo>
                  <a:pt x="67657" y="1251253"/>
                </a:lnTo>
                <a:lnTo>
                  <a:pt x="137851" y="1229178"/>
                </a:lnTo>
                <a:lnTo>
                  <a:pt x="138510" y="1230441"/>
                </a:lnTo>
                <a:lnTo>
                  <a:pt x="78131" y="1276945"/>
                </a:lnTo>
                <a:lnTo>
                  <a:pt x="68127" y="1283882"/>
                </a:lnTo>
                <a:lnTo>
                  <a:pt x="101482" y="1273111"/>
                </a:lnTo>
                <a:lnTo>
                  <a:pt x="101520" y="1273178"/>
                </a:lnTo>
                <a:lnTo>
                  <a:pt x="54367" y="1313897"/>
                </a:lnTo>
                <a:lnTo>
                  <a:pt x="80404" y="1312805"/>
                </a:lnTo>
                <a:lnTo>
                  <a:pt x="124865" y="1296595"/>
                </a:lnTo>
                <a:lnTo>
                  <a:pt x="166277" y="1314003"/>
                </a:lnTo>
                <a:lnTo>
                  <a:pt x="206502" y="1293767"/>
                </a:lnTo>
                <a:lnTo>
                  <a:pt x="255635" y="1279695"/>
                </a:lnTo>
                <a:lnTo>
                  <a:pt x="299156" y="1265475"/>
                </a:lnTo>
                <a:lnTo>
                  <a:pt x="337533" y="1244936"/>
                </a:lnTo>
                <a:lnTo>
                  <a:pt x="331286" y="1172710"/>
                </a:lnTo>
                <a:lnTo>
                  <a:pt x="381541" y="1191538"/>
                </a:lnTo>
                <a:lnTo>
                  <a:pt x="421243" y="1204861"/>
                </a:lnTo>
                <a:lnTo>
                  <a:pt x="458112" y="1170870"/>
                </a:lnTo>
                <a:lnTo>
                  <a:pt x="502853" y="1152175"/>
                </a:lnTo>
                <a:lnTo>
                  <a:pt x="535905" y="1107685"/>
                </a:lnTo>
                <a:lnTo>
                  <a:pt x="581421" y="1096306"/>
                </a:lnTo>
                <a:lnTo>
                  <a:pt x="624788" y="1091435"/>
                </a:lnTo>
                <a:lnTo>
                  <a:pt x="667244" y="1068259"/>
                </a:lnTo>
                <a:lnTo>
                  <a:pt x="712126" y="1070142"/>
                </a:lnTo>
                <a:lnTo>
                  <a:pt x="756263" y="1078485"/>
                </a:lnTo>
                <a:lnTo>
                  <a:pt x="790418" y="1066033"/>
                </a:lnTo>
                <a:lnTo>
                  <a:pt x="756928" y="1027370"/>
                </a:lnTo>
                <a:lnTo>
                  <a:pt x="799326" y="991565"/>
                </a:lnTo>
                <a:lnTo>
                  <a:pt x="814927" y="929927"/>
                </a:lnTo>
                <a:lnTo>
                  <a:pt x="838696" y="870091"/>
                </a:lnTo>
                <a:lnTo>
                  <a:pt x="854277" y="804577"/>
                </a:lnTo>
                <a:lnTo>
                  <a:pt x="841986" y="740694"/>
                </a:lnTo>
                <a:lnTo>
                  <a:pt x="834998" y="673360"/>
                </a:lnTo>
                <a:lnTo>
                  <a:pt x="828530" y="607009"/>
                </a:lnTo>
                <a:lnTo>
                  <a:pt x="791158" y="571937"/>
                </a:lnTo>
                <a:lnTo>
                  <a:pt x="782650" y="499065"/>
                </a:lnTo>
                <a:lnTo>
                  <a:pt x="822068" y="477822"/>
                </a:lnTo>
                <a:lnTo>
                  <a:pt x="795732" y="442371"/>
                </a:lnTo>
                <a:lnTo>
                  <a:pt x="752672" y="459982"/>
                </a:lnTo>
                <a:lnTo>
                  <a:pt x="718864" y="411327"/>
                </a:lnTo>
                <a:lnTo>
                  <a:pt x="676979" y="385143"/>
                </a:lnTo>
                <a:lnTo>
                  <a:pt x="649216" y="340832"/>
                </a:lnTo>
                <a:lnTo>
                  <a:pt x="618866" y="370226"/>
                </a:lnTo>
                <a:lnTo>
                  <a:pt x="596584" y="433783"/>
                </a:lnTo>
                <a:lnTo>
                  <a:pt x="547365" y="435793"/>
                </a:lnTo>
                <a:lnTo>
                  <a:pt x="503970" y="415820"/>
                </a:lnTo>
                <a:lnTo>
                  <a:pt x="462135" y="394177"/>
                </a:lnTo>
                <a:lnTo>
                  <a:pt x="421988" y="352311"/>
                </a:lnTo>
                <a:lnTo>
                  <a:pt x="444143" y="289434"/>
                </a:lnTo>
                <a:lnTo>
                  <a:pt x="480764" y="269304"/>
                </a:lnTo>
                <a:lnTo>
                  <a:pt x="439928" y="233773"/>
                </a:lnTo>
                <a:lnTo>
                  <a:pt x="495251" y="222765"/>
                </a:lnTo>
                <a:lnTo>
                  <a:pt x="532899" y="197600"/>
                </a:lnTo>
                <a:lnTo>
                  <a:pt x="560668" y="145615"/>
                </a:lnTo>
                <a:lnTo>
                  <a:pt x="593192" y="107984"/>
                </a:lnTo>
                <a:lnTo>
                  <a:pt x="628796" y="75331"/>
                </a:lnTo>
                <a:lnTo>
                  <a:pt x="606467" y="23347"/>
                </a:lnTo>
                <a:lnTo>
                  <a:pt x="570218" y="13083"/>
                </a:lnTo>
                <a:lnTo>
                  <a:pt x="542801" y="58879"/>
                </a:lnTo>
                <a:lnTo>
                  <a:pt x="545595" y="153048"/>
                </a:lnTo>
                <a:lnTo>
                  <a:pt x="543721" y="153421"/>
                </a:lnTo>
                <a:lnTo>
                  <a:pt x="512396" y="71143"/>
                </a:lnTo>
                <a:lnTo>
                  <a:pt x="472613" y="61394"/>
                </a:lnTo>
                <a:lnTo>
                  <a:pt x="431141" y="73490"/>
                </a:lnTo>
                <a:lnTo>
                  <a:pt x="390661" y="90506"/>
                </a:lnTo>
                <a:lnTo>
                  <a:pt x="356040" y="124662"/>
                </a:lnTo>
                <a:lnTo>
                  <a:pt x="366703" y="194647"/>
                </a:lnTo>
                <a:lnTo>
                  <a:pt x="316992" y="196625"/>
                </a:lnTo>
                <a:lnTo>
                  <a:pt x="281789" y="223750"/>
                </a:lnTo>
                <a:lnTo>
                  <a:pt x="309762" y="262596"/>
                </a:lnTo>
                <a:lnTo>
                  <a:pt x="350680" y="257582"/>
                </a:lnTo>
                <a:lnTo>
                  <a:pt x="404842" y="253158"/>
                </a:lnTo>
                <a:lnTo>
                  <a:pt x="372499" y="316850"/>
                </a:lnTo>
                <a:lnTo>
                  <a:pt x="330382" y="337588"/>
                </a:lnTo>
                <a:lnTo>
                  <a:pt x="301279" y="391977"/>
                </a:lnTo>
                <a:lnTo>
                  <a:pt x="251804" y="393454"/>
                </a:lnTo>
                <a:lnTo>
                  <a:pt x="211748" y="380070"/>
                </a:lnTo>
                <a:lnTo>
                  <a:pt x="169668" y="409252"/>
                </a:lnTo>
                <a:lnTo>
                  <a:pt x="129104" y="375643"/>
                </a:lnTo>
                <a:lnTo>
                  <a:pt x="87807" y="370879"/>
                </a:lnTo>
                <a:lnTo>
                  <a:pt x="46440" y="365844"/>
                </a:lnTo>
                <a:lnTo>
                  <a:pt x="16878" y="401488"/>
                </a:lnTo>
                <a:lnTo>
                  <a:pt x="32339" y="467830"/>
                </a:lnTo>
                <a:lnTo>
                  <a:pt x="72135" y="507092"/>
                </a:lnTo>
                <a:lnTo>
                  <a:pt x="36915" y="552491"/>
                </a:lnTo>
                <a:lnTo>
                  <a:pt x="63987" y="613562"/>
                </a:lnTo>
                <a:lnTo>
                  <a:pt x="11959" y="613562"/>
                </a:lnTo>
                <a:lnTo>
                  <a:pt x="0" y="616371"/>
                </a:lnTo>
                <a:lnTo>
                  <a:pt x="0" y="604893"/>
                </a:lnTo>
                <a:lnTo>
                  <a:pt x="10665" y="602388"/>
                </a:lnTo>
                <a:lnTo>
                  <a:pt x="46811" y="602388"/>
                </a:lnTo>
                <a:lnTo>
                  <a:pt x="23995" y="550916"/>
                </a:lnTo>
                <a:lnTo>
                  <a:pt x="57226" y="508080"/>
                </a:lnTo>
                <a:lnTo>
                  <a:pt x="22190" y="473514"/>
                </a:lnTo>
                <a:lnTo>
                  <a:pt x="8897" y="416475"/>
                </a:lnTo>
                <a:lnTo>
                  <a:pt x="0" y="422645"/>
                </a:lnTo>
                <a:lnTo>
                  <a:pt x="0" y="402770"/>
                </a:lnTo>
                <a:lnTo>
                  <a:pt x="4961" y="398353"/>
                </a:lnTo>
                <a:lnTo>
                  <a:pt x="41734" y="354014"/>
                </a:lnTo>
                <a:lnTo>
                  <a:pt x="89122" y="359783"/>
                </a:lnTo>
                <a:lnTo>
                  <a:pt x="133679" y="364923"/>
                </a:lnTo>
                <a:lnTo>
                  <a:pt x="170268" y="395238"/>
                </a:lnTo>
                <a:lnTo>
                  <a:pt x="209980" y="367698"/>
                </a:lnTo>
                <a:lnTo>
                  <a:pt x="253459" y="382225"/>
                </a:lnTo>
                <a:lnTo>
                  <a:pt x="294479" y="381001"/>
                </a:lnTo>
                <a:lnTo>
                  <a:pt x="322224" y="329149"/>
                </a:lnTo>
                <a:lnTo>
                  <a:pt x="364222" y="308471"/>
                </a:lnTo>
                <a:lnTo>
                  <a:pt x="385828" y="265922"/>
                </a:lnTo>
                <a:lnTo>
                  <a:pt x="351815" y="268701"/>
                </a:lnTo>
                <a:lnTo>
                  <a:pt x="304558" y="274491"/>
                </a:lnTo>
                <a:lnTo>
                  <a:pt x="266400" y="221501"/>
                </a:lnTo>
                <a:lnTo>
                  <a:pt x="312991" y="185601"/>
                </a:lnTo>
                <a:lnTo>
                  <a:pt x="353775" y="183978"/>
                </a:lnTo>
                <a:lnTo>
                  <a:pt x="344135" y="120711"/>
                </a:lnTo>
                <a:lnTo>
                  <a:pt x="384346" y="81039"/>
                </a:lnTo>
                <a:lnTo>
                  <a:pt x="427399" y="62941"/>
                </a:lnTo>
                <a:lnTo>
                  <a:pt x="472362" y="49827"/>
                </a:lnTo>
                <a:lnTo>
                  <a:pt x="520752" y="61686"/>
                </a:lnTo>
                <a:lnTo>
                  <a:pt x="532631" y="92886"/>
                </a:lnTo>
                <a:lnTo>
                  <a:pt x="531535" y="55944"/>
                </a:lnTo>
                <a:lnTo>
                  <a:pt x="565027" y="0"/>
                </a:lnTo>
                <a:lnTo>
                  <a:pt x="614633" y="14046"/>
                </a:lnTo>
                <a:lnTo>
                  <a:pt x="642192" y="78207"/>
                </a:lnTo>
                <a:lnTo>
                  <a:pt x="601223" y="115781"/>
                </a:lnTo>
                <a:lnTo>
                  <a:pt x="569937" y="151979"/>
                </a:lnTo>
                <a:lnTo>
                  <a:pt x="541436" y="205334"/>
                </a:lnTo>
                <a:lnTo>
                  <a:pt x="499612" y="233290"/>
                </a:lnTo>
                <a:lnTo>
                  <a:pt x="464440" y="240289"/>
                </a:lnTo>
                <a:lnTo>
                  <a:pt x="500177" y="271384"/>
                </a:lnTo>
                <a:lnTo>
                  <a:pt x="453264" y="297171"/>
                </a:lnTo>
                <a:lnTo>
                  <a:pt x="434812" y="349540"/>
                </a:lnTo>
                <a:lnTo>
                  <a:pt x="468917" y="385104"/>
                </a:lnTo>
                <a:lnTo>
                  <a:pt x="508876" y="405777"/>
                </a:lnTo>
                <a:lnTo>
                  <a:pt x="549595" y="424519"/>
                </a:lnTo>
                <a:lnTo>
                  <a:pt x="588549" y="422928"/>
                </a:lnTo>
                <a:lnTo>
                  <a:pt x="609195" y="364037"/>
                </a:lnTo>
                <a:lnTo>
                  <a:pt x="651357" y="323204"/>
                </a:lnTo>
                <a:lnTo>
                  <a:pt x="685083" y="377031"/>
                </a:lnTo>
                <a:lnTo>
                  <a:pt x="726732" y="403067"/>
                </a:lnTo>
                <a:lnTo>
                  <a:pt x="756735" y="446248"/>
                </a:lnTo>
                <a:lnTo>
                  <a:pt x="799529" y="428745"/>
                </a:lnTo>
                <a:lnTo>
                  <a:pt x="838743" y="481529"/>
                </a:lnTo>
                <a:lnTo>
                  <a:pt x="794628" y="505303"/>
                </a:lnTo>
                <a:lnTo>
                  <a:pt x="801783" y="566584"/>
                </a:lnTo>
                <a:lnTo>
                  <a:pt x="839243" y="601739"/>
                </a:lnTo>
                <a:lnTo>
                  <a:pt x="846116" y="672241"/>
                </a:lnTo>
                <a:lnTo>
                  <a:pt x="853051" y="739059"/>
                </a:lnTo>
                <a:lnTo>
                  <a:pt x="865704" y="804826"/>
                </a:lnTo>
                <a:lnTo>
                  <a:pt x="849380" y="873464"/>
                </a:lnTo>
                <a:lnTo>
                  <a:pt x="825581" y="933375"/>
                </a:lnTo>
                <a:lnTo>
                  <a:pt x="809277" y="997786"/>
                </a:lnTo>
                <a:lnTo>
                  <a:pt x="772782" y="1028606"/>
                </a:lnTo>
                <a:lnTo>
                  <a:pt x="809483" y="1070975"/>
                </a:lnTo>
                <a:lnTo>
                  <a:pt x="757205" y="1090035"/>
                </a:lnTo>
                <a:lnTo>
                  <a:pt x="710847" y="1081272"/>
                </a:lnTo>
                <a:lnTo>
                  <a:pt x="669875" y="1079553"/>
                </a:lnTo>
                <a:lnTo>
                  <a:pt x="628216" y="1102295"/>
                </a:lnTo>
                <a:lnTo>
                  <a:pt x="583409" y="1107327"/>
                </a:lnTo>
                <a:lnTo>
                  <a:pt x="542491" y="1117557"/>
                </a:lnTo>
                <a:lnTo>
                  <a:pt x="509993" y="1161302"/>
                </a:lnTo>
                <a:lnTo>
                  <a:pt x="464238" y="1180421"/>
                </a:lnTo>
                <a:lnTo>
                  <a:pt x="423956" y="1217558"/>
                </a:lnTo>
                <a:lnTo>
                  <a:pt x="377803" y="1202070"/>
                </a:lnTo>
                <a:lnTo>
                  <a:pt x="343944" y="1189385"/>
                </a:lnTo>
                <a:lnTo>
                  <a:pt x="349300" y="1251312"/>
                </a:lnTo>
                <a:lnTo>
                  <a:pt x="303562" y="1275790"/>
                </a:lnTo>
                <a:lnTo>
                  <a:pt x="258909" y="1290381"/>
                </a:lnTo>
                <a:lnTo>
                  <a:pt x="210586" y="1304220"/>
                </a:lnTo>
                <a:lnTo>
                  <a:pt x="166697" y="1326300"/>
                </a:lnTo>
                <a:lnTo>
                  <a:pt x="124575" y="1308595"/>
                </a:lnTo>
                <a:lnTo>
                  <a:pt x="82603" y="1323897"/>
                </a:lnTo>
                <a:lnTo>
                  <a:pt x="22786" y="1326406"/>
                </a:lnTo>
                <a:lnTo>
                  <a:pt x="52639" y="1300626"/>
                </a:lnTo>
                <a:lnTo>
                  <a:pt x="9566" y="1314535"/>
                </a:lnTo>
                <a:lnTo>
                  <a:pt x="8226" y="1311824"/>
                </a:lnTo>
                <a:lnTo>
                  <a:pt x="71534" y="1267922"/>
                </a:lnTo>
                <a:lnTo>
                  <a:pt x="85083" y="1257486"/>
                </a:lnTo>
                <a:lnTo>
                  <a:pt x="70406" y="1262102"/>
                </a:lnTo>
                <a:lnTo>
                  <a:pt x="23702" y="1271163"/>
                </a:lnTo>
                <a:close/>
                <a:moveTo>
                  <a:pt x="33716" y="671848"/>
                </a:moveTo>
                <a:lnTo>
                  <a:pt x="0" y="679980"/>
                </a:lnTo>
                <a:lnTo>
                  <a:pt x="0" y="668486"/>
                </a:lnTo>
                <a:lnTo>
                  <a:pt x="34155" y="660247"/>
                </a:lnTo>
                <a:lnTo>
                  <a:pt x="81207" y="675441"/>
                </a:lnTo>
                <a:lnTo>
                  <a:pt x="106271" y="730079"/>
                </a:lnTo>
                <a:lnTo>
                  <a:pt x="146668" y="723522"/>
                </a:lnTo>
                <a:lnTo>
                  <a:pt x="192005" y="719818"/>
                </a:lnTo>
                <a:lnTo>
                  <a:pt x="250795" y="736965"/>
                </a:lnTo>
                <a:lnTo>
                  <a:pt x="193748" y="762517"/>
                </a:lnTo>
                <a:lnTo>
                  <a:pt x="153518" y="781162"/>
                </a:lnTo>
                <a:lnTo>
                  <a:pt x="124296" y="827801"/>
                </a:lnTo>
                <a:lnTo>
                  <a:pt x="115112" y="896314"/>
                </a:lnTo>
                <a:lnTo>
                  <a:pt x="73346" y="921865"/>
                </a:lnTo>
                <a:lnTo>
                  <a:pt x="51857" y="938176"/>
                </a:lnTo>
                <a:lnTo>
                  <a:pt x="73323" y="934598"/>
                </a:lnTo>
                <a:lnTo>
                  <a:pt x="117987" y="936423"/>
                </a:lnTo>
                <a:lnTo>
                  <a:pt x="159418" y="938149"/>
                </a:lnTo>
                <a:lnTo>
                  <a:pt x="199632" y="911845"/>
                </a:lnTo>
                <a:lnTo>
                  <a:pt x="265982" y="904243"/>
                </a:lnTo>
                <a:lnTo>
                  <a:pt x="207392" y="945396"/>
                </a:lnTo>
                <a:lnTo>
                  <a:pt x="161735" y="956119"/>
                </a:lnTo>
                <a:lnTo>
                  <a:pt x="117053" y="957932"/>
                </a:lnTo>
                <a:lnTo>
                  <a:pt x="75395" y="963037"/>
                </a:lnTo>
                <a:lnTo>
                  <a:pt x="43791" y="1001143"/>
                </a:lnTo>
                <a:lnTo>
                  <a:pt x="67596" y="1064142"/>
                </a:lnTo>
                <a:lnTo>
                  <a:pt x="17439" y="1074136"/>
                </a:lnTo>
                <a:lnTo>
                  <a:pt x="0" y="1072721"/>
                </a:lnTo>
                <a:lnTo>
                  <a:pt x="0" y="1061510"/>
                </a:lnTo>
                <a:lnTo>
                  <a:pt x="16787" y="1062872"/>
                </a:lnTo>
                <a:lnTo>
                  <a:pt x="52484" y="1055759"/>
                </a:lnTo>
                <a:lnTo>
                  <a:pt x="31041" y="999012"/>
                </a:lnTo>
                <a:lnTo>
                  <a:pt x="69629" y="952485"/>
                </a:lnTo>
                <a:lnTo>
                  <a:pt x="111586" y="947344"/>
                </a:lnTo>
                <a:lnTo>
                  <a:pt x="74021" y="945810"/>
                </a:lnTo>
                <a:lnTo>
                  <a:pt x="9053" y="956638"/>
                </a:lnTo>
                <a:lnTo>
                  <a:pt x="67037" y="912626"/>
                </a:lnTo>
                <a:lnTo>
                  <a:pt x="104744" y="889558"/>
                </a:lnTo>
                <a:lnTo>
                  <a:pt x="113543" y="823918"/>
                </a:lnTo>
                <a:lnTo>
                  <a:pt x="145811" y="772419"/>
                </a:lnTo>
                <a:lnTo>
                  <a:pt x="189115" y="752349"/>
                </a:lnTo>
                <a:lnTo>
                  <a:pt x="218502" y="739186"/>
                </a:lnTo>
                <a:lnTo>
                  <a:pt x="190858" y="731123"/>
                </a:lnTo>
                <a:lnTo>
                  <a:pt x="148020" y="734623"/>
                </a:lnTo>
                <a:lnTo>
                  <a:pt x="99663" y="742471"/>
                </a:lnTo>
                <a:lnTo>
                  <a:pt x="73099" y="684565"/>
                </a:lnTo>
                <a:lnTo>
                  <a:pt x="33716" y="671848"/>
                </a:lnTo>
                <a:close/>
                <a:moveTo>
                  <a:pt x="203534" y="922645"/>
                </a:moveTo>
                <a:lnTo>
                  <a:pt x="174483" y="941647"/>
                </a:lnTo>
                <a:lnTo>
                  <a:pt x="202735" y="935012"/>
                </a:lnTo>
                <a:lnTo>
                  <a:pt x="223618" y="920344"/>
                </a:lnTo>
                <a:lnTo>
                  <a:pt x="203534" y="922645"/>
                </a:lnTo>
                <a:close/>
                <a:moveTo>
                  <a:pt x="7555" y="1110952"/>
                </a:moveTo>
                <a:lnTo>
                  <a:pt x="0" y="1111569"/>
                </a:lnTo>
                <a:lnTo>
                  <a:pt x="0" y="1100358"/>
                </a:lnTo>
                <a:lnTo>
                  <a:pt x="5788" y="1099885"/>
                </a:lnTo>
                <a:lnTo>
                  <a:pt x="74923" y="1083321"/>
                </a:lnTo>
                <a:lnTo>
                  <a:pt x="12843" y="1129739"/>
                </a:lnTo>
                <a:lnTo>
                  <a:pt x="0" y="1134453"/>
                </a:lnTo>
                <a:lnTo>
                  <a:pt x="0" y="1122550"/>
                </a:lnTo>
                <a:lnTo>
                  <a:pt x="7460" y="1119812"/>
                </a:lnTo>
                <a:lnTo>
                  <a:pt x="24853" y="1106807"/>
                </a:lnTo>
                <a:lnTo>
                  <a:pt x="7555" y="1110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3358C-C2F4-4A13-B20F-B20AAEE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880" y="8541353"/>
            <a:ext cx="1238684" cy="353387"/>
          </a:xfrm>
          <a:custGeom xmlns:a="http://schemas.openxmlformats.org/drawingml/2006/main">
            <a:pathLst>
              <a:path w="1238684" h="353387">
                <a:moveTo>
                  <a:pt x="489782" y="142255"/>
                </a:moveTo>
                <a:lnTo>
                  <a:pt x="457877" y="189974"/>
                </a:lnTo>
                <a:lnTo>
                  <a:pt x="477310" y="249847"/>
                </a:lnTo>
                <a:lnTo>
                  <a:pt x="435253" y="226888"/>
                </a:lnTo>
                <a:lnTo>
                  <a:pt x="391166" y="235441"/>
                </a:lnTo>
                <a:lnTo>
                  <a:pt x="347949" y="249847"/>
                </a:lnTo>
                <a:lnTo>
                  <a:pt x="327645" y="189974"/>
                </a:lnTo>
                <a:lnTo>
                  <a:pt x="284718" y="202129"/>
                </a:lnTo>
                <a:lnTo>
                  <a:pt x="284718" y="270555"/>
                </a:lnTo>
                <a:lnTo>
                  <a:pt x="249333" y="311071"/>
                </a:lnTo>
                <a:lnTo>
                  <a:pt x="240183" y="353387"/>
                </a:lnTo>
                <a:lnTo>
                  <a:pt x="1207983" y="353387"/>
                </a:lnTo>
                <a:lnTo>
                  <a:pt x="1238684" y="307469"/>
                </a:lnTo>
                <a:lnTo>
                  <a:pt x="1198948" y="277758"/>
                </a:lnTo>
                <a:lnTo>
                  <a:pt x="1221571" y="219685"/>
                </a:lnTo>
                <a:lnTo>
                  <a:pt x="1195467" y="165214"/>
                </a:lnTo>
                <a:lnTo>
                  <a:pt x="1152540" y="167015"/>
                </a:lnTo>
                <a:lnTo>
                  <a:pt x="1109323" y="153059"/>
                </a:lnTo>
                <a:lnTo>
                  <a:pt x="1066396" y="149458"/>
                </a:lnTo>
                <a:lnTo>
                  <a:pt x="1024339" y="133702"/>
                </a:lnTo>
                <a:lnTo>
                  <a:pt x="981412" y="121097"/>
                </a:lnTo>
                <a:lnTo>
                  <a:pt x="943996" y="85983"/>
                </a:lnTo>
                <a:lnTo>
                  <a:pt x="916732" y="33313"/>
                </a:lnTo>
                <a:lnTo>
                  <a:pt x="879315" y="0"/>
                </a:lnTo>
                <a:lnTo>
                  <a:pt x="837549" y="19358"/>
                </a:lnTo>
                <a:lnTo>
                  <a:pt x="794332" y="13955"/>
                </a:lnTo>
                <a:lnTo>
                  <a:pt x="751405" y="26110"/>
                </a:lnTo>
                <a:lnTo>
                  <a:pt x="708188" y="26110"/>
                </a:lnTo>
                <a:lnTo>
                  <a:pt x="680053" y="77430"/>
                </a:lnTo>
                <a:lnTo>
                  <a:pt x="637996" y="94987"/>
                </a:lnTo>
                <a:lnTo>
                  <a:pt x="598550" y="64825"/>
                </a:lnTo>
                <a:lnTo>
                  <a:pt x="555333" y="66626"/>
                </a:lnTo>
                <a:lnTo>
                  <a:pt x="549822" y="64825"/>
                </a:lnTo>
                <a:lnTo>
                  <a:pt x="532709" y="126499"/>
                </a:lnTo>
                <a:lnTo>
                  <a:pt x="489782" y="142255"/>
                </a:lnTo>
                <a:close/>
                <a:moveTo>
                  <a:pt x="157678" y="316473"/>
                </a:moveTo>
                <a:lnTo>
                  <a:pt x="121422" y="275957"/>
                </a:lnTo>
                <a:lnTo>
                  <a:pt x="112430" y="209331"/>
                </a:lnTo>
                <a:lnTo>
                  <a:pt x="70373" y="230490"/>
                </a:lnTo>
                <a:lnTo>
                  <a:pt x="30637" y="263802"/>
                </a:lnTo>
                <a:lnTo>
                  <a:pt x="18455" y="328628"/>
                </a:lnTo>
                <a:lnTo>
                  <a:pt x="0" y="353387"/>
                </a:lnTo>
                <a:lnTo>
                  <a:pt x="189653" y="353387"/>
                </a:lnTo>
                <a:lnTo>
                  <a:pt x="157678" y="316473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34599B1-3732-4AA7-A1A0-16A553D8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12" y="8534743"/>
            <a:ext cx="1253243" cy="359998"/>
          </a:xfrm>
          <a:custGeom xmlns:a="http://schemas.openxmlformats.org/drawingml/2006/main">
            <a:pathLst>
              <a:path w="1253243" h="359998">
                <a:moveTo>
                  <a:pt x="535060" y="128853"/>
                </a:moveTo>
                <a:lnTo>
                  <a:pt x="552969" y="64310"/>
                </a:lnTo>
                <a:lnTo>
                  <a:pt x="563077" y="67612"/>
                </a:lnTo>
                <a:lnTo>
                  <a:pt x="607305" y="65770"/>
                </a:lnTo>
                <a:lnTo>
                  <a:pt x="645792" y="95198"/>
                </a:lnTo>
                <a:lnTo>
                  <a:pt x="683063" y="79639"/>
                </a:lnTo>
                <a:lnTo>
                  <a:pt x="711847" y="27134"/>
                </a:lnTo>
                <a:lnTo>
                  <a:pt x="757597" y="27134"/>
                </a:lnTo>
                <a:lnTo>
                  <a:pt x="800868" y="14882"/>
                </a:lnTo>
                <a:lnTo>
                  <a:pt x="843621" y="20226"/>
                </a:lnTo>
                <a:lnTo>
                  <a:pt x="887261" y="0"/>
                </a:lnTo>
                <a:lnTo>
                  <a:pt x="928187" y="36438"/>
                </a:lnTo>
                <a:lnTo>
                  <a:pt x="955486" y="89175"/>
                </a:lnTo>
                <a:lnTo>
                  <a:pt x="991233" y="122722"/>
                </a:lnTo>
                <a:lnTo>
                  <a:pt x="1033077" y="135009"/>
                </a:lnTo>
                <a:lnTo>
                  <a:pt x="1074601" y="150566"/>
                </a:lnTo>
                <a:lnTo>
                  <a:pt x="1117398" y="154156"/>
                </a:lnTo>
                <a:lnTo>
                  <a:pt x="1160274" y="168002"/>
                </a:lnTo>
                <a:lnTo>
                  <a:pt x="1205882" y="166088"/>
                </a:lnTo>
                <a:lnTo>
                  <a:pt x="1234625" y="226066"/>
                </a:lnTo>
                <a:lnTo>
                  <a:pt x="1212664" y="282438"/>
                </a:lnTo>
                <a:lnTo>
                  <a:pt x="1253243" y="312779"/>
                </a:lnTo>
                <a:lnTo>
                  <a:pt x="1221672" y="359998"/>
                </a:lnTo>
                <a:lnTo>
                  <a:pt x="1208231" y="359998"/>
                </a:lnTo>
                <a:lnTo>
                  <a:pt x="1238062" y="315381"/>
                </a:lnTo>
                <a:lnTo>
                  <a:pt x="1199168" y="286299"/>
                </a:lnTo>
                <a:lnTo>
                  <a:pt x="1222454" y="226526"/>
                </a:lnTo>
                <a:lnTo>
                  <a:pt x="1198989" y="177561"/>
                </a:lnTo>
                <a:lnTo>
                  <a:pt x="1158743" y="179250"/>
                </a:lnTo>
                <a:lnTo>
                  <a:pt x="1115185" y="165184"/>
                </a:lnTo>
                <a:lnTo>
                  <a:pt x="1072128" y="161572"/>
                </a:lnTo>
                <a:lnTo>
                  <a:pt x="1029538" y="145616"/>
                </a:lnTo>
                <a:lnTo>
                  <a:pt x="985528" y="132693"/>
                </a:lnTo>
                <a:lnTo>
                  <a:pt x="946443" y="96013"/>
                </a:lnTo>
                <a:lnTo>
                  <a:pt x="919213" y="43409"/>
                </a:lnTo>
                <a:lnTo>
                  <a:pt x="885307" y="13221"/>
                </a:lnTo>
                <a:lnTo>
                  <a:pt x="845413" y="31711"/>
                </a:lnTo>
                <a:lnTo>
                  <a:pt x="801732" y="26251"/>
                </a:lnTo>
                <a:lnTo>
                  <a:pt x="759149" y="38308"/>
                </a:lnTo>
                <a:lnTo>
                  <a:pt x="718464" y="38308"/>
                </a:lnTo>
                <a:lnTo>
                  <a:pt x="690980" y="88443"/>
                </a:lnTo>
                <a:lnTo>
                  <a:pt x="644136" y="107998"/>
                </a:lnTo>
                <a:lnTo>
                  <a:pt x="603730" y="77102"/>
                </a:lnTo>
                <a:lnTo>
                  <a:pt x="561525" y="78861"/>
                </a:lnTo>
                <a:lnTo>
                  <a:pt x="560611" y="78562"/>
                </a:lnTo>
                <a:lnTo>
                  <a:pt x="544294" y="137367"/>
                </a:lnTo>
                <a:lnTo>
                  <a:pt x="500383" y="153484"/>
                </a:lnTo>
                <a:lnTo>
                  <a:pt x="470996" y="197437"/>
                </a:lnTo>
                <a:lnTo>
                  <a:pt x="493928" y="268091"/>
                </a:lnTo>
                <a:lnTo>
                  <a:pt x="441310" y="239367"/>
                </a:lnTo>
                <a:lnTo>
                  <a:pt x="399555" y="247468"/>
                </a:lnTo>
                <a:lnTo>
                  <a:pt x="351411" y="263516"/>
                </a:lnTo>
                <a:lnTo>
                  <a:pt x="331028" y="203407"/>
                </a:lnTo>
                <a:lnTo>
                  <a:pt x="297274" y="212964"/>
                </a:lnTo>
                <a:lnTo>
                  <a:pt x="297274" y="279262"/>
                </a:lnTo>
                <a:lnTo>
                  <a:pt x="261457" y="320271"/>
                </a:lnTo>
                <a:lnTo>
                  <a:pt x="252868" y="359998"/>
                </a:lnTo>
                <a:lnTo>
                  <a:pt x="241436" y="359998"/>
                </a:lnTo>
                <a:lnTo>
                  <a:pt x="251145" y="315092"/>
                </a:lnTo>
                <a:lnTo>
                  <a:pt x="286100" y="275069"/>
                </a:lnTo>
                <a:lnTo>
                  <a:pt x="286100" y="204515"/>
                </a:lnTo>
                <a:lnTo>
                  <a:pt x="338200" y="189762"/>
                </a:lnTo>
                <a:lnTo>
                  <a:pt x="358423" y="249400"/>
                </a:lnTo>
                <a:lnTo>
                  <a:pt x="396713" y="236637"/>
                </a:lnTo>
                <a:lnTo>
                  <a:pt x="443132" y="227631"/>
                </a:lnTo>
                <a:lnTo>
                  <a:pt x="474628" y="244825"/>
                </a:lnTo>
                <a:lnTo>
                  <a:pt x="458694" y="195732"/>
                </a:lnTo>
                <a:lnTo>
                  <a:pt x="493117" y="144248"/>
                </a:lnTo>
                <a:lnTo>
                  <a:pt x="535060" y="128853"/>
                </a:lnTo>
                <a:close/>
                <a:moveTo>
                  <a:pt x="203240" y="359105"/>
                </a:moveTo>
                <a:lnTo>
                  <a:pt x="205014" y="359998"/>
                </a:lnTo>
                <a:lnTo>
                  <a:pt x="189230" y="359998"/>
                </a:lnTo>
                <a:lnTo>
                  <a:pt x="160452" y="326776"/>
                </a:lnTo>
                <a:lnTo>
                  <a:pt x="123083" y="285015"/>
                </a:lnTo>
                <a:lnTo>
                  <a:pt x="114910" y="224455"/>
                </a:lnTo>
                <a:lnTo>
                  <a:pt x="80433" y="241799"/>
                </a:lnTo>
                <a:lnTo>
                  <a:pt x="42727" y="273410"/>
                </a:lnTo>
                <a:lnTo>
                  <a:pt x="30675" y="337541"/>
                </a:lnTo>
                <a:lnTo>
                  <a:pt x="13937" y="359998"/>
                </a:lnTo>
                <a:lnTo>
                  <a:pt x="0" y="359998"/>
                </a:lnTo>
                <a:lnTo>
                  <a:pt x="20171" y="332936"/>
                </a:lnTo>
                <a:lnTo>
                  <a:pt x="32483" y="267416"/>
                </a:lnTo>
                <a:lnTo>
                  <a:pt x="74250" y="232401"/>
                </a:lnTo>
                <a:lnTo>
                  <a:pt x="123887" y="207430"/>
                </a:lnTo>
                <a:lnTo>
                  <a:pt x="133697" y="280121"/>
                </a:lnTo>
                <a:lnTo>
                  <a:pt x="168839" y="319392"/>
                </a:lnTo>
                <a:lnTo>
                  <a:pt x="203240" y="3591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99B3B-C030-4CD7-BCDD-468BF4C3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55" y="7489745"/>
            <a:ext cx="157496" cy="237242"/>
          </a:xfrm>
          <a:custGeom xmlns:a="http://schemas.openxmlformats.org/drawingml/2006/main">
            <a:pathLst>
              <a:path w="157496" h="237242">
                <a:moveTo>
                  <a:pt x="6671" y="207531"/>
                </a:moveTo>
                <a:lnTo>
                  <a:pt x="46408" y="237242"/>
                </a:lnTo>
                <a:lnTo>
                  <a:pt x="89335" y="221486"/>
                </a:lnTo>
                <a:lnTo>
                  <a:pt x="130231" y="189974"/>
                </a:lnTo>
                <a:lnTo>
                  <a:pt x="157496" y="137303"/>
                </a:lnTo>
                <a:lnTo>
                  <a:pt x="116599" y="108942"/>
                </a:lnTo>
                <a:lnTo>
                  <a:pt x="83824" y="66626"/>
                </a:lnTo>
                <a:lnTo>
                  <a:pt x="72512" y="0"/>
                </a:lnTo>
                <a:lnTo>
                  <a:pt x="27264" y="13955"/>
                </a:lnTo>
                <a:lnTo>
                  <a:pt x="0" y="66626"/>
                </a:lnTo>
                <a:lnTo>
                  <a:pt x="6671" y="135503"/>
                </a:lnTo>
                <a:lnTo>
                  <a:pt x="13632" y="202129"/>
                </a:lnTo>
                <a:lnTo>
                  <a:pt x="6671" y="207531"/>
                </a:lnTo>
                <a:close/>
                <a:moveTo>
                  <a:pt x="6671" y="207531"/>
                </a:move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1DC09-C327-4831-841C-5153A3CD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55" y="7489745"/>
            <a:ext cx="157496" cy="237242"/>
          </a:xfrm>
          <a:custGeom xmlns:a="http://schemas.openxmlformats.org/drawingml/2006/main">
            <a:pathLst>
              <a:path w="157496" h="237242" fill="none">
                <a:moveTo>
                  <a:pt x="6671" y="207531"/>
                </a:moveTo>
                <a:lnTo>
                  <a:pt x="46408" y="237242"/>
                </a:lnTo>
                <a:lnTo>
                  <a:pt x="89335" y="221486"/>
                </a:lnTo>
                <a:lnTo>
                  <a:pt x="130231" y="189974"/>
                </a:lnTo>
                <a:lnTo>
                  <a:pt x="157496" y="137303"/>
                </a:lnTo>
                <a:lnTo>
                  <a:pt x="116599" y="108942"/>
                </a:lnTo>
                <a:lnTo>
                  <a:pt x="83824" y="66626"/>
                </a:lnTo>
                <a:lnTo>
                  <a:pt x="72512" y="0"/>
                </a:lnTo>
                <a:lnTo>
                  <a:pt x="27264" y="13955"/>
                </a:lnTo>
                <a:lnTo>
                  <a:pt x="0" y="66626"/>
                </a:lnTo>
                <a:lnTo>
                  <a:pt x="6671" y="135503"/>
                </a:lnTo>
                <a:lnTo>
                  <a:pt x="13632" y="202129"/>
                </a:lnTo>
                <a:lnTo>
                  <a:pt x="6671" y="207531"/>
                </a:lnTo>
                <a:close/>
                <a:moveTo>
                  <a:pt x="6671" y="207531"/>
                </a:moveTo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000000"/>
            </a:solidFill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574D4-8B14-4FCF-B84A-CA1EB05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956" y="5979183"/>
            <a:ext cx="600398" cy="1522716"/>
          </a:xfrm>
          <a:custGeom xmlns:a="http://schemas.openxmlformats.org/drawingml/2006/main">
            <a:pathLst>
              <a:path w="600398" h="1522716">
                <a:moveTo>
                  <a:pt x="590246" y="6978"/>
                </a:moveTo>
                <a:lnTo>
                  <a:pt x="547029" y="20933"/>
                </a:lnTo>
                <a:lnTo>
                  <a:pt x="504102" y="29937"/>
                </a:lnTo>
                <a:lnTo>
                  <a:pt x="465526" y="65050"/>
                </a:lnTo>
                <a:lnTo>
                  <a:pt x="430430" y="105566"/>
                </a:lnTo>
                <a:lnTo>
                  <a:pt x="386343" y="126724"/>
                </a:lnTo>
                <a:lnTo>
                  <a:pt x="343126" y="135278"/>
                </a:lnTo>
                <a:lnTo>
                  <a:pt x="299039" y="149233"/>
                </a:lnTo>
                <a:lnTo>
                  <a:pt x="255822" y="158236"/>
                </a:lnTo>
                <a:lnTo>
                  <a:pt x="212895" y="170391"/>
                </a:lnTo>
                <a:lnTo>
                  <a:pt x="168808" y="186597"/>
                </a:lnTo>
                <a:lnTo>
                  <a:pt x="123270" y="200553"/>
                </a:lnTo>
                <a:lnTo>
                  <a:pt x="91655" y="247821"/>
                </a:lnTo>
                <a:lnTo>
                  <a:pt x="67871" y="304093"/>
                </a:lnTo>
                <a:lnTo>
                  <a:pt x="22624" y="311296"/>
                </a:lnTo>
                <a:lnTo>
                  <a:pt x="17983" y="377922"/>
                </a:lnTo>
                <a:lnTo>
                  <a:pt x="37416" y="439596"/>
                </a:lnTo>
                <a:lnTo>
                  <a:pt x="31615" y="506222"/>
                </a:lnTo>
                <a:lnTo>
                  <a:pt x="0" y="553940"/>
                </a:lnTo>
                <a:lnTo>
                  <a:pt x="1160" y="622367"/>
                </a:lnTo>
                <a:lnTo>
                  <a:pt x="78023" y="685841"/>
                </a:lnTo>
                <a:lnTo>
                  <a:pt x="66711" y="750667"/>
                </a:lnTo>
                <a:lnTo>
                  <a:pt x="95136" y="801986"/>
                </a:lnTo>
                <a:lnTo>
                  <a:pt x="110798" y="865011"/>
                </a:lnTo>
                <a:lnTo>
                  <a:pt x="92815" y="926685"/>
                </a:lnTo>
                <a:lnTo>
                  <a:pt x="104127" y="991960"/>
                </a:lnTo>
                <a:lnTo>
                  <a:pt x="122400" y="1053184"/>
                </a:lnTo>
                <a:lnTo>
                  <a:pt x="158656" y="1091899"/>
                </a:lnTo>
                <a:lnTo>
                  <a:pt x="167647" y="1157174"/>
                </a:lnTo>
                <a:lnTo>
                  <a:pt x="152855" y="1220199"/>
                </a:lnTo>
                <a:lnTo>
                  <a:pt x="195782" y="1231003"/>
                </a:lnTo>
                <a:lnTo>
                  <a:pt x="230008" y="1271519"/>
                </a:lnTo>
                <a:lnTo>
                  <a:pt x="270614" y="1297629"/>
                </a:lnTo>
                <a:lnTo>
                  <a:pt x="313831" y="1310234"/>
                </a:lnTo>
                <a:lnTo>
                  <a:pt x="353278" y="1338145"/>
                </a:lnTo>
                <a:lnTo>
                  <a:pt x="395335" y="1359303"/>
                </a:lnTo>
                <a:lnTo>
                  <a:pt x="436231" y="1338145"/>
                </a:lnTo>
                <a:lnTo>
                  <a:pt x="476838" y="1362904"/>
                </a:lnTo>
                <a:lnTo>
                  <a:pt x="441742" y="1401619"/>
                </a:lnTo>
                <a:lnTo>
                  <a:pt x="467846" y="1456091"/>
                </a:lnTo>
                <a:lnTo>
                  <a:pt x="504102" y="1493005"/>
                </a:lnTo>
                <a:lnTo>
                  <a:pt x="543839" y="1522716"/>
                </a:lnTo>
                <a:lnTo>
                  <a:pt x="581255" y="1489403"/>
                </a:lnTo>
                <a:lnTo>
                  <a:pt x="571973" y="1422778"/>
                </a:lnTo>
                <a:lnTo>
                  <a:pt x="600398" y="1426035"/>
                </a:lnTo>
                <a:lnTo>
                  <a:pt x="600398" y="0"/>
                </a:lnTo>
                <a:lnTo>
                  <a:pt x="590246" y="6978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192BE28-9BEF-4853-9551-B9F0B3FE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340" y="5972404"/>
            <a:ext cx="606014" cy="1536702"/>
          </a:xfrm>
          <a:custGeom xmlns:a="http://schemas.openxmlformats.org/drawingml/2006/main">
            <a:pathLst>
              <a:path w="606014" h="1536702">
                <a:moveTo>
                  <a:pt x="593369" y="8691"/>
                </a:moveTo>
                <a:lnTo>
                  <a:pt x="606014" y="0"/>
                </a:lnTo>
                <a:lnTo>
                  <a:pt x="606014" y="13559"/>
                </a:lnTo>
                <a:lnTo>
                  <a:pt x="598355" y="18823"/>
                </a:lnTo>
                <a:lnTo>
                  <a:pt x="554081" y="33120"/>
                </a:lnTo>
                <a:lnTo>
                  <a:pt x="512354" y="41872"/>
                </a:lnTo>
                <a:lnTo>
                  <a:pt x="475148" y="75738"/>
                </a:lnTo>
                <a:lnTo>
                  <a:pt x="439509" y="116881"/>
                </a:lnTo>
                <a:lnTo>
                  <a:pt x="393738" y="138847"/>
                </a:lnTo>
                <a:lnTo>
                  <a:pt x="350131" y="147477"/>
                </a:lnTo>
                <a:lnTo>
                  <a:pt x="306071" y="161424"/>
                </a:lnTo>
                <a:lnTo>
                  <a:pt x="262770" y="170445"/>
                </a:lnTo>
                <a:lnTo>
                  <a:pt x="220238" y="182488"/>
                </a:lnTo>
                <a:lnTo>
                  <a:pt x="176207" y="198674"/>
                </a:lnTo>
                <a:lnTo>
                  <a:pt x="132424" y="212092"/>
                </a:lnTo>
                <a:lnTo>
                  <a:pt x="102210" y="257265"/>
                </a:lnTo>
                <a:lnTo>
                  <a:pt x="77426" y="315903"/>
                </a:lnTo>
                <a:lnTo>
                  <a:pt x="33504" y="322895"/>
                </a:lnTo>
                <a:lnTo>
                  <a:pt x="29246" y="384033"/>
                </a:lnTo>
                <a:lnTo>
                  <a:pt x="48694" y="445754"/>
                </a:lnTo>
                <a:lnTo>
                  <a:pt x="42673" y="514902"/>
                </a:lnTo>
                <a:lnTo>
                  <a:pt x="11231" y="562359"/>
                </a:lnTo>
                <a:lnTo>
                  <a:pt x="12318" y="626478"/>
                </a:lnTo>
                <a:lnTo>
                  <a:pt x="89701" y="690381"/>
                </a:lnTo>
                <a:lnTo>
                  <a:pt x="78169" y="756464"/>
                </a:lnTo>
                <a:lnTo>
                  <a:pt x="105996" y="806704"/>
                </a:lnTo>
                <a:lnTo>
                  <a:pt x="122200" y="871907"/>
                </a:lnTo>
                <a:lnTo>
                  <a:pt x="104157" y="933786"/>
                </a:lnTo>
                <a:lnTo>
                  <a:pt x="115191" y="997459"/>
                </a:lnTo>
                <a:lnTo>
                  <a:pt x="132993" y="1057105"/>
                </a:lnTo>
                <a:lnTo>
                  <a:pt x="169564" y="1096156"/>
                </a:lnTo>
                <a:lnTo>
                  <a:pt x="178939" y="1164220"/>
                </a:lnTo>
                <a:lnTo>
                  <a:pt x="165166" y="1222902"/>
                </a:lnTo>
                <a:lnTo>
                  <a:pt x="204505" y="1232803"/>
                </a:lnTo>
                <a:lnTo>
                  <a:pt x="239350" y="1274052"/>
                </a:lnTo>
                <a:lnTo>
                  <a:pt x="278571" y="1299272"/>
                </a:lnTo>
                <a:lnTo>
                  <a:pt x="321910" y="1311912"/>
                </a:lnTo>
                <a:lnTo>
                  <a:pt x="361778" y="1340121"/>
                </a:lnTo>
                <a:lnTo>
                  <a:pt x="400915" y="1359810"/>
                </a:lnTo>
                <a:lnTo>
                  <a:pt x="442072" y="1338518"/>
                </a:lnTo>
                <a:lnTo>
                  <a:pt x="491130" y="1368431"/>
                </a:lnTo>
                <a:lnTo>
                  <a:pt x="454019" y="1409370"/>
                </a:lnTo>
                <a:lnTo>
                  <a:pt x="478099" y="1459618"/>
                </a:lnTo>
                <a:lnTo>
                  <a:pt x="513405" y="1495565"/>
                </a:lnTo>
                <a:lnTo>
                  <a:pt x="549147" y="1522290"/>
                </a:lnTo>
                <a:lnTo>
                  <a:pt x="580925" y="1493996"/>
                </a:lnTo>
                <a:lnTo>
                  <a:pt x="571060" y="1423185"/>
                </a:lnTo>
                <a:lnTo>
                  <a:pt x="606014" y="1427190"/>
                </a:lnTo>
                <a:lnTo>
                  <a:pt x="606014" y="1438438"/>
                </a:lnTo>
                <a:lnTo>
                  <a:pt x="584118" y="1435929"/>
                </a:lnTo>
                <a:lnTo>
                  <a:pt x="592816" y="1498370"/>
                </a:lnTo>
                <a:lnTo>
                  <a:pt x="549762" y="1536702"/>
                </a:lnTo>
                <a:lnTo>
                  <a:pt x="506031" y="1504004"/>
                </a:lnTo>
                <a:lnTo>
                  <a:pt x="468825" y="1466122"/>
                </a:lnTo>
                <a:lnTo>
                  <a:pt x="440697" y="1407428"/>
                </a:lnTo>
                <a:lnTo>
                  <a:pt x="473777" y="1370937"/>
                </a:lnTo>
                <a:lnTo>
                  <a:pt x="441622" y="1351331"/>
                </a:lnTo>
                <a:lnTo>
                  <a:pt x="400986" y="1372355"/>
                </a:lnTo>
                <a:lnTo>
                  <a:pt x="356008" y="1349727"/>
                </a:lnTo>
                <a:lnTo>
                  <a:pt x="316984" y="1322115"/>
                </a:lnTo>
                <a:lnTo>
                  <a:pt x="273889" y="1309546"/>
                </a:lnTo>
                <a:lnTo>
                  <a:pt x="231896" y="1282544"/>
                </a:lnTo>
                <a:lnTo>
                  <a:pt x="198290" y="1242762"/>
                </a:lnTo>
                <a:lnTo>
                  <a:pt x="151775" y="1231055"/>
                </a:lnTo>
                <a:lnTo>
                  <a:pt x="167587" y="1163688"/>
                </a:lnTo>
                <a:lnTo>
                  <a:pt x="158979" y="1101201"/>
                </a:lnTo>
                <a:lnTo>
                  <a:pt x="123038" y="1062822"/>
                </a:lnTo>
                <a:lnTo>
                  <a:pt x="104294" y="1000020"/>
                </a:lnTo>
                <a:lnTo>
                  <a:pt x="92705" y="933143"/>
                </a:lnTo>
                <a:lnTo>
                  <a:pt x="110628" y="871674"/>
                </a:lnTo>
                <a:lnTo>
                  <a:pt x="95507" y="810829"/>
                </a:lnTo>
                <a:lnTo>
                  <a:pt x="66484" y="758428"/>
                </a:lnTo>
                <a:lnTo>
                  <a:pt x="77576" y="694860"/>
                </a:lnTo>
                <a:lnTo>
                  <a:pt x="1233" y="631815"/>
                </a:lnTo>
                <a:lnTo>
                  <a:pt x="0" y="559080"/>
                </a:lnTo>
                <a:lnTo>
                  <a:pt x="31788" y="511100"/>
                </a:lnTo>
                <a:lnTo>
                  <a:pt x="37370" y="446996"/>
                </a:lnTo>
                <a:lnTo>
                  <a:pt x="17951" y="385370"/>
                </a:lnTo>
                <a:lnTo>
                  <a:pt x="22974" y="313256"/>
                </a:lnTo>
                <a:lnTo>
                  <a:pt x="69547" y="305842"/>
                </a:lnTo>
                <a:lnTo>
                  <a:pt x="92331" y="251936"/>
                </a:lnTo>
                <a:lnTo>
                  <a:pt x="125347" y="202573"/>
                </a:lnTo>
                <a:lnTo>
                  <a:pt x="172640" y="188080"/>
                </a:lnTo>
                <a:lnTo>
                  <a:pt x="216783" y="171853"/>
                </a:lnTo>
                <a:lnTo>
                  <a:pt x="260105" y="159587"/>
                </a:lnTo>
                <a:lnTo>
                  <a:pt x="303238" y="150601"/>
                </a:lnTo>
                <a:lnTo>
                  <a:pt x="347352" y="136637"/>
                </a:lnTo>
                <a:lnTo>
                  <a:pt x="390180" y="128160"/>
                </a:lnTo>
                <a:lnTo>
                  <a:pt x="432583" y="107811"/>
                </a:lnTo>
                <a:lnTo>
                  <a:pt x="467136" y="67921"/>
                </a:lnTo>
                <a:lnTo>
                  <a:pt x="507082" y="31560"/>
                </a:lnTo>
                <a:lnTo>
                  <a:pt x="551209" y="22305"/>
                </a:lnTo>
                <a:lnTo>
                  <a:pt x="593369" y="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E47F7-65E6-44B2-B5F7-95CD3DB1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78" y="7986495"/>
            <a:ext cx="32775" cy="171982"/>
          </a:xfrm>
          <a:custGeom xmlns:a="http://schemas.openxmlformats.org/drawingml/2006/main">
            <a:pathLst>
              <a:path w="32775" h="171982">
                <a:moveTo>
                  <a:pt x="19143" y="35806"/>
                </a:moveTo>
                <a:lnTo>
                  <a:pt x="0" y="95679"/>
                </a:lnTo>
                <a:lnTo>
                  <a:pt x="21464" y="155553"/>
                </a:lnTo>
                <a:lnTo>
                  <a:pt x="32775" y="171982"/>
                </a:lnTo>
                <a:lnTo>
                  <a:pt x="32775" y="0"/>
                </a:lnTo>
                <a:lnTo>
                  <a:pt x="19143" y="35806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E2B2A70-0CDC-4CB7-859D-06C05CE0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680" y="7970793"/>
            <a:ext cx="38674" cy="197536"/>
          </a:xfrm>
          <a:custGeom xmlns:a="http://schemas.openxmlformats.org/drawingml/2006/main">
            <a:pathLst>
              <a:path w="38674" h="197536">
                <a:moveTo>
                  <a:pt x="19766" y="49663"/>
                </a:moveTo>
                <a:lnTo>
                  <a:pt x="38674" y="0"/>
                </a:lnTo>
                <a:lnTo>
                  <a:pt x="38674" y="31405"/>
                </a:lnTo>
                <a:lnTo>
                  <a:pt x="30317" y="53355"/>
                </a:lnTo>
                <a:lnTo>
                  <a:pt x="11797" y="111279"/>
                </a:lnTo>
                <a:lnTo>
                  <a:pt x="32376" y="168685"/>
                </a:lnTo>
                <a:lnTo>
                  <a:pt x="38674" y="177832"/>
                </a:lnTo>
                <a:lnTo>
                  <a:pt x="38674" y="197536"/>
                </a:lnTo>
                <a:lnTo>
                  <a:pt x="22348" y="173825"/>
                </a:lnTo>
                <a:lnTo>
                  <a:pt x="0" y="111484"/>
                </a:lnTo>
                <a:lnTo>
                  <a:pt x="19766" y="496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3FE59-9B19-49C3-BFA8-F43458A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875" y="8604378"/>
            <a:ext cx="681031" cy="290363"/>
          </a:xfrm>
          <a:custGeom xmlns:a="http://schemas.openxmlformats.org/drawingml/2006/main">
            <a:pathLst>
              <a:path w="681031" h="290363">
                <a:moveTo>
                  <a:pt x="0" y="189974"/>
                </a:moveTo>
                <a:lnTo>
                  <a:pt x="38576" y="221936"/>
                </a:lnTo>
                <a:lnTo>
                  <a:pt x="24944" y="284961"/>
                </a:lnTo>
                <a:lnTo>
                  <a:pt x="26722" y="290363"/>
                </a:lnTo>
                <a:lnTo>
                  <a:pt x="505943" y="290363"/>
                </a:lnTo>
                <a:lnTo>
                  <a:pt x="507583" y="278208"/>
                </a:lnTo>
                <a:lnTo>
                  <a:pt x="524696" y="214733"/>
                </a:lnTo>
                <a:lnTo>
                  <a:pt x="563272" y="186823"/>
                </a:lnTo>
                <a:lnTo>
                  <a:pt x="601558" y="153059"/>
                </a:lnTo>
                <a:lnTo>
                  <a:pt x="637814" y="114344"/>
                </a:lnTo>
                <a:lnTo>
                  <a:pt x="681031" y="123348"/>
                </a:lnTo>
                <a:lnTo>
                  <a:pt x="653767" y="68877"/>
                </a:lnTo>
                <a:lnTo>
                  <a:pt x="641295" y="3601"/>
                </a:lnTo>
                <a:lnTo>
                  <a:pt x="597208" y="0"/>
                </a:lnTo>
                <a:lnTo>
                  <a:pt x="578935" y="61674"/>
                </a:lnTo>
                <a:lnTo>
                  <a:pt x="536008" y="45918"/>
                </a:lnTo>
                <a:lnTo>
                  <a:pt x="492791" y="56272"/>
                </a:lnTo>
                <a:lnTo>
                  <a:pt x="452184" y="77430"/>
                </a:lnTo>
                <a:lnTo>
                  <a:pt x="407807" y="74279"/>
                </a:lnTo>
                <a:lnTo>
                  <a:pt x="364880" y="70677"/>
                </a:lnTo>
                <a:lnTo>
                  <a:pt x="322823" y="90035"/>
                </a:lnTo>
                <a:lnTo>
                  <a:pt x="287727" y="128750"/>
                </a:lnTo>
                <a:lnTo>
                  <a:pt x="245960" y="146307"/>
                </a:lnTo>
                <a:lnTo>
                  <a:pt x="201583" y="144506"/>
                </a:lnTo>
                <a:lnTo>
                  <a:pt x="159816" y="128750"/>
                </a:lnTo>
                <a:lnTo>
                  <a:pt x="116889" y="114344"/>
                </a:lnTo>
                <a:lnTo>
                  <a:pt x="72512" y="114344"/>
                </a:lnTo>
                <a:lnTo>
                  <a:pt x="38576" y="156661"/>
                </a:lnTo>
                <a:lnTo>
                  <a:pt x="0" y="18997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49A08CA-A443-4F2A-AE29-896988E0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225" y="8598440"/>
            <a:ext cx="699846" cy="296300"/>
          </a:xfrm>
          <a:custGeom xmlns:a="http://schemas.openxmlformats.org/drawingml/2006/main">
            <a:pathLst>
              <a:path w="699846" h="296300">
                <a:moveTo>
                  <a:pt x="43188" y="158704"/>
                </a:moveTo>
                <a:lnTo>
                  <a:pt x="78481" y="114695"/>
                </a:lnTo>
                <a:lnTo>
                  <a:pt x="126452" y="114695"/>
                </a:lnTo>
                <a:lnTo>
                  <a:pt x="170342" y="129424"/>
                </a:lnTo>
                <a:lnTo>
                  <a:pt x="211361" y="144898"/>
                </a:lnTo>
                <a:lnTo>
                  <a:pt x="253593" y="146612"/>
                </a:lnTo>
                <a:lnTo>
                  <a:pt x="293070" y="130018"/>
                </a:lnTo>
                <a:lnTo>
                  <a:pt x="328100" y="91375"/>
                </a:lnTo>
                <a:lnTo>
                  <a:pt x="372531" y="70925"/>
                </a:lnTo>
                <a:lnTo>
                  <a:pt x="416889" y="74646"/>
                </a:lnTo>
                <a:lnTo>
                  <a:pt x="459654" y="77683"/>
                </a:lnTo>
                <a:lnTo>
                  <a:pt x="499470" y="56937"/>
                </a:lnTo>
                <a:lnTo>
                  <a:pt x="544998" y="46029"/>
                </a:lnTo>
                <a:lnTo>
                  <a:pt x="583920" y="60315"/>
                </a:lnTo>
                <a:lnTo>
                  <a:pt x="601790" y="0"/>
                </a:lnTo>
                <a:lnTo>
                  <a:pt x="654635" y="4317"/>
                </a:lnTo>
                <a:lnTo>
                  <a:pt x="667760" y="73006"/>
                </a:lnTo>
                <a:lnTo>
                  <a:pt x="699846" y="137110"/>
                </a:lnTo>
                <a:lnTo>
                  <a:pt x="648398" y="126392"/>
                </a:lnTo>
                <a:lnTo>
                  <a:pt x="614104" y="163011"/>
                </a:lnTo>
                <a:lnTo>
                  <a:pt x="575416" y="197129"/>
                </a:lnTo>
                <a:lnTo>
                  <a:pt x="538225" y="224037"/>
                </a:lnTo>
                <a:lnTo>
                  <a:pt x="521722" y="285251"/>
                </a:lnTo>
                <a:lnTo>
                  <a:pt x="520231" y="296300"/>
                </a:lnTo>
                <a:lnTo>
                  <a:pt x="508955" y="296300"/>
                </a:lnTo>
                <a:lnTo>
                  <a:pt x="510745" y="283041"/>
                </a:lnTo>
                <a:lnTo>
                  <a:pt x="528467" y="217305"/>
                </a:lnTo>
                <a:lnTo>
                  <a:pt x="568429" y="188392"/>
                </a:lnTo>
                <a:lnTo>
                  <a:pt x="606313" y="154984"/>
                </a:lnTo>
                <a:lnTo>
                  <a:pt x="644532" y="114173"/>
                </a:lnTo>
                <a:lnTo>
                  <a:pt x="679518" y="121461"/>
                </a:lnTo>
                <a:lnTo>
                  <a:pt x="657075" y="76623"/>
                </a:lnTo>
                <a:lnTo>
                  <a:pt x="645255" y="14762"/>
                </a:lnTo>
                <a:lnTo>
                  <a:pt x="609926" y="11876"/>
                </a:lnTo>
                <a:lnTo>
                  <a:pt x="591250" y="74909"/>
                </a:lnTo>
                <a:lnTo>
                  <a:pt x="544318" y="57682"/>
                </a:lnTo>
                <a:lnTo>
                  <a:pt x="503412" y="67483"/>
                </a:lnTo>
                <a:lnTo>
                  <a:pt x="462015" y="89053"/>
                </a:lnTo>
                <a:lnTo>
                  <a:pt x="416026" y="85787"/>
                </a:lnTo>
                <a:lnTo>
                  <a:pt x="374529" y="82306"/>
                </a:lnTo>
                <a:lnTo>
                  <a:pt x="334846" y="100571"/>
                </a:lnTo>
                <a:lnTo>
                  <a:pt x="299685" y="139358"/>
                </a:lnTo>
                <a:lnTo>
                  <a:pt x="255628" y="157878"/>
                </a:lnTo>
                <a:lnTo>
                  <a:pt x="209105" y="155990"/>
                </a:lnTo>
                <a:lnTo>
                  <a:pt x="166591" y="139952"/>
                </a:lnTo>
                <a:lnTo>
                  <a:pt x="124627" y="125869"/>
                </a:lnTo>
                <a:lnTo>
                  <a:pt x="83843" y="125869"/>
                </a:lnTo>
                <a:lnTo>
                  <a:pt x="51265" y="166493"/>
                </a:lnTo>
                <a:lnTo>
                  <a:pt x="17301" y="195823"/>
                </a:lnTo>
                <a:lnTo>
                  <a:pt x="53405" y="225738"/>
                </a:lnTo>
                <a:lnTo>
                  <a:pt x="39376" y="290595"/>
                </a:lnTo>
                <a:lnTo>
                  <a:pt x="41255" y="296300"/>
                </a:lnTo>
                <a:lnTo>
                  <a:pt x="29491" y="296300"/>
                </a:lnTo>
                <a:lnTo>
                  <a:pt x="27813" y="291202"/>
                </a:lnTo>
                <a:lnTo>
                  <a:pt x="41048" y="230011"/>
                </a:lnTo>
                <a:lnTo>
                  <a:pt x="0" y="196000"/>
                </a:lnTo>
                <a:lnTo>
                  <a:pt x="43188" y="158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F47B4-CC97-4700-8B0A-99DBB02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21" y="5180798"/>
            <a:ext cx="121002" cy="262002"/>
          </a:xfrm>
          <a:custGeom xmlns:a="http://schemas.openxmlformats.org/drawingml/2006/main">
            <a:pathLst>
              <a:path w="121002" h="262002">
                <a:moveTo>
                  <a:pt x="74832" y="35114"/>
                </a:moveTo>
                <a:lnTo>
                  <a:pt x="38576" y="72028"/>
                </a:lnTo>
                <a:lnTo>
                  <a:pt x="14792" y="128300"/>
                </a:lnTo>
                <a:lnTo>
                  <a:pt x="0" y="195376"/>
                </a:lnTo>
                <a:lnTo>
                  <a:pt x="5801" y="262002"/>
                </a:lnTo>
                <a:lnTo>
                  <a:pt x="40897" y="217885"/>
                </a:lnTo>
                <a:lnTo>
                  <a:pt x="56849" y="154860"/>
                </a:lnTo>
                <a:lnTo>
                  <a:pt x="79473" y="96788"/>
                </a:lnTo>
                <a:lnTo>
                  <a:pt x="106447" y="42317"/>
                </a:lnTo>
                <a:lnTo>
                  <a:pt x="121002" y="0"/>
                </a:lnTo>
                <a:lnTo>
                  <a:pt x="91121" y="0"/>
                </a:lnTo>
                <a:lnTo>
                  <a:pt x="74832" y="3511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216C133-712D-4325-A017-4F8C7D1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681" y="5180798"/>
            <a:ext cx="132551" cy="276445"/>
          </a:xfrm>
          <a:custGeom xmlns:a="http://schemas.openxmlformats.org/drawingml/2006/main">
            <a:pathLst>
              <a:path w="132551" h="276445">
                <a:moveTo>
                  <a:pt x="75810" y="31887"/>
                </a:moveTo>
                <a:lnTo>
                  <a:pt x="90603" y="0"/>
                </a:lnTo>
                <a:lnTo>
                  <a:pt x="102920" y="0"/>
                </a:lnTo>
                <a:lnTo>
                  <a:pt x="85135" y="38340"/>
                </a:lnTo>
                <a:lnTo>
                  <a:pt x="48948" y="75184"/>
                </a:lnTo>
                <a:lnTo>
                  <a:pt x="25778" y="130003"/>
                </a:lnTo>
                <a:lnTo>
                  <a:pt x="11280" y="195744"/>
                </a:lnTo>
                <a:lnTo>
                  <a:pt x="15792" y="247559"/>
                </a:lnTo>
                <a:lnTo>
                  <a:pt x="41416" y="215348"/>
                </a:lnTo>
                <a:lnTo>
                  <a:pt x="57158" y="153154"/>
                </a:lnTo>
                <a:lnTo>
                  <a:pt x="79997" y="94530"/>
                </a:lnTo>
                <a:lnTo>
                  <a:pt x="106921" y="40159"/>
                </a:lnTo>
                <a:lnTo>
                  <a:pt x="120734" y="0"/>
                </a:lnTo>
                <a:lnTo>
                  <a:pt x="132551" y="0"/>
                </a:lnTo>
                <a:lnTo>
                  <a:pt x="117254" y="44474"/>
                </a:lnTo>
                <a:lnTo>
                  <a:pt x="90229" y="99046"/>
                </a:lnTo>
                <a:lnTo>
                  <a:pt x="67821" y="156566"/>
                </a:lnTo>
                <a:lnTo>
                  <a:pt x="51658" y="220422"/>
                </a:lnTo>
                <a:lnTo>
                  <a:pt x="7091" y="276445"/>
                </a:lnTo>
                <a:lnTo>
                  <a:pt x="0" y="195008"/>
                </a:lnTo>
                <a:lnTo>
                  <a:pt x="15087" y="126597"/>
                </a:lnTo>
                <a:lnTo>
                  <a:pt x="39485" y="68873"/>
                </a:lnTo>
                <a:lnTo>
                  <a:pt x="75810" y="31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D074B-71B7-4016-AA30-3411CCE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980" y="5180798"/>
            <a:ext cx="903715" cy="555516"/>
          </a:xfrm>
          <a:custGeom xmlns:a="http://schemas.openxmlformats.org/drawingml/2006/main">
            <a:pathLst>
              <a:path w="903715" h="555516">
                <a:moveTo>
                  <a:pt x="25312" y="35114"/>
                </a:moveTo>
                <a:lnTo>
                  <a:pt x="61568" y="72028"/>
                </a:lnTo>
                <a:lnTo>
                  <a:pt x="93183" y="119747"/>
                </a:lnTo>
                <a:lnTo>
                  <a:pt x="132919" y="147658"/>
                </a:lnTo>
                <a:lnTo>
                  <a:pt x="95503" y="182771"/>
                </a:lnTo>
                <a:lnTo>
                  <a:pt x="107975" y="248047"/>
                </a:lnTo>
                <a:lnTo>
                  <a:pt x="63888" y="249847"/>
                </a:lnTo>
                <a:lnTo>
                  <a:pt x="74040" y="316473"/>
                </a:lnTo>
                <a:lnTo>
                  <a:pt x="102174" y="367343"/>
                </a:lnTo>
                <a:lnTo>
                  <a:pt x="128279" y="423615"/>
                </a:lnTo>
                <a:lnTo>
                  <a:pt x="125088" y="492491"/>
                </a:lnTo>
                <a:lnTo>
                  <a:pt x="152063" y="546963"/>
                </a:lnTo>
                <a:lnTo>
                  <a:pt x="195280" y="555516"/>
                </a:lnTo>
                <a:lnTo>
                  <a:pt x="239367" y="553715"/>
                </a:lnTo>
                <a:lnTo>
                  <a:pt x="282584" y="536158"/>
                </a:lnTo>
                <a:lnTo>
                  <a:pt x="326671" y="534808"/>
                </a:lnTo>
                <a:lnTo>
                  <a:pt x="370758" y="545162"/>
                </a:lnTo>
                <a:lnTo>
                  <a:pt x="413975" y="531207"/>
                </a:lnTo>
                <a:lnTo>
                  <a:pt x="424127" y="464130"/>
                </a:lnTo>
                <a:lnTo>
                  <a:pt x="409335" y="399305"/>
                </a:lnTo>
                <a:lnTo>
                  <a:pt x="440080" y="349786"/>
                </a:lnTo>
                <a:lnTo>
                  <a:pt x="478366" y="318274"/>
                </a:lnTo>
                <a:lnTo>
                  <a:pt x="520423" y="339432"/>
                </a:lnTo>
                <a:lnTo>
                  <a:pt x="544207" y="283160"/>
                </a:lnTo>
                <a:lnTo>
                  <a:pt x="588294" y="277758"/>
                </a:lnTo>
                <a:lnTo>
                  <a:pt x="632671" y="281359"/>
                </a:lnTo>
                <a:lnTo>
                  <a:pt x="677918" y="279559"/>
                </a:lnTo>
                <a:lnTo>
                  <a:pt x="722006" y="283160"/>
                </a:lnTo>
                <a:lnTo>
                  <a:pt x="761742" y="309721"/>
                </a:lnTo>
                <a:lnTo>
                  <a:pt x="796838" y="267404"/>
                </a:lnTo>
                <a:lnTo>
                  <a:pt x="817141" y="207531"/>
                </a:lnTo>
                <a:lnTo>
                  <a:pt x="844406" y="154860"/>
                </a:lnTo>
                <a:lnTo>
                  <a:pt x="876021" y="107142"/>
                </a:lnTo>
                <a:lnTo>
                  <a:pt x="891973" y="42317"/>
                </a:lnTo>
                <a:lnTo>
                  <a:pt x="903715" y="0"/>
                </a:lnTo>
                <a:lnTo>
                  <a:pt x="0" y="0"/>
                </a:lnTo>
                <a:lnTo>
                  <a:pt x="25312" y="3511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2A3855E-D5AB-43B1-93C3-93E23B24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93" y="5180798"/>
            <a:ext cx="916401" cy="561125"/>
          </a:xfrm>
          <a:custGeom xmlns:a="http://schemas.openxmlformats.org/drawingml/2006/main">
            <a:pathLst>
              <a:path w="916401" h="561125">
                <a:moveTo>
                  <a:pt x="27915" y="38726"/>
                </a:moveTo>
                <a:lnTo>
                  <a:pt x="0" y="0"/>
                </a:lnTo>
                <a:lnTo>
                  <a:pt x="13775" y="0"/>
                </a:lnTo>
                <a:lnTo>
                  <a:pt x="36483" y="31502"/>
                </a:lnTo>
                <a:lnTo>
                  <a:pt x="72817" y="68496"/>
                </a:lnTo>
                <a:lnTo>
                  <a:pt x="104145" y="115781"/>
                </a:lnTo>
                <a:lnTo>
                  <a:pt x="148637" y="147033"/>
                </a:lnTo>
                <a:lnTo>
                  <a:pt x="108455" y="184742"/>
                </a:lnTo>
                <a:lnTo>
                  <a:pt x="121567" y="253364"/>
                </a:lnTo>
                <a:lnTo>
                  <a:pt x="77239" y="255175"/>
                </a:lnTo>
                <a:lnTo>
                  <a:pt x="86300" y="314644"/>
                </a:lnTo>
                <a:lnTo>
                  <a:pt x="114047" y="364812"/>
                </a:lnTo>
                <a:lnTo>
                  <a:pt x="140810" y="422506"/>
                </a:lnTo>
                <a:lnTo>
                  <a:pt x="137623" y="491307"/>
                </a:lnTo>
                <a:lnTo>
                  <a:pt x="162735" y="542016"/>
                </a:lnTo>
                <a:lnTo>
                  <a:pt x="202601" y="549907"/>
                </a:lnTo>
                <a:lnTo>
                  <a:pt x="245053" y="548173"/>
                </a:lnTo>
                <a:lnTo>
                  <a:pt x="288298" y="530605"/>
                </a:lnTo>
                <a:lnTo>
                  <a:pt x="334121" y="529201"/>
                </a:lnTo>
                <a:lnTo>
                  <a:pt x="377409" y="539367"/>
                </a:lnTo>
                <a:lnTo>
                  <a:pt x="415856" y="526952"/>
                </a:lnTo>
                <a:lnTo>
                  <a:pt x="425332" y="464341"/>
                </a:lnTo>
                <a:lnTo>
                  <a:pt x="410264" y="398309"/>
                </a:lnTo>
                <a:lnTo>
                  <a:pt x="442706" y="346057"/>
                </a:lnTo>
                <a:lnTo>
                  <a:pt x="484513" y="311647"/>
                </a:lnTo>
                <a:lnTo>
                  <a:pt x="524488" y="331758"/>
                </a:lnTo>
                <a:lnTo>
                  <a:pt x="547206" y="278008"/>
                </a:lnTo>
                <a:lnTo>
                  <a:pt x="595066" y="272143"/>
                </a:lnTo>
                <a:lnTo>
                  <a:pt x="639674" y="275763"/>
                </a:lnTo>
                <a:lnTo>
                  <a:pt x="684923" y="273963"/>
                </a:lnTo>
                <a:lnTo>
                  <a:pt x="730793" y="277710"/>
                </a:lnTo>
                <a:lnTo>
                  <a:pt x="767545" y="302276"/>
                </a:lnTo>
                <a:lnTo>
                  <a:pt x="798766" y="264632"/>
                </a:lnTo>
                <a:lnTo>
                  <a:pt x="818873" y="205337"/>
                </a:lnTo>
                <a:lnTo>
                  <a:pt x="846469" y="152025"/>
                </a:lnTo>
                <a:lnTo>
                  <a:pt x="877715" y="104865"/>
                </a:lnTo>
                <a:lnTo>
                  <a:pt x="893455" y="40902"/>
                </a:lnTo>
                <a:lnTo>
                  <a:pt x="904804" y="0"/>
                </a:lnTo>
                <a:lnTo>
                  <a:pt x="916401" y="0"/>
                </a:lnTo>
                <a:lnTo>
                  <a:pt x="904266" y="43731"/>
                </a:lnTo>
                <a:lnTo>
                  <a:pt x="888101" y="109419"/>
                </a:lnTo>
                <a:lnTo>
                  <a:pt x="856116" y="157696"/>
                </a:lnTo>
                <a:lnTo>
                  <a:pt x="829184" y="209725"/>
                </a:lnTo>
                <a:lnTo>
                  <a:pt x="808685" y="270176"/>
                </a:lnTo>
                <a:lnTo>
                  <a:pt x="769714" y="317165"/>
                </a:lnTo>
                <a:lnTo>
                  <a:pt x="726993" y="288611"/>
                </a:lnTo>
                <a:lnTo>
                  <a:pt x="684689" y="285155"/>
                </a:lnTo>
                <a:lnTo>
                  <a:pt x="639443" y="286956"/>
                </a:lnTo>
                <a:lnTo>
                  <a:pt x="595296" y="283373"/>
                </a:lnTo>
                <a:lnTo>
                  <a:pt x="554982" y="288313"/>
                </a:lnTo>
                <a:lnTo>
                  <a:pt x="530132" y="347106"/>
                </a:lnTo>
                <a:lnTo>
                  <a:pt x="485994" y="324901"/>
                </a:lnTo>
                <a:lnTo>
                  <a:pt x="451228" y="353515"/>
                </a:lnTo>
                <a:lnTo>
                  <a:pt x="422180" y="400301"/>
                </a:lnTo>
                <a:lnTo>
                  <a:pt x="436697" y="463920"/>
                </a:lnTo>
                <a:lnTo>
                  <a:pt x="425869" y="535461"/>
                </a:lnTo>
                <a:lnTo>
                  <a:pt x="377882" y="550957"/>
                </a:lnTo>
                <a:lnTo>
                  <a:pt x="332996" y="540415"/>
                </a:lnTo>
                <a:lnTo>
                  <a:pt x="290645" y="541712"/>
                </a:lnTo>
                <a:lnTo>
                  <a:pt x="247455" y="559258"/>
                </a:lnTo>
                <a:lnTo>
                  <a:pt x="201733" y="561125"/>
                </a:lnTo>
                <a:lnTo>
                  <a:pt x="155165" y="551909"/>
                </a:lnTo>
                <a:lnTo>
                  <a:pt x="126328" y="493676"/>
                </a:lnTo>
                <a:lnTo>
                  <a:pt x="129522" y="424724"/>
                </a:lnTo>
                <a:lnTo>
                  <a:pt x="104077" y="369874"/>
                </a:lnTo>
                <a:lnTo>
                  <a:pt x="75554" y="318303"/>
                </a:lnTo>
                <a:lnTo>
                  <a:pt x="64312" y="244520"/>
                </a:lnTo>
                <a:lnTo>
                  <a:pt x="108158" y="242729"/>
                </a:lnTo>
                <a:lnTo>
                  <a:pt x="96326" y="180801"/>
                </a:lnTo>
                <a:lnTo>
                  <a:pt x="130976" y="148283"/>
                </a:lnTo>
                <a:lnTo>
                  <a:pt x="95995" y="123712"/>
                </a:lnTo>
                <a:lnTo>
                  <a:pt x="64093" y="75561"/>
                </a:lnTo>
                <a:lnTo>
                  <a:pt x="27915" y="38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21BA8-99B0-48A6-8B9A-DC75320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92" y="8293307"/>
            <a:ext cx="983261" cy="601433"/>
          </a:xfrm>
          <a:custGeom xmlns:a="http://schemas.openxmlformats.org/drawingml/2006/main">
            <a:pathLst>
              <a:path w="983261" h="601433">
                <a:moveTo>
                  <a:pt x="805462" y="137303"/>
                </a:moveTo>
                <a:lnTo>
                  <a:pt x="774717" y="82832"/>
                </a:lnTo>
                <a:lnTo>
                  <a:pt x="730629" y="49069"/>
                </a:lnTo>
                <a:lnTo>
                  <a:pt x="686542" y="38715"/>
                </a:lnTo>
                <a:lnTo>
                  <a:pt x="641295" y="44117"/>
                </a:lnTo>
                <a:lnTo>
                  <a:pt x="600398" y="21158"/>
                </a:lnTo>
                <a:lnTo>
                  <a:pt x="558341" y="0"/>
                </a:lnTo>
                <a:lnTo>
                  <a:pt x="541518" y="63475"/>
                </a:lnTo>
                <a:lnTo>
                  <a:pt x="497141" y="56272"/>
                </a:lnTo>
                <a:lnTo>
                  <a:pt x="454214" y="73829"/>
                </a:lnTo>
                <a:lnTo>
                  <a:pt x="411287" y="66626"/>
                </a:lnTo>
                <a:lnTo>
                  <a:pt x="368070" y="79231"/>
                </a:lnTo>
                <a:lnTo>
                  <a:pt x="325143" y="100389"/>
                </a:lnTo>
                <a:lnTo>
                  <a:pt x="283086" y="117946"/>
                </a:lnTo>
                <a:lnTo>
                  <a:pt x="241319" y="98588"/>
                </a:lnTo>
                <a:lnTo>
                  <a:pt x="201583" y="135503"/>
                </a:lnTo>
                <a:lnTo>
                  <a:pt x="194622" y="202129"/>
                </a:lnTo>
                <a:lnTo>
                  <a:pt x="157496" y="240844"/>
                </a:lnTo>
                <a:lnTo>
                  <a:pt x="118919" y="274156"/>
                </a:lnTo>
                <a:lnTo>
                  <a:pt x="105287" y="339432"/>
                </a:lnTo>
                <a:lnTo>
                  <a:pt x="66711" y="370944"/>
                </a:lnTo>
                <a:lnTo>
                  <a:pt x="38286" y="422264"/>
                </a:lnTo>
                <a:lnTo>
                  <a:pt x="36256" y="492491"/>
                </a:lnTo>
                <a:lnTo>
                  <a:pt x="0" y="531206"/>
                </a:lnTo>
                <a:lnTo>
                  <a:pt x="44087" y="548763"/>
                </a:lnTo>
                <a:lnTo>
                  <a:pt x="62070" y="479886"/>
                </a:lnTo>
                <a:lnTo>
                  <a:pt x="118919" y="448374"/>
                </a:lnTo>
                <a:lnTo>
                  <a:pt x="185630" y="457378"/>
                </a:lnTo>
                <a:lnTo>
                  <a:pt x="185630" y="525804"/>
                </a:lnTo>
                <a:lnTo>
                  <a:pt x="210574" y="580275"/>
                </a:lnTo>
                <a:lnTo>
                  <a:pt x="221527" y="601433"/>
                </a:lnTo>
                <a:lnTo>
                  <a:pt x="435750" y="601433"/>
                </a:lnTo>
                <a:lnTo>
                  <a:pt x="448413" y="585677"/>
                </a:lnTo>
                <a:lnTo>
                  <a:pt x="472197" y="529406"/>
                </a:lnTo>
                <a:lnTo>
                  <a:pt x="500622" y="478536"/>
                </a:lnTo>
                <a:lnTo>
                  <a:pt x="539198" y="446573"/>
                </a:lnTo>
                <a:lnTo>
                  <a:pt x="539198" y="515450"/>
                </a:lnTo>
                <a:lnTo>
                  <a:pt x="574294" y="555516"/>
                </a:lnTo>
                <a:lnTo>
                  <a:pt x="617221" y="568121"/>
                </a:lnTo>
                <a:lnTo>
                  <a:pt x="628033" y="601433"/>
                </a:lnTo>
                <a:lnTo>
                  <a:pt x="654897" y="601433"/>
                </a:lnTo>
                <a:lnTo>
                  <a:pt x="669429" y="580275"/>
                </a:lnTo>
                <a:lnTo>
                  <a:pt x="701335" y="536158"/>
                </a:lnTo>
                <a:lnTo>
                  <a:pt x="720478" y="473134"/>
                </a:lnTo>
                <a:lnTo>
                  <a:pt x="755573" y="432618"/>
                </a:lnTo>
                <a:lnTo>
                  <a:pt x="774717" y="496093"/>
                </a:lnTo>
                <a:lnTo>
                  <a:pt x="819094" y="483488"/>
                </a:lnTo>
                <a:lnTo>
                  <a:pt x="864341" y="474934"/>
                </a:lnTo>
                <a:lnTo>
                  <a:pt x="891606" y="527605"/>
                </a:lnTo>
                <a:lnTo>
                  <a:pt x="913069" y="465931"/>
                </a:lnTo>
                <a:lnTo>
                  <a:pt x="898277" y="401106"/>
                </a:lnTo>
                <a:lnTo>
                  <a:pt x="941494" y="413260"/>
                </a:lnTo>
                <a:lnTo>
                  <a:pt x="983261" y="395704"/>
                </a:lnTo>
                <a:lnTo>
                  <a:pt x="975429" y="327277"/>
                </a:lnTo>
                <a:lnTo>
                  <a:pt x="961797" y="263802"/>
                </a:lnTo>
                <a:lnTo>
                  <a:pt x="927862" y="306119"/>
                </a:lnTo>
                <a:lnTo>
                  <a:pt x="883484" y="302517"/>
                </a:lnTo>
                <a:lnTo>
                  <a:pt x="849549" y="262002"/>
                </a:lnTo>
                <a:lnTo>
                  <a:pt x="807782" y="242644"/>
                </a:lnTo>
                <a:lnTo>
                  <a:pt x="791829" y="242644"/>
                </a:lnTo>
                <a:lnTo>
                  <a:pt x="772686" y="180970"/>
                </a:lnTo>
                <a:lnTo>
                  <a:pt x="805462" y="137303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36607E6-D8D3-43C3-A2DB-9EAAC9F3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114" y="8285223"/>
            <a:ext cx="998965" cy="609517"/>
          </a:xfrm>
          <a:custGeom xmlns:a="http://schemas.openxmlformats.org/drawingml/2006/main">
            <a:pathLst>
              <a:path w="998965" h="609517">
                <a:moveTo>
                  <a:pt x="788546" y="190125"/>
                </a:moveTo>
                <a:lnTo>
                  <a:pt x="805622" y="245141"/>
                </a:lnTo>
                <a:lnTo>
                  <a:pt x="818691" y="245141"/>
                </a:lnTo>
                <a:lnTo>
                  <a:pt x="862708" y="265542"/>
                </a:lnTo>
                <a:lnTo>
                  <a:pt x="895944" y="305222"/>
                </a:lnTo>
                <a:lnTo>
                  <a:pt x="935035" y="308394"/>
                </a:lnTo>
                <a:lnTo>
                  <a:pt x="974469" y="259222"/>
                </a:lnTo>
                <a:lnTo>
                  <a:pt x="990626" y="334455"/>
                </a:lnTo>
                <a:lnTo>
                  <a:pt x="998965" y="407315"/>
                </a:lnTo>
                <a:lnTo>
                  <a:pt x="951537" y="427251"/>
                </a:lnTo>
                <a:lnTo>
                  <a:pt x="915493" y="417114"/>
                </a:lnTo>
                <a:lnTo>
                  <a:pt x="928550" y="474336"/>
                </a:lnTo>
                <a:lnTo>
                  <a:pt x="902291" y="549790"/>
                </a:lnTo>
                <a:lnTo>
                  <a:pt x="870969" y="489281"/>
                </a:lnTo>
                <a:lnTo>
                  <a:pt x="830056" y="497015"/>
                </a:lnTo>
                <a:lnTo>
                  <a:pt x="780632" y="511053"/>
                </a:lnTo>
                <a:lnTo>
                  <a:pt x="762831" y="452029"/>
                </a:lnTo>
                <a:lnTo>
                  <a:pt x="735156" y="483978"/>
                </a:lnTo>
                <a:lnTo>
                  <a:pt x="716086" y="546760"/>
                </a:lnTo>
                <a:lnTo>
                  <a:pt x="683674" y="591579"/>
                </a:lnTo>
                <a:lnTo>
                  <a:pt x="671352" y="609517"/>
                </a:lnTo>
                <a:lnTo>
                  <a:pt x="657796" y="609517"/>
                </a:lnTo>
                <a:lnTo>
                  <a:pt x="674540" y="585140"/>
                </a:lnTo>
                <a:lnTo>
                  <a:pt x="705937" y="541725"/>
                </a:lnTo>
                <a:lnTo>
                  <a:pt x="725154" y="478458"/>
                </a:lnTo>
                <a:lnTo>
                  <a:pt x="767670" y="429376"/>
                </a:lnTo>
                <a:lnTo>
                  <a:pt x="788156" y="497300"/>
                </a:lnTo>
                <a:lnTo>
                  <a:pt x="827486" y="486129"/>
                </a:lnTo>
                <a:lnTo>
                  <a:pt x="877068" y="476756"/>
                </a:lnTo>
                <a:lnTo>
                  <a:pt x="900275" y="521588"/>
                </a:lnTo>
                <a:lnTo>
                  <a:pt x="916942" y="473694"/>
                </a:lnTo>
                <a:lnTo>
                  <a:pt x="900415" y="401266"/>
                </a:lnTo>
                <a:lnTo>
                  <a:pt x="950805" y="415438"/>
                </a:lnTo>
                <a:lnTo>
                  <a:pt x="986911" y="400261"/>
                </a:lnTo>
                <a:lnTo>
                  <a:pt x="979587" y="336268"/>
                </a:lnTo>
                <a:lnTo>
                  <a:pt x="968480" y="284551"/>
                </a:lnTo>
                <a:lnTo>
                  <a:pt x="940042" y="320012"/>
                </a:lnTo>
                <a:lnTo>
                  <a:pt x="890380" y="315981"/>
                </a:lnTo>
                <a:lnTo>
                  <a:pt x="855744" y="274630"/>
                </a:lnTo>
                <a:lnTo>
                  <a:pt x="816227" y="256315"/>
                </a:lnTo>
                <a:lnTo>
                  <a:pt x="797391" y="256315"/>
                </a:lnTo>
                <a:lnTo>
                  <a:pt x="776181" y="187984"/>
                </a:lnTo>
                <a:lnTo>
                  <a:pt x="808479" y="144954"/>
                </a:lnTo>
                <a:lnTo>
                  <a:pt x="780090" y="94657"/>
                </a:lnTo>
                <a:lnTo>
                  <a:pt x="737862" y="62318"/>
                </a:lnTo>
                <a:lnTo>
                  <a:pt x="695902" y="52464"/>
                </a:lnTo>
                <a:lnTo>
                  <a:pt x="649826" y="57965"/>
                </a:lnTo>
                <a:lnTo>
                  <a:pt x="607451" y="34176"/>
                </a:lnTo>
                <a:lnTo>
                  <a:pt x="571656" y="16168"/>
                </a:lnTo>
                <a:lnTo>
                  <a:pt x="555299" y="77885"/>
                </a:lnTo>
                <a:lnTo>
                  <a:pt x="507477" y="70123"/>
                </a:lnTo>
                <a:lnTo>
                  <a:pt x="464535" y="87686"/>
                </a:lnTo>
                <a:lnTo>
                  <a:pt x="421301" y="80432"/>
                </a:lnTo>
                <a:lnTo>
                  <a:pt x="379780" y="92542"/>
                </a:lnTo>
                <a:lnTo>
                  <a:pt x="337134" y="113562"/>
                </a:lnTo>
                <a:lnTo>
                  <a:pt x="292646" y="132133"/>
                </a:lnTo>
                <a:lnTo>
                  <a:pt x="252051" y="113319"/>
                </a:lnTo>
                <a:lnTo>
                  <a:pt x="216599" y="146253"/>
                </a:lnTo>
                <a:lnTo>
                  <a:pt x="209657" y="212698"/>
                </a:lnTo>
                <a:lnTo>
                  <a:pt x="171024" y="252984"/>
                </a:lnTo>
                <a:lnTo>
                  <a:pt x="133679" y="285233"/>
                </a:lnTo>
                <a:lnTo>
                  <a:pt x="120029" y="350593"/>
                </a:lnTo>
                <a:lnTo>
                  <a:pt x="80755" y="382675"/>
                </a:lnTo>
                <a:lnTo>
                  <a:pt x="53509" y="431867"/>
                </a:lnTo>
                <a:lnTo>
                  <a:pt x="51457" y="502851"/>
                </a:lnTo>
                <a:lnTo>
                  <a:pt x="19354" y="537130"/>
                </a:lnTo>
                <a:lnTo>
                  <a:pt x="49956" y="549317"/>
                </a:lnTo>
                <a:lnTo>
                  <a:pt x="66946" y="484244"/>
                </a:lnTo>
                <a:lnTo>
                  <a:pt x="127508" y="450674"/>
                </a:lnTo>
                <a:lnTo>
                  <a:pt x="200895" y="460578"/>
                </a:lnTo>
                <a:lnTo>
                  <a:pt x="200895" y="532670"/>
                </a:lnTo>
                <a:lnTo>
                  <a:pt x="225275" y="585911"/>
                </a:lnTo>
                <a:lnTo>
                  <a:pt x="237495" y="609517"/>
                </a:lnTo>
                <a:lnTo>
                  <a:pt x="224913" y="609517"/>
                </a:lnTo>
                <a:lnTo>
                  <a:pt x="215228" y="590808"/>
                </a:lnTo>
                <a:lnTo>
                  <a:pt x="189721" y="535107"/>
                </a:lnTo>
                <a:lnTo>
                  <a:pt x="189721" y="470345"/>
                </a:lnTo>
                <a:lnTo>
                  <a:pt x="129685" y="462243"/>
                </a:lnTo>
                <a:lnTo>
                  <a:pt x="76549" y="491697"/>
                </a:lnTo>
                <a:lnTo>
                  <a:pt x="57573" y="564378"/>
                </a:lnTo>
                <a:lnTo>
                  <a:pt x="0" y="541450"/>
                </a:lnTo>
                <a:lnTo>
                  <a:pt x="40410" y="498300"/>
                </a:lnTo>
                <a:lnTo>
                  <a:pt x="42418" y="428829"/>
                </a:lnTo>
                <a:lnTo>
                  <a:pt x="72021" y="375381"/>
                </a:lnTo>
                <a:lnTo>
                  <a:pt x="109899" y="344439"/>
                </a:lnTo>
                <a:lnTo>
                  <a:pt x="123514" y="279248"/>
                </a:lnTo>
                <a:lnTo>
                  <a:pt x="163322" y="244871"/>
                </a:lnTo>
                <a:lnTo>
                  <a:pt x="198941" y="207728"/>
                </a:lnTo>
                <a:lnTo>
                  <a:pt x="205921" y="140921"/>
                </a:lnTo>
                <a:lnTo>
                  <a:pt x="249942" y="100026"/>
                </a:lnTo>
                <a:lnTo>
                  <a:pt x="292881" y="119927"/>
                </a:lnTo>
                <a:lnTo>
                  <a:pt x="332507" y="103385"/>
                </a:lnTo>
                <a:lnTo>
                  <a:pt x="375715" y="82088"/>
                </a:lnTo>
                <a:lnTo>
                  <a:pt x="420628" y="68988"/>
                </a:lnTo>
                <a:lnTo>
                  <a:pt x="463248" y="76140"/>
                </a:lnTo>
                <a:lnTo>
                  <a:pt x="506160" y="58589"/>
                </a:lnTo>
                <a:lnTo>
                  <a:pt x="547092" y="65233"/>
                </a:lnTo>
                <a:lnTo>
                  <a:pt x="564381" y="0"/>
                </a:lnTo>
                <a:lnTo>
                  <a:pt x="612700" y="24308"/>
                </a:lnTo>
                <a:lnTo>
                  <a:pt x="652119" y="46438"/>
                </a:lnTo>
                <a:lnTo>
                  <a:pt x="696537" y="41135"/>
                </a:lnTo>
                <a:lnTo>
                  <a:pt x="742751" y="51988"/>
                </a:lnTo>
                <a:lnTo>
                  <a:pt x="788698" y="87175"/>
                </a:lnTo>
                <a:lnTo>
                  <a:pt x="821799" y="145821"/>
                </a:lnTo>
                <a:lnTo>
                  <a:pt x="788546" y="190125"/>
                </a:lnTo>
                <a:close/>
                <a:moveTo>
                  <a:pt x="462933" y="596654"/>
                </a:moveTo>
                <a:lnTo>
                  <a:pt x="452595" y="609517"/>
                </a:lnTo>
                <a:lnTo>
                  <a:pt x="438259" y="609517"/>
                </a:lnTo>
                <a:lnTo>
                  <a:pt x="453248" y="590869"/>
                </a:lnTo>
                <a:lnTo>
                  <a:pt x="476848" y="535032"/>
                </a:lnTo>
                <a:lnTo>
                  <a:pt x="505931" y="482984"/>
                </a:lnTo>
                <a:lnTo>
                  <a:pt x="554462" y="442773"/>
                </a:lnTo>
                <a:lnTo>
                  <a:pt x="554462" y="521433"/>
                </a:lnTo>
                <a:lnTo>
                  <a:pt x="587104" y="558697"/>
                </a:lnTo>
                <a:lnTo>
                  <a:pt x="631302" y="571675"/>
                </a:lnTo>
                <a:lnTo>
                  <a:pt x="643584" y="609517"/>
                </a:lnTo>
                <a:lnTo>
                  <a:pt x="631837" y="609517"/>
                </a:lnTo>
                <a:lnTo>
                  <a:pt x="622494" y="580735"/>
                </a:lnTo>
                <a:lnTo>
                  <a:pt x="580839" y="568503"/>
                </a:lnTo>
                <a:lnTo>
                  <a:pt x="543288" y="525635"/>
                </a:lnTo>
                <a:lnTo>
                  <a:pt x="543288" y="466542"/>
                </a:lnTo>
                <a:lnTo>
                  <a:pt x="514667" y="490256"/>
                </a:lnTo>
                <a:lnTo>
                  <a:pt x="486901" y="539947"/>
                </a:lnTo>
                <a:lnTo>
                  <a:pt x="462933" y="5966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2EF35-15B0-47A4-BBC8-F3D26F0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8725925"/>
            <a:ext cx="108768" cy="168815"/>
          </a:xfrm>
          <a:custGeom xmlns:a="http://schemas.openxmlformats.org/drawingml/2006/main">
            <a:pathLst>
              <a:path w="108768" h="168815">
                <a:moveTo>
                  <a:pt x="108768" y="0"/>
                </a:moveTo>
                <a:lnTo>
                  <a:pt x="0" y="0"/>
                </a:lnTo>
                <a:lnTo>
                  <a:pt x="0" y="168815"/>
                </a:lnTo>
                <a:lnTo>
                  <a:pt x="108768" y="168815"/>
                </a:lnTo>
                <a:lnTo>
                  <a:pt x="108768" y="0"/>
                </a:lnTo>
                <a:close/>
              </a:path>
            </a:pathLst>
          </a:custGeom>
          <a:solidFill xmlns:a="http://schemas.openxmlformats.org/drawingml/2006/main">
            <a:srgbClr val="D2DA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C408B-3A59-4D4C-9E73-0379D99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8388294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EDBD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9FB31-940B-4F15-B714-C8C20C11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8050663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BDCD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BD318-0B2D-4AEE-A2D5-0F5910EB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7713032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ADCD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0E5C2-2E27-4C7B-B5F5-F51A4502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7375400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DDCD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BE025-7E4C-4CE5-83A0-BBD8BE5F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7037769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DDCD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117BB-846C-4BA5-B8F5-B1D1E25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6700138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DCFC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42B9B-EC93-4677-8E79-AEA48EFA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6362507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1DAD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439F0-C7D0-429E-B9AD-1039B3E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6024876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959A6-6D19-473C-B5EC-2625FEF3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5687245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CDD9E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88CB3-3DAA-4C09-8F42-7BA3FD26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5349614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B8CFF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6B8FD-F5FC-40B9-81D4-F73E8F57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5180798"/>
            <a:ext cx="108768" cy="168816"/>
          </a:xfrm>
          <a:custGeom xmlns:a="http://schemas.openxmlformats.org/drawingml/2006/main">
            <a:pathLst>
              <a:path w="108768" h="168816">
                <a:moveTo>
                  <a:pt x="108768" y="168816"/>
                </a:moveTo>
                <a:lnTo>
                  <a:pt x="108768" y="0"/>
                </a:lnTo>
                <a:lnTo>
                  <a:pt x="0" y="0"/>
                </a:lnTo>
                <a:lnTo>
                  <a:pt x="0" y="168816"/>
                </a:lnTo>
                <a:lnTo>
                  <a:pt x="108768" y="168816"/>
                </a:lnTo>
                <a:close/>
              </a:path>
            </a:pathLst>
          </a:custGeom>
          <a:solidFill xmlns:a="http://schemas.openxmlformats.org/drawingml/2006/main">
            <a:srgbClr val="C7D6F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4F6EE-9A21-486A-9AA3-FEB339DA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C8D7E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EEF49-F7DE-40A8-80F5-2D8F3BE6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DCD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774A6-4313-4AA9-82D1-2BCDB934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DCD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E6E20-736B-4404-A726-85E4389E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BE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92574-5151-4EC2-BF0C-F5F630B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D9D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E31B3-7E9A-411F-9ED4-CC980A3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CD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11AA0-1F42-4FD8-A4DB-4B4DFC90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CBB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F1EA9-48F0-482A-9CD3-5E3D6D7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AAC3A-F3BC-499F-AFC9-30B8E15B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57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D4323-FF68-4C53-BF61-5C085E6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DAE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AF49F-F705-4FC7-9939-DF713947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DF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9A3E5-F9F8-49C3-B1E8-CC8BCE3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2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D6DBE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F4702-9376-45B3-9379-A0ED058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CAD8E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5C7B9-32EC-4177-A799-D623D099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BE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6927E-70BC-4D02-9D9E-16464A4B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DCD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B314F-400A-442E-A621-C27ED424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B6DEF-3829-4E6D-B0FE-F40D0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DAD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24AA9-6646-4188-BABB-F14395DB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D9E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E1228-B930-490C-A965-A7C0EE4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604B6-3D4C-4BE3-8E3F-FA103D94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E7325-AFFA-4B28-A9DF-F6DA91B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857DF-C4DC-4974-BD79-FC56BD7D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45BE2-90C6-468F-B046-B5667CD4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D5F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FF540-26BA-4D8E-927E-5C67A7DC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7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3D9D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E6E05-A73D-4667-A52C-62D8B9F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3D9D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19F6A-53B9-4457-BF4D-FEC22B4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DBE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05A53-0ED2-473F-8C10-C3B8864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CD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0A426-7D5B-4BCE-8BD9-06E2363C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D8E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3CA90-C74F-4CC0-805D-AE4331C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BE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62BA9-8857-44D9-877C-A2131B80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8D7E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B4F62-6BDE-4EDB-B169-0830D012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DBD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2911B-AE0F-4383-B38A-960D029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D9E00-C3C8-4B21-A24A-721B83E0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CBB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EEB56-7AE8-43CE-B63B-14A7F75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D3C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00F28-766F-49F5-A00F-60FA5512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DBE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775CE-BBEE-4CA4-8694-37DAE70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33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BD3C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74CA5-4B7B-49D4-8518-F6DE69D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DCFC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08C09-5FD7-48B7-BA2E-D031E81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DCD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F18CE-AC94-4097-B034-0138E50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DBD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504E5-16D9-42D0-936A-B6DAC10A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DAE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BA2C3-53C6-4C0C-8A30-2D1B722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CD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E6A0F-5C35-451E-9EA1-DCA57F8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DCD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E3B42-C799-41EE-AE73-08B71D34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D7C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2D619-586E-4D10-A80D-46C3E18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547F7-745A-451E-953B-B0AABDF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CE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D0B79-429E-491B-AC64-44A76A8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5C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85399-E28D-46B7-813D-D753F58D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D8D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B0A9F-57F5-492F-9BB5-8B093EF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68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FCEB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FC1C4-DD24-4EC7-91F7-0603643F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1CAB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57852-16EC-478B-B2D3-2A030860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DBD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50D59-8A47-4587-8F39-626877C2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9477A-7C71-47FB-90A0-33DDD09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2C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1D70B-007C-4481-B12A-A057A54E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6B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9D4F3-7D6A-43CE-976C-520644DB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9C47A-B22D-4AE0-8475-D9E446CF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C9B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FE5EC-3709-45D7-A83E-60D961F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D0C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9DAD8-2A98-48F1-A2C9-2FF2874A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D9D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20413-0910-4561-8D31-E8EF1E01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5C687-9684-4B7B-ADC2-4131F67E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CCB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C3CD1-7C8B-4F6A-ABD8-3EA80CC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04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27607-088E-4B35-8D6F-4222B4E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E7C3B-23F0-4880-B824-0F359CF8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CFC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084D9-FA5D-40D2-A414-FF756DC1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775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26075-4616-432E-A5CA-999654CD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CA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F978A-2174-46DA-AFB4-A79E2E53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C9B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97E7C-9C62-4FB9-9E82-E2DDC27A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E7890-5350-4FD8-98F4-F0D80C4B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75F71-57B9-43EA-8159-F8E4D74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C5EA4-6D30-4F1E-8B76-9F94236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413A1-5BE7-4087-8192-96A4F096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2C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1804A-F1D2-4BBD-A622-04A3CB3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94420-BA9A-460C-A54C-E4D1B175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9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CDD9E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A3CBC-0DA4-48BE-B0ED-110139DF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BBA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85744-ECF3-4923-AC78-22290D9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C7B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BD8A3-A8A0-4DD7-9329-CB785C2C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84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DBEE5-41CF-4F3C-859C-DD48715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5A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52442-0BB9-42B2-AD9F-81D7DC9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D0C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42A83-07C5-4217-8B73-04918783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19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9C3F0-B67D-4F22-8383-A0449032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6B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9527A-5891-445B-9FED-0AA2B2C7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11953-2A61-48C7-AE0F-D5C14C30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D8D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9D8E5-07D1-40F5-8E1D-3463CA16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D8F60-78FB-41CC-A41F-3406CA5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DAE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20BEB-C8AB-4BCE-9F98-5B2336E8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75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DD2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92820-9B16-423D-B2CA-018A612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ECFB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30D6D-EFD6-4516-959D-CB63FC74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F695D-FFF4-4160-9690-7F1F3A68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1DF0A-9E36-4008-B0C1-B8DEDC37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5C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E1CD7-EBC5-43B4-8EDD-0AA1A34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D7C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92DBF-FEDB-4E3D-8021-DBF1848B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7B4E1-3879-40CE-ACA9-5F6E9B3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CDB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86E65-C230-4DFA-9EF3-DF0E4334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C7B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C60DD-CDCC-4C7C-9B00-80A8916B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D3C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5AB02-E014-4F16-8464-C0CEE7CF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DBD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A95AC-DC6B-4AE2-B970-09D101B1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3D5F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2091A-D482-40B8-9343-5F32EB15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11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ACC8F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E717D-7285-4BDB-B6EC-74BC6352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71036-A61B-4CB9-BD78-58A390A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84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37834-1F55-46B0-8D43-62822B3A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57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C0AA7-F6C0-4FA7-AF9F-4E68420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E1179-C34A-4D4B-9E02-6B216AD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D9D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4485D-4189-40FE-AA93-A8A152D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BA234-C91A-4A00-B27E-BD7E3671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CBB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EABD9-838C-4979-9593-2E433FA6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7671D-FC0D-47F7-A906-1EDF0136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D3C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8260F-3234-475E-A73E-87A58A87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7D6F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1B2AB-6E7B-4781-A7BD-ABFE535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CFF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15EA6-4EBD-49DE-B51E-86B1979F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46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A7C4F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4797F-56DE-45E6-B4AD-AA1BCBC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F6BDE-00DB-4356-81CC-E72DB97A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725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CF84C-9A38-44D4-8463-24FFDF9C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806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C97D5-9C82-4A20-A68B-4F90839F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9E7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D21A2-D7BA-4875-8240-53989CB4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2D5DF-06EF-4C5D-BE6B-B9B2D5C3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CBB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2C231-1165-4591-8EB5-7665B14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C9CEC-8BE7-426A-BD7B-3FC8855A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DBD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FC5C5-8213-4EF1-BA10-58A20A2D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DC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F4DCB-75FF-441D-A5F6-A476A0A8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D4F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BC7B7-2687-4B8E-A708-5530825B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CA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14FB7-F284-42A1-B447-13799C1A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82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A3C1F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DFD60-54B9-40A5-B4AE-2059CEC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7755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0CF17-3DF5-4FB9-8C51-E2F3F50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775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CF261-C658-495A-BD23-26EA40F8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806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2FD83-568D-45C2-9D78-7487B8EC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AAD57-FFA2-4AB2-AA16-0AD63F48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CFB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BADCC-9169-4C2F-86AE-94590E08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D9D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0326F-A202-4C29-BE9E-55730FC6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BE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C2823-69AC-4E59-959A-93E3BD5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D9E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E8712-5481-4AF8-8F78-3B5E1581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CE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A6C3E-0F56-4B46-859F-4ACFFF5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CD1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1FEDD-3DD3-4FB3-BBDD-401FF713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0CB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5D0AB-0722-44A4-816D-809AFBC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17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ABC7F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01C0B-B41B-41CF-BA57-00920A27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08D6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4728A-DC2B-4A36-AE3C-72ACFDE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7F6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8AAAE-0273-4DC7-A1E3-4A9EB4D2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846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11E61-C427-4C0D-B9C4-212CC1F5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A399F-7760-46C3-91B4-6533882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CBB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FD597-9AEE-468C-B9A7-0C2BF9B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DC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1D86B-36A4-4F72-8BB2-6581E315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D9E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005F7-E8C7-44F2-AE41-8D66814A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D8E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75E06-4A02-4699-8F34-ED927E7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BCFC3-EE33-4A80-8835-EF376E7E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D4F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B1EBF-6AE4-4405-9748-B06E5C05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D0F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34307-DDDA-4E1D-B990-C2B548C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553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7CF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3E5B3-AF53-43A9-9FC2-7D2630B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C826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961B7-2903-464B-BD5E-12B3C257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8D6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CF9B3-4892-478A-91A6-000871CB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B7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25E06-6089-4E3A-B6A3-56F090BF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0A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D214E-F7EF-4A69-975C-383BE5E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CDB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1AE96-C3D8-4124-A203-D4718DD5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DCD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7FE09-99BE-441B-ACD6-214EF3F6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DA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5EFDF-7556-47BA-A64B-31C7737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8D7E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D280C-226B-4856-A724-6B4DE4ED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D9E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CADE3-62FD-46DF-A707-428B703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2D4F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8710C-3567-4175-A0FA-9D00194B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CF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E2B9D-9C90-4491-A78F-8F29A4F5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88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BD1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44806-8ABA-4082-B414-49356A90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B7F6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4169E-8DC5-41FA-A43A-A3D4E02C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9E7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E527A-8F1A-4FF1-97C8-E1CF9C85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6D453-8F2B-4D51-8708-D833AA30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C8B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23C63-4931-45EA-9883-99D73693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D3C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1D668-369E-42A5-B6FF-DAB3E17B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DAD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DA746-AED6-483C-BDEA-D73E89D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DC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549DD-E803-412D-B348-97B9C80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7D6F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AE4D9-87FA-4A34-B468-1D4EDCC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3D5F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E9D03-E274-428E-909E-AA81B3A3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CFF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63AC0-0343-4497-860D-2415241E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CB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A8379-CCF9-45F6-9537-7F185C84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624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7CF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51453-5937-45C7-99FE-BECDA47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9795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1B8F5-AC21-4C6E-A376-9AC338B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A7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BD337-D4DA-4CC7-BB2E-D8C97D8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E9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82487-6151-4991-99F0-DE983616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4A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414E4-506A-4147-88D6-1FEFE54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D7C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0402C-14EC-4CF2-9048-5350F92D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0809D-A78B-4DE1-9076-AF354CD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DCD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579CA-BF73-4D75-8F7D-1F836CE7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2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26DC5-5C49-4397-9EBE-4BDEAFB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CF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28158-52F2-46A2-B75E-872B6F6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7C4F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7C54C-C9CB-4C61-8FC0-3B02B43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CCF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2E35B-66F6-4125-B72B-5CF8EDF3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59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9D0F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2203D-7F7A-4E0B-AED5-2C8FF4F5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6D8F5-709E-400B-8584-CB54E6F2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4ED3A-2AB6-47B3-A742-9B54CDA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E9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73014-034D-4450-B014-9B2D987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3A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4F765-EB3A-49A0-9B37-64D144CD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D7C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6F2D4-5A7A-41EF-B0E8-E10FD259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ED55B-115B-4B76-84D2-ECF9EBC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BE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978E5-F3A2-4B19-BE77-E93AD25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CE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8B2C0-CC18-421C-8824-934D073E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EC9F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23C35-1DF2-4F52-A817-918C78CF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3C1F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66F86-6EA1-40FB-817F-3D221153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2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21C06-A544-4C98-B428-2A9453E8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C8D7E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8EE00-98D6-492C-AD02-40D02D9F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CD2C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378A5-955C-42A1-A54C-A72B6DD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185D6-2030-4713-BC4B-0B8E667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6DC4A-81E4-403C-99C1-E016311A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6B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742D5-5FCC-4D8D-AD74-FFF4A995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12CDD-B533-4B64-BB27-E540AA3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D8D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A2A8C-0B06-444F-8DFB-4366E1A5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20DBA-43FD-46DE-8BC9-DEC19F2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2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0C69B-BB18-4FB7-88D9-FA97B93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CB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ABF6B-88ED-46C1-8F00-421C73F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C8F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212C2-EC56-4E76-92BB-A139BDD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7D6F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F5B20-4A42-4D8B-9A91-F17229F6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30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4BADA-DBEE-470B-9092-7843AAE7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ECD1C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C0309-85CA-461A-964E-51168E52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4F138-537C-4511-8562-928A56B5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2A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F6C78-6B0B-465F-A6EF-4D8AAA2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87A4D-A2DC-49D3-B5DC-F2102EA8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CFB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5DD6A-F604-415D-9A67-A20B3ED2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DBD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ACA22-6418-4404-8F45-83AB999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DB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7846A-7372-49A0-9658-21A97511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ED3F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9311A-7DC3-4A69-9DD4-D4B90FF1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CF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D299E-A2B2-4045-9DA8-A9C51AEA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0CB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1235A-4FD1-499D-AC46-C3F0F938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2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7FD0A-3A9C-4931-952B-C11EB26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766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CAD8E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780B9-9E0F-4A23-B5A6-FB33D319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49A7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E8DB6-9BB8-4725-B671-C84B61F5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4A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1FBE2-2AB0-4D74-9E3C-7C474D45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0A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0D03A-9A65-4764-A9FB-DCED2DD3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C4414-9DE0-4529-AF7F-C7DF2AF6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5A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0EA7A-FA77-4963-A722-61B99684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CFC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EC1D2-EADF-47B3-9E69-98F4EAC4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D7C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C65BC-BE89-4B5E-A651-1836327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2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115CE-2142-4730-841C-68505C83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CA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7A10B-CC32-4BDC-8BB4-033E160E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7CF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550A0-FAF8-4AD7-80E6-B5CFF746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2D4F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066DD-4074-446A-926A-35F3DB89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302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CD1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F175F-BC33-4F18-A557-FB66EE96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4C2A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30B82-644F-4FDF-B07F-1D7F929A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D8D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A24B7-866F-4053-8E9D-8D6962D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233D6-ADF7-4A13-BC8B-4C2604B9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AE9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FF9AF-1A09-4F89-9FB3-E965048E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E641F-CB29-4AE2-845C-ED93EC5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466EA-5689-469E-AA5A-F363E11E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589BE-36C8-4E24-8B6D-521E1C6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D9E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E93F7-08E6-41F2-AB7E-5E0175B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2D4F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79571-86C2-435D-9EDE-278350AF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BD1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0651F-CEEA-4D39-9C0A-6EF0777F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D8E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0AE58-E029-4B8A-9542-EC8FDE9F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37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0FF53-0388-4CE7-9DB8-1CA6FFC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82A35-8074-4856-9464-0E1EBE20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D6C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9848E-824B-4B38-8837-042E77EC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29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D8C1F-816C-4EFD-9A96-FE43404D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AB4D4-5F9F-477A-A24C-5E7771F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A9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CA2B2-6E5C-4DB4-A05A-E54F6194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69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232BE-2DF5-4E60-9F7B-2CA7CDE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99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DA1C1-D3D9-44F3-A9A2-C023727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D4C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CA04B-44CD-4329-9600-2224372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D9E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9E97F-26A8-4E55-94AF-09BF944D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CD1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03556-A3C0-42F2-BED1-0C6A417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D9E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65968-DCB2-445A-B06E-53A55AD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73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2B3E0-24F5-48B2-87E3-DB8EE13C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51007-BFB1-4F10-B214-628C5EB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CCB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65D2D-09F5-4472-B846-4BE6533B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48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15028-9C6C-4ED1-A67F-611988E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6E5FA-D917-4E4C-83B1-8727D828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0A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5C7A8-A8EE-4930-8E4C-3FDA213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A6352-ED60-4830-A2DA-2D98CF1E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2A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411E4-DF84-4815-9E93-66C4B264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CEB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FBF27-72F8-4AAE-841D-5C904C41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DA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DE853-C10D-4151-9CCE-DC3302AB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CD1F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5D0A4-119F-4722-AF33-90138624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D5F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54C93-CE0A-4ACF-A584-9722ABA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908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D2DA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87FE5-2217-4CB8-A4C2-91BEF3A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3957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85AAF-F2B4-4C5D-87F8-FC33F953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CDB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C8E1E-B129-4824-A251-1DE20EFC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BC925-E6F1-482F-BF3E-EADA404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78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623C3-EF0A-450C-915A-04E0D81B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AE814-07EC-4529-ADC6-9972241C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6B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BF4A2-C9CD-45D3-9FC5-3527477E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CDB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13B84-0E64-4182-AB85-F68F9AD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D0C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399ED-E606-470F-88F6-44B7B88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DA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C9137-DB38-44A6-8A7F-F7443DD1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D9E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72F95-410C-4E69-83C2-ACF5436F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AE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15506-7D33-41BE-9AE5-8083860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44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7D6C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B5CB1-837E-4D7A-9E79-3B62393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5A08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1A4B1-E40B-4E26-B8A1-DE2FF7D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C1A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42571-7C21-4DCB-BB54-865B7F8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0CCF2-1C46-472E-B759-376251EE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64F33-1CF3-4F0D-A8BD-EC5FD46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A18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4FB21-AB0E-44A1-9023-67403197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FA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E08FA-373E-4AEA-9ACD-8AA6E70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C5A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28F6E-DE18-476D-8E61-E3896709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CCB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7F421-8B22-4B50-8655-A2B3BC7C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DB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BA7DF-12B0-401C-9581-01D70FA9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BE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B5F72-B2F2-42EC-97D7-5EA63440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BE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62ED3-9791-4513-8D50-E1D4D79B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979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E2D9D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8180D-859D-45B2-819B-E8F0433A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3957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68BCA-4645-49BC-B1AA-41195A0D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39BAE-849A-4351-8956-39598FD7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81964-7766-445C-B270-3BD08A9C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9375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94F93-2CD4-435C-A053-F7490A8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67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161EF-677C-4A71-9DB0-D7B6EEB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159AF-9EC9-4456-B78E-C807AD4F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59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5BBC8-9EDE-4FD9-A395-90AC5FD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DA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E4BD1-4761-47B3-88A0-1857C60E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CD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2565F-C3C0-49D4-B77B-A1B2F005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BE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F880E-7762-4378-A744-5DE2DBD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D8E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4CF5E-171A-4DDB-B96B-F4D6984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15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C8D7E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86FE0-5C09-4095-99E9-BAE3ACA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8725925"/>
            <a:ext cx="217536" cy="168815"/>
          </a:xfrm>
          <a:custGeom xmlns:a="http://schemas.openxmlformats.org/drawingml/2006/main">
            <a:pathLst>
              <a:path w="217536" h="168815">
                <a:moveTo>
                  <a:pt x="217536" y="0"/>
                </a:moveTo>
                <a:lnTo>
                  <a:pt x="0" y="0"/>
                </a:lnTo>
                <a:lnTo>
                  <a:pt x="0" y="168815"/>
                </a:lnTo>
                <a:lnTo>
                  <a:pt x="217536" y="168815"/>
                </a:lnTo>
                <a:lnTo>
                  <a:pt x="217536" y="0"/>
                </a:lnTo>
                <a:close/>
              </a:path>
            </a:pathLst>
          </a:custGeom>
          <a:solidFill xmlns:a="http://schemas.openxmlformats.org/drawingml/2006/main">
            <a:srgbClr val="F6A38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B44D5-E134-4D23-8B7F-E432A35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838829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57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26A98-A67E-431A-A37C-5A1C250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8050663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D7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334F1-D195-443B-BC01-73899249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7713032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896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DFA6F-7D88-4FDA-A4BD-5F695FD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7375400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917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E6913-85ED-4615-AA87-D876FD36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7037769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B09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F9456-2A91-46F7-B832-854F0E6A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6700138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AB8D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5790D-8B3A-4679-84C6-7FE7DBA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6362507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B79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51092-DDB2-4003-A712-6CC3884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6024876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D4C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F6F14-E85A-40C9-A70E-E4E2F9AD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5687245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BE4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F04A1-EAFC-4F55-81FD-48CF569D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5349614"/>
            <a:ext cx="217536" cy="337631"/>
          </a:xfrm>
          <a:custGeom xmlns:a="http://schemas.openxmlformats.org/drawingml/2006/main">
            <a:pathLst>
              <a:path w="217536" h="337631">
                <a:moveTo>
                  <a:pt x="0" y="0"/>
                </a:moveTo>
                <a:lnTo>
                  <a:pt x="217536" y="0"/>
                </a:lnTo>
                <a:lnTo>
                  <a:pt x="217536" y="337631"/>
                </a:lnTo>
                <a:lnTo>
                  <a:pt x="0" y="337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CEF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C0A51-48A7-4575-BD79-3531F942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50" y="5180798"/>
            <a:ext cx="217536" cy="168816"/>
          </a:xfrm>
          <a:custGeom xmlns:a="http://schemas.openxmlformats.org/drawingml/2006/main">
            <a:pathLst>
              <a:path w="217536" h="168816">
                <a:moveTo>
                  <a:pt x="217536" y="168816"/>
                </a:moveTo>
                <a:lnTo>
                  <a:pt x="217536" y="0"/>
                </a:lnTo>
                <a:lnTo>
                  <a:pt x="0" y="0"/>
                </a:lnTo>
                <a:lnTo>
                  <a:pt x="0" y="168816"/>
                </a:lnTo>
                <a:lnTo>
                  <a:pt x="217536" y="168816"/>
                </a:lnTo>
                <a:close/>
              </a:path>
            </a:pathLst>
          </a:custGeom>
          <a:solidFill xmlns:a="http://schemas.openxmlformats.org/drawingml/2006/main">
            <a:srgbClr val="B2CB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492E4-A57C-4CEC-BC40-EA4D99D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8725925"/>
            <a:ext cx="108768" cy="168815"/>
          </a:xfrm>
          <a:custGeom xmlns:a="http://schemas.openxmlformats.org/drawingml/2006/main">
            <a:pathLst>
              <a:path w="108768" h="168815">
                <a:moveTo>
                  <a:pt x="0" y="0"/>
                </a:moveTo>
                <a:lnTo>
                  <a:pt x="0" y="168815"/>
                </a:lnTo>
                <a:lnTo>
                  <a:pt x="108768" y="168815"/>
                </a:lnTo>
                <a:lnTo>
                  <a:pt x="10876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9D7E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222A5-00F5-4FA6-8239-01A93CD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8388294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E8669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91CE2-E927-4C6F-A19B-4757C8D6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8050663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B7F6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1C0BF-0DC6-46DD-B41E-44CC2D8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7713032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E6745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0BF67-0BE8-42C6-934A-8BB02339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7375400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3967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35B9D-AC91-44BE-B634-C50E1D2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7037769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3967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82C29-1022-46C8-A785-0E58EE7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6700138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6A98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C74EA-D64E-45A1-9D03-26D1C5C3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6362507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7B39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D16E4-87EE-42DB-82EC-5DD991D3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6024876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F1CAB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8FF0B-11B1-4A86-A81B-8D70BE69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5687245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D2DA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F27A9-75A6-4111-A5FD-C28EF134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5349614"/>
            <a:ext cx="108768" cy="337631"/>
          </a:xfrm>
          <a:custGeom xmlns:a="http://schemas.openxmlformats.org/drawingml/2006/main">
            <a:pathLst>
              <a:path w="108768" h="337631">
                <a:moveTo>
                  <a:pt x="108768" y="337631"/>
                </a:moveTo>
                <a:lnTo>
                  <a:pt x="108768" y="0"/>
                </a:lnTo>
                <a:lnTo>
                  <a:pt x="0" y="0"/>
                </a:lnTo>
                <a:lnTo>
                  <a:pt x="0" y="337631"/>
                </a:lnTo>
                <a:lnTo>
                  <a:pt x="108768" y="337631"/>
                </a:lnTo>
                <a:close/>
              </a:path>
            </a:pathLst>
          </a:custGeom>
          <a:solidFill xmlns:a="http://schemas.openxmlformats.org/drawingml/2006/main">
            <a:srgbClr val="B4CDF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25023-F87A-46E0-AEC6-6FEBEF9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86" y="5180798"/>
            <a:ext cx="108768" cy="168816"/>
          </a:xfrm>
          <a:custGeom xmlns:a="http://schemas.openxmlformats.org/drawingml/2006/main">
            <a:pathLst>
              <a:path w="108768" h="168816">
                <a:moveTo>
                  <a:pt x="108768" y="168816"/>
                </a:moveTo>
                <a:lnTo>
                  <a:pt x="108768" y="0"/>
                </a:lnTo>
                <a:lnTo>
                  <a:pt x="0" y="0"/>
                </a:lnTo>
                <a:lnTo>
                  <a:pt x="0" y="168816"/>
                </a:lnTo>
                <a:lnTo>
                  <a:pt x="108768" y="168816"/>
                </a:lnTo>
                <a:close/>
              </a:path>
            </a:pathLst>
          </a:custGeom>
          <a:solidFill xmlns:a="http://schemas.openxmlformats.org/drawingml/2006/main">
            <a:srgbClr val="ABC7F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D02C2-0938-48C3-A5B6-C38D02B6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95" y="5349614"/>
            <a:ext cx="1740284" cy="2701049"/>
          </a:xfrm>
          <a:custGeom xmlns:a="http://schemas.openxmlformats.org/drawingml/2006/main">
            <a:pathLst>
              <a:path w="1740284" h="2701049" fill="none">
                <a:moveTo>
                  <a:pt x="0" y="0"/>
                </a:moveTo>
                <a:lnTo>
                  <a:pt x="1740284" y="0"/>
                </a:lnTo>
                <a:lnTo>
                  <a:pt x="1740284" y="2701049"/>
                </a:lnTo>
                <a:lnTo>
                  <a:pt x="0" y="27010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74" cap="flat">
            <a:solidFill>
              <a:srgbClr val="555555"/>
            </a:solidFill>
            <a:custDash>
              <a:ds d="161690" sp="161690"/>
            </a:custDash>
            <a:miter/>
          </a:ln>
        </p:spPr>
      </p:sp>
      <p:sp>
        <p:nvSpPr>
          <p:cNvPr id="80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58CAA3C-C91D-41DB-9EA9-E7E5D66E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4" y="5180798"/>
            <a:ext cx="5873460" cy="3713942"/>
          </a:xfrm>
          <a:custGeom xmlns:a="http://schemas.openxmlformats.org/drawingml/2006/main">
            <a:pathLst>
              <a:path w="5873460" h="3713942">
                <a:moveTo>
                  <a:pt x="0" y="3713942"/>
                </a:moveTo>
                <a:lnTo>
                  <a:pt x="0" y="0"/>
                </a:lnTo>
                <a:lnTo>
                  <a:pt x="5873460" y="0"/>
                </a:lnTo>
                <a:lnTo>
                  <a:pt x="5873460" y="3713942"/>
                </a:lnTo>
                <a:lnTo>
                  <a:pt x="0" y="3713942"/>
                </a:lnTo>
                <a:close/>
                <a:moveTo>
                  <a:pt x="5867873" y="5587"/>
                </a:moveTo>
                <a:lnTo>
                  <a:pt x="5587" y="5587"/>
                </a:lnTo>
                <a:lnTo>
                  <a:pt x="5587" y="3708356"/>
                </a:lnTo>
                <a:lnTo>
                  <a:pt x="5867873" y="3708356"/>
                </a:lnTo>
                <a:lnTo>
                  <a:pt x="5867873" y="5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Text (b)Perturbedprediction">
            <a:extLst xmlns:a="http://schemas.openxmlformats.org/drawingml/2006/main">
              <a:ext uri="{FF2B5EF4-FFF2-40B4-BE49-F238E27FC236}">
                <a16:creationId xmlns:a16="http://schemas.microsoft.com/office/drawing/2014/main" id="{13A284DF-622C-41B5-B330-C9055CE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831" y="9100814"/>
            <a:ext cx="2243974" cy="217379"/>
          </a:xfrm>
          <a:custGeom xmlns:a="http://schemas.openxmlformats.org/drawingml/2006/main">
            <a:pathLst>
              <a:path w="2243974" h="21737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83126" y="135019"/>
                </a:moveTo>
                <a:cubicBezTo>
                  <a:pt x="83126" y="153927"/>
                  <a:pt x="82671" y="156662"/>
                  <a:pt x="81761" y="165315"/>
                </a:cubicBezTo>
                <a:cubicBezTo>
                  <a:pt x="84492" y="166226"/>
                  <a:pt x="86998" y="166910"/>
                  <a:pt x="89503" y="166910"/>
                </a:cubicBezTo>
                <a:cubicBezTo>
                  <a:pt x="92464" y="164405"/>
                  <a:pt x="94744" y="161218"/>
                  <a:pt x="96790" y="157117"/>
                </a:cubicBezTo>
                <a:cubicBezTo>
                  <a:pt x="105673" y="163949"/>
                  <a:pt x="119566" y="166226"/>
                  <a:pt x="130044" y="166226"/>
                </a:cubicBezTo>
                <a:cubicBezTo>
                  <a:pt x="155322" y="166226"/>
                  <a:pt x="181969" y="141170"/>
                  <a:pt x="181969" y="108594"/>
                </a:cubicBezTo>
                <a:cubicBezTo>
                  <a:pt x="181969" y="95608"/>
                  <a:pt x="176958" y="82850"/>
                  <a:pt x="169671" y="74423"/>
                </a:cubicBezTo>
                <a:cubicBezTo>
                  <a:pt x="161473" y="65086"/>
                  <a:pt x="150540" y="62806"/>
                  <a:pt x="138468" y="62806"/>
                </a:cubicBezTo>
                <a:cubicBezTo>
                  <a:pt x="131410" y="62806"/>
                  <a:pt x="119337" y="70778"/>
                  <a:pt x="112734" y="75563"/>
                </a:cubicBezTo>
                <a:lnTo>
                  <a:pt x="112734" y="31106"/>
                </a:lnTo>
                <a:cubicBezTo>
                  <a:pt x="112734" y="16281"/>
                  <a:pt x="113415" y="7899"/>
                  <a:pt x="113415" y="7899"/>
                </a:cubicBezTo>
                <a:cubicBezTo>
                  <a:pt x="113415" y="5880"/>
                  <a:pt x="111824" y="4980"/>
                  <a:pt x="109774" y="4980"/>
                </a:cubicBezTo>
                <a:cubicBezTo>
                  <a:pt x="101346" y="7673"/>
                  <a:pt x="83126" y="10144"/>
                  <a:pt x="66957" y="10815"/>
                </a:cubicBezTo>
                <a:cubicBezTo>
                  <a:pt x="66275" y="13550"/>
                  <a:pt x="66501" y="16055"/>
                  <a:pt x="67641" y="18102"/>
                </a:cubicBezTo>
                <a:cubicBezTo>
                  <a:pt x="81986" y="19245"/>
                  <a:pt x="83126" y="19471"/>
                  <a:pt x="83126" y="35210"/>
                </a:cubicBezTo>
                <a:lnTo>
                  <a:pt x="83126" y="135019"/>
                </a:lnTo>
                <a:moveTo>
                  <a:pt x="112734" y="84671"/>
                </a:moveTo>
                <a:cubicBezTo>
                  <a:pt x="120251" y="79660"/>
                  <a:pt x="125259" y="78979"/>
                  <a:pt x="130499" y="78979"/>
                </a:cubicBezTo>
                <a:cubicBezTo>
                  <a:pt x="141658" y="78979"/>
                  <a:pt x="150085" y="89231"/>
                  <a:pt x="150085" y="111555"/>
                </a:cubicBezTo>
                <a:cubicBezTo>
                  <a:pt x="150085" y="130237"/>
                  <a:pt x="146895" y="156662"/>
                  <a:pt x="128904" y="156662"/>
                </a:cubicBezTo>
                <a:cubicBezTo>
                  <a:pt x="122298" y="156662"/>
                  <a:pt x="117061" y="153927"/>
                  <a:pt x="112734" y="148690"/>
                </a:cubicBezTo>
                <a:lnTo>
                  <a:pt x="112734" y="84671"/>
                </a:lnTo>
                <a:close/>
                <a:moveTo>
                  <a:pt x="253253" y="106797"/>
                </a:moveTo>
                <a:cubicBezTo>
                  <a:pt x="253253" y="96549"/>
                  <a:pt x="252113" y="45305"/>
                  <a:pt x="200417" y="667"/>
                </a:cubicBezTo>
                <a:lnTo>
                  <a:pt x="193585" y="7955"/>
                </a:lnTo>
                <a:cubicBezTo>
                  <a:pt x="200872" y="16156"/>
                  <a:pt x="227061" y="46674"/>
                  <a:pt x="227061" y="106797"/>
                </a:cubicBezTo>
                <a:cubicBezTo>
                  <a:pt x="227061" y="166924"/>
                  <a:pt x="200417" y="197443"/>
                  <a:pt x="193585" y="205411"/>
                </a:cubicBezTo>
                <a:lnTo>
                  <a:pt x="199962" y="213154"/>
                </a:lnTo>
                <a:cubicBezTo>
                  <a:pt x="229796" y="187420"/>
                  <a:pt x="253253" y="148249"/>
                  <a:pt x="253253" y="106797"/>
                </a:cubicBezTo>
                <a:close/>
                <a:moveTo>
                  <a:pt x="361428" y="37761"/>
                </a:moveTo>
                <a:cubicBezTo>
                  <a:pt x="361428" y="31151"/>
                  <a:pt x="364844" y="23179"/>
                  <a:pt x="381240" y="23179"/>
                </a:cubicBezTo>
                <a:cubicBezTo>
                  <a:pt x="396955" y="23179"/>
                  <a:pt x="412669" y="28420"/>
                  <a:pt x="412669" y="57353"/>
                </a:cubicBezTo>
                <a:cubicBezTo>
                  <a:pt x="412669" y="81961"/>
                  <a:pt x="400829" y="91983"/>
                  <a:pt x="378738" y="91983"/>
                </a:cubicBezTo>
                <a:cubicBezTo>
                  <a:pt x="373042" y="91983"/>
                  <a:pt x="363934" y="91528"/>
                  <a:pt x="361428" y="90843"/>
                </a:cubicBezTo>
                <a:lnTo>
                  <a:pt x="361428" y="37761"/>
                </a:lnTo>
                <a:moveTo>
                  <a:pt x="342069" y="44822"/>
                </a:moveTo>
                <a:lnTo>
                  <a:pt x="342069" y="136194"/>
                </a:lnTo>
                <a:cubicBezTo>
                  <a:pt x="342069" y="155109"/>
                  <a:pt x="338197" y="156248"/>
                  <a:pt x="322257" y="156933"/>
                </a:cubicBezTo>
                <a:cubicBezTo>
                  <a:pt x="320888" y="158299"/>
                  <a:pt x="320888" y="163081"/>
                  <a:pt x="322257" y="164446"/>
                </a:cubicBezTo>
                <a:cubicBezTo>
                  <a:pt x="332505" y="164220"/>
                  <a:pt x="343664" y="163991"/>
                  <a:pt x="351861" y="163991"/>
                </a:cubicBezTo>
                <a:cubicBezTo>
                  <a:pt x="359833" y="163991"/>
                  <a:pt x="373272" y="164220"/>
                  <a:pt x="384660" y="164446"/>
                </a:cubicBezTo>
                <a:cubicBezTo>
                  <a:pt x="386025" y="163081"/>
                  <a:pt x="386025" y="158299"/>
                  <a:pt x="384660" y="156933"/>
                </a:cubicBezTo>
                <a:cubicBezTo>
                  <a:pt x="366895" y="156019"/>
                  <a:pt x="361428" y="155109"/>
                  <a:pt x="361428" y="136194"/>
                </a:cubicBezTo>
                <a:lnTo>
                  <a:pt x="361428" y="97449"/>
                </a:lnTo>
                <a:cubicBezTo>
                  <a:pt x="366440" y="99044"/>
                  <a:pt x="371902" y="99726"/>
                  <a:pt x="379874" y="99726"/>
                </a:cubicBezTo>
                <a:cubicBezTo>
                  <a:pt x="421326" y="99726"/>
                  <a:pt x="433850" y="72620"/>
                  <a:pt x="433850" y="53253"/>
                </a:cubicBezTo>
                <a:cubicBezTo>
                  <a:pt x="433850" y="39811"/>
                  <a:pt x="424968" y="15433"/>
                  <a:pt x="382835" y="15433"/>
                </a:cubicBezTo>
                <a:cubicBezTo>
                  <a:pt x="374182" y="15433"/>
                  <a:pt x="360744" y="17028"/>
                  <a:pt x="351636" y="17028"/>
                </a:cubicBezTo>
                <a:cubicBezTo>
                  <a:pt x="343208" y="17028"/>
                  <a:pt x="331365" y="16802"/>
                  <a:pt x="322257" y="16573"/>
                </a:cubicBezTo>
                <a:cubicBezTo>
                  <a:pt x="320888" y="17939"/>
                  <a:pt x="320888" y="22724"/>
                  <a:pt x="322257" y="24090"/>
                </a:cubicBezTo>
                <a:cubicBezTo>
                  <a:pt x="338197" y="24774"/>
                  <a:pt x="342069" y="25911"/>
                  <a:pt x="342069" y="44822"/>
                </a:cubicBezTo>
                <a:close/>
                <a:moveTo>
                  <a:pt x="469835" y="99767"/>
                </a:moveTo>
                <a:cubicBezTo>
                  <a:pt x="474161" y="74142"/>
                  <a:pt x="490105" y="72102"/>
                  <a:pt x="495572" y="72102"/>
                </a:cubicBezTo>
                <a:cubicBezTo>
                  <a:pt x="504225" y="72102"/>
                  <a:pt x="514473" y="76866"/>
                  <a:pt x="514473" y="95913"/>
                </a:cubicBezTo>
                <a:cubicBezTo>
                  <a:pt x="514473" y="97953"/>
                  <a:pt x="513562" y="99090"/>
                  <a:pt x="511057" y="99090"/>
                </a:cubicBezTo>
                <a:lnTo>
                  <a:pt x="469835" y="99767"/>
                </a:lnTo>
                <a:moveTo>
                  <a:pt x="529503" y="142779"/>
                </a:moveTo>
                <a:cubicBezTo>
                  <a:pt x="521079" y="151428"/>
                  <a:pt x="514473" y="155067"/>
                  <a:pt x="501264" y="155067"/>
                </a:cubicBezTo>
                <a:cubicBezTo>
                  <a:pt x="493066" y="155067"/>
                  <a:pt x="483499" y="150289"/>
                  <a:pt x="476441" y="138685"/>
                </a:cubicBezTo>
                <a:cubicBezTo>
                  <a:pt x="471885" y="131175"/>
                  <a:pt x="469150" y="120708"/>
                  <a:pt x="469150" y="107510"/>
                </a:cubicBezTo>
                <a:lnTo>
                  <a:pt x="529732" y="107965"/>
                </a:lnTo>
                <a:cubicBezTo>
                  <a:pt x="532464" y="107965"/>
                  <a:pt x="534059" y="106599"/>
                  <a:pt x="534059" y="104094"/>
                </a:cubicBezTo>
                <a:cubicBezTo>
                  <a:pt x="534059" y="85029"/>
                  <a:pt x="527227" y="64585"/>
                  <a:pt x="495572" y="64585"/>
                </a:cubicBezTo>
                <a:cubicBezTo>
                  <a:pt x="475757" y="64585"/>
                  <a:pt x="450020" y="83441"/>
                  <a:pt x="450020" y="117977"/>
                </a:cubicBezTo>
                <a:cubicBezTo>
                  <a:pt x="450020" y="130720"/>
                  <a:pt x="453210" y="143008"/>
                  <a:pt x="460727" y="151654"/>
                </a:cubicBezTo>
                <a:cubicBezTo>
                  <a:pt x="468469" y="160763"/>
                  <a:pt x="479173" y="166226"/>
                  <a:pt x="495572" y="166226"/>
                </a:cubicBezTo>
                <a:cubicBezTo>
                  <a:pt x="512878" y="166226"/>
                  <a:pt x="525176" y="158257"/>
                  <a:pt x="534288" y="146421"/>
                </a:cubicBezTo>
                <a:cubicBezTo>
                  <a:pt x="533603" y="144145"/>
                  <a:pt x="532238" y="143008"/>
                  <a:pt x="529503" y="142779"/>
                </a:cubicBezTo>
                <a:close/>
                <a:moveTo>
                  <a:pt x="583480" y="82371"/>
                </a:moveTo>
                <a:cubicBezTo>
                  <a:pt x="583025" y="73256"/>
                  <a:pt x="582795" y="67337"/>
                  <a:pt x="581659" y="65058"/>
                </a:cubicBezTo>
                <a:cubicBezTo>
                  <a:pt x="581200" y="63918"/>
                  <a:pt x="580745" y="63237"/>
                  <a:pt x="578924" y="63237"/>
                </a:cubicBezTo>
                <a:cubicBezTo>
                  <a:pt x="572547" y="65742"/>
                  <a:pt x="566626" y="67793"/>
                  <a:pt x="550911" y="69840"/>
                </a:cubicBezTo>
                <a:cubicBezTo>
                  <a:pt x="550456" y="71209"/>
                  <a:pt x="550911" y="74851"/>
                  <a:pt x="551366" y="76216"/>
                </a:cubicBezTo>
                <a:cubicBezTo>
                  <a:pt x="563665" y="77356"/>
                  <a:pt x="566170" y="78496"/>
                  <a:pt x="566170" y="91719"/>
                </a:cubicBezTo>
                <a:lnTo>
                  <a:pt x="566170" y="136183"/>
                </a:lnTo>
                <a:cubicBezTo>
                  <a:pt x="566170" y="155109"/>
                  <a:pt x="563439" y="156019"/>
                  <a:pt x="549316" y="156933"/>
                </a:cubicBezTo>
                <a:cubicBezTo>
                  <a:pt x="547950" y="158299"/>
                  <a:pt x="547950" y="163081"/>
                  <a:pt x="549316" y="164446"/>
                </a:cubicBezTo>
                <a:cubicBezTo>
                  <a:pt x="557288" y="164220"/>
                  <a:pt x="566170" y="163991"/>
                  <a:pt x="575282" y="163991"/>
                </a:cubicBezTo>
                <a:cubicBezTo>
                  <a:pt x="584391" y="163991"/>
                  <a:pt x="594868" y="164220"/>
                  <a:pt x="602836" y="164446"/>
                </a:cubicBezTo>
                <a:cubicBezTo>
                  <a:pt x="604206" y="163081"/>
                  <a:pt x="604206" y="158299"/>
                  <a:pt x="602836" y="156933"/>
                </a:cubicBezTo>
                <a:cubicBezTo>
                  <a:pt x="586896" y="155793"/>
                  <a:pt x="584161" y="155109"/>
                  <a:pt x="584161" y="136183"/>
                </a:cubicBezTo>
                <a:lnTo>
                  <a:pt x="584161" y="104490"/>
                </a:lnTo>
                <a:cubicBezTo>
                  <a:pt x="584161" y="98561"/>
                  <a:pt x="586896" y="93317"/>
                  <a:pt x="589628" y="89213"/>
                </a:cubicBezTo>
                <a:cubicBezTo>
                  <a:pt x="592133" y="85564"/>
                  <a:pt x="597374" y="78041"/>
                  <a:pt x="600105" y="78041"/>
                </a:cubicBezTo>
                <a:cubicBezTo>
                  <a:pt x="602155" y="78041"/>
                  <a:pt x="604206" y="78496"/>
                  <a:pt x="606027" y="81005"/>
                </a:cubicBezTo>
                <a:cubicBezTo>
                  <a:pt x="607622" y="83285"/>
                  <a:pt x="610353" y="86249"/>
                  <a:pt x="614224" y="86249"/>
                </a:cubicBezTo>
                <a:cubicBezTo>
                  <a:pt x="619691" y="86249"/>
                  <a:pt x="624928" y="80546"/>
                  <a:pt x="624928" y="74851"/>
                </a:cubicBezTo>
                <a:cubicBezTo>
                  <a:pt x="624928" y="70524"/>
                  <a:pt x="620831" y="63918"/>
                  <a:pt x="611264" y="63918"/>
                </a:cubicBezTo>
                <a:cubicBezTo>
                  <a:pt x="600560" y="63918"/>
                  <a:pt x="591223" y="73940"/>
                  <a:pt x="585986" y="82826"/>
                </a:cubicBezTo>
                <a:cubicBezTo>
                  <a:pt x="584620" y="85335"/>
                  <a:pt x="583480" y="83511"/>
                  <a:pt x="583480" y="82371"/>
                </a:cubicBezTo>
                <a:close/>
                <a:moveTo>
                  <a:pt x="637912" y="66364"/>
                </a:moveTo>
                <a:cubicBezTo>
                  <a:pt x="634722" y="66364"/>
                  <a:pt x="633811" y="69099"/>
                  <a:pt x="633811" y="70920"/>
                </a:cubicBezTo>
                <a:lnTo>
                  <a:pt x="633811" y="73881"/>
                </a:lnTo>
                <a:cubicBezTo>
                  <a:pt x="633811" y="75021"/>
                  <a:pt x="634037" y="75247"/>
                  <a:pt x="634951" y="75247"/>
                </a:cubicBezTo>
                <a:lnTo>
                  <a:pt x="648386" y="75247"/>
                </a:lnTo>
                <a:lnTo>
                  <a:pt x="648386" y="143696"/>
                </a:lnTo>
                <a:cubicBezTo>
                  <a:pt x="648386" y="159849"/>
                  <a:pt x="655448" y="166226"/>
                  <a:pt x="665922" y="166226"/>
                </a:cubicBezTo>
                <a:cubicBezTo>
                  <a:pt x="676399" y="166226"/>
                  <a:pt x="687787" y="161218"/>
                  <a:pt x="696669" y="151199"/>
                </a:cubicBezTo>
                <a:cubicBezTo>
                  <a:pt x="696214" y="148926"/>
                  <a:pt x="694848" y="147561"/>
                  <a:pt x="692569" y="147335"/>
                </a:cubicBezTo>
                <a:cubicBezTo>
                  <a:pt x="686647" y="151884"/>
                  <a:pt x="679815" y="153701"/>
                  <a:pt x="673893" y="153701"/>
                </a:cubicBezTo>
                <a:cubicBezTo>
                  <a:pt x="667746" y="153701"/>
                  <a:pt x="666380" y="146880"/>
                  <a:pt x="666380" y="132781"/>
                </a:cubicBezTo>
                <a:lnTo>
                  <a:pt x="666380" y="75247"/>
                </a:lnTo>
                <a:lnTo>
                  <a:pt x="690063" y="75247"/>
                </a:lnTo>
                <a:cubicBezTo>
                  <a:pt x="692343" y="75247"/>
                  <a:pt x="695530" y="74336"/>
                  <a:pt x="695530" y="72286"/>
                </a:cubicBezTo>
                <a:lnTo>
                  <a:pt x="695530" y="67734"/>
                </a:lnTo>
                <a:cubicBezTo>
                  <a:pt x="695530" y="66823"/>
                  <a:pt x="694848" y="66364"/>
                  <a:pt x="693709" y="66364"/>
                </a:cubicBezTo>
                <a:lnTo>
                  <a:pt x="666380" y="66364"/>
                </a:lnTo>
                <a:lnTo>
                  <a:pt x="666380" y="57485"/>
                </a:lnTo>
                <a:cubicBezTo>
                  <a:pt x="666380" y="42681"/>
                  <a:pt x="667291" y="33570"/>
                  <a:pt x="667291" y="33570"/>
                </a:cubicBezTo>
                <a:cubicBezTo>
                  <a:pt x="667291" y="32204"/>
                  <a:pt x="666606" y="31519"/>
                  <a:pt x="665466" y="31519"/>
                </a:cubicBezTo>
                <a:cubicBezTo>
                  <a:pt x="664556" y="31519"/>
                  <a:pt x="662505" y="32433"/>
                  <a:pt x="660459" y="33570"/>
                </a:cubicBezTo>
                <a:cubicBezTo>
                  <a:pt x="657953" y="34939"/>
                  <a:pt x="655673" y="36075"/>
                  <a:pt x="652713" y="36760"/>
                </a:cubicBezTo>
                <a:cubicBezTo>
                  <a:pt x="649981" y="37670"/>
                  <a:pt x="647705" y="38355"/>
                  <a:pt x="647705" y="39947"/>
                </a:cubicBezTo>
                <a:cubicBezTo>
                  <a:pt x="647705" y="42681"/>
                  <a:pt x="648386" y="41086"/>
                  <a:pt x="648386" y="66364"/>
                </a:cubicBezTo>
                <a:lnTo>
                  <a:pt x="637912" y="66364"/>
                </a:lnTo>
                <a:close/>
                <a:moveTo>
                  <a:pt x="749507" y="166226"/>
                </a:moveTo>
                <a:cubicBezTo>
                  <a:pt x="758389" y="166226"/>
                  <a:pt x="769092" y="161673"/>
                  <a:pt x="780251" y="152568"/>
                </a:cubicBezTo>
                <a:cubicBezTo>
                  <a:pt x="781391" y="151658"/>
                  <a:pt x="783441" y="151203"/>
                  <a:pt x="783667" y="152794"/>
                </a:cubicBezTo>
                <a:cubicBezTo>
                  <a:pt x="784352" y="158483"/>
                  <a:pt x="786173" y="166226"/>
                  <a:pt x="786173" y="166226"/>
                </a:cubicBezTo>
                <a:cubicBezTo>
                  <a:pt x="787994" y="166910"/>
                  <a:pt x="789134" y="166684"/>
                  <a:pt x="790499" y="166226"/>
                </a:cubicBezTo>
                <a:cubicBezTo>
                  <a:pt x="795510" y="162128"/>
                  <a:pt x="803482" y="158712"/>
                  <a:pt x="817376" y="157117"/>
                </a:cubicBezTo>
                <a:cubicBezTo>
                  <a:pt x="818742" y="155752"/>
                  <a:pt x="818742" y="152339"/>
                  <a:pt x="817376" y="150977"/>
                </a:cubicBezTo>
                <a:cubicBezTo>
                  <a:pt x="802798" y="149837"/>
                  <a:pt x="800747" y="145517"/>
                  <a:pt x="800747" y="134376"/>
                </a:cubicBezTo>
                <a:lnTo>
                  <a:pt x="800747" y="90718"/>
                </a:lnTo>
                <a:cubicBezTo>
                  <a:pt x="800747" y="83896"/>
                  <a:pt x="801661" y="67289"/>
                  <a:pt x="801661" y="67289"/>
                </a:cubicBezTo>
                <a:cubicBezTo>
                  <a:pt x="801661" y="66604"/>
                  <a:pt x="800977" y="65920"/>
                  <a:pt x="799837" y="65920"/>
                </a:cubicBezTo>
                <a:cubicBezTo>
                  <a:pt x="798701" y="66149"/>
                  <a:pt x="795284" y="66378"/>
                  <a:pt x="791868" y="66378"/>
                </a:cubicBezTo>
                <a:cubicBezTo>
                  <a:pt x="784578" y="66378"/>
                  <a:pt x="776380" y="66149"/>
                  <a:pt x="768637" y="65920"/>
                </a:cubicBezTo>
                <a:cubicBezTo>
                  <a:pt x="767272" y="67289"/>
                  <a:pt x="767272" y="72071"/>
                  <a:pt x="768637" y="73436"/>
                </a:cubicBezTo>
                <a:cubicBezTo>
                  <a:pt x="779796" y="74117"/>
                  <a:pt x="782757" y="76849"/>
                  <a:pt x="782757" y="91854"/>
                </a:cubicBezTo>
                <a:lnTo>
                  <a:pt x="782757" y="135742"/>
                </a:lnTo>
                <a:cubicBezTo>
                  <a:pt x="782757" y="140061"/>
                  <a:pt x="782301" y="141879"/>
                  <a:pt x="779115" y="144610"/>
                </a:cubicBezTo>
                <a:cubicBezTo>
                  <a:pt x="770688" y="151884"/>
                  <a:pt x="762031" y="155522"/>
                  <a:pt x="756339" y="155522"/>
                </a:cubicBezTo>
                <a:cubicBezTo>
                  <a:pt x="749507" y="155522"/>
                  <a:pt x="738119" y="152339"/>
                  <a:pt x="738119" y="132103"/>
                </a:cubicBezTo>
                <a:lnTo>
                  <a:pt x="738119" y="90718"/>
                </a:lnTo>
                <a:cubicBezTo>
                  <a:pt x="738119" y="83896"/>
                  <a:pt x="739029" y="67289"/>
                  <a:pt x="739029" y="67289"/>
                </a:cubicBezTo>
                <a:cubicBezTo>
                  <a:pt x="739029" y="66604"/>
                  <a:pt x="738348" y="65920"/>
                  <a:pt x="737208" y="65920"/>
                </a:cubicBezTo>
                <a:cubicBezTo>
                  <a:pt x="736068" y="66149"/>
                  <a:pt x="732652" y="66378"/>
                  <a:pt x="729236" y="66378"/>
                </a:cubicBezTo>
                <a:cubicBezTo>
                  <a:pt x="721949" y="66378"/>
                  <a:pt x="713751" y="66149"/>
                  <a:pt x="706005" y="65920"/>
                </a:cubicBezTo>
                <a:cubicBezTo>
                  <a:pt x="704639" y="67289"/>
                  <a:pt x="704639" y="72071"/>
                  <a:pt x="706005" y="73436"/>
                </a:cubicBezTo>
                <a:cubicBezTo>
                  <a:pt x="716938" y="74347"/>
                  <a:pt x="720128" y="76849"/>
                  <a:pt x="720128" y="91629"/>
                </a:cubicBezTo>
                <a:lnTo>
                  <a:pt x="720128" y="135287"/>
                </a:lnTo>
                <a:cubicBezTo>
                  <a:pt x="720128" y="150977"/>
                  <a:pt x="726960" y="166226"/>
                  <a:pt x="749507" y="166226"/>
                </a:cubicBezTo>
                <a:close/>
                <a:moveTo>
                  <a:pt x="861102" y="82371"/>
                </a:moveTo>
                <a:cubicBezTo>
                  <a:pt x="860647" y="73256"/>
                  <a:pt x="860417" y="67337"/>
                  <a:pt x="859281" y="65058"/>
                </a:cubicBezTo>
                <a:cubicBezTo>
                  <a:pt x="858822" y="63918"/>
                  <a:pt x="858367" y="63237"/>
                  <a:pt x="856546" y="63237"/>
                </a:cubicBezTo>
                <a:cubicBezTo>
                  <a:pt x="850169" y="65742"/>
                  <a:pt x="844247" y="67793"/>
                  <a:pt x="828533" y="69840"/>
                </a:cubicBezTo>
                <a:cubicBezTo>
                  <a:pt x="828078" y="71209"/>
                  <a:pt x="828533" y="74851"/>
                  <a:pt x="828988" y="76216"/>
                </a:cubicBezTo>
                <a:cubicBezTo>
                  <a:pt x="841287" y="77356"/>
                  <a:pt x="843792" y="78496"/>
                  <a:pt x="843792" y="91719"/>
                </a:cubicBezTo>
                <a:lnTo>
                  <a:pt x="843792" y="136183"/>
                </a:lnTo>
                <a:cubicBezTo>
                  <a:pt x="843792" y="155109"/>
                  <a:pt x="841061" y="156019"/>
                  <a:pt x="826938" y="156933"/>
                </a:cubicBezTo>
                <a:cubicBezTo>
                  <a:pt x="825572" y="158299"/>
                  <a:pt x="825572" y="163081"/>
                  <a:pt x="826938" y="164446"/>
                </a:cubicBezTo>
                <a:cubicBezTo>
                  <a:pt x="834910" y="164220"/>
                  <a:pt x="843792" y="163991"/>
                  <a:pt x="852904" y="163991"/>
                </a:cubicBezTo>
                <a:cubicBezTo>
                  <a:pt x="862012" y="163991"/>
                  <a:pt x="872490" y="164220"/>
                  <a:pt x="880458" y="164446"/>
                </a:cubicBezTo>
                <a:cubicBezTo>
                  <a:pt x="881827" y="163081"/>
                  <a:pt x="881827" y="158299"/>
                  <a:pt x="880458" y="156933"/>
                </a:cubicBezTo>
                <a:cubicBezTo>
                  <a:pt x="864518" y="155793"/>
                  <a:pt x="861783" y="155109"/>
                  <a:pt x="861783" y="136183"/>
                </a:cubicBezTo>
                <a:lnTo>
                  <a:pt x="861783" y="104490"/>
                </a:lnTo>
                <a:cubicBezTo>
                  <a:pt x="861783" y="98561"/>
                  <a:pt x="864518" y="93317"/>
                  <a:pt x="867249" y="89213"/>
                </a:cubicBezTo>
                <a:cubicBezTo>
                  <a:pt x="869755" y="85564"/>
                  <a:pt x="874995" y="78041"/>
                  <a:pt x="877727" y="78041"/>
                </a:cubicBezTo>
                <a:cubicBezTo>
                  <a:pt x="879777" y="78041"/>
                  <a:pt x="881827" y="78496"/>
                  <a:pt x="883648" y="81005"/>
                </a:cubicBezTo>
                <a:cubicBezTo>
                  <a:pt x="885244" y="83285"/>
                  <a:pt x="887975" y="86249"/>
                  <a:pt x="891846" y="86249"/>
                </a:cubicBezTo>
                <a:cubicBezTo>
                  <a:pt x="897313" y="86249"/>
                  <a:pt x="902550" y="80546"/>
                  <a:pt x="902550" y="74851"/>
                </a:cubicBezTo>
                <a:cubicBezTo>
                  <a:pt x="902550" y="70524"/>
                  <a:pt x="898452" y="63918"/>
                  <a:pt x="888885" y="63918"/>
                </a:cubicBezTo>
                <a:cubicBezTo>
                  <a:pt x="878182" y="63918"/>
                  <a:pt x="868844" y="73940"/>
                  <a:pt x="863607" y="82826"/>
                </a:cubicBezTo>
                <a:cubicBezTo>
                  <a:pt x="862242" y="85335"/>
                  <a:pt x="861102" y="83511"/>
                  <a:pt x="861102" y="82371"/>
                </a:cubicBezTo>
                <a:close/>
                <a:moveTo>
                  <a:pt x="945368" y="81234"/>
                </a:moveTo>
                <a:cubicBezTo>
                  <a:pt x="951289" y="75991"/>
                  <a:pt x="958122" y="73940"/>
                  <a:pt x="964724" y="73940"/>
                </a:cubicBezTo>
                <a:cubicBezTo>
                  <a:pt x="978618" y="73940"/>
                  <a:pt x="990006" y="90805"/>
                  <a:pt x="990006" y="112907"/>
                </a:cubicBezTo>
                <a:cubicBezTo>
                  <a:pt x="990006" y="138887"/>
                  <a:pt x="979528" y="158483"/>
                  <a:pt x="957892" y="158483"/>
                </a:cubicBezTo>
                <a:cubicBezTo>
                  <a:pt x="950834" y="158483"/>
                  <a:pt x="946049" y="153472"/>
                  <a:pt x="941497" y="147773"/>
                </a:cubicBezTo>
                <a:lnTo>
                  <a:pt x="941497" y="90805"/>
                </a:lnTo>
                <a:cubicBezTo>
                  <a:pt x="941497" y="86020"/>
                  <a:pt x="942407" y="83740"/>
                  <a:pt x="945368" y="81234"/>
                </a:cubicBezTo>
                <a:moveTo>
                  <a:pt x="943773" y="74170"/>
                </a:moveTo>
                <a:cubicBezTo>
                  <a:pt x="942407" y="75535"/>
                  <a:pt x="941497" y="75080"/>
                  <a:pt x="941497" y="73030"/>
                </a:cubicBezTo>
                <a:lnTo>
                  <a:pt x="941497" y="31099"/>
                </a:lnTo>
                <a:cubicBezTo>
                  <a:pt x="941497" y="16288"/>
                  <a:pt x="942407" y="7228"/>
                  <a:pt x="942407" y="7228"/>
                </a:cubicBezTo>
                <a:cubicBezTo>
                  <a:pt x="942407" y="5658"/>
                  <a:pt x="941497" y="4980"/>
                  <a:pt x="939446" y="4980"/>
                </a:cubicBezTo>
                <a:cubicBezTo>
                  <a:pt x="933750" y="7228"/>
                  <a:pt x="916670" y="10373"/>
                  <a:pt x="907562" y="11047"/>
                </a:cubicBezTo>
                <a:cubicBezTo>
                  <a:pt x="907107" y="12872"/>
                  <a:pt x="907562" y="16514"/>
                  <a:pt x="908928" y="17880"/>
                </a:cubicBezTo>
                <a:cubicBezTo>
                  <a:pt x="920771" y="18564"/>
                  <a:pt x="923502" y="17424"/>
                  <a:pt x="923502" y="36569"/>
                </a:cubicBezTo>
                <a:lnTo>
                  <a:pt x="923502" y="147773"/>
                </a:lnTo>
                <a:cubicBezTo>
                  <a:pt x="923502" y="156662"/>
                  <a:pt x="923276" y="160763"/>
                  <a:pt x="922592" y="163949"/>
                </a:cubicBezTo>
                <a:cubicBezTo>
                  <a:pt x="923732" y="165770"/>
                  <a:pt x="924872" y="166684"/>
                  <a:pt x="927603" y="166684"/>
                </a:cubicBezTo>
                <a:cubicBezTo>
                  <a:pt x="928969" y="165315"/>
                  <a:pt x="931248" y="163268"/>
                  <a:pt x="933069" y="161218"/>
                </a:cubicBezTo>
                <a:cubicBezTo>
                  <a:pt x="935346" y="158483"/>
                  <a:pt x="936711" y="158483"/>
                  <a:pt x="939217" y="160533"/>
                </a:cubicBezTo>
                <a:cubicBezTo>
                  <a:pt x="944457" y="164860"/>
                  <a:pt x="951289" y="166226"/>
                  <a:pt x="959258" y="166226"/>
                </a:cubicBezTo>
                <a:cubicBezTo>
                  <a:pt x="982489" y="166226"/>
                  <a:pt x="1009592" y="145038"/>
                  <a:pt x="1009592" y="108806"/>
                </a:cubicBezTo>
                <a:cubicBezTo>
                  <a:pt x="1009592" y="81005"/>
                  <a:pt x="989095" y="63918"/>
                  <a:pt x="969280" y="63918"/>
                </a:cubicBezTo>
                <a:cubicBezTo>
                  <a:pt x="959487" y="63918"/>
                  <a:pt x="950834" y="67793"/>
                  <a:pt x="943773" y="74170"/>
                </a:cubicBezTo>
                <a:close/>
                <a:moveTo>
                  <a:pt x="1048536" y="99767"/>
                </a:moveTo>
                <a:cubicBezTo>
                  <a:pt x="1052863" y="74142"/>
                  <a:pt x="1068807" y="72102"/>
                  <a:pt x="1074273" y="72102"/>
                </a:cubicBezTo>
                <a:cubicBezTo>
                  <a:pt x="1082926" y="72102"/>
                  <a:pt x="1093174" y="76866"/>
                  <a:pt x="1093174" y="95913"/>
                </a:cubicBezTo>
                <a:cubicBezTo>
                  <a:pt x="1093174" y="97953"/>
                  <a:pt x="1092264" y="99090"/>
                  <a:pt x="1089758" y="99090"/>
                </a:cubicBezTo>
                <a:lnTo>
                  <a:pt x="1048536" y="99767"/>
                </a:lnTo>
                <a:moveTo>
                  <a:pt x="1108204" y="142779"/>
                </a:moveTo>
                <a:cubicBezTo>
                  <a:pt x="1099780" y="151428"/>
                  <a:pt x="1093174" y="155067"/>
                  <a:pt x="1079965" y="155067"/>
                </a:cubicBezTo>
                <a:cubicBezTo>
                  <a:pt x="1071767" y="155067"/>
                  <a:pt x="1062200" y="150289"/>
                  <a:pt x="1055142" y="138685"/>
                </a:cubicBezTo>
                <a:cubicBezTo>
                  <a:pt x="1050586" y="131175"/>
                  <a:pt x="1047852" y="120708"/>
                  <a:pt x="1047852" y="107510"/>
                </a:cubicBezTo>
                <a:lnTo>
                  <a:pt x="1108433" y="107965"/>
                </a:lnTo>
                <a:cubicBezTo>
                  <a:pt x="1111165" y="107965"/>
                  <a:pt x="1112760" y="106599"/>
                  <a:pt x="1112760" y="104094"/>
                </a:cubicBezTo>
                <a:cubicBezTo>
                  <a:pt x="1112760" y="85029"/>
                  <a:pt x="1105928" y="64585"/>
                  <a:pt x="1074273" y="64585"/>
                </a:cubicBezTo>
                <a:cubicBezTo>
                  <a:pt x="1054458" y="64585"/>
                  <a:pt x="1028721" y="83441"/>
                  <a:pt x="1028721" y="117977"/>
                </a:cubicBezTo>
                <a:cubicBezTo>
                  <a:pt x="1028721" y="130720"/>
                  <a:pt x="1031911" y="143008"/>
                  <a:pt x="1039428" y="151654"/>
                </a:cubicBezTo>
                <a:cubicBezTo>
                  <a:pt x="1047170" y="160763"/>
                  <a:pt x="1057874" y="166226"/>
                  <a:pt x="1074273" y="166226"/>
                </a:cubicBezTo>
                <a:cubicBezTo>
                  <a:pt x="1091579" y="166226"/>
                  <a:pt x="1103877" y="158257"/>
                  <a:pt x="1112989" y="146421"/>
                </a:cubicBezTo>
                <a:cubicBezTo>
                  <a:pt x="1112305" y="144145"/>
                  <a:pt x="1110939" y="143008"/>
                  <a:pt x="1108204" y="142779"/>
                </a:cubicBezTo>
                <a:close/>
                <a:moveTo>
                  <a:pt x="1202262" y="135697"/>
                </a:moveTo>
                <a:cubicBezTo>
                  <a:pt x="1202262" y="140027"/>
                  <a:pt x="1201807" y="141851"/>
                  <a:pt x="1198620" y="144586"/>
                </a:cubicBezTo>
                <a:cubicBezTo>
                  <a:pt x="1190193" y="151877"/>
                  <a:pt x="1182906" y="155522"/>
                  <a:pt x="1177210" y="155522"/>
                </a:cubicBezTo>
                <a:cubicBezTo>
                  <a:pt x="1164915" y="155522"/>
                  <a:pt x="1152162" y="142077"/>
                  <a:pt x="1152162" y="113591"/>
                </a:cubicBezTo>
                <a:cubicBezTo>
                  <a:pt x="1152162" y="97185"/>
                  <a:pt x="1155348" y="88070"/>
                  <a:pt x="1158764" y="83285"/>
                </a:cubicBezTo>
                <a:cubicBezTo>
                  <a:pt x="1165826" y="72574"/>
                  <a:pt x="1175389" y="71890"/>
                  <a:pt x="1179945" y="71890"/>
                </a:cubicBezTo>
                <a:cubicBezTo>
                  <a:pt x="1188143" y="71890"/>
                  <a:pt x="1193839" y="74854"/>
                  <a:pt x="1198391" y="80095"/>
                </a:cubicBezTo>
                <a:cubicBezTo>
                  <a:pt x="1201581" y="83740"/>
                  <a:pt x="1202262" y="85335"/>
                  <a:pt x="1202262" y="92400"/>
                </a:cubicBezTo>
                <a:lnTo>
                  <a:pt x="1202262" y="135697"/>
                </a:lnTo>
                <a:moveTo>
                  <a:pt x="1199760" y="152561"/>
                </a:moveTo>
                <a:cubicBezTo>
                  <a:pt x="1200897" y="151651"/>
                  <a:pt x="1202947" y="151192"/>
                  <a:pt x="1203176" y="152787"/>
                </a:cubicBezTo>
                <a:cubicBezTo>
                  <a:pt x="1203857" y="158257"/>
                  <a:pt x="1205682" y="166226"/>
                  <a:pt x="1205682" y="166226"/>
                </a:cubicBezTo>
                <a:cubicBezTo>
                  <a:pt x="1207503" y="166910"/>
                  <a:pt x="1208639" y="166684"/>
                  <a:pt x="1210008" y="166226"/>
                </a:cubicBezTo>
                <a:cubicBezTo>
                  <a:pt x="1215016" y="162118"/>
                  <a:pt x="1222988" y="158702"/>
                  <a:pt x="1236882" y="157107"/>
                </a:cubicBezTo>
                <a:cubicBezTo>
                  <a:pt x="1238247" y="155741"/>
                  <a:pt x="1238247" y="152325"/>
                  <a:pt x="1236882" y="150959"/>
                </a:cubicBezTo>
                <a:cubicBezTo>
                  <a:pt x="1222307" y="149819"/>
                  <a:pt x="1220257" y="145489"/>
                  <a:pt x="1220257" y="134324"/>
                </a:cubicBezTo>
                <a:lnTo>
                  <a:pt x="1220257" y="31099"/>
                </a:lnTo>
                <a:cubicBezTo>
                  <a:pt x="1220257" y="16288"/>
                  <a:pt x="1221167" y="7228"/>
                  <a:pt x="1221167" y="7228"/>
                </a:cubicBezTo>
                <a:cubicBezTo>
                  <a:pt x="1221167" y="5658"/>
                  <a:pt x="1220257" y="4980"/>
                  <a:pt x="1218206" y="4980"/>
                </a:cubicBezTo>
                <a:cubicBezTo>
                  <a:pt x="1212514" y="7228"/>
                  <a:pt x="1195430" y="10373"/>
                  <a:pt x="1186322" y="11047"/>
                </a:cubicBezTo>
                <a:cubicBezTo>
                  <a:pt x="1185867" y="12872"/>
                  <a:pt x="1186322" y="16514"/>
                  <a:pt x="1187688" y="17880"/>
                </a:cubicBezTo>
                <a:cubicBezTo>
                  <a:pt x="1199531" y="18564"/>
                  <a:pt x="1202262" y="17424"/>
                  <a:pt x="1202262" y="36569"/>
                </a:cubicBezTo>
                <a:lnTo>
                  <a:pt x="1202262" y="65742"/>
                </a:lnTo>
                <a:cubicBezTo>
                  <a:pt x="1202262" y="67337"/>
                  <a:pt x="1201807" y="67793"/>
                  <a:pt x="1200216" y="67793"/>
                </a:cubicBezTo>
                <a:cubicBezTo>
                  <a:pt x="1199302" y="67793"/>
                  <a:pt x="1189967" y="63918"/>
                  <a:pt x="1182451" y="63918"/>
                </a:cubicBezTo>
                <a:cubicBezTo>
                  <a:pt x="1167417" y="63918"/>
                  <a:pt x="1157399" y="68929"/>
                  <a:pt x="1148287" y="77586"/>
                </a:cubicBezTo>
                <a:cubicBezTo>
                  <a:pt x="1138494" y="87385"/>
                  <a:pt x="1132572" y="100831"/>
                  <a:pt x="1132572" y="117692"/>
                </a:cubicBezTo>
                <a:cubicBezTo>
                  <a:pt x="1132572" y="145726"/>
                  <a:pt x="1146695" y="166226"/>
                  <a:pt x="1171292" y="166226"/>
                </a:cubicBezTo>
                <a:cubicBezTo>
                  <a:pt x="1180171" y="166226"/>
                  <a:pt x="1188598" y="161673"/>
                  <a:pt x="1199760" y="152561"/>
                </a:cubicBezTo>
                <a:close/>
                <a:moveTo>
                  <a:pt x="1335722" y="88525"/>
                </a:moveTo>
                <a:cubicBezTo>
                  <a:pt x="1341643" y="81231"/>
                  <a:pt x="1352121" y="74395"/>
                  <a:pt x="1358723" y="74395"/>
                </a:cubicBezTo>
                <a:cubicBezTo>
                  <a:pt x="1373302" y="74395"/>
                  <a:pt x="1385826" y="90801"/>
                  <a:pt x="1385826" y="116552"/>
                </a:cubicBezTo>
                <a:cubicBezTo>
                  <a:pt x="1385826" y="135241"/>
                  <a:pt x="1379223" y="158483"/>
                  <a:pt x="1353716" y="158483"/>
                </a:cubicBezTo>
                <a:cubicBezTo>
                  <a:pt x="1349615" y="158483"/>
                  <a:pt x="1341643" y="157343"/>
                  <a:pt x="1337546" y="153698"/>
                </a:cubicBezTo>
                <a:cubicBezTo>
                  <a:pt x="1332990" y="149597"/>
                  <a:pt x="1332080" y="148228"/>
                  <a:pt x="1332080" y="140027"/>
                </a:cubicBezTo>
                <a:lnTo>
                  <a:pt x="1332080" y="98551"/>
                </a:lnTo>
                <a:cubicBezTo>
                  <a:pt x="1332080" y="93766"/>
                  <a:pt x="1332990" y="91715"/>
                  <a:pt x="1335722" y="88525"/>
                </a:cubicBezTo>
                <a:moveTo>
                  <a:pt x="1331395" y="80091"/>
                </a:moveTo>
                <a:cubicBezTo>
                  <a:pt x="1331169" y="73256"/>
                  <a:pt x="1330714" y="67337"/>
                  <a:pt x="1329574" y="65058"/>
                </a:cubicBezTo>
                <a:cubicBezTo>
                  <a:pt x="1329119" y="63918"/>
                  <a:pt x="1328664" y="63237"/>
                  <a:pt x="1326839" y="63237"/>
                </a:cubicBezTo>
                <a:cubicBezTo>
                  <a:pt x="1320462" y="65742"/>
                  <a:pt x="1314541" y="67793"/>
                  <a:pt x="1298826" y="69840"/>
                </a:cubicBezTo>
                <a:cubicBezTo>
                  <a:pt x="1298371" y="71209"/>
                  <a:pt x="1298826" y="74851"/>
                  <a:pt x="1299285" y="76220"/>
                </a:cubicBezTo>
                <a:cubicBezTo>
                  <a:pt x="1311580" y="77360"/>
                  <a:pt x="1314085" y="78496"/>
                  <a:pt x="1314085" y="91715"/>
                </a:cubicBezTo>
                <a:lnTo>
                  <a:pt x="1314085" y="189074"/>
                </a:lnTo>
                <a:cubicBezTo>
                  <a:pt x="1314085" y="208038"/>
                  <a:pt x="1311580" y="209182"/>
                  <a:pt x="1297690" y="209866"/>
                </a:cubicBezTo>
                <a:cubicBezTo>
                  <a:pt x="1296324" y="211232"/>
                  <a:pt x="1296324" y="216014"/>
                  <a:pt x="1297690" y="217379"/>
                </a:cubicBezTo>
                <a:cubicBezTo>
                  <a:pt x="1305662" y="217153"/>
                  <a:pt x="1314085" y="216924"/>
                  <a:pt x="1323197" y="216924"/>
                </a:cubicBezTo>
                <a:cubicBezTo>
                  <a:pt x="1332306" y="216924"/>
                  <a:pt x="1343238" y="217153"/>
                  <a:pt x="1350755" y="217379"/>
                </a:cubicBezTo>
                <a:cubicBezTo>
                  <a:pt x="1352121" y="216014"/>
                  <a:pt x="1352121" y="211232"/>
                  <a:pt x="1350755" y="209866"/>
                </a:cubicBezTo>
                <a:cubicBezTo>
                  <a:pt x="1334585" y="208952"/>
                  <a:pt x="1332080" y="208038"/>
                  <a:pt x="1332080" y="189074"/>
                </a:cubicBezTo>
                <a:lnTo>
                  <a:pt x="1332080" y="164405"/>
                </a:lnTo>
                <a:cubicBezTo>
                  <a:pt x="1332080" y="161444"/>
                  <a:pt x="1332990" y="161673"/>
                  <a:pt x="1335266" y="162809"/>
                </a:cubicBezTo>
                <a:cubicBezTo>
                  <a:pt x="1340962" y="164860"/>
                  <a:pt x="1347794" y="166226"/>
                  <a:pt x="1355081" y="166226"/>
                </a:cubicBezTo>
                <a:cubicBezTo>
                  <a:pt x="1367835" y="166226"/>
                  <a:pt x="1379223" y="162354"/>
                  <a:pt x="1388561" y="153472"/>
                </a:cubicBezTo>
                <a:cubicBezTo>
                  <a:pt x="1399264" y="142987"/>
                  <a:pt x="1405412" y="128858"/>
                  <a:pt x="1405412" y="110401"/>
                </a:cubicBezTo>
                <a:cubicBezTo>
                  <a:pt x="1405412" y="86246"/>
                  <a:pt x="1388331" y="63918"/>
                  <a:pt x="1365100" y="63918"/>
                </a:cubicBezTo>
                <a:cubicBezTo>
                  <a:pt x="1354626" y="63918"/>
                  <a:pt x="1343009" y="70979"/>
                  <a:pt x="1333901" y="81005"/>
                </a:cubicBezTo>
                <a:cubicBezTo>
                  <a:pt x="1332535" y="82371"/>
                  <a:pt x="1331624" y="82371"/>
                  <a:pt x="1331395" y="80091"/>
                </a:cubicBezTo>
                <a:close/>
                <a:moveTo>
                  <a:pt x="1454151" y="82371"/>
                </a:moveTo>
                <a:cubicBezTo>
                  <a:pt x="1453696" y="73256"/>
                  <a:pt x="1453466" y="67337"/>
                  <a:pt x="1452330" y="65058"/>
                </a:cubicBezTo>
                <a:cubicBezTo>
                  <a:pt x="1451871" y="63918"/>
                  <a:pt x="1451416" y="63237"/>
                  <a:pt x="1449595" y="63237"/>
                </a:cubicBezTo>
                <a:cubicBezTo>
                  <a:pt x="1443218" y="65742"/>
                  <a:pt x="1437296" y="67793"/>
                  <a:pt x="1421582" y="69840"/>
                </a:cubicBezTo>
                <a:cubicBezTo>
                  <a:pt x="1421127" y="71209"/>
                  <a:pt x="1421582" y="74851"/>
                  <a:pt x="1422037" y="76216"/>
                </a:cubicBezTo>
                <a:cubicBezTo>
                  <a:pt x="1434336" y="77356"/>
                  <a:pt x="1436841" y="78496"/>
                  <a:pt x="1436841" y="91719"/>
                </a:cubicBezTo>
                <a:lnTo>
                  <a:pt x="1436841" y="136183"/>
                </a:lnTo>
                <a:cubicBezTo>
                  <a:pt x="1436841" y="155109"/>
                  <a:pt x="1434110" y="156019"/>
                  <a:pt x="1419987" y="156933"/>
                </a:cubicBezTo>
                <a:cubicBezTo>
                  <a:pt x="1418621" y="158299"/>
                  <a:pt x="1418621" y="163081"/>
                  <a:pt x="1419987" y="164446"/>
                </a:cubicBezTo>
                <a:cubicBezTo>
                  <a:pt x="1427959" y="164220"/>
                  <a:pt x="1436841" y="163991"/>
                  <a:pt x="1445953" y="163991"/>
                </a:cubicBezTo>
                <a:cubicBezTo>
                  <a:pt x="1455061" y="163991"/>
                  <a:pt x="1465539" y="164220"/>
                  <a:pt x="1473507" y="164446"/>
                </a:cubicBezTo>
                <a:cubicBezTo>
                  <a:pt x="1474876" y="163081"/>
                  <a:pt x="1474876" y="158299"/>
                  <a:pt x="1473507" y="156933"/>
                </a:cubicBezTo>
                <a:cubicBezTo>
                  <a:pt x="1457567" y="155793"/>
                  <a:pt x="1454832" y="155109"/>
                  <a:pt x="1454832" y="136183"/>
                </a:cubicBezTo>
                <a:lnTo>
                  <a:pt x="1454832" y="104490"/>
                </a:lnTo>
                <a:cubicBezTo>
                  <a:pt x="1454832" y="98561"/>
                  <a:pt x="1457567" y="93317"/>
                  <a:pt x="1460298" y="89213"/>
                </a:cubicBezTo>
                <a:cubicBezTo>
                  <a:pt x="1462804" y="85564"/>
                  <a:pt x="1468044" y="78041"/>
                  <a:pt x="1470776" y="78041"/>
                </a:cubicBezTo>
                <a:cubicBezTo>
                  <a:pt x="1472826" y="78041"/>
                  <a:pt x="1474876" y="78496"/>
                  <a:pt x="1476697" y="81005"/>
                </a:cubicBezTo>
                <a:cubicBezTo>
                  <a:pt x="1478292" y="83285"/>
                  <a:pt x="1481024" y="86249"/>
                  <a:pt x="1484895" y="86249"/>
                </a:cubicBezTo>
                <a:cubicBezTo>
                  <a:pt x="1490362" y="86249"/>
                  <a:pt x="1495599" y="80546"/>
                  <a:pt x="1495599" y="74851"/>
                </a:cubicBezTo>
                <a:cubicBezTo>
                  <a:pt x="1495599" y="70524"/>
                  <a:pt x="1491501" y="63918"/>
                  <a:pt x="1481934" y="63918"/>
                </a:cubicBezTo>
                <a:cubicBezTo>
                  <a:pt x="1471231" y="63918"/>
                  <a:pt x="1461893" y="73940"/>
                  <a:pt x="1456656" y="82826"/>
                </a:cubicBezTo>
                <a:cubicBezTo>
                  <a:pt x="1455291" y="85335"/>
                  <a:pt x="1454151" y="83511"/>
                  <a:pt x="1454151" y="82371"/>
                </a:cubicBezTo>
                <a:close/>
                <a:moveTo>
                  <a:pt x="1525207" y="99767"/>
                </a:moveTo>
                <a:cubicBezTo>
                  <a:pt x="1529534" y="74142"/>
                  <a:pt x="1545478" y="72102"/>
                  <a:pt x="1550944" y="72102"/>
                </a:cubicBezTo>
                <a:cubicBezTo>
                  <a:pt x="1559597" y="72102"/>
                  <a:pt x="1569845" y="76866"/>
                  <a:pt x="1569845" y="95913"/>
                </a:cubicBezTo>
                <a:cubicBezTo>
                  <a:pt x="1569845" y="97953"/>
                  <a:pt x="1568935" y="99090"/>
                  <a:pt x="1566429" y="99090"/>
                </a:cubicBezTo>
                <a:lnTo>
                  <a:pt x="1525207" y="99767"/>
                </a:lnTo>
                <a:moveTo>
                  <a:pt x="1584875" y="142779"/>
                </a:moveTo>
                <a:cubicBezTo>
                  <a:pt x="1576451" y="151428"/>
                  <a:pt x="1569845" y="155067"/>
                  <a:pt x="1556636" y="155067"/>
                </a:cubicBezTo>
                <a:cubicBezTo>
                  <a:pt x="1548438" y="155067"/>
                  <a:pt x="1538871" y="150289"/>
                  <a:pt x="1531813" y="138685"/>
                </a:cubicBezTo>
                <a:cubicBezTo>
                  <a:pt x="1527257" y="131175"/>
                  <a:pt x="1524523" y="120708"/>
                  <a:pt x="1524523" y="107510"/>
                </a:cubicBezTo>
                <a:lnTo>
                  <a:pt x="1585104" y="107965"/>
                </a:lnTo>
                <a:cubicBezTo>
                  <a:pt x="1587836" y="107965"/>
                  <a:pt x="1589431" y="106599"/>
                  <a:pt x="1589431" y="104094"/>
                </a:cubicBezTo>
                <a:cubicBezTo>
                  <a:pt x="1589431" y="85029"/>
                  <a:pt x="1582599" y="64585"/>
                  <a:pt x="1550944" y="64585"/>
                </a:cubicBezTo>
                <a:cubicBezTo>
                  <a:pt x="1531129" y="64585"/>
                  <a:pt x="1505392" y="83441"/>
                  <a:pt x="1505392" y="117977"/>
                </a:cubicBezTo>
                <a:cubicBezTo>
                  <a:pt x="1505392" y="130720"/>
                  <a:pt x="1508582" y="143008"/>
                  <a:pt x="1516099" y="151654"/>
                </a:cubicBezTo>
                <a:cubicBezTo>
                  <a:pt x="1523841" y="160763"/>
                  <a:pt x="1534545" y="166226"/>
                  <a:pt x="1550944" y="166226"/>
                </a:cubicBezTo>
                <a:cubicBezTo>
                  <a:pt x="1568250" y="166226"/>
                  <a:pt x="1580548" y="158257"/>
                  <a:pt x="1589660" y="146421"/>
                </a:cubicBezTo>
                <a:cubicBezTo>
                  <a:pt x="1588976" y="144145"/>
                  <a:pt x="1587610" y="143008"/>
                  <a:pt x="1584875" y="142779"/>
                </a:cubicBezTo>
                <a:close/>
                <a:moveTo>
                  <a:pt x="1678933" y="135697"/>
                </a:moveTo>
                <a:cubicBezTo>
                  <a:pt x="1678933" y="140027"/>
                  <a:pt x="1678478" y="141851"/>
                  <a:pt x="1675291" y="144586"/>
                </a:cubicBezTo>
                <a:cubicBezTo>
                  <a:pt x="1666864" y="151877"/>
                  <a:pt x="1659577" y="155522"/>
                  <a:pt x="1653881" y="155522"/>
                </a:cubicBezTo>
                <a:cubicBezTo>
                  <a:pt x="1641586" y="155522"/>
                  <a:pt x="1628833" y="142077"/>
                  <a:pt x="1628833" y="113591"/>
                </a:cubicBezTo>
                <a:cubicBezTo>
                  <a:pt x="1628833" y="97185"/>
                  <a:pt x="1632019" y="88070"/>
                  <a:pt x="1635435" y="83285"/>
                </a:cubicBezTo>
                <a:cubicBezTo>
                  <a:pt x="1642497" y="72574"/>
                  <a:pt x="1652060" y="71890"/>
                  <a:pt x="1656616" y="71890"/>
                </a:cubicBezTo>
                <a:cubicBezTo>
                  <a:pt x="1664814" y="71890"/>
                  <a:pt x="1670510" y="74854"/>
                  <a:pt x="1675062" y="80095"/>
                </a:cubicBezTo>
                <a:cubicBezTo>
                  <a:pt x="1678252" y="83740"/>
                  <a:pt x="1678933" y="85335"/>
                  <a:pt x="1678933" y="92400"/>
                </a:cubicBezTo>
                <a:lnTo>
                  <a:pt x="1678933" y="135697"/>
                </a:lnTo>
                <a:moveTo>
                  <a:pt x="1676431" y="152561"/>
                </a:moveTo>
                <a:cubicBezTo>
                  <a:pt x="1677568" y="151651"/>
                  <a:pt x="1679618" y="151192"/>
                  <a:pt x="1679847" y="152787"/>
                </a:cubicBezTo>
                <a:cubicBezTo>
                  <a:pt x="1680528" y="158257"/>
                  <a:pt x="1682353" y="166226"/>
                  <a:pt x="1682353" y="166226"/>
                </a:cubicBezTo>
                <a:cubicBezTo>
                  <a:pt x="1684174" y="166910"/>
                  <a:pt x="1685310" y="166684"/>
                  <a:pt x="1686679" y="166226"/>
                </a:cubicBezTo>
                <a:cubicBezTo>
                  <a:pt x="1691687" y="162118"/>
                  <a:pt x="1699659" y="158702"/>
                  <a:pt x="1713553" y="157107"/>
                </a:cubicBezTo>
                <a:cubicBezTo>
                  <a:pt x="1714918" y="155741"/>
                  <a:pt x="1714918" y="152325"/>
                  <a:pt x="1713553" y="150959"/>
                </a:cubicBezTo>
                <a:cubicBezTo>
                  <a:pt x="1698978" y="149819"/>
                  <a:pt x="1696928" y="145489"/>
                  <a:pt x="1696928" y="134324"/>
                </a:cubicBezTo>
                <a:lnTo>
                  <a:pt x="1696928" y="31099"/>
                </a:lnTo>
                <a:cubicBezTo>
                  <a:pt x="1696928" y="16288"/>
                  <a:pt x="1697838" y="7228"/>
                  <a:pt x="1697838" y="7228"/>
                </a:cubicBezTo>
                <a:cubicBezTo>
                  <a:pt x="1697838" y="5658"/>
                  <a:pt x="1696928" y="4980"/>
                  <a:pt x="1694877" y="4980"/>
                </a:cubicBezTo>
                <a:cubicBezTo>
                  <a:pt x="1689185" y="7228"/>
                  <a:pt x="1672101" y="10373"/>
                  <a:pt x="1662993" y="11047"/>
                </a:cubicBezTo>
                <a:cubicBezTo>
                  <a:pt x="1662538" y="12872"/>
                  <a:pt x="1662993" y="16514"/>
                  <a:pt x="1664359" y="17880"/>
                </a:cubicBezTo>
                <a:cubicBezTo>
                  <a:pt x="1676202" y="18564"/>
                  <a:pt x="1678933" y="17424"/>
                  <a:pt x="1678933" y="36569"/>
                </a:cubicBezTo>
                <a:lnTo>
                  <a:pt x="1678933" y="65742"/>
                </a:lnTo>
                <a:cubicBezTo>
                  <a:pt x="1678933" y="67337"/>
                  <a:pt x="1678478" y="67793"/>
                  <a:pt x="1676887" y="67793"/>
                </a:cubicBezTo>
                <a:cubicBezTo>
                  <a:pt x="1675973" y="67793"/>
                  <a:pt x="1666638" y="63918"/>
                  <a:pt x="1659122" y="63918"/>
                </a:cubicBezTo>
                <a:cubicBezTo>
                  <a:pt x="1644088" y="63918"/>
                  <a:pt x="1634070" y="68929"/>
                  <a:pt x="1624958" y="77586"/>
                </a:cubicBezTo>
                <a:cubicBezTo>
                  <a:pt x="1615165" y="87385"/>
                  <a:pt x="1609243" y="100831"/>
                  <a:pt x="1609243" y="117692"/>
                </a:cubicBezTo>
                <a:cubicBezTo>
                  <a:pt x="1609243" y="145726"/>
                  <a:pt x="1623366" y="166226"/>
                  <a:pt x="1647963" y="166226"/>
                </a:cubicBezTo>
                <a:cubicBezTo>
                  <a:pt x="1656842" y="166226"/>
                  <a:pt x="1665269" y="161673"/>
                  <a:pt x="1676431" y="152561"/>
                </a:cubicBezTo>
                <a:close/>
                <a:moveTo>
                  <a:pt x="1736100" y="27478"/>
                </a:moveTo>
                <a:cubicBezTo>
                  <a:pt x="1736100" y="33399"/>
                  <a:pt x="1741566" y="39321"/>
                  <a:pt x="1747029" y="39321"/>
                </a:cubicBezTo>
                <a:cubicBezTo>
                  <a:pt x="1753406" y="39321"/>
                  <a:pt x="1758872" y="33174"/>
                  <a:pt x="1758872" y="28388"/>
                </a:cubicBezTo>
                <a:cubicBezTo>
                  <a:pt x="1758872" y="22925"/>
                  <a:pt x="1754090" y="16545"/>
                  <a:pt x="1747943" y="16545"/>
                </a:cubicBezTo>
                <a:cubicBezTo>
                  <a:pt x="1742476" y="16545"/>
                  <a:pt x="1736100" y="22011"/>
                  <a:pt x="1736100" y="27478"/>
                </a:cubicBezTo>
                <a:moveTo>
                  <a:pt x="1756825" y="136204"/>
                </a:moveTo>
                <a:lnTo>
                  <a:pt x="1756825" y="90878"/>
                </a:lnTo>
                <a:cubicBezTo>
                  <a:pt x="1756825" y="79490"/>
                  <a:pt x="1757736" y="64863"/>
                  <a:pt x="1757736" y="64863"/>
                </a:cubicBezTo>
                <a:cubicBezTo>
                  <a:pt x="1757736" y="63942"/>
                  <a:pt x="1756596" y="63251"/>
                  <a:pt x="1754775" y="63251"/>
                </a:cubicBezTo>
                <a:cubicBezTo>
                  <a:pt x="1748398" y="65784"/>
                  <a:pt x="1739286" y="67855"/>
                  <a:pt x="1723572" y="69923"/>
                </a:cubicBezTo>
                <a:cubicBezTo>
                  <a:pt x="1723117" y="71292"/>
                  <a:pt x="1723572" y="74934"/>
                  <a:pt x="1724027" y="76303"/>
                </a:cubicBezTo>
                <a:cubicBezTo>
                  <a:pt x="1736555" y="77440"/>
                  <a:pt x="1738831" y="78809"/>
                  <a:pt x="1738831" y="91792"/>
                </a:cubicBezTo>
                <a:lnTo>
                  <a:pt x="1738831" y="136204"/>
                </a:lnTo>
                <a:cubicBezTo>
                  <a:pt x="1738831" y="155109"/>
                  <a:pt x="1736326" y="155793"/>
                  <a:pt x="1722435" y="156933"/>
                </a:cubicBezTo>
                <a:cubicBezTo>
                  <a:pt x="1721066" y="158299"/>
                  <a:pt x="1721066" y="163081"/>
                  <a:pt x="1722435" y="164446"/>
                </a:cubicBezTo>
                <a:cubicBezTo>
                  <a:pt x="1729949" y="164220"/>
                  <a:pt x="1738831" y="163991"/>
                  <a:pt x="1747943" y="163991"/>
                </a:cubicBezTo>
                <a:cubicBezTo>
                  <a:pt x="1757051" y="163991"/>
                  <a:pt x="1765704" y="164220"/>
                  <a:pt x="1773221" y="164446"/>
                </a:cubicBezTo>
                <a:cubicBezTo>
                  <a:pt x="1774587" y="163081"/>
                  <a:pt x="1774587" y="158299"/>
                  <a:pt x="1773221" y="156933"/>
                </a:cubicBezTo>
                <a:cubicBezTo>
                  <a:pt x="1759327" y="156023"/>
                  <a:pt x="1756825" y="155109"/>
                  <a:pt x="1756825" y="136204"/>
                </a:cubicBezTo>
                <a:close/>
                <a:moveTo>
                  <a:pt x="1867965" y="143217"/>
                </a:moveTo>
                <a:cubicBezTo>
                  <a:pt x="1867054" y="141166"/>
                  <a:pt x="1865230" y="140256"/>
                  <a:pt x="1863183" y="140027"/>
                </a:cubicBezTo>
                <a:cubicBezTo>
                  <a:pt x="1855437" y="150056"/>
                  <a:pt x="1845644" y="155067"/>
                  <a:pt x="1835851" y="155067"/>
                </a:cubicBezTo>
                <a:cubicBezTo>
                  <a:pt x="1819226" y="155067"/>
                  <a:pt x="1805333" y="138206"/>
                  <a:pt x="1805333" y="111541"/>
                </a:cubicBezTo>
                <a:cubicBezTo>
                  <a:pt x="1805333" y="86475"/>
                  <a:pt x="1816265" y="71435"/>
                  <a:pt x="1831299" y="71435"/>
                </a:cubicBezTo>
                <a:cubicBezTo>
                  <a:pt x="1844733" y="71435"/>
                  <a:pt x="1846554" y="79410"/>
                  <a:pt x="1847468" y="87385"/>
                </a:cubicBezTo>
                <a:cubicBezTo>
                  <a:pt x="1848150" y="93540"/>
                  <a:pt x="1851340" y="95590"/>
                  <a:pt x="1856121" y="95590"/>
                </a:cubicBezTo>
                <a:cubicBezTo>
                  <a:pt x="1860903" y="95590"/>
                  <a:pt x="1867280" y="92629"/>
                  <a:pt x="1867280" y="85564"/>
                </a:cubicBezTo>
                <a:cubicBezTo>
                  <a:pt x="1867280" y="73030"/>
                  <a:pt x="1854300" y="63918"/>
                  <a:pt x="1832435" y="63918"/>
                </a:cubicBezTo>
                <a:cubicBezTo>
                  <a:pt x="1809888" y="63918"/>
                  <a:pt x="1785747" y="84195"/>
                  <a:pt x="1785747" y="116556"/>
                </a:cubicBezTo>
                <a:cubicBezTo>
                  <a:pt x="1785747" y="145952"/>
                  <a:pt x="1802146" y="166226"/>
                  <a:pt x="1830840" y="166226"/>
                </a:cubicBezTo>
                <a:cubicBezTo>
                  <a:pt x="1844508" y="166226"/>
                  <a:pt x="1856577" y="161899"/>
                  <a:pt x="1867965" y="143217"/>
                </a:cubicBezTo>
                <a:close/>
                <a:moveTo>
                  <a:pt x="1884591" y="66364"/>
                </a:moveTo>
                <a:cubicBezTo>
                  <a:pt x="1881401" y="66364"/>
                  <a:pt x="1880490" y="69099"/>
                  <a:pt x="1880490" y="70920"/>
                </a:cubicBezTo>
                <a:lnTo>
                  <a:pt x="1880490" y="73881"/>
                </a:lnTo>
                <a:cubicBezTo>
                  <a:pt x="1880490" y="75021"/>
                  <a:pt x="1880716" y="75247"/>
                  <a:pt x="1881630" y="75247"/>
                </a:cubicBezTo>
                <a:lnTo>
                  <a:pt x="1895065" y="75247"/>
                </a:lnTo>
                <a:lnTo>
                  <a:pt x="1895065" y="143696"/>
                </a:lnTo>
                <a:cubicBezTo>
                  <a:pt x="1895065" y="159849"/>
                  <a:pt x="1902126" y="166226"/>
                  <a:pt x="1912600" y="166226"/>
                </a:cubicBezTo>
                <a:cubicBezTo>
                  <a:pt x="1923078" y="166226"/>
                  <a:pt x="1934466" y="161218"/>
                  <a:pt x="1943348" y="151199"/>
                </a:cubicBezTo>
                <a:cubicBezTo>
                  <a:pt x="1942893" y="148926"/>
                  <a:pt x="1941527" y="147561"/>
                  <a:pt x="1939247" y="147335"/>
                </a:cubicBezTo>
                <a:cubicBezTo>
                  <a:pt x="1933326" y="151884"/>
                  <a:pt x="1926494" y="153701"/>
                  <a:pt x="1920572" y="153701"/>
                </a:cubicBezTo>
                <a:cubicBezTo>
                  <a:pt x="1914425" y="153701"/>
                  <a:pt x="1913059" y="146880"/>
                  <a:pt x="1913059" y="132781"/>
                </a:cubicBezTo>
                <a:lnTo>
                  <a:pt x="1913059" y="75247"/>
                </a:lnTo>
                <a:lnTo>
                  <a:pt x="1936742" y="75247"/>
                </a:lnTo>
                <a:cubicBezTo>
                  <a:pt x="1939022" y="75247"/>
                  <a:pt x="1942208" y="74336"/>
                  <a:pt x="1942208" y="72286"/>
                </a:cubicBezTo>
                <a:lnTo>
                  <a:pt x="1942208" y="67734"/>
                </a:lnTo>
                <a:cubicBezTo>
                  <a:pt x="1942208" y="66823"/>
                  <a:pt x="1941527" y="66364"/>
                  <a:pt x="1940387" y="66364"/>
                </a:cubicBezTo>
                <a:lnTo>
                  <a:pt x="1913059" y="66364"/>
                </a:lnTo>
                <a:lnTo>
                  <a:pt x="1913059" y="57485"/>
                </a:lnTo>
                <a:cubicBezTo>
                  <a:pt x="1913059" y="42681"/>
                  <a:pt x="1913969" y="33570"/>
                  <a:pt x="1913969" y="33570"/>
                </a:cubicBezTo>
                <a:cubicBezTo>
                  <a:pt x="1913969" y="32204"/>
                  <a:pt x="1913285" y="31519"/>
                  <a:pt x="1912145" y="31519"/>
                </a:cubicBezTo>
                <a:cubicBezTo>
                  <a:pt x="1911234" y="31519"/>
                  <a:pt x="1909184" y="32433"/>
                  <a:pt x="1907137" y="33570"/>
                </a:cubicBezTo>
                <a:cubicBezTo>
                  <a:pt x="1904632" y="34939"/>
                  <a:pt x="1902352" y="36075"/>
                  <a:pt x="1899391" y="36760"/>
                </a:cubicBezTo>
                <a:cubicBezTo>
                  <a:pt x="1896660" y="37670"/>
                  <a:pt x="1894384" y="38355"/>
                  <a:pt x="1894384" y="39947"/>
                </a:cubicBezTo>
                <a:cubicBezTo>
                  <a:pt x="1894384" y="42681"/>
                  <a:pt x="1895065" y="41086"/>
                  <a:pt x="1895065" y="66364"/>
                </a:cubicBezTo>
                <a:lnTo>
                  <a:pt x="1884591" y="66364"/>
                </a:lnTo>
                <a:close/>
                <a:moveTo>
                  <a:pt x="1967262" y="27478"/>
                </a:moveTo>
                <a:cubicBezTo>
                  <a:pt x="1967262" y="33399"/>
                  <a:pt x="1972728" y="39321"/>
                  <a:pt x="1978191" y="39321"/>
                </a:cubicBezTo>
                <a:cubicBezTo>
                  <a:pt x="1984568" y="39321"/>
                  <a:pt x="1990034" y="33174"/>
                  <a:pt x="1990034" y="28388"/>
                </a:cubicBezTo>
                <a:cubicBezTo>
                  <a:pt x="1990034" y="22925"/>
                  <a:pt x="1985253" y="16545"/>
                  <a:pt x="1979105" y="16545"/>
                </a:cubicBezTo>
                <a:cubicBezTo>
                  <a:pt x="1973639" y="16545"/>
                  <a:pt x="1967262" y="22011"/>
                  <a:pt x="1967262" y="27478"/>
                </a:cubicBezTo>
                <a:moveTo>
                  <a:pt x="1987988" y="136204"/>
                </a:moveTo>
                <a:lnTo>
                  <a:pt x="1987988" y="90878"/>
                </a:lnTo>
                <a:cubicBezTo>
                  <a:pt x="1987988" y="79490"/>
                  <a:pt x="1988898" y="64863"/>
                  <a:pt x="1988898" y="64863"/>
                </a:cubicBezTo>
                <a:cubicBezTo>
                  <a:pt x="1988898" y="63942"/>
                  <a:pt x="1987758" y="63251"/>
                  <a:pt x="1985937" y="63251"/>
                </a:cubicBezTo>
                <a:cubicBezTo>
                  <a:pt x="1979560" y="65784"/>
                  <a:pt x="1970449" y="67855"/>
                  <a:pt x="1954734" y="69923"/>
                </a:cubicBezTo>
                <a:cubicBezTo>
                  <a:pt x="1954279" y="71292"/>
                  <a:pt x="1954734" y="74934"/>
                  <a:pt x="1955189" y="76303"/>
                </a:cubicBezTo>
                <a:cubicBezTo>
                  <a:pt x="1967717" y="77440"/>
                  <a:pt x="1969993" y="78809"/>
                  <a:pt x="1969993" y="91792"/>
                </a:cubicBezTo>
                <a:lnTo>
                  <a:pt x="1969993" y="136204"/>
                </a:lnTo>
                <a:cubicBezTo>
                  <a:pt x="1969993" y="155109"/>
                  <a:pt x="1967488" y="155793"/>
                  <a:pt x="1953598" y="156933"/>
                </a:cubicBezTo>
                <a:cubicBezTo>
                  <a:pt x="1952229" y="158299"/>
                  <a:pt x="1952229" y="163081"/>
                  <a:pt x="1953598" y="164446"/>
                </a:cubicBezTo>
                <a:cubicBezTo>
                  <a:pt x="1961111" y="164220"/>
                  <a:pt x="1969993" y="163991"/>
                  <a:pt x="1979105" y="163991"/>
                </a:cubicBezTo>
                <a:cubicBezTo>
                  <a:pt x="1988213" y="163991"/>
                  <a:pt x="1996867" y="164220"/>
                  <a:pt x="2004383" y="164446"/>
                </a:cubicBezTo>
                <a:cubicBezTo>
                  <a:pt x="2005749" y="163081"/>
                  <a:pt x="2005749" y="158299"/>
                  <a:pt x="2004383" y="156933"/>
                </a:cubicBezTo>
                <a:cubicBezTo>
                  <a:pt x="1990490" y="156023"/>
                  <a:pt x="1987988" y="155109"/>
                  <a:pt x="1987988" y="136204"/>
                </a:cubicBezTo>
                <a:close/>
                <a:moveTo>
                  <a:pt x="2017819" y="117237"/>
                </a:moveTo>
                <a:cubicBezTo>
                  <a:pt x="2017819" y="140482"/>
                  <a:pt x="2033308" y="166226"/>
                  <a:pt x="2065647" y="166226"/>
                </a:cubicBezTo>
                <a:cubicBezTo>
                  <a:pt x="2080222" y="166226"/>
                  <a:pt x="2091384" y="160989"/>
                  <a:pt x="2099127" y="153472"/>
                </a:cubicBezTo>
                <a:cubicBezTo>
                  <a:pt x="2109375" y="143443"/>
                  <a:pt x="2113931" y="129087"/>
                  <a:pt x="2113931" y="115186"/>
                </a:cubicBezTo>
                <a:cubicBezTo>
                  <a:pt x="2113931" y="91486"/>
                  <a:pt x="2100948" y="63918"/>
                  <a:pt x="2066103" y="63918"/>
                </a:cubicBezTo>
                <a:cubicBezTo>
                  <a:pt x="2051073" y="63918"/>
                  <a:pt x="2038774" y="70069"/>
                  <a:pt x="2030347" y="79865"/>
                </a:cubicBezTo>
                <a:cubicBezTo>
                  <a:pt x="2022149" y="89665"/>
                  <a:pt x="2017819" y="102881"/>
                  <a:pt x="2017819" y="117237"/>
                </a:cubicBezTo>
                <a:moveTo>
                  <a:pt x="2062687" y="71890"/>
                </a:moveTo>
                <a:cubicBezTo>
                  <a:pt x="2082272" y="71890"/>
                  <a:pt x="2094345" y="89665"/>
                  <a:pt x="2094345" y="122481"/>
                </a:cubicBezTo>
                <a:cubicBezTo>
                  <a:pt x="2094345" y="151192"/>
                  <a:pt x="2079541" y="158257"/>
                  <a:pt x="2068838" y="158257"/>
                </a:cubicBezTo>
                <a:cubicBezTo>
                  <a:pt x="2045151" y="158257"/>
                  <a:pt x="2037409" y="129542"/>
                  <a:pt x="2037409" y="111996"/>
                </a:cubicBezTo>
                <a:cubicBezTo>
                  <a:pt x="2037409" y="92171"/>
                  <a:pt x="2042190" y="71890"/>
                  <a:pt x="2062687" y="71890"/>
                </a:cubicBezTo>
                <a:close/>
                <a:moveTo>
                  <a:pt x="2165172" y="82374"/>
                </a:moveTo>
                <a:cubicBezTo>
                  <a:pt x="2163806" y="83969"/>
                  <a:pt x="2162440" y="84428"/>
                  <a:pt x="2162440" y="82374"/>
                </a:cubicBezTo>
                <a:cubicBezTo>
                  <a:pt x="2162211" y="76220"/>
                  <a:pt x="2161756" y="67337"/>
                  <a:pt x="2160616" y="65058"/>
                </a:cubicBezTo>
                <a:cubicBezTo>
                  <a:pt x="2160161" y="63918"/>
                  <a:pt x="2159706" y="63237"/>
                  <a:pt x="2157885" y="63237"/>
                </a:cubicBezTo>
                <a:cubicBezTo>
                  <a:pt x="2151508" y="65742"/>
                  <a:pt x="2145586" y="67793"/>
                  <a:pt x="2129872" y="69840"/>
                </a:cubicBezTo>
                <a:cubicBezTo>
                  <a:pt x="2129416" y="71209"/>
                  <a:pt x="2129872" y="74851"/>
                  <a:pt x="2130327" y="76220"/>
                </a:cubicBezTo>
                <a:cubicBezTo>
                  <a:pt x="2142625" y="77360"/>
                  <a:pt x="2145131" y="78500"/>
                  <a:pt x="2145131" y="91722"/>
                </a:cubicBezTo>
                <a:lnTo>
                  <a:pt x="2145131" y="136183"/>
                </a:lnTo>
                <a:cubicBezTo>
                  <a:pt x="2145131" y="154879"/>
                  <a:pt x="2142855" y="155793"/>
                  <a:pt x="2129187" y="156933"/>
                </a:cubicBezTo>
                <a:cubicBezTo>
                  <a:pt x="2127821" y="158299"/>
                  <a:pt x="2127821" y="163081"/>
                  <a:pt x="2129187" y="164446"/>
                </a:cubicBezTo>
                <a:cubicBezTo>
                  <a:pt x="2136023" y="164220"/>
                  <a:pt x="2145131" y="163991"/>
                  <a:pt x="2154239" y="163991"/>
                </a:cubicBezTo>
                <a:cubicBezTo>
                  <a:pt x="2163351" y="163991"/>
                  <a:pt x="2170183" y="164220"/>
                  <a:pt x="2177015" y="164446"/>
                </a:cubicBezTo>
                <a:cubicBezTo>
                  <a:pt x="2178381" y="163081"/>
                  <a:pt x="2178381" y="158299"/>
                  <a:pt x="2177015" y="156933"/>
                </a:cubicBezTo>
                <a:cubicBezTo>
                  <a:pt x="2165401" y="155793"/>
                  <a:pt x="2163122" y="154879"/>
                  <a:pt x="2163122" y="136183"/>
                </a:cubicBezTo>
                <a:lnTo>
                  <a:pt x="2163122" y="98791"/>
                </a:lnTo>
                <a:cubicBezTo>
                  <a:pt x="2163122" y="94002"/>
                  <a:pt x="2165172" y="91267"/>
                  <a:pt x="2166993" y="89217"/>
                </a:cubicBezTo>
                <a:cubicBezTo>
                  <a:pt x="2175649" y="80779"/>
                  <a:pt x="2185898" y="75761"/>
                  <a:pt x="2194780" y="75761"/>
                </a:cubicBezTo>
                <a:cubicBezTo>
                  <a:pt x="2199336" y="75761"/>
                  <a:pt x="2204118" y="78725"/>
                  <a:pt x="2206849" y="83969"/>
                </a:cubicBezTo>
                <a:cubicBezTo>
                  <a:pt x="2209129" y="88532"/>
                  <a:pt x="2209584" y="94687"/>
                  <a:pt x="2209584" y="101526"/>
                </a:cubicBezTo>
                <a:lnTo>
                  <a:pt x="2209584" y="136183"/>
                </a:lnTo>
                <a:cubicBezTo>
                  <a:pt x="2209584" y="154879"/>
                  <a:pt x="2207304" y="155793"/>
                  <a:pt x="2195461" y="156933"/>
                </a:cubicBezTo>
                <a:cubicBezTo>
                  <a:pt x="2194325" y="158299"/>
                  <a:pt x="2194325" y="163081"/>
                  <a:pt x="2195461" y="164446"/>
                </a:cubicBezTo>
                <a:cubicBezTo>
                  <a:pt x="2202297" y="164220"/>
                  <a:pt x="2209584" y="163991"/>
                  <a:pt x="2218692" y="163991"/>
                </a:cubicBezTo>
                <a:cubicBezTo>
                  <a:pt x="2227804" y="163991"/>
                  <a:pt x="2236002" y="164220"/>
                  <a:pt x="2242834" y="164446"/>
                </a:cubicBezTo>
                <a:cubicBezTo>
                  <a:pt x="2243974" y="163081"/>
                  <a:pt x="2243974" y="158299"/>
                  <a:pt x="2242834" y="156933"/>
                </a:cubicBezTo>
                <a:cubicBezTo>
                  <a:pt x="2230080" y="155793"/>
                  <a:pt x="2227575" y="154879"/>
                  <a:pt x="2227575" y="136183"/>
                </a:cubicBezTo>
                <a:lnTo>
                  <a:pt x="2227575" y="102210"/>
                </a:lnTo>
                <a:cubicBezTo>
                  <a:pt x="2227575" y="89672"/>
                  <a:pt x="2226664" y="78725"/>
                  <a:pt x="2221427" y="71664"/>
                </a:cubicBezTo>
                <a:cubicBezTo>
                  <a:pt x="2217552" y="66653"/>
                  <a:pt x="2210494" y="63918"/>
                  <a:pt x="2202523" y="63918"/>
                </a:cubicBezTo>
                <a:cubicBezTo>
                  <a:pt x="2191364" y="63918"/>
                  <a:pt x="2178610" y="66879"/>
                  <a:pt x="2165172" y="823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21492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2026-09-05T17:42:19.2870000Z</dcterms:created>
  <dcterms:modified xsi:type="dcterms:W3CDTF">2026-09-05T17:42:19.2870000Z</dcterms:modified>
</coreProperties>
</file>