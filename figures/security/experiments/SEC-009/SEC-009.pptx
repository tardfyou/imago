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6c5edda41b4de8" /><Relationship Type="http://schemas.openxmlformats.org/officeDocument/2006/relationships/extended-properties" Target="/docProps/app.xml" Id="R024931aaa93e44b5" /><Relationship Type="http://schemas.openxmlformats.org/officeDocument/2006/relationships/officeDocument" Target="/ppt/presentation.xml" Id="R29814608b0fc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47b5a7894a4699"/>
  </p:sldMasterIdLst>
  <p:notesMasterIdLst>
    <p:notesMasterId xmlns:r="http://schemas.openxmlformats.org/officeDocument/2006/relationships" r:id="R3b767f98ea27416f"/>
  </p:notesMasterIdLst>
  <p:sldIdLst>
    <p:sldId xmlns:r="http://schemas.openxmlformats.org/officeDocument/2006/relationships" id="256" r:id="R3f5e4161eaf14be5"/>
  </p:sldIdLst>
  <p:sldSz cx="13487400" cy="4857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ee9a55ff74378" /><Relationship Type="http://schemas.openxmlformats.org/officeDocument/2006/relationships/slideMaster" Target="/ppt/slideMasters/slideMaster1.xml" Id="R7147b5a7894a4699" /><Relationship Type="http://schemas.openxmlformats.org/officeDocument/2006/relationships/notesMaster" Target="/ppt/notesMasters/notesMaster1.xml" Id="R3b767f98ea27416f" /><Relationship Type="http://schemas.openxmlformats.org/officeDocument/2006/relationships/presProps" Target="/ppt/presProps.xml" Id="R32ed74edd2e54242" /><Relationship Type="http://schemas.openxmlformats.org/officeDocument/2006/relationships/tableStyles" Target="/ppt/tableStyles.xml" Id="R7e23a4fca7de46d6" /><Relationship Type="http://schemas.openxmlformats.org/officeDocument/2006/relationships/slide" Target="/ppt/slides/slide1.xml" Id="R3f5e4161eaf1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d1b2bdc89f47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ba28523d0475f" /><Relationship Type="http://schemas.openxmlformats.org/officeDocument/2006/relationships/notesMaster" Target="/ppt/notesMasters/notesMaster1.xml" Id="Ra3151da861bd432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素材ID：SEC-009</ns1:t>
            </ns1:r>
          </ns1:p>
          <ns1:p>
            <ns1:r>
              <ns1:t>论文：VoiceRadar: Voice Deepfake Detection using Micro-Frequency and Compositional Analysis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4，PDF第10页</ns1:t>
            </ns1:r>
          </ns1:p>
          <ns1:p>
            <ns1:r>
              <ns1:t>类型：实验图表</ns1:t>
            </ns1:r>
          </ns1:p>
          <ns1:p>
            <ns1:r>
              <ns1:t>借鉴点：2×4小多图使用统一图例和色彩比较不同生成器，适合跨模型/跨数据集分布分析。</ns1:t>
            </ns1:r>
          </ns1:p>
          <ns1:p>
            <ns1:r>
              <ns1:t>论文URL：https://www.ndss-symposium.org/wp-content/uploads/2025-3389-paper.pdf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ec2c0c57d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cb181fe6546d8" /><Relationship Type="http://schemas.openxmlformats.org/officeDocument/2006/relationships/slideLayout" Target="/ppt/slideLayouts/slideLayout1.xml" Id="R910deac069be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deac069be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840b57b79422b" /><Relationship Type="http://schemas.openxmlformats.org/officeDocument/2006/relationships/notesSlide" Target="/ppt/notesSlides/notesSlide1.xml" Id="Rd7353f7304a1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69CC0-354D-460D-B554-A573A39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481"/>
            <a:ext cx="3291151" cy="2160840"/>
          </a:xfrm>
          <a:custGeom xmlns:a="http://schemas.openxmlformats.org/drawingml/2006/main">
            <a:pathLst>
              <a:path w="3291151" h="2160840">
                <a:moveTo>
                  <a:pt x="3291151" y="0"/>
                </a:moveTo>
                <a:lnTo>
                  <a:pt x="0" y="0"/>
                </a:lnTo>
                <a:lnTo>
                  <a:pt x="0" y="2160840"/>
                </a:lnTo>
                <a:lnTo>
                  <a:pt x="3291151" y="2160840"/>
                </a:lnTo>
                <a:lnTo>
                  <a:pt x="329115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4B350-634C-48CE-90B2-DA213110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06143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5AD7D-AA80-4DA8-AE92-C2F3F766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797B9-A433-44EB-99B7-54230F0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1598D-DA79-41E5-B3C6-129AE52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C386C-0644-456A-B0C3-CDAD604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28147-555B-4054-935F-AC9C25C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8F78D-8320-4F38-B22E-4339ED5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3CAEA-1563-4AB3-8D07-6416607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CB6D1-1EC2-4EE7-9C7A-9DB353B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9A05A-2AE1-4BEE-A17F-297478C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FA9C3-5B12-4434-8BA3-C621D838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B6303-0D08-42C9-96CF-6FDE09F6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8D8EE-9665-45CB-A5AD-496455B1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0C5C0-94FC-472D-A64B-460D9159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DA407-6CA3-44F7-8BC1-5476539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FA2AC-0DCF-4702-8111-21D04C64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A728B-A189-4ABF-A15B-26382CC6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374FA-941B-4E9F-9F1C-FE8C34B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FF945-9435-4826-AEC5-0947FB1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6E48D-6E17-4E28-94B9-6FB6EC60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4A84B-42DB-4122-B521-08B0EEC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9ED09-2C09-45B9-A1D3-792F4FBB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26719-8047-4CA9-87A5-614321A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09939-AEE8-48DE-9465-10B46C54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1FF2E-AE10-4A2A-AA35-5D836B7F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9F03E-EB29-427B-91E6-4F17EBE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16F21-2967-4222-8528-69C313C9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BF5C8-5274-4C4C-82CA-2E7FC75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16B69-418F-4D73-881F-4EF879D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8AB91-AFB0-4032-9B9B-21AAC48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14BCA-4CA8-4396-B5C1-2E2F5C32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4C446-719D-4BAE-B3BC-304BD34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FCC0D-8734-4CF1-BCF5-FB60993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96390-C583-4FC1-B44B-D13C641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F76D1-1833-456E-A2C3-4E74B8A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CE003-E056-4251-B41D-7893E0B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457EC-1EA5-4714-95CA-89C3818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639CF-7B6B-4E1D-8877-0832BA5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54F38-8FE1-4265-8D55-2661CE8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44C87-B371-4B61-9891-A5C4418A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2440A-F35A-4BFD-87BA-48B0B26E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28DF4-59C3-42B6-8DF2-D2188864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25E43-BDFF-4E46-8E90-C6898EC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2CFF5-8EA9-4A46-812B-8A60BFEF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245B7-54CA-4C7C-815D-B26A510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1D2E6-71A8-4C5F-8EB4-1BADE71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49644-FD32-4B60-BE95-E7CADE51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6D184-40A8-47C3-A93C-6923122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7EA06-CE3A-4584-8F4B-E7D71E3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90BB6-0744-4569-A105-349F71FB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D8B0C-3E80-49A7-8CFB-6A329F01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32F6D-2DC7-40CA-97AB-001B8653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9212F-4603-4752-86B3-9502B9D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B4F5C-AD37-44D8-A355-4F4C6B24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9158B-42B9-4A07-B0EA-E38D5DB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B6033-B0D5-4CDC-BC6A-1151A95C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1C531-8BA1-44C3-B4BB-50EB9CB3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9FC93-2873-4267-82F1-56183E74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C4942-D0EE-45F9-AED5-99BC8AC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9EF44-CFD0-46AF-BADB-86090C7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4E064-B7E7-48BF-BA48-3223A14A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C01E9-993D-4072-80C1-64D06A2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268F0-27AA-4DF5-9CE3-91FB1958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58CD4-DDC2-4D7B-822F-34E0695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FAB31-BA5C-4DE5-B92C-9B42240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2F0AC-4002-4B8B-AC15-6703E9E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918BA-DC14-4AEA-B956-3680CB7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90AF8-CBFD-4F86-AF35-A8C406F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79368-A069-479B-9A22-D6BD0829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8AB61-FA38-47CD-9528-4E8EDF26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D0348-7E55-4446-813F-87ED438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AB1D4-1D11-4C85-9D5C-7039719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54978-27D8-492F-B65E-9415244E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2C616-2E36-495F-BB9E-4DC9020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87509-FDF3-4D56-98EB-0E03CA7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F9121-97C8-4774-82F2-E663FA0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7C90F-FAC5-4385-9D49-1D42AEC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32D51-8A39-4322-8103-F8B32AB2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4A6F6-E32A-45DF-B493-F1EE6160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E16A5-3714-480B-BE76-08F1340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5A907-5B80-42DD-8F6C-46955D3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5B162-8559-4577-8448-25A86F09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3A1FB-5027-47C6-B9C0-6D3422F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0C98E-EB6E-4F56-A4C9-81E680C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F65DC-7E69-4CCD-A9DC-1A20CCB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5E0C0-3CF7-4480-850A-FF3BFB0A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BEA32-6752-4D6C-9E4F-4C66D3DE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D9B1C-0813-44CC-90AD-539BA365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0091D-9833-40FC-9640-B4FE1CB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483AC-1814-4E94-AD07-886EC78F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8914F-74F4-41F4-B5F9-6A87549B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F050E-0D7B-4B86-B349-61348A1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7EEA6-708A-46A6-8847-3113A6ED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6E71E-0904-4771-855C-5D9C46A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6F1E1-9C76-4E79-8E83-190086D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793AF-84EF-4CD2-8C2E-B5C5FFAD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DA1A0-014E-4F3B-812A-7D7242B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9AF94-F555-4AF8-8A61-A94243F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3BBE7-4AD1-4F93-AB17-3E51498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00579-CDE4-4377-977F-963316B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F900B-E0F7-48A5-A7C9-7480F65F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6635D-1310-4DEF-B817-6DC5279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280EC-913E-4205-A31E-71B45B7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59731-19DC-4A32-AFD8-BAC1418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E5ADD-977A-4ECC-9FC1-C6AFF5FD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4267E-89E5-4366-A13F-0EA5461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CFCCA-E6CE-485D-BECA-E9703A3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55ED6-A177-4591-B7C1-41379612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60486-545B-49B6-B4C1-B840779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EF2C0-D81F-4727-A3D4-B389C1B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3A373-AE70-4EA3-8650-296A8A0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B451C-61E7-4AE2-9A10-05BF3F9C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26702-A608-44A1-8AE0-EF01C6AE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0D5FE-EBAD-4E15-83B2-5B366FB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93FDA-2FB4-411D-9C64-641DBF3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605CD-E1E1-40C9-BFB0-FC3FF4D6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724D7-DFCB-4A08-9152-8C2D4F6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E6825-E0DF-408E-B408-83DBB8A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5F34B-6901-4041-8B23-D66B405D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7149A-2DC7-4537-9A1B-434907F2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441FC-349B-4B8D-A047-267243FE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22154-3FD3-4230-AFEE-E2D385E1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83B56-91BE-44D4-A63E-AE1E987F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84E99-D9A8-4204-861A-8538689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EA495-AB43-41BB-A116-1FF677D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54A89-1732-47BE-8D66-75C6294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9B740-6350-4406-A2ED-AD99AF6F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813ED-5B33-4BEC-956A-42FFDD4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5F6BE-CC3D-48E4-81FA-B682FB8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CADD7-868A-4BA8-9AAA-5893346F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13CE0-734E-416D-98AB-C0545384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7485A-CE12-488B-959E-0BB0F72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6925F-411E-40EE-B867-35CC4EA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B7438-9DBF-43DB-B934-CBAD80C4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2B789-FC8C-4E73-95B5-BA58137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0589E-CCD2-430D-BE76-8A2704C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9FAD9-C62A-466A-889B-BBA61A1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940F0-725A-4D8C-BAA2-014614D9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8C1B4-C251-4020-B5ED-5015C77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07FFE-E6DA-4156-A839-520AD66B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FEDA5-BC91-4C9C-80F1-9483311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3D001-7C74-453C-8B49-449C6F7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3B86D-E4F6-4135-8A9B-932A4068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C9F5B-74B7-4CE5-BEF0-C2CCEEA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B07AD-A250-499C-81EC-88B2DAAA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C075A-4485-4B6D-813C-E6DD0A98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2CB4D-4C41-41E2-9F51-253CA256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DA3FD-20B0-4D74-A285-B39C5AA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2C70B-0D52-428E-9B19-E8194268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54ADE-B4AC-47B7-B1FC-583A5D95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356B6-1E11-49A8-9855-FE2CF39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120CC-50D6-4006-8F80-50F0EC3D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F6226-87FD-457D-8F92-BB8AE67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B5F85-8661-4C54-B7FE-54FE1E4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CC7B8-4DEB-4C5E-BDF9-FDED2BB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14ED2-FDD2-4D93-BEF6-6F9B917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7565A-BB22-4DF5-8832-94357C1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6BFF3-B633-4AC9-BE68-F9E0642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361AE-F2AD-4771-B43D-0224184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B4D92-4B2F-4B0E-AB9D-FFAFF87B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EA12B-39EF-4DEA-ABEC-4CE6EDE2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13873-3584-4579-A401-C59CE24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2C05F-39EA-4D33-997D-63F57F5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C594E-DA65-453D-94A1-43791C5B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4FA2E-6590-42EE-A48C-C72AC4A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76F50-BAF3-43BC-9BE3-7B281718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6A09F-0D2A-44A3-8669-2F29370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6DCCF-EF31-49FA-B8E9-8572A76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7E33A-9CD3-4012-85F1-E47CD99E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08B0A-2066-488E-A046-A5D699E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83CBC-6E83-42F5-AD4A-799F2399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D8D35-596F-44DF-B2C2-9BC371B9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7416C-C0EC-4DDC-A95A-720907C3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4E2B3-4E0B-4FD1-B61E-FF436C2E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B9720-C968-40E6-A4B1-C521116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64051-74A7-4928-B05F-E05E518E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E62F4-0460-4C49-A9B0-35FF864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E9516-BBE5-4342-B34E-4E9CE0D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265494"/>
            <a:ext cx="46811" cy="1187016"/>
          </a:xfrm>
          <a:custGeom xmlns:a="http://schemas.openxmlformats.org/drawingml/2006/main">
            <a:pathLst>
              <a:path w="46811" h="1187016">
                <a:moveTo>
                  <a:pt x="0" y="1187016"/>
                </a:moveTo>
                <a:lnTo>
                  <a:pt x="46811" y="1187016"/>
                </a:lnTo>
                <a:lnTo>
                  <a:pt x="46811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1CEBE-302E-403C-9E7C-0A0A21E7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265494"/>
            <a:ext cx="46811" cy="1187016"/>
          </a:xfrm>
          <a:custGeom xmlns:a="http://schemas.openxmlformats.org/drawingml/2006/main">
            <a:pathLst>
              <a:path w="46811" h="1187016" fill="none">
                <a:moveTo>
                  <a:pt x="0" y="1187016"/>
                </a:moveTo>
                <a:lnTo>
                  <a:pt x="46811" y="1187016"/>
                </a:lnTo>
                <a:lnTo>
                  <a:pt x="46811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AFC74-1EAE-409C-B8B9-5A63898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EA41F-B6FE-4091-AB00-E59117A4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E241E-68A5-400A-8AD7-E07B95F0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52F7E-8C38-409F-A1CF-0B822C55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40651-FC7E-4E3F-A6AA-2FBC9FD1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738E5-EC06-425C-864F-53330EE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2C862-DD44-4266-AADF-72FBFDD0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D1E41-EF8F-4E27-A676-982A7C0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33BFB-9266-4900-AD49-984BEB3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934D7-9007-4238-B797-E348C710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A84B1-168C-4ED3-89E5-0E3C480D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594E7-DF14-419E-A3B7-FD877FBF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A965A-2FB1-4913-9DED-E23CF15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ADB99-373E-4A8C-9048-339D952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662BA-D28B-486F-90B9-700AD415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A2993-9FD6-4026-A163-D58F351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58C3E-E200-40C5-957F-38B90CA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BC934-1FD6-4BD4-A680-7F8A95FF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3D004-ED09-4013-8752-3CD7B50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9C5B2-DB64-4626-A586-8FBD139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61AA6-4AA0-4AC5-B105-78A74E2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1056838"/>
            <a:ext cx="46811" cy="395672"/>
          </a:xfrm>
          <a:custGeom xmlns:a="http://schemas.openxmlformats.org/drawingml/2006/main">
            <a:pathLst>
              <a:path w="46811" h="395672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5FBCA-74B6-4796-8E5C-D6A14C4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1056838"/>
            <a:ext cx="46811" cy="395672"/>
          </a:xfrm>
          <a:custGeom xmlns:a="http://schemas.openxmlformats.org/drawingml/2006/main">
            <a:pathLst>
              <a:path w="46811" h="395672" fill="none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CF4A2-943F-4EAC-8CB3-231378F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6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A9868-72FB-48F0-82FA-CFDD9CED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6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C58FC-EF8E-4F8D-8702-D01A95CF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4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C5A27-C3AB-464E-9B79-05461791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97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E4CE5-A8CA-4FF6-AE91-4B235368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98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C5529-E42F-4713-B593-9341E45E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77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C027D-12AA-4D7D-B748-1E3F3B0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90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CF1A6-536F-4BF5-83BB-0CD82095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90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2069A-1FCC-4F1F-94E4-4A09CE5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29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202C0-0649-42AC-A3A5-88662A97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421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8BDCC-E7C7-4387-9A22-C84C45D1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58" y="1579155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B95E0-DF18-491C-9827-32F7473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544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31AA6-4601-467B-817B-80B117DE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215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7B994-4255-4176-9FC7-22DB60D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215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D75E3-24DF-485A-B7B1-CA428A61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54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F43C0-AC01-4600-97A3-6FFE378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46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B05D2-A406-4A26-9272-1B523E0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689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608BC-277E-42B7-A3D9-260B326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026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55DA7-EF03-4A28-9303-1831AF0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640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71973-D584-48B4-8EC2-0ED62AA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640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E2D8B-EBDE-4C5D-8CDE-85FDD58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579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43FC5-9682-4B1B-92E4-B0406E7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1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5824E-2778-401F-87D2-DF54AC4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997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55AD3-2A96-40CB-A756-A00A70F6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3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D2389-95ED-4B11-8F31-9EB670D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774" y="1822812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AB6AA-A51D-4AEE-8D91-7FAB753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60" y="1852647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6EF3A-F27F-45AD-A080-0318A14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700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7E372-65D0-4A6D-8D43-1F79F030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72" y="1852647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B463D-5EC1-4AB8-9C9B-6564493F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70" y="1852647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83B39-0D4B-4963-BD5C-F9790C3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00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559B1-9707-4722-A598-290B262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227" y="1852647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03D42-726C-495D-851F-3D9900FC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97" y="1852647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78487-7FFD-44E6-B80E-F536DBB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80" y="1854942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AA0C5-0E40-4175-8A12-6471A700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145251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55248-1717-4169-B62E-ADBC668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145251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D1243-E831-443C-802F-D96A615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47" y="138854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F2B48-B67F-481C-884E-30D9E3B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661166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098AE-4D38-4A87-AC25-48F0CA6F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661166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D4E7A-E93B-43F6-937C-326B0E5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83" y="597204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E3DFC-8992-4D1E-AD89-35BE172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" y="977962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79C46-7B96-48DD-BEF1-4C6568F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870096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5BE71-C8B8-4F85-BE88-547842A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764526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2CC39-A830-4554-B3E9-04776F2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651541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39E34-07AB-427F-856E-55644F0E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2" y="571568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6005F-7309-40E8-A6DE-A46DF7D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30541-DA51-40AB-B048-203384E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89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4F7F6-F960-4731-8FE7-0B0E39D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145251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C4D3C-1E8D-40E5-8662-298788F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06143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E629F-8127-494B-9954-35DABA8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11" y="294413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625E1-2525-45E4-BA42-932C03D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11" y="294413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FDBBB-7A64-422C-9DFD-532A9B68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26" y="370391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FCB0B-DF13-4093-86A5-8230A21A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0" y="400226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3C084-DD7C-4DEA-9E26-C433631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41" y="364918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3347C-0599-41A3-9783-01133794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8" y="400226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26314-4FEA-4FF3-B474-B5EAFFD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45" y="364918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A2B91-569E-4DC7-93A6-761A4390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634527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25449-600C-4C2F-B9E2-AC7A997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634527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B04F6-F45F-42A6-BCFB-655DC825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56" y="629407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F70EC-ADF1-4660-961D-ACA56F7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89354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47B62-C907-4DF1-A687-20226B0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89354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2E315-4D71-43C9-9397-4EDA77BC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88" y="88612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(a)Bark">
            <a:extLst xmlns:a="http://schemas.openxmlformats.org/drawingml/2006/main">
              <a:ext uri="{FF2B5EF4-FFF2-40B4-BE49-F238E27FC236}">
                <a16:creationId xmlns:a16="http://schemas.microsoft.com/office/drawing/2014/main" id="{3D0EB77B-6020-499F-A755-2D463AC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09" y="2171194"/>
            <a:ext cx="861138" cy="220451"/>
          </a:xfrm>
          <a:custGeom xmlns:a="http://schemas.openxmlformats.org/drawingml/2006/main">
            <a:pathLst>
              <a:path w="861138" h="220451">
                <a:moveTo>
                  <a:pt x="63287" y="1896"/>
                </a:moveTo>
                <a:cubicBezTo>
                  <a:pt x="44326" y="14196"/>
                  <a:pt x="36640" y="20857"/>
                  <a:pt x="27159" y="32645"/>
                </a:cubicBezTo>
                <a:cubicBezTo>
                  <a:pt x="8968" y="54933"/>
                  <a:pt x="0" y="80556"/>
                  <a:pt x="0" y="110534"/>
                </a:cubicBezTo>
                <a:cubicBezTo>
                  <a:pt x="0" y="143073"/>
                  <a:pt x="9481" y="168180"/>
                  <a:pt x="32027" y="194315"/>
                </a:cubicBezTo>
                <a:cubicBezTo>
                  <a:pt x="42532" y="206615"/>
                  <a:pt x="49194" y="212252"/>
                  <a:pt x="62517" y="220451"/>
                </a:cubicBezTo>
                <a:lnTo>
                  <a:pt x="65590" y="216349"/>
                </a:lnTo>
                <a:cubicBezTo>
                  <a:pt x="45096" y="200207"/>
                  <a:pt x="37922" y="191242"/>
                  <a:pt x="31003" y="172023"/>
                </a:cubicBezTo>
                <a:cubicBezTo>
                  <a:pt x="24853" y="154860"/>
                  <a:pt x="22034" y="135387"/>
                  <a:pt x="22034" y="109764"/>
                </a:cubicBezTo>
                <a:cubicBezTo>
                  <a:pt x="22034" y="82862"/>
                  <a:pt x="25365" y="61853"/>
                  <a:pt x="32285" y="45968"/>
                </a:cubicBezTo>
                <a:cubicBezTo>
                  <a:pt x="39459" y="30080"/>
                  <a:pt x="47145" y="20857"/>
                  <a:pt x="65590" y="5997"/>
                </a:cubicBezTo>
                <a:lnTo>
                  <a:pt x="63287" y="1896"/>
                </a:lnTo>
                <a:close/>
                <a:moveTo>
                  <a:pt x="186267" y="158078"/>
                </a:moveTo>
                <a:cubicBezTo>
                  <a:pt x="181912" y="161659"/>
                  <a:pt x="178839" y="162941"/>
                  <a:pt x="174996" y="162941"/>
                </a:cubicBezTo>
                <a:cubicBezTo>
                  <a:pt x="169105" y="162941"/>
                  <a:pt x="167310" y="159356"/>
                  <a:pt x="167310" y="148093"/>
                </a:cubicBezTo>
                <a:lnTo>
                  <a:pt x="167310" y="98164"/>
                </a:lnTo>
                <a:cubicBezTo>
                  <a:pt x="167310" y="84849"/>
                  <a:pt x="166028" y="77424"/>
                  <a:pt x="162185" y="71279"/>
                </a:cubicBezTo>
                <a:cubicBezTo>
                  <a:pt x="156547" y="62064"/>
                  <a:pt x="145530" y="57193"/>
                  <a:pt x="130416" y="57193"/>
                </a:cubicBezTo>
                <a:cubicBezTo>
                  <a:pt x="106329" y="57193"/>
                  <a:pt x="87372" y="69742"/>
                  <a:pt x="87372" y="85873"/>
                </a:cubicBezTo>
                <a:cubicBezTo>
                  <a:pt x="87372" y="91764"/>
                  <a:pt x="92493" y="96882"/>
                  <a:pt x="98389" y="96882"/>
                </a:cubicBezTo>
                <a:cubicBezTo>
                  <a:pt x="104535" y="96882"/>
                  <a:pt x="109918" y="91764"/>
                  <a:pt x="109918" y="86131"/>
                </a:cubicBezTo>
                <a:cubicBezTo>
                  <a:pt x="109918" y="85107"/>
                  <a:pt x="109660" y="83824"/>
                  <a:pt x="109406" y="82034"/>
                </a:cubicBezTo>
                <a:cubicBezTo>
                  <a:pt x="108894" y="79731"/>
                  <a:pt x="108636" y="77682"/>
                  <a:pt x="108636" y="75888"/>
                </a:cubicBezTo>
                <a:cubicBezTo>
                  <a:pt x="108636" y="68976"/>
                  <a:pt x="116834" y="63342"/>
                  <a:pt x="127085" y="63342"/>
                </a:cubicBezTo>
                <a:cubicBezTo>
                  <a:pt x="139638" y="63342"/>
                  <a:pt x="146554" y="70766"/>
                  <a:pt x="146554" y="84594"/>
                </a:cubicBezTo>
                <a:lnTo>
                  <a:pt x="146554" y="100213"/>
                </a:lnTo>
                <a:cubicBezTo>
                  <a:pt x="107099" y="116086"/>
                  <a:pt x="102744" y="118134"/>
                  <a:pt x="91727" y="127865"/>
                </a:cubicBezTo>
                <a:cubicBezTo>
                  <a:pt x="86090" y="132987"/>
                  <a:pt x="82501" y="141689"/>
                  <a:pt x="82501" y="150138"/>
                </a:cubicBezTo>
                <a:cubicBezTo>
                  <a:pt x="82501" y="166272"/>
                  <a:pt x="93776" y="177543"/>
                  <a:pt x="109406" y="177543"/>
                </a:cubicBezTo>
                <a:cubicBezTo>
                  <a:pt x="120677" y="177543"/>
                  <a:pt x="131182" y="172164"/>
                  <a:pt x="146812" y="158840"/>
                </a:cubicBezTo>
                <a:cubicBezTo>
                  <a:pt x="148095" y="172164"/>
                  <a:pt x="152704" y="177543"/>
                  <a:pt x="163209" y="177543"/>
                </a:cubicBezTo>
                <a:cubicBezTo>
                  <a:pt x="171919" y="177543"/>
                  <a:pt x="177303" y="174471"/>
                  <a:pt x="186267" y="164736"/>
                </a:cubicBezTo>
                <a:lnTo>
                  <a:pt x="186267" y="158078"/>
                </a:lnTo>
                <a:moveTo>
                  <a:pt x="146554" y="143468"/>
                </a:moveTo>
                <a:cubicBezTo>
                  <a:pt x="146554" y="151412"/>
                  <a:pt x="145276" y="153719"/>
                  <a:pt x="139893" y="156792"/>
                </a:cubicBezTo>
                <a:cubicBezTo>
                  <a:pt x="133747" y="160381"/>
                  <a:pt x="126573" y="162683"/>
                  <a:pt x="121189" y="162683"/>
                </a:cubicBezTo>
                <a:cubicBezTo>
                  <a:pt x="112225" y="162683"/>
                  <a:pt x="105051" y="153973"/>
                  <a:pt x="105051" y="142956"/>
                </a:cubicBezTo>
                <a:lnTo>
                  <a:pt x="105051" y="141932"/>
                </a:lnTo>
                <a:cubicBezTo>
                  <a:pt x="105051" y="126813"/>
                  <a:pt x="115552" y="117591"/>
                  <a:pt x="146554" y="106316"/>
                </a:cubicBezTo>
                <a:lnTo>
                  <a:pt x="146554" y="143468"/>
                </a:lnTo>
                <a:close/>
                <a:moveTo>
                  <a:pt x="196518" y="220451"/>
                </a:moveTo>
                <a:cubicBezTo>
                  <a:pt x="215479" y="208151"/>
                  <a:pt x="223165" y="201489"/>
                  <a:pt x="232642" y="189702"/>
                </a:cubicBezTo>
                <a:cubicBezTo>
                  <a:pt x="250837" y="167414"/>
                  <a:pt x="259802" y="141791"/>
                  <a:pt x="259802" y="111816"/>
                </a:cubicBezTo>
                <a:cubicBezTo>
                  <a:pt x="259802" y="79019"/>
                  <a:pt x="250321" y="54167"/>
                  <a:pt x="227775" y="28031"/>
                </a:cubicBezTo>
                <a:cubicBezTo>
                  <a:pt x="217270" y="15732"/>
                  <a:pt x="210608" y="10098"/>
                  <a:pt x="197284" y="1896"/>
                </a:cubicBezTo>
                <a:lnTo>
                  <a:pt x="194211" y="5997"/>
                </a:lnTo>
                <a:cubicBezTo>
                  <a:pt x="214709" y="22140"/>
                  <a:pt x="221625" y="31108"/>
                  <a:pt x="228799" y="50323"/>
                </a:cubicBezTo>
                <a:cubicBezTo>
                  <a:pt x="234949" y="67490"/>
                  <a:pt x="237768" y="86960"/>
                  <a:pt x="237768" y="112583"/>
                </a:cubicBezTo>
                <a:cubicBezTo>
                  <a:pt x="237768" y="139230"/>
                  <a:pt x="234437" y="160494"/>
                  <a:pt x="227521" y="176124"/>
                </a:cubicBezTo>
                <a:cubicBezTo>
                  <a:pt x="220347" y="192267"/>
                  <a:pt x="212661" y="201489"/>
                  <a:pt x="194211" y="216349"/>
                </a:cubicBezTo>
                <a:lnTo>
                  <a:pt x="196518" y="220451"/>
                </a:lnTo>
                <a:close/>
                <a:moveTo>
                  <a:pt x="366133" y="5399"/>
                </a:moveTo>
                <a:lnTo>
                  <a:pt x="366133" y="10270"/>
                </a:lnTo>
                <a:cubicBezTo>
                  <a:pt x="387655" y="11549"/>
                  <a:pt x="390728" y="14368"/>
                  <a:pt x="390728" y="33333"/>
                </a:cubicBezTo>
                <a:lnTo>
                  <a:pt x="390728" y="147112"/>
                </a:lnTo>
                <a:cubicBezTo>
                  <a:pt x="390728" y="166077"/>
                  <a:pt x="387397" y="169408"/>
                  <a:pt x="366133" y="170174"/>
                </a:cubicBezTo>
                <a:lnTo>
                  <a:pt x="366133" y="175041"/>
                </a:lnTo>
                <a:lnTo>
                  <a:pt x="451709" y="175041"/>
                </a:lnTo>
                <a:cubicBezTo>
                  <a:pt x="471695" y="175041"/>
                  <a:pt x="489886" y="169662"/>
                  <a:pt x="499362" y="160951"/>
                </a:cubicBezTo>
                <a:cubicBezTo>
                  <a:pt x="508589" y="152749"/>
                  <a:pt x="513710" y="141220"/>
                  <a:pt x="513710" y="128917"/>
                </a:cubicBezTo>
                <a:cubicBezTo>
                  <a:pt x="513710" y="117642"/>
                  <a:pt x="509101" y="107391"/>
                  <a:pt x="501157" y="99959"/>
                </a:cubicBezTo>
                <a:cubicBezTo>
                  <a:pt x="493471" y="93043"/>
                  <a:pt x="486555" y="89966"/>
                  <a:pt x="469900" y="85865"/>
                </a:cubicBezTo>
                <a:cubicBezTo>
                  <a:pt x="483224" y="82534"/>
                  <a:pt x="488603" y="79973"/>
                  <a:pt x="494753" y="74590"/>
                </a:cubicBezTo>
                <a:cubicBezTo>
                  <a:pt x="501157" y="68952"/>
                  <a:pt x="505000" y="59472"/>
                  <a:pt x="505000" y="48963"/>
                </a:cubicBezTo>
                <a:cubicBezTo>
                  <a:pt x="505000" y="20263"/>
                  <a:pt x="482196" y="5399"/>
                  <a:pt x="437873" y="5399"/>
                </a:cubicBezTo>
                <a:lnTo>
                  <a:pt x="366133" y="5399"/>
                </a:lnTo>
                <a:moveTo>
                  <a:pt x="416863" y="91503"/>
                </a:moveTo>
                <a:cubicBezTo>
                  <a:pt x="441716" y="91503"/>
                  <a:pt x="453500" y="92785"/>
                  <a:pt x="462726" y="96628"/>
                </a:cubicBezTo>
                <a:cubicBezTo>
                  <a:pt x="477328" y="102778"/>
                  <a:pt x="484248" y="113028"/>
                  <a:pt x="484248" y="129175"/>
                </a:cubicBezTo>
                <a:cubicBezTo>
                  <a:pt x="484248" y="143011"/>
                  <a:pt x="478869" y="153007"/>
                  <a:pt x="468618" y="158899"/>
                </a:cubicBezTo>
                <a:cubicBezTo>
                  <a:pt x="460419" y="163512"/>
                  <a:pt x="449915" y="165565"/>
                  <a:pt x="433006" y="165565"/>
                </a:cubicBezTo>
                <a:cubicBezTo>
                  <a:pt x="420448" y="165565"/>
                  <a:pt x="416863" y="163258"/>
                  <a:pt x="416863" y="155056"/>
                </a:cubicBezTo>
                <a:lnTo>
                  <a:pt x="416863" y="91503"/>
                </a:lnTo>
                <a:moveTo>
                  <a:pt x="416863" y="81252"/>
                </a:moveTo>
                <a:lnTo>
                  <a:pt x="416863" y="22570"/>
                </a:lnTo>
                <a:cubicBezTo>
                  <a:pt x="416863" y="17186"/>
                  <a:pt x="418658" y="14880"/>
                  <a:pt x="422501" y="14880"/>
                </a:cubicBezTo>
                <a:lnTo>
                  <a:pt x="433772" y="14880"/>
                </a:lnTo>
                <a:cubicBezTo>
                  <a:pt x="463238" y="14880"/>
                  <a:pt x="478869" y="27183"/>
                  <a:pt x="478869" y="49991"/>
                </a:cubicBezTo>
                <a:cubicBezTo>
                  <a:pt x="478869" y="69977"/>
                  <a:pt x="465287" y="81252"/>
                  <a:pt x="441204" y="81252"/>
                </a:cubicBezTo>
                <a:lnTo>
                  <a:pt x="416863" y="81252"/>
                </a:lnTo>
                <a:close/>
                <a:moveTo>
                  <a:pt x="645917" y="158078"/>
                </a:moveTo>
                <a:cubicBezTo>
                  <a:pt x="641562" y="161659"/>
                  <a:pt x="638489" y="162941"/>
                  <a:pt x="634646" y="162941"/>
                </a:cubicBezTo>
                <a:cubicBezTo>
                  <a:pt x="628754" y="162941"/>
                  <a:pt x="626960" y="159356"/>
                  <a:pt x="626960" y="148093"/>
                </a:cubicBezTo>
                <a:lnTo>
                  <a:pt x="626960" y="98164"/>
                </a:lnTo>
                <a:cubicBezTo>
                  <a:pt x="626960" y="84849"/>
                  <a:pt x="625677" y="77424"/>
                  <a:pt x="621834" y="71279"/>
                </a:cubicBezTo>
                <a:cubicBezTo>
                  <a:pt x="616197" y="62064"/>
                  <a:pt x="605180" y="57193"/>
                  <a:pt x="590065" y="57193"/>
                </a:cubicBezTo>
                <a:cubicBezTo>
                  <a:pt x="565979" y="57193"/>
                  <a:pt x="547021" y="69742"/>
                  <a:pt x="547021" y="85873"/>
                </a:cubicBezTo>
                <a:cubicBezTo>
                  <a:pt x="547021" y="91764"/>
                  <a:pt x="552143" y="96882"/>
                  <a:pt x="558039" y="96882"/>
                </a:cubicBezTo>
                <a:cubicBezTo>
                  <a:pt x="564184" y="96882"/>
                  <a:pt x="569568" y="91764"/>
                  <a:pt x="569568" y="86131"/>
                </a:cubicBezTo>
                <a:cubicBezTo>
                  <a:pt x="569568" y="85107"/>
                  <a:pt x="569310" y="83824"/>
                  <a:pt x="569056" y="82034"/>
                </a:cubicBezTo>
                <a:cubicBezTo>
                  <a:pt x="568543" y="79731"/>
                  <a:pt x="568285" y="77682"/>
                  <a:pt x="568285" y="75888"/>
                </a:cubicBezTo>
                <a:cubicBezTo>
                  <a:pt x="568285" y="68976"/>
                  <a:pt x="576484" y="63342"/>
                  <a:pt x="586734" y="63342"/>
                </a:cubicBezTo>
                <a:cubicBezTo>
                  <a:pt x="599288" y="63342"/>
                  <a:pt x="606204" y="70766"/>
                  <a:pt x="606204" y="84594"/>
                </a:cubicBezTo>
                <a:lnTo>
                  <a:pt x="606204" y="100213"/>
                </a:lnTo>
                <a:cubicBezTo>
                  <a:pt x="566749" y="116086"/>
                  <a:pt x="562394" y="118134"/>
                  <a:pt x="551377" y="127865"/>
                </a:cubicBezTo>
                <a:cubicBezTo>
                  <a:pt x="545739" y="132987"/>
                  <a:pt x="542150" y="141689"/>
                  <a:pt x="542150" y="150138"/>
                </a:cubicBezTo>
                <a:cubicBezTo>
                  <a:pt x="542150" y="166272"/>
                  <a:pt x="553425" y="177543"/>
                  <a:pt x="569056" y="177543"/>
                </a:cubicBezTo>
                <a:cubicBezTo>
                  <a:pt x="580327" y="177543"/>
                  <a:pt x="590832" y="172164"/>
                  <a:pt x="606462" y="158840"/>
                </a:cubicBezTo>
                <a:cubicBezTo>
                  <a:pt x="607744" y="172164"/>
                  <a:pt x="612354" y="177543"/>
                  <a:pt x="622859" y="177543"/>
                </a:cubicBezTo>
                <a:cubicBezTo>
                  <a:pt x="631569" y="177543"/>
                  <a:pt x="636952" y="174471"/>
                  <a:pt x="645917" y="164736"/>
                </a:cubicBezTo>
                <a:lnTo>
                  <a:pt x="645917" y="158078"/>
                </a:lnTo>
                <a:moveTo>
                  <a:pt x="606204" y="143468"/>
                </a:moveTo>
                <a:cubicBezTo>
                  <a:pt x="606204" y="151412"/>
                  <a:pt x="604926" y="153719"/>
                  <a:pt x="599542" y="156792"/>
                </a:cubicBezTo>
                <a:cubicBezTo>
                  <a:pt x="593396" y="160381"/>
                  <a:pt x="586222" y="162683"/>
                  <a:pt x="580839" y="162683"/>
                </a:cubicBezTo>
                <a:cubicBezTo>
                  <a:pt x="571874" y="162683"/>
                  <a:pt x="564700" y="153973"/>
                  <a:pt x="564700" y="142956"/>
                </a:cubicBezTo>
                <a:lnTo>
                  <a:pt x="564700" y="141932"/>
                </a:lnTo>
                <a:cubicBezTo>
                  <a:pt x="564700" y="126813"/>
                  <a:pt x="575201" y="117591"/>
                  <a:pt x="606204" y="106316"/>
                </a:cubicBezTo>
                <a:lnTo>
                  <a:pt x="606204" y="143468"/>
                </a:lnTo>
                <a:close/>
                <a:moveTo>
                  <a:pt x="648223" y="75129"/>
                </a:moveTo>
                <a:cubicBezTo>
                  <a:pt x="651812" y="74359"/>
                  <a:pt x="654119" y="74101"/>
                  <a:pt x="657192" y="74101"/>
                </a:cubicBezTo>
                <a:cubicBezTo>
                  <a:pt x="663596" y="74101"/>
                  <a:pt x="665902" y="78202"/>
                  <a:pt x="665902" y="89473"/>
                </a:cubicBezTo>
                <a:lnTo>
                  <a:pt x="665902" y="153523"/>
                </a:lnTo>
                <a:cubicBezTo>
                  <a:pt x="665902" y="166331"/>
                  <a:pt x="664108" y="168125"/>
                  <a:pt x="647711" y="171198"/>
                </a:cubicBezTo>
                <a:lnTo>
                  <a:pt x="647711" y="175041"/>
                </a:lnTo>
                <a:lnTo>
                  <a:pt x="709204" y="175041"/>
                </a:lnTo>
                <a:lnTo>
                  <a:pt x="709204" y="171198"/>
                </a:lnTo>
                <a:cubicBezTo>
                  <a:pt x="691779" y="170432"/>
                  <a:pt x="687424" y="166589"/>
                  <a:pt x="687424" y="151987"/>
                </a:cubicBezTo>
                <a:lnTo>
                  <a:pt x="687424" y="94341"/>
                </a:lnTo>
                <a:cubicBezTo>
                  <a:pt x="687424" y="86143"/>
                  <a:pt x="698441" y="73335"/>
                  <a:pt x="705361" y="73335"/>
                </a:cubicBezTo>
                <a:cubicBezTo>
                  <a:pt x="706898" y="73335"/>
                  <a:pt x="709204" y="74617"/>
                  <a:pt x="712023" y="77178"/>
                </a:cubicBezTo>
                <a:cubicBezTo>
                  <a:pt x="716120" y="80763"/>
                  <a:pt x="718939" y="82299"/>
                  <a:pt x="722270" y="82299"/>
                </a:cubicBezTo>
                <a:cubicBezTo>
                  <a:pt x="728420" y="82299"/>
                  <a:pt x="732263" y="77944"/>
                  <a:pt x="732263" y="70774"/>
                </a:cubicBezTo>
                <a:cubicBezTo>
                  <a:pt x="732263" y="62318"/>
                  <a:pt x="726883" y="57193"/>
                  <a:pt x="718173" y="57193"/>
                </a:cubicBezTo>
                <a:cubicBezTo>
                  <a:pt x="707410" y="57193"/>
                  <a:pt x="699982" y="63088"/>
                  <a:pt x="687424" y="81275"/>
                </a:cubicBezTo>
                <a:lnTo>
                  <a:pt x="687424" y="57709"/>
                </a:lnTo>
                <a:lnTo>
                  <a:pt x="686146" y="57193"/>
                </a:lnTo>
                <a:cubicBezTo>
                  <a:pt x="672564" y="62830"/>
                  <a:pt x="663342" y="66161"/>
                  <a:pt x="648223" y="71028"/>
                </a:cubicBezTo>
                <a:lnTo>
                  <a:pt x="648223" y="75129"/>
                </a:lnTo>
                <a:close/>
                <a:moveTo>
                  <a:pt x="733543" y="15372"/>
                </a:moveTo>
                <a:cubicBezTo>
                  <a:pt x="736874" y="15114"/>
                  <a:pt x="739180" y="14860"/>
                  <a:pt x="741741" y="14860"/>
                </a:cubicBezTo>
                <a:cubicBezTo>
                  <a:pt x="750198" y="14860"/>
                  <a:pt x="752758" y="18191"/>
                  <a:pt x="752758" y="30487"/>
                </a:cubicBezTo>
                <a:lnTo>
                  <a:pt x="752758" y="154028"/>
                </a:lnTo>
                <a:cubicBezTo>
                  <a:pt x="752758" y="167355"/>
                  <a:pt x="751992" y="168125"/>
                  <a:pt x="733543" y="171198"/>
                </a:cubicBezTo>
                <a:lnTo>
                  <a:pt x="733543" y="175041"/>
                </a:lnTo>
                <a:lnTo>
                  <a:pt x="793499" y="175041"/>
                </a:lnTo>
                <a:lnTo>
                  <a:pt x="793499" y="171198"/>
                </a:lnTo>
                <a:lnTo>
                  <a:pt x="788374" y="170944"/>
                </a:lnTo>
                <a:cubicBezTo>
                  <a:pt x="778127" y="170432"/>
                  <a:pt x="774280" y="166843"/>
                  <a:pt x="774280" y="157871"/>
                </a:cubicBezTo>
                <a:lnTo>
                  <a:pt x="774280" y="110706"/>
                </a:lnTo>
                <a:lnTo>
                  <a:pt x="810154" y="158641"/>
                </a:lnTo>
                <a:lnTo>
                  <a:pt x="810920" y="159665"/>
                </a:lnTo>
                <a:cubicBezTo>
                  <a:pt x="811432" y="160435"/>
                  <a:pt x="811945" y="161202"/>
                  <a:pt x="812715" y="161972"/>
                </a:cubicBezTo>
                <a:cubicBezTo>
                  <a:pt x="814763" y="164536"/>
                  <a:pt x="815534" y="166073"/>
                  <a:pt x="815534" y="167355"/>
                </a:cubicBezTo>
                <a:cubicBezTo>
                  <a:pt x="815534" y="169662"/>
                  <a:pt x="813227" y="171198"/>
                  <a:pt x="810154" y="171198"/>
                </a:cubicBezTo>
                <a:lnTo>
                  <a:pt x="805283" y="171198"/>
                </a:lnTo>
                <a:lnTo>
                  <a:pt x="805283" y="175041"/>
                </a:lnTo>
                <a:lnTo>
                  <a:pt x="861138" y="175041"/>
                </a:lnTo>
                <a:lnTo>
                  <a:pt x="861138" y="171198"/>
                </a:lnTo>
                <a:cubicBezTo>
                  <a:pt x="849867" y="170432"/>
                  <a:pt x="841923" y="165561"/>
                  <a:pt x="831164" y="152487"/>
                </a:cubicBezTo>
                <a:lnTo>
                  <a:pt x="791959" y="102758"/>
                </a:lnTo>
                <a:lnTo>
                  <a:pt x="799391" y="95838"/>
                </a:lnTo>
                <a:cubicBezTo>
                  <a:pt x="817582" y="78922"/>
                  <a:pt x="833467" y="67127"/>
                  <a:pt x="840899" y="65078"/>
                </a:cubicBezTo>
                <a:cubicBezTo>
                  <a:pt x="844742" y="64054"/>
                  <a:pt x="848327" y="63542"/>
                  <a:pt x="852686" y="63542"/>
                </a:cubicBezTo>
                <a:lnTo>
                  <a:pt x="854734" y="63542"/>
                </a:lnTo>
                <a:lnTo>
                  <a:pt x="854734" y="59695"/>
                </a:lnTo>
                <a:lnTo>
                  <a:pt x="802464" y="59695"/>
                </a:lnTo>
                <a:lnTo>
                  <a:pt x="802464" y="63284"/>
                </a:lnTo>
                <a:cubicBezTo>
                  <a:pt x="812457" y="63542"/>
                  <a:pt x="815276" y="64566"/>
                  <a:pt x="815276" y="68155"/>
                </a:cubicBezTo>
                <a:cubicBezTo>
                  <a:pt x="815276" y="70203"/>
                  <a:pt x="812969" y="73792"/>
                  <a:pt x="809384" y="76869"/>
                </a:cubicBezTo>
                <a:lnTo>
                  <a:pt x="774280" y="108141"/>
                </a:lnTo>
                <a:lnTo>
                  <a:pt x="774280" y="512"/>
                </a:lnTo>
                <a:lnTo>
                  <a:pt x="773256" y="0"/>
                </a:lnTo>
                <a:cubicBezTo>
                  <a:pt x="763521" y="3073"/>
                  <a:pt x="756089" y="5121"/>
                  <a:pt x="741229" y="9223"/>
                </a:cubicBezTo>
                <a:lnTo>
                  <a:pt x="733543" y="11271"/>
                </a:lnTo>
                <a:lnTo>
                  <a:pt x="733543" y="15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AEE64-47D9-49C5-83C3-F707CA1D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617" y="15481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3CCC3-661F-416F-8780-293CA621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06143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D5CF1-F088-4245-8746-C617AAA1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502897"/>
            <a:ext cx="46812" cy="949613"/>
          </a:xfrm>
          <a:custGeom xmlns:a="http://schemas.openxmlformats.org/drawingml/2006/main">
            <a:pathLst>
              <a:path w="46812" h="949613">
                <a:moveTo>
                  <a:pt x="0" y="949613"/>
                </a:moveTo>
                <a:lnTo>
                  <a:pt x="46812" y="949613"/>
                </a:lnTo>
                <a:lnTo>
                  <a:pt x="46812" y="0"/>
                </a:lnTo>
                <a:lnTo>
                  <a:pt x="0" y="0"/>
                </a:lnTo>
                <a:lnTo>
                  <a:pt x="0" y="94961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AFB4A-19FF-4210-A820-6BB2B189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502897"/>
            <a:ext cx="46812" cy="949613"/>
          </a:xfrm>
          <a:custGeom xmlns:a="http://schemas.openxmlformats.org/drawingml/2006/main">
            <a:pathLst>
              <a:path w="46812" h="949613" fill="none">
                <a:moveTo>
                  <a:pt x="0" y="949613"/>
                </a:moveTo>
                <a:lnTo>
                  <a:pt x="46812" y="949613"/>
                </a:lnTo>
                <a:lnTo>
                  <a:pt x="46812" y="0"/>
                </a:lnTo>
                <a:lnTo>
                  <a:pt x="0" y="0"/>
                </a:lnTo>
                <a:lnTo>
                  <a:pt x="0" y="9496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02081-E5B0-41BC-B14D-7BE18D5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740300"/>
            <a:ext cx="46812" cy="712210"/>
          </a:xfrm>
          <a:custGeom xmlns:a="http://schemas.openxmlformats.org/drawingml/2006/main">
            <a:pathLst>
              <a:path w="46812" h="712210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212DB-9C2F-4C88-8B47-248E574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740300"/>
            <a:ext cx="46812" cy="712210"/>
          </a:xfrm>
          <a:custGeom xmlns:a="http://schemas.openxmlformats.org/drawingml/2006/main">
            <a:pathLst>
              <a:path w="46812" h="712210" fill="none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93FE5-3A92-42D0-9B24-9191877D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85096-7DFC-4179-8CBA-BC754CD7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FE029-743F-4864-9646-4EFA2EC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977704"/>
            <a:ext cx="46812" cy="474806"/>
          </a:xfrm>
          <a:custGeom xmlns:a="http://schemas.openxmlformats.org/drawingml/2006/main">
            <a:pathLst>
              <a:path w="46812" h="474806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30513-A8A5-4622-BA71-2F6EF8B8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977704"/>
            <a:ext cx="46812" cy="474806"/>
          </a:xfrm>
          <a:custGeom xmlns:a="http://schemas.openxmlformats.org/drawingml/2006/main">
            <a:pathLst>
              <a:path w="46812" h="474806" fill="none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1C0C7-12D5-4CD5-8FFD-C31FD12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97180-7778-4885-BB81-889F85A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A65C8-7719-43CF-A2EB-2E9900F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740300"/>
            <a:ext cx="46812" cy="712210"/>
          </a:xfrm>
          <a:custGeom xmlns:a="http://schemas.openxmlformats.org/drawingml/2006/main">
            <a:pathLst>
              <a:path w="46812" h="712210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E13BE-85E5-474F-8549-C206EA6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740300"/>
            <a:ext cx="46812" cy="712210"/>
          </a:xfrm>
          <a:custGeom xmlns:a="http://schemas.openxmlformats.org/drawingml/2006/main">
            <a:pathLst>
              <a:path w="46812" h="712210" fill="none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DCF32-2989-469A-A234-BF853BF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740300"/>
            <a:ext cx="46812" cy="712210"/>
          </a:xfrm>
          <a:custGeom xmlns:a="http://schemas.openxmlformats.org/drawingml/2006/main">
            <a:pathLst>
              <a:path w="46812" h="712210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B7DE2-7B36-4A24-BD0C-26D01164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740300"/>
            <a:ext cx="46812" cy="712210"/>
          </a:xfrm>
          <a:custGeom xmlns:a="http://schemas.openxmlformats.org/drawingml/2006/main">
            <a:pathLst>
              <a:path w="46812" h="712210" fill="none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56EF5-7EF3-4989-B4A7-4DC75051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CE0FC-DAC5-4633-8A13-404D464F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ACD8B-5813-43E0-86D3-483C6C5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C21BD-F054-4BFE-BAFC-58EA7009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DD0ED-8F7F-4348-87D6-1F56B67B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740300"/>
            <a:ext cx="46812" cy="712210"/>
          </a:xfrm>
          <a:custGeom xmlns:a="http://schemas.openxmlformats.org/drawingml/2006/main">
            <a:pathLst>
              <a:path w="46812" h="712210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18FE0-2700-442D-BA8A-89F1DDE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740300"/>
            <a:ext cx="46812" cy="712210"/>
          </a:xfrm>
          <a:custGeom xmlns:a="http://schemas.openxmlformats.org/drawingml/2006/main">
            <a:pathLst>
              <a:path w="46812" h="712210" fill="none">
                <a:moveTo>
                  <a:pt x="0" y="712210"/>
                </a:moveTo>
                <a:lnTo>
                  <a:pt x="46812" y="712210"/>
                </a:lnTo>
                <a:lnTo>
                  <a:pt x="46812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E9173-AD0B-44F7-98E1-ACC83A95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73307-9BE6-4DC4-BDE4-82DE771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BF900-9829-4DAB-81FF-AEFB047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16BB1-EEBE-4FF4-8BF3-580F6B7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AB019-AE8D-45ED-A699-D15B7771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DCA02-5174-4EF3-9696-4FABDA5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C665E-F87D-4C30-943C-C8BD1D4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C2CBC-2BD4-41CF-9739-14FC2C20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5EAD0-337A-4283-9E1A-E6FAC70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BB6CB-47D1-46EB-A81C-F426D9B8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6DC91-A8D7-4B9D-99CE-54984656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6B1A6-BDF7-455F-9599-F656019D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6E9F2-C2D6-4489-BC22-1DA2FE0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6F71A-1D75-4D51-A96C-269868A3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133C9-B4C5-4182-98D1-880D7D4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5ABCB-8E64-4A48-8779-7C07883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8D866-D152-402E-B895-8D4E7FC5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F25CD-E84B-4264-AE36-D833C4F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A01E0-7162-493F-A638-C561D1D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4AFD4-5A59-4293-BE2D-CD9F7A2C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A0A95-834A-4BE3-8092-4E5C04BA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9A30A-69AD-42AC-8D6A-51D47CD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0D732-7C6F-4D50-94EA-6688766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8B57D-4A54-4060-8E5C-B5909FD6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C0E7D-FAB8-4DA2-875A-FAF34E4D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D3DE6-7CC5-4BA3-861F-96AA034A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F2403-918E-4E95-B64F-28E8873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A7B38-0D75-421A-ADF7-3CA94D9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A0C1A-D3D0-4E27-A879-CEFBF5D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52F06-F178-4948-A0E0-001D2870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6EBA8-0600-440E-A92D-5CF256C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4591F-C613-4CDF-925E-D7349EF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D2DE2-E100-461B-9927-2994C22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EC178-8998-475D-A0AC-41E41E43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3E25B-7FB5-443C-8C3E-4A49765F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D2E74-B030-4C5D-8B7F-229EF84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08B14-2793-480B-B543-3C47232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10A01-470D-4B2D-BEFF-9CD6898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4B69A-DBCD-457D-BFAE-9966CEBB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C73D7-29C3-44CF-AD97-22A828F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E77AC-2E7A-4AC0-90CF-4BBBD5E8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88DA6-2365-47C2-8803-7F6E542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D66B6-5A2D-419D-A0C5-70B00EA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C27A6-7FB8-4F51-A489-CC0BA09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D3814-9F3E-44B6-9778-D2A14E6A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E9AE9-3D24-47C3-B277-2AC50AF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37E3A-0D3D-41EB-BB2A-0F53687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D6ED1-8236-42DB-BF82-106B7D3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6D642-1C3B-4072-B559-40144835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105CA-75BE-4BC2-90F1-05290777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A4D73-EF1C-45C6-893A-14DAD3D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47C6C-0E2C-4BED-9D70-39C9924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F3AF7-8898-4271-BA82-262BD6A6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FABDC-ECC9-424C-A438-F096793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9A407-59DF-4A9A-871D-71B7CD1B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A5B24-02DC-4FFA-8C44-1A706F7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88E78-5198-4990-A1C2-1CDB7A1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152A4-4C94-41F0-AAAB-DACD6866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0A4FB-9E5B-4AEA-8365-3E2EB4E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5DF1C-81DB-40D1-A34F-D6DDBD8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2FB9C-112A-4573-B629-A610D4B0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E9932-A2CA-4FD4-878F-B14ABD7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D05B8-FC72-4DA0-8664-5C84FDD8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D5402-6074-4BBD-AC01-8E168530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D18C2-33CB-45E3-BDDA-8327B68B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377B6-78FA-430D-860A-746E5D4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AB56B-9E2B-4527-829D-84088CCA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24E9D-D155-4370-BB57-FEDEB17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764DB-A246-41BA-A8CC-52FB21D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DA055-5F80-4E15-9175-30AC4C69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A1C5D-1A45-4BB2-9CA1-514849F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E60DB-6637-4F81-A075-4BC30BE9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521CE-1732-4C85-A25C-427CEA7F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3905C-AAB5-4D6D-B312-6DBC4807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449D9-B606-460A-B017-564C97E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2B3CE-E452-42FD-85DD-39FDEB7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B5E80-9D5B-4ABF-A48D-D0C4F37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EFDAB-E720-4FDE-9BD3-839B7A62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A5359-F25F-4690-BEAD-E74DF55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7BD58-44A8-4887-A439-BF31254A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E6D68-7C9F-4E63-86C7-CF34509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16E6B-7357-47D5-9F80-56651F1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979FB-DDCD-458D-8F9C-9273B2B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E4133-F26B-4DB4-B117-4AB4EC5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CA087-F51B-41A1-89EF-642C4E94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15EEE-55D7-49A6-B82D-2B721747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09465-E907-4D68-BA46-430602F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F3020-FC5D-4FF1-B3B9-25E35D58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CB70D-5B04-4F05-9C5D-104B7FED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1448F-EC1F-4DBE-BE6F-1679883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0CFE4-203C-479D-8EDD-1DF4B19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D9F9C-EC11-4BB2-A412-64792EA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F47F7-FC70-4AE4-9415-7482053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5EB2D-DFE3-43D2-BDB1-6DF090AC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703C9-4D9F-4D14-8460-B9FF608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DB938-A222-45FC-AF0F-384A141C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00456-8F0C-4B63-95C4-605C8D4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FC7EA-C850-4C2B-9A04-59657DF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536EB-AC57-4FEE-A6A0-403189F6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B0FC9-C513-44E1-971E-40F8318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550FA-BDCD-4605-BB28-359D0BF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72CBD-467F-4DB9-809A-738B7129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8C96B-3C4E-4472-9E80-1A4AFF4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E5A48-E65A-4B09-84B7-281A92EA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7281E-AD42-429A-B645-494CEF5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C818D-6889-430E-887F-761CF50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29479-9CB8-4073-8778-96BA373B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82598-7F7A-40EC-A295-114B322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1850A-9A6F-480D-82E1-15851AC2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24332-E548-4FBB-A589-03A4E36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38A81-20E3-4A0F-BC65-0C5AB8C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3D24E-74E2-4B87-A1BE-483B3BE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3AC90-C391-4839-927F-156FC898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559EB-75FB-412D-B408-ED36443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63F45-30A8-4CCD-B647-3C598F6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B850C-495B-47FF-A60D-61B3619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FBC86-C724-4E1B-85BD-91343A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695AD-DC4A-45FD-92EC-75BEC6F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8BAC9-B614-4846-B860-F2A4DE14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2D7E0-F5FC-44FA-A616-B0330A0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35498-DC8B-40C9-A649-B01C895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25A5C-A27F-41B6-BD5B-6CC51CA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38839-A68C-4509-870E-F648D46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C5586-6D44-407F-B634-4FBE3079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E58C5-A592-4CE0-9296-5B2CEFC7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F6446-EDD9-4139-9E0E-B0FE583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1A63E-B29F-4049-B2E8-270D6A3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651DF-0A95-4E46-9800-0DABB3C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A58C6-B179-45D9-9ECF-2CEE7BC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803BF-BF21-4A42-8C9B-44B2ABF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88BD0-D120-4493-A780-605808A0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6F0B7-5A88-4E92-A891-A2FAD6CA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D1D18-7996-412D-94FE-73B49BA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5BD71-BD39-46AA-95C8-9401022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0C942-8D9A-4579-9C90-3D4AE6A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91F21-8E0B-4CAC-8A35-498D9A6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FEF9E-12E8-447D-BECD-AFBF190C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13966-39F1-4BB0-AAE1-CBF8403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C48F6-F283-450A-A47E-1D87BAC7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BDD60-81A0-4AD2-A5DF-2021C0CD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EF024-E4D7-42BC-9AD2-9C68E70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918EA-E1AD-432E-AF9F-7E9700F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A9340-1C8B-43ED-ADEF-75DF7D5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A2FED-D9BD-4668-B4F5-C4E021B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73398-92D1-4577-8E44-50E23D2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B3AC6-AAC6-4E5A-A996-1075DEA4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8E752-32F8-4C26-BBF7-EEC252DC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FC4EA-33A1-442C-91E9-1B97EB9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D2929-07F8-47AE-8D16-E1883A6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6A70E-0F66-49A3-B11B-2392623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11A38-3037-4B46-8872-8B30A3C2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4879F-91A4-41A3-9936-25E2A3A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2D087-B90D-4368-BE67-F01D34D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93F4B-22EB-4916-ABCD-3CB1E6B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9C9BB-802F-4085-BAE7-2D742640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49F0F-8D3C-4E0F-AE87-C4D18A7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0CD84-435A-44CF-8A8F-E960554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D7381-5DBD-4D0A-AE3B-A22C8EDE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463C-237F-40D7-94DB-CC0CC2C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BCE59-F09C-419A-A014-8FAEFD04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0F876-08D1-44CE-A198-29BFE78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502897"/>
            <a:ext cx="46812" cy="949613"/>
          </a:xfrm>
          <a:custGeom xmlns:a="http://schemas.openxmlformats.org/drawingml/2006/main">
            <a:pathLst>
              <a:path w="46812" h="949613">
                <a:moveTo>
                  <a:pt x="0" y="949613"/>
                </a:moveTo>
                <a:lnTo>
                  <a:pt x="46812" y="949613"/>
                </a:lnTo>
                <a:lnTo>
                  <a:pt x="46812" y="0"/>
                </a:lnTo>
                <a:lnTo>
                  <a:pt x="0" y="0"/>
                </a:lnTo>
                <a:lnTo>
                  <a:pt x="0" y="94961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B418E-BEC5-4BCA-A48F-6A8BBDD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502897"/>
            <a:ext cx="46812" cy="949613"/>
          </a:xfrm>
          <a:custGeom xmlns:a="http://schemas.openxmlformats.org/drawingml/2006/main">
            <a:pathLst>
              <a:path w="46812" h="949613" fill="none">
                <a:moveTo>
                  <a:pt x="0" y="949613"/>
                </a:moveTo>
                <a:lnTo>
                  <a:pt x="46812" y="949613"/>
                </a:lnTo>
                <a:lnTo>
                  <a:pt x="46812" y="0"/>
                </a:lnTo>
                <a:lnTo>
                  <a:pt x="0" y="0"/>
                </a:lnTo>
                <a:lnTo>
                  <a:pt x="0" y="9496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42024-3CEA-44D7-B7EB-59392CF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12684-FE23-49F0-B473-13E0270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AA606-9E2A-4568-8CB3-D8C7FBA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88C9B-A08F-4DB1-A3C9-F53E8C49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DC10C-17D0-49DF-A67F-0EA3FAE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41AFF-D320-49D1-A3AF-2885B2B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B72A1-5132-4F38-8640-C3F9B99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977704"/>
            <a:ext cx="46812" cy="474806"/>
          </a:xfrm>
          <a:custGeom xmlns:a="http://schemas.openxmlformats.org/drawingml/2006/main">
            <a:pathLst>
              <a:path w="46812" h="474806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32940-DD9B-4421-B045-E7343F1B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977704"/>
            <a:ext cx="46812" cy="474806"/>
          </a:xfrm>
          <a:custGeom xmlns:a="http://schemas.openxmlformats.org/drawingml/2006/main">
            <a:pathLst>
              <a:path w="46812" h="474806" fill="none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8ED4D-BFCD-4F4E-8D9F-3E99EC0F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977704"/>
            <a:ext cx="46812" cy="474806"/>
          </a:xfrm>
          <a:custGeom xmlns:a="http://schemas.openxmlformats.org/drawingml/2006/main">
            <a:pathLst>
              <a:path w="46812" h="474806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3633C-07CD-4A60-92EE-5076AA25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977704"/>
            <a:ext cx="46812" cy="474806"/>
          </a:xfrm>
          <a:custGeom xmlns:a="http://schemas.openxmlformats.org/drawingml/2006/main">
            <a:pathLst>
              <a:path w="46812" h="474806" fill="none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A8734-88FA-4FE3-8449-E4D91D8D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1215107"/>
            <a:ext cx="46812" cy="237403"/>
          </a:xfrm>
          <a:custGeom xmlns:a="http://schemas.openxmlformats.org/drawingml/2006/main">
            <a:pathLst>
              <a:path w="46812" h="237403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120E7-E61A-435A-9CEE-29FA09F9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1215107"/>
            <a:ext cx="46812" cy="237403"/>
          </a:xfrm>
          <a:custGeom xmlns:a="http://schemas.openxmlformats.org/drawingml/2006/main">
            <a:pathLst>
              <a:path w="46812" h="237403" fill="none">
                <a:moveTo>
                  <a:pt x="0" y="237403"/>
                </a:moveTo>
                <a:lnTo>
                  <a:pt x="46812" y="237403"/>
                </a:lnTo>
                <a:lnTo>
                  <a:pt x="46812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7A80-6AA8-4922-B538-F0A34B73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977704"/>
            <a:ext cx="46812" cy="474806"/>
          </a:xfrm>
          <a:custGeom xmlns:a="http://schemas.openxmlformats.org/drawingml/2006/main">
            <a:pathLst>
              <a:path w="46812" h="474806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338AC-FC8A-4E3E-B33E-AE81B0C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977704"/>
            <a:ext cx="46812" cy="474806"/>
          </a:xfrm>
          <a:custGeom xmlns:a="http://schemas.openxmlformats.org/drawingml/2006/main">
            <a:pathLst>
              <a:path w="46812" h="474806" fill="none">
                <a:moveTo>
                  <a:pt x="0" y="474806"/>
                </a:moveTo>
                <a:lnTo>
                  <a:pt x="46812" y="474806"/>
                </a:lnTo>
                <a:lnTo>
                  <a:pt x="46812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9BBE3-6AA3-42F8-BDB5-91B3E670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1467F-5E1D-4CAF-9BC8-7E6EC09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01336-03D7-43A6-AC1A-CA9533A8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1215107"/>
            <a:ext cx="46811" cy="237403"/>
          </a:xfrm>
          <a:custGeom xmlns:a="http://schemas.openxmlformats.org/drawingml/2006/main">
            <a:pathLst>
              <a:path w="46811" h="237403">
                <a:moveTo>
                  <a:pt x="0" y="237403"/>
                </a:moveTo>
                <a:lnTo>
                  <a:pt x="46811" y="237403"/>
                </a:lnTo>
                <a:lnTo>
                  <a:pt x="46811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C5291-C19F-4783-AF2B-D3F34CB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1215107"/>
            <a:ext cx="46811" cy="237403"/>
          </a:xfrm>
          <a:custGeom xmlns:a="http://schemas.openxmlformats.org/drawingml/2006/main">
            <a:pathLst>
              <a:path w="46811" h="237403" fill="none">
                <a:moveTo>
                  <a:pt x="0" y="237403"/>
                </a:moveTo>
                <a:lnTo>
                  <a:pt x="46811" y="237403"/>
                </a:lnTo>
                <a:lnTo>
                  <a:pt x="46811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108A6-9E46-4629-9066-FDD0F6D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919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CD81C-D516-41F7-98DD-71E3799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919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B7C2A-4668-4F9B-B609-DC0D631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992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B3F24-46BC-4080-9E79-284E151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84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DA50D-F203-4233-AD51-3E13AD5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585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EF36B-5905-48AD-AD1E-F1439B83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752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E4E16-C7F4-4E38-9D33-265D479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752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A671F-5F2A-4ECA-A9DC-0F183DC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24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3C3A9-6290-4E72-9432-7E16670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17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8F883-A715-42A6-90CD-899B4D6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360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CBE0A-9A5B-4513-8C8F-00995C1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62" y="1822812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610AE-0E3A-4341-9F89-CA47AD5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48" y="1852647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205BE-A8D4-4BF7-A21B-3FFB7E61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088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CA59F-4DD9-47E8-BF90-212AC6E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60" y="1852647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D0CCA-189D-4026-9E14-68D3EAAB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058" y="1852647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F3551-416F-40D6-BF91-B09995B6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688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8E807-8CA8-448F-8B86-8E1F34DD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615" y="1852647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FBC6A-98A2-4206-9687-A9B163F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185" y="1852647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65B18-8516-4135-8260-2A335873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869" y="1854942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C9FDE-2579-49C1-BFED-726CE1F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145251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C9C40-7ACC-42DF-B5A6-C92184E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145251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E1040-2950-42DA-A285-164FA4A5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35" y="138854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A48A9-D6D7-45DC-9681-7EAFF54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977704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F6320-ED57-4088-945B-CEEAC9B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977704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B17FC-740D-48F7-B236-950BE09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271" y="913741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B0414-CEB9-4F66-8D5B-A86A90B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50289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33F87-260A-4D15-B2F4-6410CEA7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50289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0454D-F623-4930-9CEF-A557ADF8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034" y="441230"/>
            <a:ext cx="93742" cy="128697"/>
          </a:xfrm>
          <a:custGeom xmlns:a="http://schemas.openxmlformats.org/drawingml/2006/main">
            <a:pathLst>
              <a:path w="93742" h="128697">
                <a:moveTo>
                  <a:pt x="58081" y="15182"/>
                </a:moveTo>
                <a:lnTo>
                  <a:pt x="14123" y="83856"/>
                </a:lnTo>
                <a:lnTo>
                  <a:pt x="58081" y="83856"/>
                </a:lnTo>
                <a:lnTo>
                  <a:pt x="58081" y="15182"/>
                </a:lnTo>
                <a:close/>
                <a:moveTo>
                  <a:pt x="53491" y="0"/>
                </a:moveTo>
                <a:lnTo>
                  <a:pt x="75382" y="0"/>
                </a:lnTo>
                <a:lnTo>
                  <a:pt x="75382" y="83856"/>
                </a:lnTo>
                <a:lnTo>
                  <a:pt x="93742" y="83856"/>
                </a:lnTo>
                <a:lnTo>
                  <a:pt x="93742" y="98332"/>
                </a:lnTo>
                <a:lnTo>
                  <a:pt x="75382" y="98332"/>
                </a:lnTo>
                <a:lnTo>
                  <a:pt x="75382" y="128697"/>
                </a:lnTo>
                <a:lnTo>
                  <a:pt x="58081" y="128697"/>
                </a:lnTo>
                <a:lnTo>
                  <a:pt x="58081" y="98332"/>
                </a:lnTo>
                <a:lnTo>
                  <a:pt x="0" y="98332"/>
                </a:lnTo>
                <a:lnTo>
                  <a:pt x="0" y="81561"/>
                </a:lnTo>
                <a:lnTo>
                  <a:pt x="534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87FD4-CC2F-4F6A-ADF8-CA75BF41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089" y="977962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8F263-5898-4418-8DAF-2AC4ED0D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870096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E5B9F-DFAB-4D91-8736-9BAC196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764526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28696-374E-4DBC-BC31-0E76050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651541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24D15-E215-4518-8B99-DE4C5A8D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150" y="571568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90B62-58A8-43E0-A29D-45796A1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37563-8977-46A6-8910-EC448C7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877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4C1DD-805C-4E88-A132-36B5965D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145251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AEBEF-4D7B-48C5-B388-231F714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06143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84D19-F151-407F-ADE5-09FD40B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99" y="294413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FD345-0D6D-42F4-8BEA-818D8CB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99" y="294413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4F178-9A7E-4514-816D-548D903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514" y="370391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247EA-68B5-4552-9DE1-8B8F07E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138" y="400226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07E0A-858A-4A89-8564-1E55032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830" y="364918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5234B-5B33-4616-8469-2587CA91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576" y="400226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E3921-8496-44ED-9716-921E49B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33" y="364918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2C368-BD8F-49CB-86F1-D5D48C6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634527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A4CAC-8C93-4C8E-8E66-BC50540A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634527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EC633-47E2-45D7-A34D-A67D826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844" y="629407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A1AF4-6213-42B1-B23A-4A79175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89354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0A68B-41EF-4D85-B0AB-CA0D4C2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89354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5052A-4137-46AA-9838-0061F27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076" y="88612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Text (b)Jenny">
            <a:extLst xmlns:a="http://schemas.openxmlformats.org/drawingml/2006/main">
              <a:ext uri="{FF2B5EF4-FFF2-40B4-BE49-F238E27FC236}">
                <a16:creationId xmlns:a16="http://schemas.microsoft.com/office/drawing/2014/main" id="{97CCBD9D-C47F-4B37-994A-C816308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704" y="2171253"/>
            <a:ext cx="963624" cy="230787"/>
          </a:xfrm>
          <a:custGeom xmlns:a="http://schemas.openxmlformats.org/drawingml/2006/main">
            <a:pathLst>
              <a:path w="963624" h="230787">
                <a:moveTo>
                  <a:pt x="63287" y="1837"/>
                </a:moveTo>
                <a:cubicBezTo>
                  <a:pt x="44326" y="14137"/>
                  <a:pt x="36640" y="20799"/>
                  <a:pt x="27159" y="32586"/>
                </a:cubicBezTo>
                <a:cubicBezTo>
                  <a:pt x="8968" y="54874"/>
                  <a:pt x="0" y="80497"/>
                  <a:pt x="0" y="110475"/>
                </a:cubicBezTo>
                <a:cubicBezTo>
                  <a:pt x="0" y="143014"/>
                  <a:pt x="9481" y="168121"/>
                  <a:pt x="32027" y="194257"/>
                </a:cubicBezTo>
                <a:cubicBezTo>
                  <a:pt x="42532" y="206556"/>
                  <a:pt x="49194" y="212194"/>
                  <a:pt x="62517" y="220392"/>
                </a:cubicBezTo>
                <a:lnTo>
                  <a:pt x="65590" y="216291"/>
                </a:lnTo>
                <a:cubicBezTo>
                  <a:pt x="45096" y="200148"/>
                  <a:pt x="37922" y="191184"/>
                  <a:pt x="31003" y="171965"/>
                </a:cubicBezTo>
                <a:cubicBezTo>
                  <a:pt x="24853" y="154802"/>
                  <a:pt x="22034" y="135328"/>
                  <a:pt x="22034" y="109705"/>
                </a:cubicBezTo>
                <a:cubicBezTo>
                  <a:pt x="22034" y="82804"/>
                  <a:pt x="25365" y="61794"/>
                  <a:pt x="32285" y="45910"/>
                </a:cubicBezTo>
                <a:cubicBezTo>
                  <a:pt x="39459" y="30021"/>
                  <a:pt x="47145" y="20799"/>
                  <a:pt x="65590" y="5939"/>
                </a:cubicBezTo>
                <a:lnTo>
                  <a:pt x="63287" y="1837"/>
                </a:lnTo>
                <a:close/>
                <a:moveTo>
                  <a:pt x="112225" y="512"/>
                </a:moveTo>
                <a:lnTo>
                  <a:pt x="110943" y="0"/>
                </a:lnTo>
                <a:cubicBezTo>
                  <a:pt x="100180" y="3843"/>
                  <a:pt x="93264" y="5892"/>
                  <a:pt x="81223" y="9223"/>
                </a:cubicBezTo>
                <a:lnTo>
                  <a:pt x="73791" y="11275"/>
                </a:lnTo>
                <a:lnTo>
                  <a:pt x="73791" y="15372"/>
                </a:lnTo>
                <a:cubicBezTo>
                  <a:pt x="75327" y="15118"/>
                  <a:pt x="76351" y="15118"/>
                  <a:pt x="78146" y="15118"/>
                </a:cubicBezTo>
                <a:cubicBezTo>
                  <a:pt x="88397" y="15118"/>
                  <a:pt x="90699" y="17421"/>
                  <a:pt x="90699" y="28184"/>
                </a:cubicBezTo>
                <a:lnTo>
                  <a:pt x="90699" y="161096"/>
                </a:lnTo>
                <a:cubicBezTo>
                  <a:pt x="90699" y="169032"/>
                  <a:pt x="112479" y="177485"/>
                  <a:pt x="132977" y="177485"/>
                </a:cubicBezTo>
                <a:cubicBezTo>
                  <a:pt x="166798" y="177485"/>
                  <a:pt x="192930" y="149317"/>
                  <a:pt x="192930" y="112704"/>
                </a:cubicBezTo>
                <a:cubicBezTo>
                  <a:pt x="192930" y="81213"/>
                  <a:pt x="173460" y="57134"/>
                  <a:pt x="147837" y="57134"/>
                </a:cubicBezTo>
                <a:cubicBezTo>
                  <a:pt x="132207" y="57134"/>
                  <a:pt x="117347" y="66360"/>
                  <a:pt x="112225" y="78910"/>
                </a:cubicBezTo>
                <a:lnTo>
                  <a:pt x="112225" y="512"/>
                </a:lnTo>
                <a:moveTo>
                  <a:pt x="112225" y="92480"/>
                </a:moveTo>
                <a:cubicBezTo>
                  <a:pt x="112225" y="82495"/>
                  <a:pt x="124267" y="73276"/>
                  <a:pt x="137590" y="73276"/>
                </a:cubicBezTo>
                <a:cubicBezTo>
                  <a:pt x="157572" y="73276"/>
                  <a:pt x="170383" y="93246"/>
                  <a:pt x="170383" y="124483"/>
                </a:cubicBezTo>
                <a:cubicBezTo>
                  <a:pt x="170383" y="152902"/>
                  <a:pt x="158084" y="169287"/>
                  <a:pt x="137078" y="169287"/>
                </a:cubicBezTo>
                <a:cubicBezTo>
                  <a:pt x="123754" y="169287"/>
                  <a:pt x="112225" y="163399"/>
                  <a:pt x="112225" y="156999"/>
                </a:cubicBezTo>
                <a:lnTo>
                  <a:pt x="112225" y="92480"/>
                </a:lnTo>
                <a:close/>
                <a:moveTo>
                  <a:pt x="210867" y="220392"/>
                </a:moveTo>
                <a:cubicBezTo>
                  <a:pt x="229828" y="208092"/>
                  <a:pt x="237514" y="201431"/>
                  <a:pt x="246991" y="189643"/>
                </a:cubicBezTo>
                <a:cubicBezTo>
                  <a:pt x="265185" y="167355"/>
                  <a:pt x="274150" y="141732"/>
                  <a:pt x="274150" y="111758"/>
                </a:cubicBezTo>
                <a:cubicBezTo>
                  <a:pt x="274150" y="78961"/>
                  <a:pt x="264669" y="54108"/>
                  <a:pt x="242123" y="27973"/>
                </a:cubicBezTo>
                <a:cubicBezTo>
                  <a:pt x="231618" y="15673"/>
                  <a:pt x="224956" y="10040"/>
                  <a:pt x="211633" y="1837"/>
                </a:cubicBezTo>
                <a:lnTo>
                  <a:pt x="208560" y="5939"/>
                </a:lnTo>
                <a:cubicBezTo>
                  <a:pt x="229058" y="22081"/>
                  <a:pt x="235974" y="31049"/>
                  <a:pt x="243147" y="50265"/>
                </a:cubicBezTo>
                <a:cubicBezTo>
                  <a:pt x="249297" y="67432"/>
                  <a:pt x="252116" y="86901"/>
                  <a:pt x="252116" y="112524"/>
                </a:cubicBezTo>
                <a:cubicBezTo>
                  <a:pt x="252116" y="139171"/>
                  <a:pt x="248785" y="160435"/>
                  <a:pt x="241869" y="176066"/>
                </a:cubicBezTo>
                <a:cubicBezTo>
                  <a:pt x="234695" y="192208"/>
                  <a:pt x="227009" y="201431"/>
                  <a:pt x="208560" y="216291"/>
                </a:cubicBezTo>
                <a:lnTo>
                  <a:pt x="210867" y="220392"/>
                </a:lnTo>
                <a:close/>
                <a:moveTo>
                  <a:pt x="447354" y="33262"/>
                </a:moveTo>
                <a:cubicBezTo>
                  <a:pt x="447354" y="14563"/>
                  <a:pt x="450169" y="11748"/>
                  <a:pt x="470925" y="10212"/>
                </a:cubicBezTo>
                <a:lnTo>
                  <a:pt x="470925" y="5340"/>
                </a:lnTo>
                <a:lnTo>
                  <a:pt x="397390" y="5340"/>
                </a:lnTo>
                <a:lnTo>
                  <a:pt x="397390" y="10212"/>
                </a:lnTo>
                <a:cubicBezTo>
                  <a:pt x="418400" y="11748"/>
                  <a:pt x="421219" y="14563"/>
                  <a:pt x="421219" y="33262"/>
                </a:cubicBezTo>
                <a:lnTo>
                  <a:pt x="421219" y="151846"/>
                </a:lnTo>
                <a:cubicBezTo>
                  <a:pt x="421219" y="163371"/>
                  <a:pt x="418142" y="168751"/>
                  <a:pt x="411480" y="168751"/>
                </a:cubicBezTo>
                <a:cubicBezTo>
                  <a:pt x="407895" y="168751"/>
                  <a:pt x="406359" y="166702"/>
                  <a:pt x="404564" y="160299"/>
                </a:cubicBezTo>
                <a:cubicBezTo>
                  <a:pt x="402004" y="151334"/>
                  <a:pt x="397903" y="147237"/>
                  <a:pt x="391241" y="147237"/>
                </a:cubicBezTo>
                <a:cubicBezTo>
                  <a:pt x="384325" y="147237"/>
                  <a:pt x="378687" y="153128"/>
                  <a:pt x="378687" y="160044"/>
                </a:cubicBezTo>
                <a:cubicBezTo>
                  <a:pt x="378687" y="170799"/>
                  <a:pt x="389192" y="178486"/>
                  <a:pt x="404052" y="178486"/>
                </a:cubicBezTo>
                <a:cubicBezTo>
                  <a:pt x="431724" y="178486"/>
                  <a:pt x="447354" y="160044"/>
                  <a:pt x="447354" y="128029"/>
                </a:cubicBezTo>
                <a:lnTo>
                  <a:pt x="447354" y="33262"/>
                </a:lnTo>
                <a:close/>
                <a:moveTo>
                  <a:pt x="580327" y="132893"/>
                </a:moveTo>
                <a:cubicBezTo>
                  <a:pt x="568032" y="152374"/>
                  <a:pt x="557011" y="159810"/>
                  <a:pt x="540614" y="159810"/>
                </a:cubicBezTo>
                <a:cubicBezTo>
                  <a:pt x="526012" y="159810"/>
                  <a:pt x="514995" y="152374"/>
                  <a:pt x="507563" y="137764"/>
                </a:cubicBezTo>
                <a:cubicBezTo>
                  <a:pt x="502950" y="128021"/>
                  <a:pt x="501159" y="119561"/>
                  <a:pt x="500647" y="103923"/>
                </a:cubicBezTo>
                <a:lnTo>
                  <a:pt x="579561" y="103923"/>
                </a:lnTo>
                <a:cubicBezTo>
                  <a:pt x="577508" y="87300"/>
                  <a:pt x="574948" y="79895"/>
                  <a:pt x="568544" y="71724"/>
                </a:cubicBezTo>
                <a:cubicBezTo>
                  <a:pt x="560854" y="62517"/>
                  <a:pt x="549070" y="57134"/>
                  <a:pt x="535747" y="57134"/>
                </a:cubicBezTo>
                <a:cubicBezTo>
                  <a:pt x="522935" y="57134"/>
                  <a:pt x="510894" y="61747"/>
                  <a:pt x="501159" y="70446"/>
                </a:cubicBezTo>
                <a:cubicBezTo>
                  <a:pt x="489114" y="80916"/>
                  <a:pt x="482198" y="99056"/>
                  <a:pt x="482198" y="120073"/>
                </a:cubicBezTo>
                <a:cubicBezTo>
                  <a:pt x="482198" y="155451"/>
                  <a:pt x="500647" y="177485"/>
                  <a:pt x="530109" y="177485"/>
                </a:cubicBezTo>
                <a:cubicBezTo>
                  <a:pt x="554450" y="177485"/>
                  <a:pt x="573665" y="162371"/>
                  <a:pt x="584428" y="134687"/>
                </a:cubicBezTo>
                <a:lnTo>
                  <a:pt x="580327" y="132893"/>
                </a:lnTo>
                <a:moveTo>
                  <a:pt x="501159" y="95725"/>
                </a:moveTo>
                <a:cubicBezTo>
                  <a:pt x="503974" y="75810"/>
                  <a:pt x="512688" y="66360"/>
                  <a:pt x="528315" y="66360"/>
                </a:cubicBezTo>
                <a:cubicBezTo>
                  <a:pt x="543945" y="66360"/>
                  <a:pt x="550095" y="73511"/>
                  <a:pt x="553426" y="95725"/>
                </a:cubicBezTo>
                <a:lnTo>
                  <a:pt x="501159" y="95725"/>
                </a:lnTo>
                <a:close/>
                <a:moveTo>
                  <a:pt x="593651" y="73022"/>
                </a:moveTo>
                <a:cubicBezTo>
                  <a:pt x="595187" y="72252"/>
                  <a:pt x="597752" y="71998"/>
                  <a:pt x="600571" y="71998"/>
                </a:cubicBezTo>
                <a:cubicBezTo>
                  <a:pt x="607745" y="71998"/>
                  <a:pt x="610047" y="75841"/>
                  <a:pt x="610047" y="88391"/>
                </a:cubicBezTo>
                <a:lnTo>
                  <a:pt x="610047" y="151928"/>
                </a:lnTo>
                <a:cubicBezTo>
                  <a:pt x="610047" y="166530"/>
                  <a:pt x="607228" y="170115"/>
                  <a:pt x="594163" y="171140"/>
                </a:cubicBezTo>
                <a:lnTo>
                  <a:pt x="594163" y="174983"/>
                </a:lnTo>
                <a:lnTo>
                  <a:pt x="648482" y="174983"/>
                </a:lnTo>
                <a:lnTo>
                  <a:pt x="648482" y="171140"/>
                </a:lnTo>
                <a:cubicBezTo>
                  <a:pt x="635412" y="170115"/>
                  <a:pt x="631569" y="167042"/>
                  <a:pt x="631569" y="157820"/>
                </a:cubicBezTo>
                <a:lnTo>
                  <a:pt x="631569" y="85830"/>
                </a:lnTo>
                <a:cubicBezTo>
                  <a:pt x="643869" y="74301"/>
                  <a:pt x="649506" y="71228"/>
                  <a:pt x="657962" y="71228"/>
                </a:cubicBezTo>
                <a:cubicBezTo>
                  <a:pt x="670516" y="71228"/>
                  <a:pt x="676666" y="79168"/>
                  <a:pt x="676666" y="96077"/>
                </a:cubicBezTo>
                <a:lnTo>
                  <a:pt x="676666" y="149622"/>
                </a:lnTo>
                <a:cubicBezTo>
                  <a:pt x="676666" y="165760"/>
                  <a:pt x="673335" y="170115"/>
                  <a:pt x="660523" y="171140"/>
                </a:cubicBezTo>
                <a:lnTo>
                  <a:pt x="660523" y="174983"/>
                </a:lnTo>
                <a:lnTo>
                  <a:pt x="713818" y="174983"/>
                </a:lnTo>
                <a:lnTo>
                  <a:pt x="713818" y="171140"/>
                </a:lnTo>
                <a:cubicBezTo>
                  <a:pt x="701260" y="169861"/>
                  <a:pt x="698188" y="166784"/>
                  <a:pt x="698188" y="154235"/>
                </a:cubicBezTo>
                <a:lnTo>
                  <a:pt x="698188" y="95565"/>
                </a:lnTo>
                <a:cubicBezTo>
                  <a:pt x="698188" y="71486"/>
                  <a:pt x="686912" y="57134"/>
                  <a:pt x="667955" y="57134"/>
                </a:cubicBezTo>
                <a:cubicBezTo>
                  <a:pt x="656168" y="57134"/>
                  <a:pt x="648224" y="61493"/>
                  <a:pt x="630803" y="77890"/>
                </a:cubicBezTo>
                <a:lnTo>
                  <a:pt x="630803" y="57650"/>
                </a:lnTo>
                <a:lnTo>
                  <a:pt x="629008" y="57134"/>
                </a:lnTo>
                <a:cubicBezTo>
                  <a:pt x="616455" y="61747"/>
                  <a:pt x="607745" y="64566"/>
                  <a:pt x="593651" y="68667"/>
                </a:cubicBezTo>
                <a:lnTo>
                  <a:pt x="593651" y="73022"/>
                </a:lnTo>
                <a:close/>
                <a:moveTo>
                  <a:pt x="721758" y="73022"/>
                </a:moveTo>
                <a:cubicBezTo>
                  <a:pt x="723295" y="72252"/>
                  <a:pt x="725859" y="71998"/>
                  <a:pt x="728678" y="71998"/>
                </a:cubicBezTo>
                <a:cubicBezTo>
                  <a:pt x="735852" y="71998"/>
                  <a:pt x="738155" y="75841"/>
                  <a:pt x="738155" y="88391"/>
                </a:cubicBezTo>
                <a:lnTo>
                  <a:pt x="738155" y="151928"/>
                </a:lnTo>
                <a:cubicBezTo>
                  <a:pt x="738155" y="166530"/>
                  <a:pt x="735336" y="170115"/>
                  <a:pt x="722270" y="171140"/>
                </a:cubicBezTo>
                <a:lnTo>
                  <a:pt x="722270" y="174983"/>
                </a:lnTo>
                <a:lnTo>
                  <a:pt x="776589" y="174983"/>
                </a:lnTo>
                <a:lnTo>
                  <a:pt x="776589" y="171140"/>
                </a:lnTo>
                <a:cubicBezTo>
                  <a:pt x="763520" y="170115"/>
                  <a:pt x="759677" y="167042"/>
                  <a:pt x="759677" y="157820"/>
                </a:cubicBezTo>
                <a:lnTo>
                  <a:pt x="759677" y="85830"/>
                </a:lnTo>
                <a:cubicBezTo>
                  <a:pt x="771976" y="74301"/>
                  <a:pt x="777614" y="71228"/>
                  <a:pt x="786070" y="71228"/>
                </a:cubicBezTo>
                <a:cubicBezTo>
                  <a:pt x="798623" y="71228"/>
                  <a:pt x="804773" y="79168"/>
                  <a:pt x="804773" y="96077"/>
                </a:cubicBezTo>
                <a:lnTo>
                  <a:pt x="804773" y="149622"/>
                </a:lnTo>
                <a:cubicBezTo>
                  <a:pt x="804773" y="165760"/>
                  <a:pt x="801442" y="170115"/>
                  <a:pt x="788631" y="171140"/>
                </a:cubicBezTo>
                <a:lnTo>
                  <a:pt x="788631" y="174983"/>
                </a:lnTo>
                <a:lnTo>
                  <a:pt x="841925" y="174983"/>
                </a:lnTo>
                <a:lnTo>
                  <a:pt x="841925" y="171140"/>
                </a:lnTo>
                <a:cubicBezTo>
                  <a:pt x="829368" y="169861"/>
                  <a:pt x="826295" y="166784"/>
                  <a:pt x="826295" y="154235"/>
                </a:cubicBezTo>
                <a:lnTo>
                  <a:pt x="826295" y="95565"/>
                </a:lnTo>
                <a:cubicBezTo>
                  <a:pt x="826295" y="71486"/>
                  <a:pt x="815020" y="57134"/>
                  <a:pt x="796063" y="57134"/>
                </a:cubicBezTo>
                <a:cubicBezTo>
                  <a:pt x="784275" y="57134"/>
                  <a:pt x="776331" y="61493"/>
                  <a:pt x="758910" y="77890"/>
                </a:cubicBezTo>
                <a:lnTo>
                  <a:pt x="758910" y="57650"/>
                </a:lnTo>
                <a:lnTo>
                  <a:pt x="757116" y="57134"/>
                </a:lnTo>
                <a:cubicBezTo>
                  <a:pt x="744562" y="61747"/>
                  <a:pt x="735852" y="64566"/>
                  <a:pt x="721758" y="68667"/>
                </a:cubicBezTo>
                <a:lnTo>
                  <a:pt x="721758" y="73022"/>
                </a:lnTo>
                <a:close/>
                <a:moveTo>
                  <a:pt x="963624" y="59636"/>
                </a:moveTo>
                <a:lnTo>
                  <a:pt x="929037" y="59636"/>
                </a:lnTo>
                <a:lnTo>
                  <a:pt x="929037" y="63483"/>
                </a:lnTo>
                <a:cubicBezTo>
                  <a:pt x="937235" y="63483"/>
                  <a:pt x="941336" y="65786"/>
                  <a:pt x="941336" y="69887"/>
                </a:cubicBezTo>
                <a:cubicBezTo>
                  <a:pt x="941336" y="70911"/>
                  <a:pt x="941078" y="72447"/>
                  <a:pt x="940308" y="74242"/>
                </a:cubicBezTo>
                <a:lnTo>
                  <a:pt x="915455" y="144954"/>
                </a:lnTo>
                <a:lnTo>
                  <a:pt x="885993" y="80134"/>
                </a:lnTo>
                <a:cubicBezTo>
                  <a:pt x="884453" y="76549"/>
                  <a:pt x="883428" y="73218"/>
                  <a:pt x="883428" y="70399"/>
                </a:cubicBezTo>
                <a:cubicBezTo>
                  <a:pt x="883428" y="65786"/>
                  <a:pt x="887271" y="63995"/>
                  <a:pt x="898288" y="63483"/>
                </a:cubicBezTo>
                <a:lnTo>
                  <a:pt x="898288" y="59636"/>
                </a:lnTo>
                <a:lnTo>
                  <a:pt x="845510" y="59636"/>
                </a:lnTo>
                <a:lnTo>
                  <a:pt x="845510" y="63225"/>
                </a:lnTo>
                <a:cubicBezTo>
                  <a:pt x="852172" y="64249"/>
                  <a:pt x="856527" y="67068"/>
                  <a:pt x="858575" y="71423"/>
                </a:cubicBezTo>
                <a:lnTo>
                  <a:pt x="887783" y="134453"/>
                </a:lnTo>
                <a:lnTo>
                  <a:pt x="888554" y="136501"/>
                </a:lnTo>
                <a:lnTo>
                  <a:pt x="892397" y="144187"/>
                </a:lnTo>
                <a:cubicBezTo>
                  <a:pt x="899571" y="156999"/>
                  <a:pt x="903672" y="166221"/>
                  <a:pt x="903672" y="170065"/>
                </a:cubicBezTo>
                <a:cubicBezTo>
                  <a:pt x="903672" y="173908"/>
                  <a:pt x="897776" y="190046"/>
                  <a:pt x="893421" y="197732"/>
                </a:cubicBezTo>
                <a:cubicBezTo>
                  <a:pt x="889836" y="204394"/>
                  <a:pt x="884198" y="209261"/>
                  <a:pt x="880610" y="209261"/>
                </a:cubicBezTo>
                <a:cubicBezTo>
                  <a:pt x="879073" y="209261"/>
                  <a:pt x="876766" y="208749"/>
                  <a:pt x="874206" y="207471"/>
                </a:cubicBezTo>
                <a:cubicBezTo>
                  <a:pt x="869338" y="205676"/>
                  <a:pt x="864983" y="204652"/>
                  <a:pt x="860628" y="204652"/>
                </a:cubicBezTo>
                <a:cubicBezTo>
                  <a:pt x="854732" y="204652"/>
                  <a:pt x="849611" y="209778"/>
                  <a:pt x="849611" y="215923"/>
                </a:cubicBezTo>
                <a:cubicBezTo>
                  <a:pt x="849611" y="224380"/>
                  <a:pt x="857809" y="230787"/>
                  <a:pt x="868568" y="230787"/>
                </a:cubicBezTo>
                <a:cubicBezTo>
                  <a:pt x="885735" y="230787"/>
                  <a:pt x="898034" y="216439"/>
                  <a:pt x="911870" y="179545"/>
                </a:cubicBezTo>
                <a:lnTo>
                  <a:pt x="951325" y="75012"/>
                </a:lnTo>
                <a:cubicBezTo>
                  <a:pt x="954656" y="66810"/>
                  <a:pt x="957475" y="64249"/>
                  <a:pt x="963624" y="63483"/>
                </a:cubicBezTo>
                <a:lnTo>
                  <a:pt x="963624" y="59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DB198-F4E7-404F-9F11-348849AC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977" y="15481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AD8A1-FCEA-4D41-9E8B-242692B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06143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584FB-8B5A-4D73-8296-7E9ED5DD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1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9B6AD-D0A7-44FE-B74E-8BD722B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1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92AEE-A6CF-4AD1-B0E7-7447149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430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99277-3C5D-4DEF-A02D-4E68BD4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430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93EDB-9D0F-41A1-A45D-CDB5EDE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242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992FC-06B7-430B-AFFE-672B86F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242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7C455-9BC7-4C3D-B558-91BC8AA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0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F8A20-A025-446A-A81F-F325E05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0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A7D8D-F50E-4EC7-9B8B-3CA9AAA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65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37D34-07E9-47D2-9A13-DF4AAE3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65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BE491-1CF3-45D6-84DC-92E98AA7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677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6C767-8273-49BF-AA29-2BAC7DA1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677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1E8B9-2F77-4948-BE09-4E705E5A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3CC98-D7C7-43E1-8C98-827A6057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37ADC-3BBC-42DB-855C-23A90EC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01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3061B-2706-4EC4-95A2-77968B4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01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23A04-60A6-4E84-A982-324808A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2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D49EE-ADD6-4A80-8607-0565A47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2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CF745-4AD5-4A9C-8E20-396B1F6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FC8D4-47B4-4E20-ADFD-C97FFB4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3EF38-6B4C-4EC4-9771-0E09E05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7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9BC39-12FB-41E3-819D-BC1EDC9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7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44C0B-981A-4324-8E79-23C92226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4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6D284-4588-4C34-B417-BE8F446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4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C7BDA-66B4-42F2-AD29-DE722AD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5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D8584-4D6B-497F-AAE7-BF60FCB1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5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CC2AA-F160-4EC9-BB48-C857EA6E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1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77416-9AE8-4B5D-B45C-E6ED7D1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1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D705B-2760-44BE-80E4-11F16AE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83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32B13-BAD0-4561-8397-097E7FB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83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7F844-524E-49C4-A815-7C0A6C1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7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118F8-D8DD-4C3E-92E6-D5CCE511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7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F88CC-7800-44A2-93A9-415813A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4F4E7-F45E-4F45-BEB6-F3BED7D5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F2F08-1DEB-4422-A3AC-81E1771D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2E42B-03BE-4C9B-925D-E0C33086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2D658-06C7-4CFD-A899-2C9DBEF0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C6703-3042-4BF4-A688-9C8B2AEE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A6FED-A0F0-4925-A0AC-1EC13AE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0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74762-68D5-4539-A268-23920F38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0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34A9B-2144-4E2E-BBEB-505EB319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8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53018-08A5-4C30-AEEB-2137DFF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8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05AB9-880F-446B-8EF6-55D90DD1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E8966-260B-4FDF-B2C0-F596C917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CF8A6-2A4D-4D3B-B049-720B47D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4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1E1DA-612F-4CE9-A0A1-A221742A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4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69C92-3F13-4654-9E28-37FECAC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466E0-4E0B-4BCD-9377-B8B5774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7A1C7-48E2-423C-830A-7640B1E0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1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5BF01-BA1F-405D-89C8-0C194BE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1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2795D-D8F5-4800-993B-54AAEBFE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1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7A9E1-C64A-45C5-8B2C-8BBAA43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1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61007-8C95-49F2-98B4-8A1D892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E303C-579C-45BF-9396-557DEA61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A3A0E-E3F5-46FB-A79D-2CD77423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67CAF-BBAD-4D46-A820-DFAB783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33233-114A-4596-B493-A74FA0A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3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059CE-36E8-4B39-B3E5-C0521AA0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3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67144-1CB1-428F-8732-01D2CA8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16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C72F6-47E3-4C8F-B70D-3401DCA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16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113D6-7DA4-4921-8DD8-C98E3196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9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3C85B-04A6-41EC-BF8C-E54D8621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9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CBB4B-A620-4224-989B-FC7285F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6B612-7915-4D71-9EB5-CECD815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8404A-CC47-4BF9-8920-3BAF8FA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FBC0F-7F70-4566-8A06-9872EDA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BFB18-7E60-436F-AD61-29B6438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0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99D2A-F534-4863-9DA5-C542116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0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CC80D-0D20-49BA-9FAB-F257E9D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21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2B99A-336A-4677-9352-CB424083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21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B0068-405E-46DF-9CD4-1B5B4434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0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13634-7A58-4238-AC71-3AAA8E0B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0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C94E3-9B86-40A3-A42F-06953703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8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2EBBF-DB1E-417D-914F-4FD6AA87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8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29924-2E3F-4D2C-9000-5F975E73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6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F481A-4F41-4325-9FB2-2530A4A3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6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F665F-F817-466C-965D-4D41DF0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6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AC519-8694-4C15-ACAC-493FAC5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6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B4627-224D-4EFA-8F98-A4D751D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2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86D57-EE27-45C8-8B7E-772C1BA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2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FCACE-52FE-4B63-A904-5D067DAC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332FE-15C1-40D9-A507-E70F1650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02786-22BA-4553-BEBC-BE174A02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C5D05-BB70-4A51-915D-5429D54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1ED3B-854E-4A59-B137-DB59B6BC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71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3F812-4198-4A5A-A381-EA6E03FB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71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3978C-FAE9-4C7C-80AB-8726000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52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45FCE-3341-4B97-84D8-F42440F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52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96B19-220A-4F42-85FA-882AA9A1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3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621BA-8408-4DA3-8B12-434AA786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3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CF1FC-DEE8-484F-AAE9-07952BC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092BF-33EA-43BD-93E5-A86DB22C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4670D-BB51-443F-9EF1-DF75A74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96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81551-FA78-49B1-A212-E81D247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96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9A34B-6408-4577-A572-131113F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77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70D2E-863E-4C7B-ACF9-E45668BC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77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A560-5799-40D1-8CA4-6EAFBF5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03B5C-BAD9-4CB5-8BF8-2E6DC632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90BE5-C9E1-43DF-9BFC-21E59A8C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95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C9554-6651-4A15-AA03-8AACBA86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95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B88F1-B064-4A1F-B87F-8D0E15E9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EAC51-FE5E-42CE-AAB6-F7AA759B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02748-38C2-433F-AEF0-B23116F7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4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C01E5-74B5-4568-836A-CDA35B1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4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4C7CB-9C24-471F-81DC-FCF93D48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2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4F373-E54F-4F25-92BB-D61764C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2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75CE5-EB53-41D2-A142-52629D2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0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1E211-C655-4C7C-AC81-757856D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0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FD634-865C-4D3E-BF90-7E7D531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2FF7C-E794-4AD8-AFBA-E5EA1383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4F047-F016-4FB8-A526-369FD87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6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18149-6C1A-40CA-8B0A-19B7E12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6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D7ACA-A595-4F49-A74D-1DAFC30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D05CC-32CB-4955-A843-83AB996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843B5-1516-4376-A953-022229E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470B3-D9F3-42B3-9EE2-6BC31F5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139E9-A65F-491C-AFA1-AF670696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DD6F7-57AE-4A9C-8A53-921D42C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B9F62-0BD0-4040-902C-D4747C2D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2D22B-3938-47D6-8CFB-20C718AE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E2D50-91B0-4F4F-BFE9-1EF92DFE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7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97D08-7A9E-40F7-AC08-576332C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7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71241-0EBD-4637-9D6D-35B06D06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61D36-589C-494E-A382-683FA41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DF44B-76C0-4B6D-A927-8BB0EE1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D8BF4-464F-4EA0-AFEC-AF04CA7D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3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5F7E-D205-41F8-9761-1CC9FD5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1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E462A-B10B-4F2A-B379-E26E930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1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FDC73-992E-4610-B9B0-BF165D87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665F5-2733-4305-A819-66DFDF5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C6298-9521-4BF9-BC47-95FD98C2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7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B15A1-A955-4695-8955-D660DAE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7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11F07-7958-433E-A5BA-36101ADE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34B8B-4277-4A68-A7C6-2528829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C5B29-36B5-436F-826F-B740C0C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E1D51-3209-474E-AC0C-5CD70513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9F597-30D1-4983-9426-CCFE7C7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19C79-CA21-49E1-9089-AE48EAE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C09B0-A9A7-4F68-A793-A97801F1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0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35E8E-089C-46AB-A6DB-DC1DDBC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0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C1D16-333E-4D7B-B64C-0C3A9A43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8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8796F-6537-4B8D-AE7F-C9A2EE54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8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39F43-58E3-4B44-B1CE-D6E8965F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6A934-8B47-4843-B672-F7A40788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CB3BC-6E0C-4483-8874-CB4C976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4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7693C-263E-49DF-82B5-0F07455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4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5811C-B8FD-4205-BB51-65EB1779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5F72D-4712-4B18-89FA-B6FD1815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F0C37-BA3A-4688-844B-01276FEC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1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4D613-239E-40B2-9A74-F00A33C1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1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400A1-7100-4145-8F05-C2ED0F5C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1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4B905-FDDF-4258-BE63-AF428149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1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2B5AA-8F55-4C5F-9B9A-B68FFA4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3818E-3FC8-42A9-8799-16AE65E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BC17D-BBA6-4D59-B8A6-EB64EA9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27BD3-22CB-41BE-92A2-B755F98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E8481-A169-4C31-9A3B-17F2D5C6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3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5D4E7-8A89-4639-AA8D-8F7F5370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3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39C7F-2D78-456C-BF83-60C91AC1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16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09EEA-C5B8-4D37-B1FF-D2DABB67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16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888C0-E619-4659-9919-6F70BBAF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9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CD754-49E5-4C84-BA54-CD21BDCB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9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205BC-6E94-46D5-8E8B-A3073EF9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3A9D9-5510-4D18-8BB3-3CA6C16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92FD0-5CB9-4BBF-B03A-8126C99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BC030-4978-4CEE-8C74-BC9F78A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D9A6F-4600-4F11-8F81-FAFC6146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07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4D783-6620-4AB5-B338-F3E88E7C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407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281B8-3F2D-4A8C-B541-4A8C603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21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CF0D9-58A6-4CDA-8C45-2C07B5C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21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5CAFF-969A-4E45-A4CB-748B094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030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5C392-AFEB-4EDD-B79A-D2CE319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030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7A7AF-9961-46A6-B667-30C5A719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842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4BC4C-8CB6-40F8-B0FE-E8E9337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842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DA899-7575-41F7-B2DF-442E7C2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654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04203-186C-4D4D-9141-E44FC566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654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9ACF5-F270-46F6-8576-7948B7E1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6" y="1056838"/>
            <a:ext cx="46811" cy="395672"/>
          </a:xfrm>
          <a:custGeom xmlns:a="http://schemas.openxmlformats.org/drawingml/2006/main">
            <a:pathLst>
              <a:path w="46811" h="395672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07978-AE87-4D14-9D0D-4AE65EB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6" y="1056838"/>
            <a:ext cx="46811" cy="395672"/>
          </a:xfrm>
          <a:custGeom xmlns:a="http://schemas.openxmlformats.org/drawingml/2006/main">
            <a:pathLst>
              <a:path w="46811" h="395672" fill="none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7138D-4F67-4FB4-8615-9569F38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277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091A3-9772-4C9F-BADD-3B43752A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277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C3F77-C168-44C3-8948-52E03CB8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8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B8ABA-9A25-4D1B-8F56-FC96D031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8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D9F9F-C200-41DA-B31E-6CBD396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01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57EE6-8D8F-4EEB-877A-A6DC1CE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01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7D11E-02D4-4FB6-A6D0-0B3126EF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71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E4DDD-2F2B-4BF8-BDA5-BB1EC52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71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B38DE-B189-4D7B-9C9C-FDC8AF4F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525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0DE5D-275E-4730-8C19-03FF93B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525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9D7DF-A311-4EE7-8706-A58E9A80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336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52733-AF99-4628-B004-74A4AB3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336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5A3BB-77A7-4410-B76C-EF68BA1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48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72615-3E33-4C33-8BA5-7DA6AEC1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48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D5851-91D9-4F22-A9A3-1FDA80D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960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E5F66-8593-45CA-9A90-48A2F0EA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960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A07B4-1CD9-4081-8A4D-0478076D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772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A7ED2-CE0E-4F3A-9D7F-F6970C3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772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04D91-6538-462B-8D2C-40181F9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1709D-A719-42F8-A36E-5573892F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C3789-393D-4ECA-AAE6-5AE5772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95" y="1056838"/>
            <a:ext cx="46811" cy="395672"/>
          </a:xfrm>
          <a:custGeom xmlns:a="http://schemas.openxmlformats.org/drawingml/2006/main">
            <a:pathLst>
              <a:path w="46811" h="395672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C32D6-D2C5-41DB-B98E-2B8598D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95" y="1056838"/>
            <a:ext cx="46811" cy="395672"/>
          </a:xfrm>
          <a:custGeom xmlns:a="http://schemas.openxmlformats.org/drawingml/2006/main">
            <a:pathLst>
              <a:path w="46811" h="395672" fill="none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222E1-D2A7-40E9-A92D-F6B27C4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72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CD143-09B3-46FB-B284-316D04A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72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A1FE4-9215-44D5-9098-0851217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144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2A7D0-01D4-4A87-8273-69D1D16A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836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5AD2E-C30C-4DB7-B9A1-FC09CCF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738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7C808-E358-413B-8403-18FC89B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0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2C62F-B4B8-43CC-A6DD-E823EB61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0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55DE8-5FAB-4736-92F4-BE8BE7D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453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10161-E4F7-485D-A6AF-E0DEF75E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145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CC7A2-DC9D-4693-9D58-DA64FBE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989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15D1E-7B7F-4E0A-9916-0DD87B9D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22" y="1822812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C85B4-C0EE-4D3B-8F8A-BA64F11F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107" y="1852647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44938-C54C-4807-8777-D69DC73C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448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17165-8C75-494E-87E1-BC1A15D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020" y="1852647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33D18-24F6-452E-9AA6-D256CB60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418" y="1852647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704AC-73B3-4BC8-BE13-5AE89FF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048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4F715-6BDF-4D29-B5FE-25094988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74" y="1852647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E5408-421E-4924-B72A-1266695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545" y="1852647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5CE96-05F2-4773-9251-4A2EB20C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228" y="1854942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3A785-39E3-4088-AA7D-7683939D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145251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D8F84-A12B-45C9-8217-711F214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145251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9B8EF-D0C7-41F1-B57B-37EB867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395" y="138854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55681-1EFA-49CF-9C17-8FD84EE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661166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89A94-D189-4DA4-8178-89BAF178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661166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E61CA-E0E1-4DA5-9517-D1591A5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631" y="597204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4DA7E-0604-4409-AF3F-AF683B5E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448" y="977962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6786C-B88C-48C3-86EA-EEAF295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870096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CF37E-1683-431C-B437-486F020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764526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CCACB-0962-446E-82A4-5698D7F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651541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3DFB4-66E6-471F-A46D-7491907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510" y="571568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E323D-416B-44B4-98EB-2FACD77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9A804-223E-4283-92C4-C32B23C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36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6CFB0-7302-4283-8B81-872C51F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145251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CAEBC-B020-4591-A595-33E223ED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06143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49AC2-4CF4-46D6-877D-3F41C518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58" y="294413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CEBE1-212F-4732-A381-C77E15E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58" y="294413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4A6C8-A151-4CB3-8B44-B2BD218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874" y="370391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F0B85-2C92-4521-A9EE-9C851E7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498" y="400226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D78DF-B4E7-446B-BAD3-A31A6FD4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189" y="364918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C72C6-DD73-4C0A-A8BB-C152785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936" y="400226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4A94D-C205-4DDA-96A9-A1FBD559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392" y="364918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E0369-BAA5-4AA4-80E0-AAE4BDED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634527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7B63F-55D8-4510-8B5B-42FB18C3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634527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906E6-9191-42FD-AA15-D0BFD29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203" y="629407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4F9B8-49EA-45DE-A924-F670050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89354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6B94A-CAA5-40EF-901F-11E43A55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89354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DCC25-372B-4333-99C3-7E46C9E6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436" y="88612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Text (c)SpeechT5">
            <a:extLst xmlns:a="http://schemas.openxmlformats.org/drawingml/2006/main">
              <a:ext uri="{FF2B5EF4-FFF2-40B4-BE49-F238E27FC236}">
                <a16:creationId xmlns:a16="http://schemas.microsoft.com/office/drawing/2014/main" id="{A801F613-AC50-4CA4-A867-731CB27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895" y="2169935"/>
            <a:ext cx="1370494" cy="231847"/>
          </a:xfrm>
          <a:custGeom xmlns:a="http://schemas.openxmlformats.org/drawingml/2006/main">
            <a:pathLst>
              <a:path w="1370494" h="231847">
                <a:moveTo>
                  <a:pt x="63287" y="3155"/>
                </a:moveTo>
                <a:cubicBezTo>
                  <a:pt x="44326" y="15454"/>
                  <a:pt x="36640" y="22116"/>
                  <a:pt x="27159" y="33903"/>
                </a:cubicBezTo>
                <a:cubicBezTo>
                  <a:pt x="8968" y="56192"/>
                  <a:pt x="0" y="81815"/>
                  <a:pt x="0" y="111793"/>
                </a:cubicBezTo>
                <a:cubicBezTo>
                  <a:pt x="0" y="144332"/>
                  <a:pt x="9481" y="169439"/>
                  <a:pt x="32027" y="195574"/>
                </a:cubicBezTo>
                <a:cubicBezTo>
                  <a:pt x="42532" y="207874"/>
                  <a:pt x="49194" y="213511"/>
                  <a:pt x="62517" y="221709"/>
                </a:cubicBezTo>
                <a:lnTo>
                  <a:pt x="65590" y="217608"/>
                </a:lnTo>
                <a:cubicBezTo>
                  <a:pt x="45096" y="201466"/>
                  <a:pt x="37922" y="192501"/>
                  <a:pt x="31003" y="173282"/>
                </a:cubicBezTo>
                <a:cubicBezTo>
                  <a:pt x="24853" y="156119"/>
                  <a:pt x="22034" y="136646"/>
                  <a:pt x="22034" y="111023"/>
                </a:cubicBezTo>
                <a:cubicBezTo>
                  <a:pt x="22034" y="84121"/>
                  <a:pt x="25365" y="63112"/>
                  <a:pt x="32285" y="47227"/>
                </a:cubicBezTo>
                <a:cubicBezTo>
                  <a:pt x="39459" y="31339"/>
                  <a:pt x="47145" y="22116"/>
                  <a:pt x="65590" y="7256"/>
                </a:cubicBezTo>
                <a:lnTo>
                  <a:pt x="63287" y="3155"/>
                </a:lnTo>
                <a:close/>
                <a:moveTo>
                  <a:pt x="174996" y="136290"/>
                </a:moveTo>
                <a:cubicBezTo>
                  <a:pt x="162697" y="154211"/>
                  <a:pt x="153474" y="160357"/>
                  <a:pt x="138868" y="160357"/>
                </a:cubicBezTo>
                <a:cubicBezTo>
                  <a:pt x="115552" y="160357"/>
                  <a:pt x="99155" y="139875"/>
                  <a:pt x="99155" y="110432"/>
                </a:cubicBezTo>
                <a:cubicBezTo>
                  <a:pt x="99155" y="84063"/>
                  <a:pt x="113249" y="65883"/>
                  <a:pt x="134001" y="65883"/>
                </a:cubicBezTo>
                <a:cubicBezTo>
                  <a:pt x="143223" y="65883"/>
                  <a:pt x="146554" y="68698"/>
                  <a:pt x="149119" y="78171"/>
                </a:cubicBezTo>
                <a:lnTo>
                  <a:pt x="150655" y="83805"/>
                </a:lnTo>
                <a:cubicBezTo>
                  <a:pt x="152704" y="90975"/>
                  <a:pt x="157317" y="95584"/>
                  <a:pt x="162697" y="95584"/>
                </a:cubicBezTo>
                <a:cubicBezTo>
                  <a:pt x="169358" y="95584"/>
                  <a:pt x="174996" y="90717"/>
                  <a:pt x="174996" y="84829"/>
                </a:cubicBezTo>
                <a:cubicBezTo>
                  <a:pt x="174996" y="70493"/>
                  <a:pt x="157059" y="58451"/>
                  <a:pt x="135537" y="58451"/>
                </a:cubicBezTo>
                <a:cubicBezTo>
                  <a:pt x="122984" y="58451"/>
                  <a:pt x="109918" y="63577"/>
                  <a:pt x="99413" y="72795"/>
                </a:cubicBezTo>
                <a:cubicBezTo>
                  <a:pt x="86602" y="84063"/>
                  <a:pt x="79428" y="101472"/>
                  <a:pt x="79428" y="121696"/>
                </a:cubicBezTo>
                <a:cubicBezTo>
                  <a:pt x="79428" y="154982"/>
                  <a:pt x="99667" y="178802"/>
                  <a:pt x="128109" y="178802"/>
                </a:cubicBezTo>
                <a:cubicBezTo>
                  <a:pt x="139638" y="178802"/>
                  <a:pt x="149885" y="174705"/>
                  <a:pt x="159112" y="166761"/>
                </a:cubicBezTo>
                <a:cubicBezTo>
                  <a:pt x="166028" y="160611"/>
                  <a:pt x="170895" y="153699"/>
                  <a:pt x="178581" y="138593"/>
                </a:cubicBezTo>
                <a:lnTo>
                  <a:pt x="174996" y="136290"/>
                </a:lnTo>
                <a:close/>
                <a:moveTo>
                  <a:pt x="196518" y="221709"/>
                </a:moveTo>
                <a:cubicBezTo>
                  <a:pt x="215479" y="209410"/>
                  <a:pt x="223165" y="202748"/>
                  <a:pt x="232642" y="190961"/>
                </a:cubicBezTo>
                <a:cubicBezTo>
                  <a:pt x="250837" y="168673"/>
                  <a:pt x="259802" y="143050"/>
                  <a:pt x="259802" y="113075"/>
                </a:cubicBezTo>
                <a:cubicBezTo>
                  <a:pt x="259802" y="80278"/>
                  <a:pt x="250321" y="55425"/>
                  <a:pt x="227775" y="29290"/>
                </a:cubicBezTo>
                <a:cubicBezTo>
                  <a:pt x="217270" y="16991"/>
                  <a:pt x="210608" y="11357"/>
                  <a:pt x="197284" y="3155"/>
                </a:cubicBezTo>
                <a:lnTo>
                  <a:pt x="194212" y="7256"/>
                </a:lnTo>
                <a:cubicBezTo>
                  <a:pt x="214709" y="23399"/>
                  <a:pt x="221625" y="32367"/>
                  <a:pt x="228799" y="51582"/>
                </a:cubicBezTo>
                <a:cubicBezTo>
                  <a:pt x="234949" y="68749"/>
                  <a:pt x="237768" y="88219"/>
                  <a:pt x="237768" y="113842"/>
                </a:cubicBezTo>
                <a:cubicBezTo>
                  <a:pt x="237768" y="140489"/>
                  <a:pt x="234437" y="161753"/>
                  <a:pt x="227521" y="177383"/>
                </a:cubicBezTo>
                <a:cubicBezTo>
                  <a:pt x="220347" y="193526"/>
                  <a:pt x="212661" y="202748"/>
                  <a:pt x="194212" y="217608"/>
                </a:cubicBezTo>
                <a:lnTo>
                  <a:pt x="196518" y="221709"/>
                </a:lnTo>
                <a:close/>
                <a:moveTo>
                  <a:pt x="476304" y="3073"/>
                </a:moveTo>
                <a:lnTo>
                  <a:pt x="470925" y="3073"/>
                </a:lnTo>
                <a:cubicBezTo>
                  <a:pt x="469900" y="8965"/>
                  <a:pt x="467082" y="11783"/>
                  <a:pt x="462726" y="11783"/>
                </a:cubicBezTo>
                <a:cubicBezTo>
                  <a:pt x="460162" y="11783"/>
                  <a:pt x="455807" y="10759"/>
                  <a:pt x="451451" y="8710"/>
                </a:cubicBezTo>
                <a:cubicBezTo>
                  <a:pt x="441971" y="5207"/>
                  <a:pt x="432490" y="3155"/>
                  <a:pt x="424292" y="3155"/>
                </a:cubicBezTo>
                <a:cubicBezTo>
                  <a:pt x="413275" y="3155"/>
                  <a:pt x="402004" y="7514"/>
                  <a:pt x="393547" y="14942"/>
                </a:cubicBezTo>
                <a:cubicBezTo>
                  <a:pt x="384579" y="22879"/>
                  <a:pt x="379969" y="33630"/>
                  <a:pt x="379969" y="46942"/>
                </a:cubicBezTo>
                <a:cubicBezTo>
                  <a:pt x="379969" y="67420"/>
                  <a:pt x="391241" y="81752"/>
                  <a:pt x="419937" y="96859"/>
                </a:cubicBezTo>
                <a:cubicBezTo>
                  <a:pt x="438386" y="106585"/>
                  <a:pt x="451709" y="117079"/>
                  <a:pt x="458113" y="126809"/>
                </a:cubicBezTo>
                <a:cubicBezTo>
                  <a:pt x="460420" y="130136"/>
                  <a:pt x="461702" y="135512"/>
                  <a:pt x="461702" y="141654"/>
                </a:cubicBezTo>
                <a:cubicBezTo>
                  <a:pt x="461702" y="158805"/>
                  <a:pt x="448891" y="170581"/>
                  <a:pt x="430187" y="170581"/>
                </a:cubicBezTo>
                <a:cubicBezTo>
                  <a:pt x="407383" y="170581"/>
                  <a:pt x="391241" y="156502"/>
                  <a:pt x="378429" y="125273"/>
                </a:cubicBezTo>
                <a:lnTo>
                  <a:pt x="372537" y="125273"/>
                </a:lnTo>
                <a:lnTo>
                  <a:pt x="380224" y="179549"/>
                </a:lnTo>
                <a:lnTo>
                  <a:pt x="385861" y="179549"/>
                </a:lnTo>
                <a:cubicBezTo>
                  <a:pt x="386115" y="174764"/>
                  <a:pt x="389192" y="171179"/>
                  <a:pt x="393035" y="171179"/>
                </a:cubicBezTo>
                <a:cubicBezTo>
                  <a:pt x="395854" y="171179"/>
                  <a:pt x="400209" y="172203"/>
                  <a:pt x="405076" y="173997"/>
                </a:cubicBezTo>
                <a:cubicBezTo>
                  <a:pt x="414811" y="177755"/>
                  <a:pt x="425062" y="179803"/>
                  <a:pt x="435309" y="179803"/>
                </a:cubicBezTo>
                <a:cubicBezTo>
                  <a:pt x="464775" y="179803"/>
                  <a:pt x="487579" y="159575"/>
                  <a:pt x="487579" y="133205"/>
                </a:cubicBezTo>
                <a:cubicBezTo>
                  <a:pt x="487579" y="112215"/>
                  <a:pt x="473485" y="95576"/>
                  <a:pt x="439664" y="77401"/>
                </a:cubicBezTo>
                <a:cubicBezTo>
                  <a:pt x="412763" y="62556"/>
                  <a:pt x="402004" y="51293"/>
                  <a:pt x="402004" y="37469"/>
                </a:cubicBezTo>
                <a:cubicBezTo>
                  <a:pt x="402004" y="23391"/>
                  <a:pt x="412763" y="13660"/>
                  <a:pt x="428647" y="13660"/>
                </a:cubicBezTo>
                <a:cubicBezTo>
                  <a:pt x="440180" y="13660"/>
                  <a:pt x="450939" y="18527"/>
                  <a:pt x="459908" y="27742"/>
                </a:cubicBezTo>
                <a:cubicBezTo>
                  <a:pt x="467848" y="35932"/>
                  <a:pt x="471437" y="42587"/>
                  <a:pt x="475538" y="57693"/>
                </a:cubicBezTo>
                <a:lnTo>
                  <a:pt x="481942" y="57693"/>
                </a:lnTo>
                <a:lnTo>
                  <a:pt x="476304" y="3073"/>
                </a:lnTo>
                <a:close/>
                <a:moveTo>
                  <a:pt x="506537" y="75556"/>
                </a:moveTo>
                <a:cubicBezTo>
                  <a:pt x="508843" y="75301"/>
                  <a:pt x="510638" y="75301"/>
                  <a:pt x="512944" y="75301"/>
                </a:cubicBezTo>
                <a:cubicBezTo>
                  <a:pt x="521655" y="75301"/>
                  <a:pt x="523449" y="77862"/>
                  <a:pt x="523449" y="89904"/>
                </a:cubicBezTo>
                <a:lnTo>
                  <a:pt x="523449" y="209813"/>
                </a:lnTo>
                <a:cubicBezTo>
                  <a:pt x="523449" y="223136"/>
                  <a:pt x="520631" y="225955"/>
                  <a:pt x="505512" y="227492"/>
                </a:cubicBezTo>
                <a:lnTo>
                  <a:pt x="505512" y="231847"/>
                </a:lnTo>
                <a:lnTo>
                  <a:pt x="567517" y="231847"/>
                </a:lnTo>
                <a:lnTo>
                  <a:pt x="567517" y="227237"/>
                </a:lnTo>
                <a:cubicBezTo>
                  <a:pt x="548302" y="226979"/>
                  <a:pt x="544971" y="224161"/>
                  <a:pt x="544971" y="208018"/>
                </a:cubicBezTo>
                <a:lnTo>
                  <a:pt x="544971" y="167789"/>
                </a:lnTo>
                <a:cubicBezTo>
                  <a:pt x="553940" y="176242"/>
                  <a:pt x="560085" y="178802"/>
                  <a:pt x="570848" y="178802"/>
                </a:cubicBezTo>
                <a:cubicBezTo>
                  <a:pt x="601081" y="178802"/>
                  <a:pt x="624651" y="150122"/>
                  <a:pt x="624651" y="112997"/>
                </a:cubicBezTo>
                <a:cubicBezTo>
                  <a:pt x="624651" y="81252"/>
                  <a:pt x="606718" y="58451"/>
                  <a:pt x="581865" y="58451"/>
                </a:cubicBezTo>
                <a:cubicBezTo>
                  <a:pt x="567517" y="58451"/>
                  <a:pt x="556242" y="64859"/>
                  <a:pt x="544971" y="78691"/>
                </a:cubicBezTo>
                <a:lnTo>
                  <a:pt x="544971" y="58967"/>
                </a:lnTo>
                <a:lnTo>
                  <a:pt x="543435" y="58451"/>
                </a:lnTo>
                <a:cubicBezTo>
                  <a:pt x="529599" y="63835"/>
                  <a:pt x="520631" y="67166"/>
                  <a:pt x="506537" y="71521"/>
                </a:cubicBezTo>
                <a:lnTo>
                  <a:pt x="506537" y="75556"/>
                </a:lnTo>
                <a:moveTo>
                  <a:pt x="544971" y="90725"/>
                </a:moveTo>
                <a:cubicBezTo>
                  <a:pt x="544971" y="83042"/>
                  <a:pt x="559319" y="73828"/>
                  <a:pt x="571103" y="73828"/>
                </a:cubicBezTo>
                <a:cubicBezTo>
                  <a:pt x="590064" y="73828"/>
                  <a:pt x="602617" y="93285"/>
                  <a:pt x="602617" y="122986"/>
                </a:cubicBezTo>
                <a:cubicBezTo>
                  <a:pt x="602617" y="151404"/>
                  <a:pt x="590064" y="170604"/>
                  <a:pt x="571619" y="170604"/>
                </a:cubicBezTo>
                <a:cubicBezTo>
                  <a:pt x="559573" y="170604"/>
                  <a:pt x="544971" y="161389"/>
                  <a:pt x="544971" y="153707"/>
                </a:cubicBezTo>
                <a:lnTo>
                  <a:pt x="544971" y="90725"/>
                </a:lnTo>
                <a:close/>
                <a:moveTo>
                  <a:pt x="736874" y="134210"/>
                </a:moveTo>
                <a:cubicBezTo>
                  <a:pt x="724578" y="153691"/>
                  <a:pt x="713557" y="161127"/>
                  <a:pt x="697161" y="161127"/>
                </a:cubicBezTo>
                <a:cubicBezTo>
                  <a:pt x="682559" y="161127"/>
                  <a:pt x="671542" y="153691"/>
                  <a:pt x="664110" y="139081"/>
                </a:cubicBezTo>
                <a:cubicBezTo>
                  <a:pt x="659496" y="129339"/>
                  <a:pt x="657706" y="120879"/>
                  <a:pt x="657194" y="105241"/>
                </a:cubicBezTo>
                <a:lnTo>
                  <a:pt x="736108" y="105241"/>
                </a:lnTo>
                <a:cubicBezTo>
                  <a:pt x="734055" y="88617"/>
                  <a:pt x="731494" y="81213"/>
                  <a:pt x="725090" y="73042"/>
                </a:cubicBezTo>
                <a:cubicBezTo>
                  <a:pt x="717400" y="63835"/>
                  <a:pt x="705617" y="58451"/>
                  <a:pt x="692293" y="58451"/>
                </a:cubicBezTo>
                <a:cubicBezTo>
                  <a:pt x="679482" y="58451"/>
                  <a:pt x="667441" y="63065"/>
                  <a:pt x="657706" y="71763"/>
                </a:cubicBezTo>
                <a:cubicBezTo>
                  <a:pt x="645661" y="82233"/>
                  <a:pt x="638745" y="100373"/>
                  <a:pt x="638745" y="121391"/>
                </a:cubicBezTo>
                <a:cubicBezTo>
                  <a:pt x="638745" y="156768"/>
                  <a:pt x="657194" y="178802"/>
                  <a:pt x="686656" y="178802"/>
                </a:cubicBezTo>
                <a:cubicBezTo>
                  <a:pt x="710997" y="178802"/>
                  <a:pt x="730212" y="163688"/>
                  <a:pt x="740975" y="136005"/>
                </a:cubicBezTo>
                <a:lnTo>
                  <a:pt x="736874" y="134210"/>
                </a:lnTo>
                <a:moveTo>
                  <a:pt x="657706" y="97042"/>
                </a:moveTo>
                <a:cubicBezTo>
                  <a:pt x="660521" y="77127"/>
                  <a:pt x="669235" y="67678"/>
                  <a:pt x="684861" y="67678"/>
                </a:cubicBezTo>
                <a:cubicBezTo>
                  <a:pt x="700492" y="67678"/>
                  <a:pt x="706641" y="74828"/>
                  <a:pt x="709972" y="97042"/>
                </a:cubicBezTo>
                <a:lnTo>
                  <a:pt x="657706" y="97042"/>
                </a:lnTo>
                <a:close/>
                <a:moveTo>
                  <a:pt x="850633" y="134210"/>
                </a:moveTo>
                <a:cubicBezTo>
                  <a:pt x="838338" y="153691"/>
                  <a:pt x="827317" y="161127"/>
                  <a:pt x="810920" y="161127"/>
                </a:cubicBezTo>
                <a:cubicBezTo>
                  <a:pt x="796318" y="161127"/>
                  <a:pt x="785301" y="153691"/>
                  <a:pt x="777869" y="139081"/>
                </a:cubicBezTo>
                <a:cubicBezTo>
                  <a:pt x="773256" y="129339"/>
                  <a:pt x="771465" y="120879"/>
                  <a:pt x="770953" y="105241"/>
                </a:cubicBezTo>
                <a:lnTo>
                  <a:pt x="849867" y="105241"/>
                </a:lnTo>
                <a:cubicBezTo>
                  <a:pt x="847814" y="88617"/>
                  <a:pt x="845254" y="81213"/>
                  <a:pt x="838850" y="73042"/>
                </a:cubicBezTo>
                <a:cubicBezTo>
                  <a:pt x="831160" y="63835"/>
                  <a:pt x="819376" y="58451"/>
                  <a:pt x="806053" y="58451"/>
                </a:cubicBezTo>
                <a:cubicBezTo>
                  <a:pt x="793241" y="58451"/>
                  <a:pt x="781200" y="63065"/>
                  <a:pt x="771465" y="71763"/>
                </a:cubicBezTo>
                <a:cubicBezTo>
                  <a:pt x="759420" y="82233"/>
                  <a:pt x="752504" y="100373"/>
                  <a:pt x="752504" y="121391"/>
                </a:cubicBezTo>
                <a:cubicBezTo>
                  <a:pt x="752504" y="156768"/>
                  <a:pt x="770953" y="178802"/>
                  <a:pt x="800415" y="178802"/>
                </a:cubicBezTo>
                <a:cubicBezTo>
                  <a:pt x="824756" y="178802"/>
                  <a:pt x="843971" y="163688"/>
                  <a:pt x="854734" y="136005"/>
                </a:cubicBezTo>
                <a:lnTo>
                  <a:pt x="850633" y="134210"/>
                </a:lnTo>
                <a:moveTo>
                  <a:pt x="771465" y="97042"/>
                </a:moveTo>
                <a:cubicBezTo>
                  <a:pt x="774280" y="77127"/>
                  <a:pt x="782994" y="67678"/>
                  <a:pt x="798621" y="67678"/>
                </a:cubicBezTo>
                <a:cubicBezTo>
                  <a:pt x="814251" y="67678"/>
                  <a:pt x="820401" y="74828"/>
                  <a:pt x="823732" y="97042"/>
                </a:cubicBezTo>
                <a:lnTo>
                  <a:pt x="771465" y="97042"/>
                </a:lnTo>
                <a:close/>
                <a:moveTo>
                  <a:pt x="961831" y="136290"/>
                </a:moveTo>
                <a:cubicBezTo>
                  <a:pt x="949532" y="154211"/>
                  <a:pt x="940310" y="160357"/>
                  <a:pt x="925704" y="160357"/>
                </a:cubicBezTo>
                <a:cubicBezTo>
                  <a:pt x="902387" y="160357"/>
                  <a:pt x="885991" y="139875"/>
                  <a:pt x="885991" y="110432"/>
                </a:cubicBezTo>
                <a:cubicBezTo>
                  <a:pt x="885991" y="84063"/>
                  <a:pt x="900084" y="65883"/>
                  <a:pt x="920836" y="65883"/>
                </a:cubicBezTo>
                <a:cubicBezTo>
                  <a:pt x="930059" y="65883"/>
                  <a:pt x="933390" y="68698"/>
                  <a:pt x="935954" y="78171"/>
                </a:cubicBezTo>
                <a:lnTo>
                  <a:pt x="937491" y="83805"/>
                </a:lnTo>
                <a:cubicBezTo>
                  <a:pt x="939539" y="90975"/>
                  <a:pt x="944153" y="95584"/>
                  <a:pt x="949532" y="95584"/>
                </a:cubicBezTo>
                <a:cubicBezTo>
                  <a:pt x="956194" y="95584"/>
                  <a:pt x="961831" y="90717"/>
                  <a:pt x="961831" y="84829"/>
                </a:cubicBezTo>
                <a:cubicBezTo>
                  <a:pt x="961831" y="70493"/>
                  <a:pt x="943895" y="58451"/>
                  <a:pt x="922373" y="58451"/>
                </a:cubicBezTo>
                <a:cubicBezTo>
                  <a:pt x="909819" y="58451"/>
                  <a:pt x="896753" y="63577"/>
                  <a:pt x="886249" y="72795"/>
                </a:cubicBezTo>
                <a:cubicBezTo>
                  <a:pt x="873437" y="84063"/>
                  <a:pt x="866263" y="101472"/>
                  <a:pt x="866263" y="121696"/>
                </a:cubicBezTo>
                <a:cubicBezTo>
                  <a:pt x="866263" y="154982"/>
                  <a:pt x="886503" y="178802"/>
                  <a:pt x="914945" y="178802"/>
                </a:cubicBezTo>
                <a:cubicBezTo>
                  <a:pt x="926474" y="178802"/>
                  <a:pt x="936721" y="174705"/>
                  <a:pt x="945947" y="166761"/>
                </a:cubicBezTo>
                <a:cubicBezTo>
                  <a:pt x="952863" y="160611"/>
                  <a:pt x="957730" y="153699"/>
                  <a:pt x="965417" y="138593"/>
                </a:cubicBezTo>
                <a:lnTo>
                  <a:pt x="961831" y="136290"/>
                </a:lnTo>
                <a:close/>
                <a:moveTo>
                  <a:pt x="1013844" y="88430"/>
                </a:moveTo>
                <a:cubicBezTo>
                  <a:pt x="1024603" y="76646"/>
                  <a:pt x="1032289" y="72287"/>
                  <a:pt x="1042282" y="72287"/>
                </a:cubicBezTo>
                <a:cubicBezTo>
                  <a:pt x="1055093" y="72287"/>
                  <a:pt x="1061497" y="81514"/>
                  <a:pt x="1061497" y="99447"/>
                </a:cubicBezTo>
                <a:lnTo>
                  <a:pt x="1061497" y="150169"/>
                </a:lnTo>
                <a:cubicBezTo>
                  <a:pt x="1061497" y="167590"/>
                  <a:pt x="1058937" y="170921"/>
                  <a:pt x="1044076" y="172457"/>
                </a:cubicBezTo>
                <a:lnTo>
                  <a:pt x="1044076" y="176300"/>
                </a:lnTo>
                <a:lnTo>
                  <a:pt x="1098395" y="176300"/>
                </a:lnTo>
                <a:lnTo>
                  <a:pt x="1098395" y="172457"/>
                </a:lnTo>
                <a:cubicBezTo>
                  <a:pt x="1084560" y="169896"/>
                  <a:pt x="1083019" y="167848"/>
                  <a:pt x="1083019" y="150169"/>
                </a:cubicBezTo>
                <a:lnTo>
                  <a:pt x="1083019" y="99189"/>
                </a:lnTo>
                <a:cubicBezTo>
                  <a:pt x="1083019" y="72287"/>
                  <a:pt x="1072260" y="58451"/>
                  <a:pt x="1051505" y="58451"/>
                </a:cubicBezTo>
                <a:cubicBezTo>
                  <a:pt x="1036390" y="58451"/>
                  <a:pt x="1025627" y="64601"/>
                  <a:pt x="1013844" y="79973"/>
                </a:cubicBezTo>
                <a:lnTo>
                  <a:pt x="1013844" y="2088"/>
                </a:lnTo>
                <a:lnTo>
                  <a:pt x="1012562" y="1318"/>
                </a:lnTo>
                <a:cubicBezTo>
                  <a:pt x="1003851" y="4390"/>
                  <a:pt x="997444" y="6443"/>
                  <a:pt x="983096" y="10540"/>
                </a:cubicBezTo>
                <a:lnTo>
                  <a:pt x="976180" y="12593"/>
                </a:lnTo>
                <a:lnTo>
                  <a:pt x="976180" y="16690"/>
                </a:lnTo>
                <a:cubicBezTo>
                  <a:pt x="977204" y="16436"/>
                  <a:pt x="977974" y="16436"/>
                  <a:pt x="979253" y="16436"/>
                </a:cubicBezTo>
                <a:cubicBezTo>
                  <a:pt x="990270" y="16436"/>
                  <a:pt x="992322" y="18484"/>
                  <a:pt x="992322" y="29501"/>
                </a:cubicBezTo>
                <a:lnTo>
                  <a:pt x="992322" y="150169"/>
                </a:lnTo>
                <a:cubicBezTo>
                  <a:pt x="992322" y="168102"/>
                  <a:pt x="990782" y="170409"/>
                  <a:pt x="975922" y="172457"/>
                </a:cubicBezTo>
                <a:lnTo>
                  <a:pt x="975922" y="176300"/>
                </a:lnTo>
                <a:lnTo>
                  <a:pt x="1031265" y="176300"/>
                </a:lnTo>
                <a:lnTo>
                  <a:pt x="1031265" y="172457"/>
                </a:lnTo>
                <a:cubicBezTo>
                  <a:pt x="1016405" y="170921"/>
                  <a:pt x="1013844" y="167848"/>
                  <a:pt x="1013844" y="150169"/>
                </a:cubicBezTo>
                <a:lnTo>
                  <a:pt x="1013844" y="88430"/>
                </a:lnTo>
                <a:close/>
                <a:moveTo>
                  <a:pt x="1166805" y="17421"/>
                </a:moveTo>
                <a:lnTo>
                  <a:pt x="1166805" y="145552"/>
                </a:lnTo>
                <a:cubicBezTo>
                  <a:pt x="1166805" y="167336"/>
                  <a:pt x="1163986" y="170154"/>
                  <a:pt x="1142718" y="171433"/>
                </a:cubicBezTo>
                <a:lnTo>
                  <a:pt x="1142718" y="176300"/>
                </a:lnTo>
                <a:lnTo>
                  <a:pt x="1217535" y="176300"/>
                </a:lnTo>
                <a:lnTo>
                  <a:pt x="1217535" y="171433"/>
                </a:lnTo>
                <a:cubicBezTo>
                  <a:pt x="1196525" y="170409"/>
                  <a:pt x="1192936" y="167078"/>
                  <a:pt x="1192936" y="148371"/>
                </a:cubicBezTo>
                <a:lnTo>
                  <a:pt x="1192936" y="17421"/>
                </a:lnTo>
                <a:lnTo>
                  <a:pt x="1206772" y="17421"/>
                </a:lnTo>
                <a:cubicBezTo>
                  <a:pt x="1235980" y="17421"/>
                  <a:pt x="1241617" y="22034"/>
                  <a:pt x="1247513" y="50222"/>
                </a:cubicBezTo>
                <a:lnTo>
                  <a:pt x="1253659" y="50222"/>
                </a:lnTo>
                <a:lnTo>
                  <a:pt x="1252122" y="6658"/>
                </a:lnTo>
                <a:lnTo>
                  <a:pt x="1107618" y="6658"/>
                </a:lnTo>
                <a:lnTo>
                  <a:pt x="1106082" y="50222"/>
                </a:lnTo>
                <a:lnTo>
                  <a:pt x="1112228" y="50222"/>
                </a:lnTo>
                <a:cubicBezTo>
                  <a:pt x="1118377" y="22288"/>
                  <a:pt x="1124273" y="17421"/>
                  <a:pt x="1152969" y="17421"/>
                </a:cubicBezTo>
                <a:lnTo>
                  <a:pt x="1166805" y="17421"/>
                </a:lnTo>
                <a:close/>
                <a:moveTo>
                  <a:pt x="1304649" y="26901"/>
                </a:moveTo>
                <a:lnTo>
                  <a:pt x="1354867" y="26901"/>
                </a:lnTo>
                <a:cubicBezTo>
                  <a:pt x="1358964" y="26901"/>
                  <a:pt x="1359989" y="26389"/>
                  <a:pt x="1360759" y="24595"/>
                </a:cubicBezTo>
                <a:lnTo>
                  <a:pt x="1370494" y="1791"/>
                </a:lnTo>
                <a:lnTo>
                  <a:pt x="1368191" y="0"/>
                </a:lnTo>
                <a:cubicBezTo>
                  <a:pt x="1364344" y="5380"/>
                  <a:pt x="1361783" y="6658"/>
                  <a:pt x="1356404" y="6658"/>
                </a:cubicBezTo>
                <a:lnTo>
                  <a:pt x="1302855" y="6658"/>
                </a:lnTo>
                <a:lnTo>
                  <a:pt x="1274925" y="67365"/>
                </a:lnTo>
                <a:cubicBezTo>
                  <a:pt x="1274671" y="67877"/>
                  <a:pt x="1274671" y="68135"/>
                  <a:pt x="1274671" y="68647"/>
                </a:cubicBezTo>
                <a:cubicBezTo>
                  <a:pt x="1274671" y="69926"/>
                  <a:pt x="1275695" y="70696"/>
                  <a:pt x="1277744" y="70696"/>
                </a:cubicBezTo>
                <a:cubicBezTo>
                  <a:pt x="1285942" y="70696"/>
                  <a:pt x="1296193" y="72490"/>
                  <a:pt x="1306698" y="75817"/>
                </a:cubicBezTo>
                <a:cubicBezTo>
                  <a:pt x="1336160" y="85294"/>
                  <a:pt x="1349742" y="101175"/>
                  <a:pt x="1349742" y="126528"/>
                </a:cubicBezTo>
                <a:cubicBezTo>
                  <a:pt x="1349742" y="151115"/>
                  <a:pt x="1334112" y="170326"/>
                  <a:pt x="1314126" y="170326"/>
                </a:cubicBezTo>
                <a:cubicBezTo>
                  <a:pt x="1309005" y="170326"/>
                  <a:pt x="1304649" y="168532"/>
                  <a:pt x="1296959" y="162898"/>
                </a:cubicBezTo>
                <a:cubicBezTo>
                  <a:pt x="1288761" y="157007"/>
                  <a:pt x="1282869" y="154446"/>
                  <a:pt x="1277490" y="154446"/>
                </a:cubicBezTo>
                <a:cubicBezTo>
                  <a:pt x="1270058" y="154446"/>
                  <a:pt x="1266473" y="157519"/>
                  <a:pt x="1266473" y="163923"/>
                </a:cubicBezTo>
                <a:cubicBezTo>
                  <a:pt x="1266473" y="173657"/>
                  <a:pt x="1278514" y="179803"/>
                  <a:pt x="1297729" y="179803"/>
                </a:cubicBezTo>
                <a:cubicBezTo>
                  <a:pt x="1319251" y="179803"/>
                  <a:pt x="1337700" y="172887"/>
                  <a:pt x="1350512" y="159825"/>
                </a:cubicBezTo>
                <a:cubicBezTo>
                  <a:pt x="1362295" y="148300"/>
                  <a:pt x="1367675" y="133702"/>
                  <a:pt x="1367675" y="114236"/>
                </a:cubicBezTo>
                <a:cubicBezTo>
                  <a:pt x="1367675" y="95795"/>
                  <a:pt x="1362807" y="84016"/>
                  <a:pt x="1349996" y="71208"/>
                </a:cubicBezTo>
                <a:cubicBezTo>
                  <a:pt x="1338725" y="59941"/>
                  <a:pt x="1324119" y="54049"/>
                  <a:pt x="1293886" y="48670"/>
                </a:cubicBezTo>
                <a:lnTo>
                  <a:pt x="1304649" y="2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0D2F6-EF4B-433B-A3AB-C716CA4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365" y="15481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780DD-235D-42F4-8826-57EF84D8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06143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9785C-80D0-47A7-AA59-9DE4AA7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265494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42754-64B8-4A69-9692-CE27345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265494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1C97B-8B7F-465B-80AF-9AFCC33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EB5A1-7DA3-42F5-852E-3D70DEA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1752F-A142-4D10-B846-F789B544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661166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88826-B8BC-4F02-B6EE-35F4B6D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661166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995EE-CC6E-444D-BFF5-2F52C2AE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1254674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27BAE-4E01-4D10-86C0-CEBB4E0C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1254674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8533D-BAE9-4731-B065-A2FAAF67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1254674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BEF07-80F5-41F0-A40E-E3BFD6F0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1254674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D7F45-12CB-420D-9311-D0A8F9F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292D2-0DE4-4903-9722-2BD5AA4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8ADC4-36EB-45A9-A9EF-6F8F507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D13B6-9F18-414B-B7F2-FC745C5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00946-B4E1-4C82-8DD3-959672F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49B4B-225F-43EF-AF8D-578E0655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1CAB7-0C6D-4723-8DBC-69690E23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DEE2C-B846-4EFA-AE9B-55EE701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1A17B-15A8-4168-B2B7-AC3F7231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8360C-E51A-4488-A193-96DA60F6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902CD-B5FE-41AA-8699-148A7B20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B7449-C940-45E8-B061-1811F8F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F089D-AFC3-41DC-982F-68F52452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57FC8-5669-45EB-AF4A-B1ED49FF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01B74-8A01-4733-969F-37FF5FD5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9009A-6971-4FF9-98D1-C0F8C33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E84DB-4E9D-4E72-AC49-7710127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9A033-A8A9-4551-813A-EA3D087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0D28F-6556-4024-AC83-2703197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FF1BB-B99F-49F4-BBAF-396AA393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CC136-4137-490F-ABF5-4E12A2B4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DA489-1454-4083-8844-2F605AE3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01B4E-F427-4BFA-BAB7-D9E50F0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D743B-3358-49C6-9C13-1AB03F3D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C93FF-C2FA-4A23-9D48-4E807AA5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CC9CD-F1D8-495B-B6DC-813D124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E682E-0E7D-4971-890C-BC4B8E4A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468FE-E099-4854-A5BE-9D83836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62DF5-C495-4215-B4DC-7BDB3C3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0C78D-D004-4AF9-8767-0B3F903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B9BEB-7DC2-4AA2-AE9A-A2BC0F9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D9E4B-1104-4975-AC3B-E0061D09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CC15F-A937-458B-AE1A-406E3E1C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A2A7A-09B3-4C27-AA25-7D62797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09E26-69C9-43C5-9A91-C5DEEA8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9C78F-5218-455D-B5C0-8A993927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BA5B5-B8D7-4737-A989-9B6E558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704EB-3872-4DD2-95BA-22BD0D82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18A6E-6C93-4EB4-97CD-6A47E57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09F18-B6D5-4573-95C9-890178B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BB6AD-1954-46CA-8127-9F69455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89A94-009E-473F-BD4F-CD70D185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06540-CC2F-4DDB-9EE4-7DA6CD1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5CB98-A895-4E56-8A5B-C6E34AC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33895-3F9C-4AC3-98F5-B884B30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83C88-DF9B-4F70-BC31-A41B4904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3C9E2-7717-43CB-811F-4720E46A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4261B-639B-4016-81C3-02C74CA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C1C8C-2C7D-4801-8EC0-F33F9BBC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1797E-2A66-4A7B-95B7-4349E456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7CE4A-4DFE-48F2-A9D6-880681B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0C303-88EC-4A65-8DBF-F6D502E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6B63D-75CC-405D-A172-F0B5854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5F0DE-3181-40BF-94D4-D594A578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6C3B1-9242-439B-8C5C-1AA8BD13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0B785-6928-4775-9C8E-D7554D9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B6E27-8818-40FF-9CA0-36805B02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492CA-3E26-4C0B-8FC1-E604DCF6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092B3-F862-4DD2-8094-D60D533B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8A778-C8BE-450C-A1E5-93686959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38635-E936-47FD-9645-BB89BC60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38ECD-7587-47C2-AE68-37F5E4F9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EE0C8-FCDA-404B-B96D-DFE6D48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3AD9D-4BE2-4849-9005-5E29EE63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DA8D7-1A0D-411E-A927-1F5A707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0A26E-E498-4584-B9EA-222206F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0EDAE-8D0B-4A96-BF6D-947D95A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0459A-E60A-4C45-A0E6-4E7F271F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7D70F-97E1-4BA2-AA4A-27ED361C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6064E-E161-468A-B0C9-2B5EC58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581D4-08CF-4080-8DCF-CDB95C71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4D717-E405-45CA-9A10-1B79525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05DCA-31EC-41C7-82F3-D4C3863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8EB60-DE5E-4D9D-9500-44141A7B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A0BB8-AB5B-4490-938C-21ADB5C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55B13-AFBE-44C5-9863-2DF8AD8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6D929-E076-40D1-AB5B-DC9F0D11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DEA9D-ABEA-48B6-9530-FF13F0D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C281F-09F0-4539-96BE-23C8EB9C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B4FE6-CF9D-4D76-B9D7-11D809A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00C96-DB05-4617-A9E4-C1046E7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A51E6-3C56-4996-BC99-BEB051A8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852D9-E19D-49A9-B195-0BE0722B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C9667-BB07-4BF7-A6A9-BAEB417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8C6DB-8619-45DE-BC31-E26B3FF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4D1FE-F833-4255-8622-A91F5C4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97456-4009-41BF-B841-30FBF36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A4EA8-02C0-4533-9A21-956DDD39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0A0A0-45C2-4BA1-A4A0-4E1EBB6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82C54-45B4-4C3D-A922-634884A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32FF0-0053-4B2D-ABF0-5637154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234A2-80B7-4138-B184-31B42FF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3E203-C977-4407-922C-70F002E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47812-AC68-4BD7-B587-4DEC519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19FFF-50EA-44D1-BAE0-D5EB8BC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70B06-BD41-4705-A82A-79C61745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47799-4F19-4D60-829A-B265457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6A850-AB4A-4B7B-A59F-FA162F0D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1E7AA-287F-41D6-8668-CCE4347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F48F0-B68F-406D-9A02-18B10662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48E7E-70CF-4DD4-AA15-6E80226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C013A-381E-453F-B48B-21237BE0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F9767-C72A-43E4-A273-D3A9B393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51D94-B67D-4F2C-9BE0-2E6A4745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9D3E3-0B0C-4A25-B635-2CF53BF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9A13E-64B5-4E20-B723-AE6EE3CE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E2706-D2B5-4A4B-A898-711D1C81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BF4BA-52BE-48C5-B220-826E830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7519E-D66B-43A9-A74D-8942FB1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FB67C-6286-4055-851E-9D43CBB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D9C16-34EB-4F1F-ACB8-33C55A40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914EA-ADE0-4A0F-851B-F0BAFD47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4B865-E262-4D66-9326-C669CA2C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A049D-CBDB-4C01-B8B2-DE31FCA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DFD50-88F8-43A7-8A3E-6EB3965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C199B-4C15-4B9E-B822-A172A737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C6D03-98F3-41A4-A085-2E39C6B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FA59F-4F43-46D1-BC08-F5740BEE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CEE4A-5278-4513-85ED-3B710FBA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9A699-E4DB-4745-9AC7-BDD28D6A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EA888-4938-4E39-8233-C172583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6CD98-8E1D-4A77-9125-CAF341F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F174F-0375-43A2-B4CB-F430633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BB4E5-AA07-4437-8CAC-C1A787E0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CC520-A613-4B9E-A2C2-83C72F16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BBE6C-38CB-4F09-94D8-7CD30CB7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645AC-1CE5-409B-A19E-083258B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08603-8611-4636-852D-605A367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F360A-7DD0-4DAD-93AD-67324E80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38493-92EB-45BE-BB2A-F44A377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9A764-626E-4F0B-BD3A-5DF88C1D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242E7-4856-4E5B-BAE9-3074F2C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0DB3D-550A-4C0C-BCDE-C725376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8385B-35D8-4DF4-8F21-4AEEEF23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9936D-9649-4AB3-BB86-17C6C06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985B6-7F86-494C-BAE6-384EBBD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558AA-44AA-4060-B587-4F03D89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C2B8F-9DCC-43A7-A2EC-F93EC56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0EB69-2A6A-42D4-B1A0-55B62AF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A534F-C574-49C7-AE4B-93CE5E87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7D2A8-CA06-466C-843C-989390A5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B34BF-497A-4BCD-BFFD-C89FDCDE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0225F-64F5-4A81-B2EB-AEBAE69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D9702-B66D-45EF-B5D0-76B8D1A7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1B71F-E712-4045-90DA-E778ACC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27D89-39DA-46DA-AA6A-08A2EB9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9218F-BF3B-433B-A177-52848EE1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F50CD-3A80-4BA7-B177-DE59329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8ABA0-AB4B-4D8C-A891-474955A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3B5FB-E813-4079-90D9-29A2431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4D74B-4DA9-45BA-AB60-46C69C8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132D0-44AD-4F7D-938A-A8DC309F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E429C-2974-41B0-A816-A91DA78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16DB0-1BAD-4BFA-B515-8048B28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A33C5-EF37-4FC4-B29E-F081C755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A0E4E-55F3-4074-8961-498985D0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8938C-0C67-4708-92B6-D3586C53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322BA-4F5B-417A-A5D7-F019A93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5B948-C631-4F10-B4C5-95A3A286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1254674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5AF4F-7640-4E1D-B848-E1E9950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1254674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1E4FE-7E22-451D-BBFC-3104278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E2244-A5F4-47CA-AC1E-ADFAB33D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4295B-780D-43A0-A24E-71DC141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45796-6AA2-4807-9E0B-ABC5229F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FDBE3-53E4-4384-A6B1-7A135F1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1254674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FD224-A1A9-47AC-8D91-42BF9F5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1254674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7C7FE-CA57-45FC-BDAB-1428964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1452510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C9E52-0C4B-4FB3-9D38-8D97597D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1452510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34520-2556-48C1-BD66-08229E5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4A3CC-04C6-4630-9EF1-40D9C8E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13A24-194A-47D9-BD1E-950B507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72603-243F-4F30-85F3-C17B084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88223-52D1-4CE6-B037-9686A593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F278C-FC23-4E31-B15E-4E786B48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A2C9A-4C5D-4BB4-B780-ABDF3EA7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463330"/>
            <a:ext cx="46812" cy="989180"/>
          </a:xfrm>
          <a:custGeom xmlns:a="http://schemas.openxmlformats.org/drawingml/2006/main">
            <a:pathLst>
              <a:path w="46812" h="989180">
                <a:moveTo>
                  <a:pt x="0" y="989180"/>
                </a:moveTo>
                <a:lnTo>
                  <a:pt x="46812" y="989180"/>
                </a:lnTo>
                <a:lnTo>
                  <a:pt x="46812" y="0"/>
                </a:lnTo>
                <a:lnTo>
                  <a:pt x="0" y="0"/>
                </a:lnTo>
                <a:lnTo>
                  <a:pt x="0" y="98918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70089-470F-49C2-95D1-54027FB3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463330"/>
            <a:ext cx="46812" cy="989180"/>
          </a:xfrm>
          <a:custGeom xmlns:a="http://schemas.openxmlformats.org/drawingml/2006/main">
            <a:pathLst>
              <a:path w="46812" h="989180" fill="none">
                <a:moveTo>
                  <a:pt x="0" y="989180"/>
                </a:moveTo>
                <a:lnTo>
                  <a:pt x="46812" y="989180"/>
                </a:lnTo>
                <a:lnTo>
                  <a:pt x="46812" y="0"/>
                </a:lnTo>
                <a:lnTo>
                  <a:pt x="0" y="0"/>
                </a:lnTo>
                <a:lnTo>
                  <a:pt x="0" y="989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D3060-C20D-4B1B-B0FA-1CB9E71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1254674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2C131-3D6A-4974-AA36-450D163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1254674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7CE51-1B40-4A62-98BB-182E5477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859002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0F80D-325C-43BB-AB4A-3E5943A8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859002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330A8-B0ED-4FFE-A583-558CC97B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19DD6-56A5-42C2-A7A6-74D00791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17AFA-9985-47ED-9F67-FE71E27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859002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17B80-5D23-4338-832E-0A4766BC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859002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158F5-38F6-4FA4-8091-0BB38466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1056838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7358C-5B6D-43AC-A147-CED6FA0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1056838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1B39E-111E-49E0-8419-7698E7D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1452510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A7630-185D-4D12-9686-83ED22EA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1452510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71008-3518-4CCD-B8E2-738750A1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1254674"/>
            <a:ext cx="46811" cy="197836"/>
          </a:xfrm>
          <a:custGeom xmlns:a="http://schemas.openxmlformats.org/drawingml/2006/main">
            <a:pathLst>
              <a:path w="46811" h="197836">
                <a:moveTo>
                  <a:pt x="0" y="197836"/>
                </a:moveTo>
                <a:lnTo>
                  <a:pt x="46811" y="197836"/>
                </a:lnTo>
                <a:lnTo>
                  <a:pt x="46811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4B5E7-93D2-44FE-B685-D8BAB2D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1254674"/>
            <a:ext cx="46811" cy="197836"/>
          </a:xfrm>
          <a:custGeom xmlns:a="http://schemas.openxmlformats.org/drawingml/2006/main">
            <a:pathLst>
              <a:path w="46811" h="197836" fill="none">
                <a:moveTo>
                  <a:pt x="0" y="197836"/>
                </a:moveTo>
                <a:lnTo>
                  <a:pt x="46811" y="197836"/>
                </a:lnTo>
                <a:lnTo>
                  <a:pt x="46811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48B15-9A57-4C64-B943-3B3874C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877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C08EF-CE7B-4164-BBD6-532A9928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877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FC916-3AFD-4E83-A78F-1813A88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949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B291E-1781-4A9A-8638-110C647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641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39931-7AC3-42F7-A812-B8375F0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544" y="157915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B9A28-5E23-40E6-94DE-674A323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984" y="1452510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E16B4-3090-4908-A302-838DEF2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984" y="1452510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AEE7F-D60D-4A70-97EB-EDC8B31A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056" y="1581450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E73A8-358D-45C2-9146-C83FDA3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48" y="1688256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9550B-5F23-4E2E-8686-A68F8714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92" y="1581450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D6471-CB6E-4CCA-B654-68C40CC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910" y="1822812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587C8-EB6D-4390-9282-EEC098E7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496" y="1852647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256AA-FF0A-4C1E-97C0-0F2DE805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836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53082-2898-4944-8D8F-01FE820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7407" y="1852647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7C147-A142-44DF-AC81-F216752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806" y="1852647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FF1A8-ACB4-45B3-B45B-2C698C9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435" y="1852647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AEB38-466C-44BC-9D98-FC8C4113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363" y="1852647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35328-F808-4C15-B94D-DDFD02D5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934" y="1852647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CF9FC-0C55-4080-94C3-A1E0CB1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616" y="1854942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C9405-8E84-4FA6-B9C6-529EAB9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145251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2C6C7-DD0C-49B7-80BA-4528ABF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145251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11E5F-0D20-498E-A994-8759442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43" y="138854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2F339-EFC3-4EF3-8C41-FBF88E45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1497649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20DB8-91C9-4E65-A5D1-F8EAB51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662" y="138854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8E1B0-0F0D-435D-9CD2-65B1A9A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95792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56BC7-64F3-4BD7-A112-CDB4EF42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95792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A9F27-249B-4373-B90F-30667EF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479" y="893958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FE203-86EA-4191-B922-F951672B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1003059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28377-FA7C-4015-996A-8A9881E9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604" y="896253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A7FBC-1517-47F6-8D2F-E78E0394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46333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234F0-6BC1-4950-BA9A-5E326527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46333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AF9E7-1137-4FFC-9C53-CA68678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185" y="401663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8686C-6230-4EFD-B044-3B14E51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508469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A6C6E-9446-45A9-B2D8-B0108B4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662" y="39936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E8226-D94D-4043-8674-0162D0C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296" y="977962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EA0D9-CC63-4444-B1EA-9C27C0F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870096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87D1D-CFE0-429F-8835-E83A5E64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764526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43E8E-145F-4E2C-B27C-7DEFD25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651541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58E5B-44AA-4FAF-A857-44918D4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357" y="571568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B942E-0A69-4FAD-A90E-AEA73278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49BB3-7DD3-4AB8-A478-307D51F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625" y="206143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BA209-1E71-4632-984D-B8995E8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145251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C7AE9-D8F6-4774-B990-13ED3B2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06143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A1D75-A83F-454E-B41D-65962FA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246" y="294413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C9561-D354-4107-B2EE-221F680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246" y="294413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5B95A-F496-4260-9374-8D1702F1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261" y="370391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7822F-0073-45D4-A47B-EB734FA1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885" y="400226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F1DEB-A7EB-4ACB-9382-F9D8397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576" y="364918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D355E-B51C-43A1-8836-AEE97A2D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323" y="400226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5528C-B96E-4D0B-92F4-5197AF9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779" y="364918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360E9-1F0B-4AF8-9C8D-FB0333D9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634527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1E3D0-B454-427E-B8F2-C439507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634527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AB62D-6EDE-4888-B94E-D9D1BD5B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591" y="629407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999CE-DA17-407B-B872-3AFDBE7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89354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52A70-240B-4B2E-ACBC-E34D058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89354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A0757-995B-4C20-A55E-CD8B202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823" y="886128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Text (d)StyleTTS2">
            <a:extLst xmlns:a="http://schemas.openxmlformats.org/drawingml/2006/main">
              <a:ext uri="{FF2B5EF4-FFF2-40B4-BE49-F238E27FC236}">
                <a16:creationId xmlns:a16="http://schemas.microsoft.com/office/drawing/2014/main" id="{957D203A-47E0-427C-BF5E-B8F95EA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191" y="2171241"/>
            <a:ext cx="1480153" cy="230799"/>
          </a:xfrm>
          <a:custGeom xmlns:a="http://schemas.openxmlformats.org/drawingml/2006/main">
            <a:pathLst>
              <a:path w="1480153" h="230799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61160" y="177497"/>
                </a:moveTo>
                <a:lnTo>
                  <a:pt x="198825" y="164177"/>
                </a:lnTo>
                <a:lnTo>
                  <a:pt x="198825" y="160080"/>
                </a:lnTo>
                <a:cubicBezTo>
                  <a:pt x="194211" y="160334"/>
                  <a:pt x="193699" y="160334"/>
                  <a:pt x="192929" y="160334"/>
                </a:cubicBezTo>
                <a:cubicBezTo>
                  <a:pt x="183706" y="160334"/>
                  <a:pt x="181658" y="157519"/>
                  <a:pt x="181658" y="145739"/>
                </a:cubicBezTo>
                <a:lnTo>
                  <a:pt x="181658" y="524"/>
                </a:lnTo>
                <a:lnTo>
                  <a:pt x="180376" y="12"/>
                </a:lnTo>
                <a:cubicBezTo>
                  <a:pt x="168076" y="4367"/>
                  <a:pt x="159112" y="6928"/>
                  <a:pt x="142711" y="11287"/>
                </a:cubicBezTo>
                <a:lnTo>
                  <a:pt x="142711" y="15384"/>
                </a:lnTo>
                <a:cubicBezTo>
                  <a:pt x="144764" y="15130"/>
                  <a:pt x="146300" y="15130"/>
                  <a:pt x="148349" y="15130"/>
                </a:cubicBezTo>
                <a:cubicBezTo>
                  <a:pt x="157829" y="15130"/>
                  <a:pt x="160136" y="17691"/>
                  <a:pt x="160136" y="28196"/>
                </a:cubicBezTo>
                <a:lnTo>
                  <a:pt x="160136" y="68163"/>
                </a:lnTo>
                <a:cubicBezTo>
                  <a:pt x="150397" y="59964"/>
                  <a:pt x="143481" y="57146"/>
                  <a:pt x="133231" y="57146"/>
                </a:cubicBezTo>
                <a:cubicBezTo>
                  <a:pt x="103768" y="57146"/>
                  <a:pt x="79940" y="86084"/>
                  <a:pt x="79940" y="122443"/>
                </a:cubicBezTo>
                <a:cubicBezTo>
                  <a:pt x="79940" y="155212"/>
                  <a:pt x="99155" y="177497"/>
                  <a:pt x="127339" y="177497"/>
                </a:cubicBezTo>
                <a:cubicBezTo>
                  <a:pt x="141687" y="177497"/>
                  <a:pt x="151425" y="172375"/>
                  <a:pt x="160136" y="160334"/>
                </a:cubicBezTo>
                <a:lnTo>
                  <a:pt x="160136" y="176730"/>
                </a:lnTo>
                <a:lnTo>
                  <a:pt x="161160" y="177497"/>
                </a:lnTo>
                <a:moveTo>
                  <a:pt x="160136" y="148812"/>
                </a:moveTo>
                <a:cubicBezTo>
                  <a:pt x="160136" y="150607"/>
                  <a:pt x="158341" y="153680"/>
                  <a:pt x="155781" y="156495"/>
                </a:cubicBezTo>
                <a:cubicBezTo>
                  <a:pt x="151167" y="161616"/>
                  <a:pt x="144764" y="164177"/>
                  <a:pt x="137332" y="164177"/>
                </a:cubicBezTo>
                <a:cubicBezTo>
                  <a:pt x="116068" y="164177"/>
                  <a:pt x="101974" y="143691"/>
                  <a:pt x="101974" y="112200"/>
                </a:cubicBezTo>
                <a:cubicBezTo>
                  <a:pt x="101974" y="83269"/>
                  <a:pt x="114527" y="64323"/>
                  <a:pt x="134001" y="64323"/>
                </a:cubicBezTo>
                <a:cubicBezTo>
                  <a:pt x="147582" y="64323"/>
                  <a:pt x="160136" y="76353"/>
                  <a:pt x="160136" y="89923"/>
                </a:cubicBezTo>
                <a:lnTo>
                  <a:pt x="160136" y="148812"/>
                </a:lnTo>
                <a:close/>
                <a:moveTo>
                  <a:pt x="210866" y="220404"/>
                </a:moveTo>
                <a:cubicBezTo>
                  <a:pt x="229827" y="208104"/>
                  <a:pt x="237513" y="201442"/>
                  <a:pt x="246990" y="189655"/>
                </a:cubicBezTo>
                <a:cubicBezTo>
                  <a:pt x="265185" y="167367"/>
                  <a:pt x="274149" y="141744"/>
                  <a:pt x="274149" y="111770"/>
                </a:cubicBezTo>
                <a:cubicBezTo>
                  <a:pt x="274149" y="78972"/>
                  <a:pt x="264669" y="54120"/>
                  <a:pt x="242122" y="27984"/>
                </a:cubicBezTo>
                <a:cubicBezTo>
                  <a:pt x="231617" y="15685"/>
                  <a:pt x="224956" y="10051"/>
                  <a:pt x="211632" y="1849"/>
                </a:cubicBezTo>
                <a:lnTo>
                  <a:pt x="208559" y="5950"/>
                </a:lnTo>
                <a:cubicBezTo>
                  <a:pt x="229057" y="22093"/>
                  <a:pt x="235973" y="31061"/>
                  <a:pt x="243147" y="50277"/>
                </a:cubicBezTo>
                <a:cubicBezTo>
                  <a:pt x="249296" y="67443"/>
                  <a:pt x="252115" y="86913"/>
                  <a:pt x="252115" y="112536"/>
                </a:cubicBezTo>
                <a:cubicBezTo>
                  <a:pt x="252115" y="139183"/>
                  <a:pt x="248784" y="160447"/>
                  <a:pt x="241868" y="176077"/>
                </a:cubicBezTo>
                <a:cubicBezTo>
                  <a:pt x="234694" y="192220"/>
                  <a:pt x="227008" y="201442"/>
                  <a:pt x="208559" y="216303"/>
                </a:cubicBezTo>
                <a:lnTo>
                  <a:pt x="210866" y="220404"/>
                </a:lnTo>
                <a:close/>
                <a:moveTo>
                  <a:pt x="490652" y="1767"/>
                </a:moveTo>
                <a:lnTo>
                  <a:pt x="485272" y="1767"/>
                </a:lnTo>
                <a:cubicBezTo>
                  <a:pt x="484248" y="7659"/>
                  <a:pt x="481429" y="10478"/>
                  <a:pt x="477074" y="10478"/>
                </a:cubicBezTo>
                <a:cubicBezTo>
                  <a:pt x="474509" y="10478"/>
                  <a:pt x="470154" y="9453"/>
                  <a:pt x="465799" y="7405"/>
                </a:cubicBezTo>
                <a:cubicBezTo>
                  <a:pt x="456318" y="3902"/>
                  <a:pt x="446838" y="1849"/>
                  <a:pt x="438639" y="1849"/>
                </a:cubicBezTo>
                <a:cubicBezTo>
                  <a:pt x="427622" y="1849"/>
                  <a:pt x="416351" y="6208"/>
                  <a:pt x="407895" y="13636"/>
                </a:cubicBezTo>
                <a:cubicBezTo>
                  <a:pt x="398926" y="21573"/>
                  <a:pt x="394317" y="32324"/>
                  <a:pt x="394317" y="45636"/>
                </a:cubicBezTo>
                <a:cubicBezTo>
                  <a:pt x="394317" y="66114"/>
                  <a:pt x="405588" y="80446"/>
                  <a:pt x="434284" y="95553"/>
                </a:cubicBezTo>
                <a:cubicBezTo>
                  <a:pt x="452733" y="105280"/>
                  <a:pt x="466057" y="115773"/>
                  <a:pt x="472461" y="125504"/>
                </a:cubicBezTo>
                <a:cubicBezTo>
                  <a:pt x="474767" y="128831"/>
                  <a:pt x="476050" y="134206"/>
                  <a:pt x="476050" y="140348"/>
                </a:cubicBezTo>
                <a:cubicBezTo>
                  <a:pt x="476050" y="157499"/>
                  <a:pt x="463238" y="169275"/>
                  <a:pt x="444535" y="169275"/>
                </a:cubicBezTo>
                <a:cubicBezTo>
                  <a:pt x="421731" y="169275"/>
                  <a:pt x="405588" y="155197"/>
                  <a:pt x="392777" y="123967"/>
                </a:cubicBezTo>
                <a:lnTo>
                  <a:pt x="386885" y="123967"/>
                </a:lnTo>
                <a:lnTo>
                  <a:pt x="394571" y="178243"/>
                </a:lnTo>
                <a:lnTo>
                  <a:pt x="400209" y="178243"/>
                </a:lnTo>
                <a:cubicBezTo>
                  <a:pt x="400463" y="173458"/>
                  <a:pt x="403540" y="169873"/>
                  <a:pt x="407383" y="169873"/>
                </a:cubicBezTo>
                <a:cubicBezTo>
                  <a:pt x="410201" y="169873"/>
                  <a:pt x="414557" y="170897"/>
                  <a:pt x="419424" y="172692"/>
                </a:cubicBezTo>
                <a:cubicBezTo>
                  <a:pt x="429159" y="176449"/>
                  <a:pt x="439409" y="178497"/>
                  <a:pt x="449656" y="178497"/>
                </a:cubicBezTo>
                <a:cubicBezTo>
                  <a:pt x="479122" y="178497"/>
                  <a:pt x="501927" y="158269"/>
                  <a:pt x="501927" y="131900"/>
                </a:cubicBezTo>
                <a:cubicBezTo>
                  <a:pt x="501927" y="110909"/>
                  <a:pt x="487833" y="94270"/>
                  <a:pt x="454012" y="76095"/>
                </a:cubicBezTo>
                <a:cubicBezTo>
                  <a:pt x="427110" y="61251"/>
                  <a:pt x="416351" y="49987"/>
                  <a:pt x="416351" y="36163"/>
                </a:cubicBezTo>
                <a:cubicBezTo>
                  <a:pt x="416351" y="22085"/>
                  <a:pt x="427110" y="12354"/>
                  <a:pt x="442995" y="12354"/>
                </a:cubicBezTo>
                <a:cubicBezTo>
                  <a:pt x="454528" y="12354"/>
                  <a:pt x="465287" y="17221"/>
                  <a:pt x="474255" y="26436"/>
                </a:cubicBezTo>
                <a:cubicBezTo>
                  <a:pt x="482195" y="34627"/>
                  <a:pt x="485784" y="41281"/>
                  <a:pt x="489885" y="56387"/>
                </a:cubicBezTo>
                <a:lnTo>
                  <a:pt x="496289" y="56387"/>
                </a:lnTo>
                <a:lnTo>
                  <a:pt x="490652" y="1767"/>
                </a:lnTo>
                <a:close/>
                <a:moveTo>
                  <a:pt x="583914" y="59648"/>
                </a:moveTo>
                <a:lnTo>
                  <a:pt x="558036" y="59648"/>
                </a:lnTo>
                <a:lnTo>
                  <a:pt x="558036" y="29927"/>
                </a:lnTo>
                <a:cubicBezTo>
                  <a:pt x="558036" y="27367"/>
                  <a:pt x="557782" y="26597"/>
                  <a:pt x="556242" y="26597"/>
                </a:cubicBezTo>
                <a:cubicBezTo>
                  <a:pt x="554451" y="28903"/>
                  <a:pt x="552911" y="31210"/>
                  <a:pt x="551120" y="33771"/>
                </a:cubicBezTo>
                <a:cubicBezTo>
                  <a:pt x="541382" y="47864"/>
                  <a:pt x="530365" y="60164"/>
                  <a:pt x="526268" y="61188"/>
                </a:cubicBezTo>
                <a:cubicBezTo>
                  <a:pt x="523449" y="62979"/>
                  <a:pt x="521908" y="64773"/>
                  <a:pt x="521908" y="66055"/>
                </a:cubicBezTo>
                <a:cubicBezTo>
                  <a:pt x="521908" y="66826"/>
                  <a:pt x="522166" y="67338"/>
                  <a:pt x="522937" y="67850"/>
                </a:cubicBezTo>
                <a:lnTo>
                  <a:pt x="536514" y="67850"/>
                </a:lnTo>
                <a:lnTo>
                  <a:pt x="536514" y="144961"/>
                </a:lnTo>
                <a:cubicBezTo>
                  <a:pt x="536514" y="166479"/>
                  <a:pt x="544201" y="177497"/>
                  <a:pt x="559319" y="177497"/>
                </a:cubicBezTo>
                <a:cubicBezTo>
                  <a:pt x="571872" y="177497"/>
                  <a:pt x="581607" y="171351"/>
                  <a:pt x="590063" y="158027"/>
                </a:cubicBezTo>
                <a:lnTo>
                  <a:pt x="586732" y="155208"/>
                </a:lnTo>
                <a:cubicBezTo>
                  <a:pt x="581353" y="161612"/>
                  <a:pt x="576998" y="164177"/>
                  <a:pt x="571360" y="164177"/>
                </a:cubicBezTo>
                <a:cubicBezTo>
                  <a:pt x="561879" y="164177"/>
                  <a:pt x="558036" y="157257"/>
                  <a:pt x="558036" y="141118"/>
                </a:cubicBezTo>
                <a:lnTo>
                  <a:pt x="558036" y="67850"/>
                </a:lnTo>
                <a:lnTo>
                  <a:pt x="583914" y="67850"/>
                </a:lnTo>
                <a:lnTo>
                  <a:pt x="583914" y="59648"/>
                </a:lnTo>
                <a:close/>
                <a:moveTo>
                  <a:pt x="711508" y="59648"/>
                </a:moveTo>
                <a:lnTo>
                  <a:pt x="676920" y="59648"/>
                </a:lnTo>
                <a:lnTo>
                  <a:pt x="676920" y="63495"/>
                </a:lnTo>
                <a:cubicBezTo>
                  <a:pt x="685119" y="63495"/>
                  <a:pt x="689220" y="65797"/>
                  <a:pt x="689220" y="69898"/>
                </a:cubicBezTo>
                <a:cubicBezTo>
                  <a:pt x="689220" y="70923"/>
                  <a:pt x="688962" y="72459"/>
                  <a:pt x="688192" y="74254"/>
                </a:cubicBezTo>
                <a:lnTo>
                  <a:pt x="663339" y="144965"/>
                </a:lnTo>
                <a:lnTo>
                  <a:pt x="633877" y="80145"/>
                </a:lnTo>
                <a:cubicBezTo>
                  <a:pt x="632336" y="76560"/>
                  <a:pt x="631312" y="73229"/>
                  <a:pt x="631312" y="70411"/>
                </a:cubicBezTo>
                <a:cubicBezTo>
                  <a:pt x="631312" y="65797"/>
                  <a:pt x="635155" y="64007"/>
                  <a:pt x="646172" y="63495"/>
                </a:cubicBezTo>
                <a:lnTo>
                  <a:pt x="646172" y="59648"/>
                </a:lnTo>
                <a:lnTo>
                  <a:pt x="593393" y="59648"/>
                </a:lnTo>
                <a:lnTo>
                  <a:pt x="593393" y="63237"/>
                </a:lnTo>
                <a:cubicBezTo>
                  <a:pt x="600055" y="64261"/>
                  <a:pt x="604410" y="67080"/>
                  <a:pt x="606459" y="71435"/>
                </a:cubicBezTo>
                <a:lnTo>
                  <a:pt x="635667" y="134464"/>
                </a:lnTo>
                <a:lnTo>
                  <a:pt x="636437" y="136513"/>
                </a:lnTo>
                <a:lnTo>
                  <a:pt x="640280" y="144199"/>
                </a:lnTo>
                <a:cubicBezTo>
                  <a:pt x="647454" y="157011"/>
                  <a:pt x="651555" y="166233"/>
                  <a:pt x="651555" y="170076"/>
                </a:cubicBezTo>
                <a:cubicBezTo>
                  <a:pt x="651555" y="173919"/>
                  <a:pt x="645660" y="190058"/>
                  <a:pt x="641305" y="197744"/>
                </a:cubicBezTo>
                <a:cubicBezTo>
                  <a:pt x="637720" y="204406"/>
                  <a:pt x="632082" y="209273"/>
                  <a:pt x="628493" y="209273"/>
                </a:cubicBezTo>
                <a:cubicBezTo>
                  <a:pt x="626957" y="209273"/>
                  <a:pt x="624650" y="208761"/>
                  <a:pt x="622089" y="207483"/>
                </a:cubicBezTo>
                <a:cubicBezTo>
                  <a:pt x="617222" y="205688"/>
                  <a:pt x="612867" y="204664"/>
                  <a:pt x="608512" y="204664"/>
                </a:cubicBezTo>
                <a:cubicBezTo>
                  <a:pt x="602616" y="204664"/>
                  <a:pt x="597494" y="209789"/>
                  <a:pt x="597494" y="215935"/>
                </a:cubicBezTo>
                <a:cubicBezTo>
                  <a:pt x="597494" y="224391"/>
                  <a:pt x="605693" y="230799"/>
                  <a:pt x="616452" y="230799"/>
                </a:cubicBezTo>
                <a:cubicBezTo>
                  <a:pt x="633619" y="230799"/>
                  <a:pt x="645918" y="216451"/>
                  <a:pt x="659754" y="179557"/>
                </a:cubicBezTo>
                <a:lnTo>
                  <a:pt x="699209" y="75024"/>
                </a:lnTo>
                <a:cubicBezTo>
                  <a:pt x="702540" y="66822"/>
                  <a:pt x="705358" y="64261"/>
                  <a:pt x="711508" y="63495"/>
                </a:cubicBezTo>
                <a:lnTo>
                  <a:pt x="711508" y="59648"/>
                </a:lnTo>
                <a:close/>
                <a:moveTo>
                  <a:pt x="722783" y="15372"/>
                </a:moveTo>
                <a:lnTo>
                  <a:pt x="724320" y="15372"/>
                </a:lnTo>
                <a:cubicBezTo>
                  <a:pt x="727138" y="15118"/>
                  <a:pt x="730211" y="14860"/>
                  <a:pt x="732264" y="14860"/>
                </a:cubicBezTo>
                <a:cubicBezTo>
                  <a:pt x="740462" y="14860"/>
                  <a:pt x="743023" y="18449"/>
                  <a:pt x="743023" y="30490"/>
                </a:cubicBezTo>
                <a:lnTo>
                  <a:pt x="743023" y="152706"/>
                </a:lnTo>
                <a:cubicBezTo>
                  <a:pt x="743023" y="166542"/>
                  <a:pt x="739438" y="169873"/>
                  <a:pt x="723295" y="171151"/>
                </a:cubicBezTo>
                <a:lnTo>
                  <a:pt x="723295" y="174994"/>
                </a:lnTo>
                <a:lnTo>
                  <a:pt x="783760" y="174994"/>
                </a:lnTo>
                <a:lnTo>
                  <a:pt x="783760" y="171151"/>
                </a:lnTo>
                <a:cubicBezTo>
                  <a:pt x="767622" y="170127"/>
                  <a:pt x="764545" y="167566"/>
                  <a:pt x="764545" y="153472"/>
                </a:cubicBezTo>
                <a:lnTo>
                  <a:pt x="764545" y="512"/>
                </a:lnTo>
                <a:lnTo>
                  <a:pt x="763520" y="0"/>
                </a:lnTo>
                <a:cubicBezTo>
                  <a:pt x="750197" y="4355"/>
                  <a:pt x="740462" y="6920"/>
                  <a:pt x="722783" y="11275"/>
                </a:cubicBezTo>
                <a:lnTo>
                  <a:pt x="722783" y="15372"/>
                </a:lnTo>
                <a:close/>
                <a:moveTo>
                  <a:pt x="893676" y="132904"/>
                </a:moveTo>
                <a:cubicBezTo>
                  <a:pt x="881380" y="152386"/>
                  <a:pt x="870360" y="159822"/>
                  <a:pt x="853963" y="159822"/>
                </a:cubicBezTo>
                <a:cubicBezTo>
                  <a:pt x="839361" y="159822"/>
                  <a:pt x="828344" y="152386"/>
                  <a:pt x="820912" y="137776"/>
                </a:cubicBezTo>
                <a:cubicBezTo>
                  <a:pt x="816299" y="128033"/>
                  <a:pt x="814508" y="119573"/>
                  <a:pt x="813996" y="103935"/>
                </a:cubicBezTo>
                <a:lnTo>
                  <a:pt x="892910" y="103935"/>
                </a:lnTo>
                <a:cubicBezTo>
                  <a:pt x="890857" y="87312"/>
                  <a:pt x="888296" y="79907"/>
                  <a:pt x="881893" y="71736"/>
                </a:cubicBezTo>
                <a:cubicBezTo>
                  <a:pt x="874203" y="62529"/>
                  <a:pt x="862419" y="57146"/>
                  <a:pt x="849096" y="57146"/>
                </a:cubicBezTo>
                <a:cubicBezTo>
                  <a:pt x="836284" y="57146"/>
                  <a:pt x="824243" y="61759"/>
                  <a:pt x="814508" y="70458"/>
                </a:cubicBezTo>
                <a:cubicBezTo>
                  <a:pt x="802463" y="80927"/>
                  <a:pt x="795547" y="99067"/>
                  <a:pt x="795547" y="120085"/>
                </a:cubicBezTo>
                <a:cubicBezTo>
                  <a:pt x="795547" y="155462"/>
                  <a:pt x="813996" y="177497"/>
                  <a:pt x="843458" y="177497"/>
                </a:cubicBezTo>
                <a:cubicBezTo>
                  <a:pt x="867799" y="177497"/>
                  <a:pt x="887014" y="162382"/>
                  <a:pt x="897777" y="134699"/>
                </a:cubicBezTo>
                <a:lnTo>
                  <a:pt x="893676" y="132904"/>
                </a:lnTo>
                <a:moveTo>
                  <a:pt x="814508" y="95737"/>
                </a:moveTo>
                <a:cubicBezTo>
                  <a:pt x="817323" y="75821"/>
                  <a:pt x="826037" y="66372"/>
                  <a:pt x="841664" y="66372"/>
                </a:cubicBezTo>
                <a:cubicBezTo>
                  <a:pt x="857294" y="66372"/>
                  <a:pt x="863444" y="73523"/>
                  <a:pt x="866775" y="95737"/>
                </a:cubicBezTo>
                <a:lnTo>
                  <a:pt x="814508" y="95737"/>
                </a:lnTo>
                <a:close/>
                <a:moveTo>
                  <a:pt x="967980" y="16115"/>
                </a:moveTo>
                <a:lnTo>
                  <a:pt x="967980" y="144246"/>
                </a:lnTo>
                <a:cubicBezTo>
                  <a:pt x="967980" y="166030"/>
                  <a:pt x="965161" y="168849"/>
                  <a:pt x="943893" y="170127"/>
                </a:cubicBezTo>
                <a:lnTo>
                  <a:pt x="943893" y="174994"/>
                </a:lnTo>
                <a:lnTo>
                  <a:pt x="1018710" y="174994"/>
                </a:lnTo>
                <a:lnTo>
                  <a:pt x="1018710" y="170127"/>
                </a:lnTo>
                <a:cubicBezTo>
                  <a:pt x="997700" y="169103"/>
                  <a:pt x="994111" y="165772"/>
                  <a:pt x="994111" y="147065"/>
                </a:cubicBezTo>
                <a:lnTo>
                  <a:pt x="994111" y="16115"/>
                </a:lnTo>
                <a:lnTo>
                  <a:pt x="1007947" y="16115"/>
                </a:lnTo>
                <a:cubicBezTo>
                  <a:pt x="1037155" y="16115"/>
                  <a:pt x="1042793" y="20728"/>
                  <a:pt x="1048688" y="48916"/>
                </a:cubicBezTo>
                <a:lnTo>
                  <a:pt x="1054834" y="48916"/>
                </a:lnTo>
                <a:lnTo>
                  <a:pt x="1053297" y="5352"/>
                </a:lnTo>
                <a:lnTo>
                  <a:pt x="908793" y="5352"/>
                </a:lnTo>
                <a:lnTo>
                  <a:pt x="907257" y="48916"/>
                </a:lnTo>
                <a:lnTo>
                  <a:pt x="913403" y="48916"/>
                </a:lnTo>
                <a:cubicBezTo>
                  <a:pt x="919552" y="20982"/>
                  <a:pt x="925448" y="16115"/>
                  <a:pt x="954144" y="16115"/>
                </a:cubicBezTo>
                <a:lnTo>
                  <a:pt x="967980" y="16115"/>
                </a:lnTo>
                <a:close/>
                <a:moveTo>
                  <a:pt x="1124528" y="16115"/>
                </a:moveTo>
                <a:lnTo>
                  <a:pt x="1124528" y="144246"/>
                </a:lnTo>
                <a:cubicBezTo>
                  <a:pt x="1124528" y="166030"/>
                  <a:pt x="1121709" y="168849"/>
                  <a:pt x="1100441" y="170127"/>
                </a:cubicBezTo>
                <a:lnTo>
                  <a:pt x="1100441" y="174994"/>
                </a:lnTo>
                <a:lnTo>
                  <a:pt x="1175258" y="174994"/>
                </a:lnTo>
                <a:lnTo>
                  <a:pt x="1175258" y="170127"/>
                </a:lnTo>
                <a:cubicBezTo>
                  <a:pt x="1154248" y="169103"/>
                  <a:pt x="1150659" y="165772"/>
                  <a:pt x="1150659" y="147065"/>
                </a:cubicBezTo>
                <a:lnTo>
                  <a:pt x="1150659" y="16115"/>
                </a:lnTo>
                <a:lnTo>
                  <a:pt x="1164495" y="16115"/>
                </a:lnTo>
                <a:cubicBezTo>
                  <a:pt x="1193703" y="16115"/>
                  <a:pt x="1199341" y="20728"/>
                  <a:pt x="1205236" y="48916"/>
                </a:cubicBezTo>
                <a:lnTo>
                  <a:pt x="1211382" y="48916"/>
                </a:lnTo>
                <a:lnTo>
                  <a:pt x="1209846" y="5352"/>
                </a:lnTo>
                <a:lnTo>
                  <a:pt x="1065342" y="5352"/>
                </a:lnTo>
                <a:lnTo>
                  <a:pt x="1063805" y="48916"/>
                </a:lnTo>
                <a:lnTo>
                  <a:pt x="1069951" y="48916"/>
                </a:lnTo>
                <a:cubicBezTo>
                  <a:pt x="1076101" y="20982"/>
                  <a:pt x="1081996" y="16115"/>
                  <a:pt x="1110692" y="16115"/>
                </a:cubicBezTo>
                <a:lnTo>
                  <a:pt x="1124528" y="16115"/>
                </a:lnTo>
                <a:close/>
                <a:moveTo>
                  <a:pt x="1330524" y="1767"/>
                </a:moveTo>
                <a:lnTo>
                  <a:pt x="1325144" y="1767"/>
                </a:lnTo>
                <a:cubicBezTo>
                  <a:pt x="1324120" y="7659"/>
                  <a:pt x="1321301" y="10478"/>
                  <a:pt x="1316946" y="10478"/>
                </a:cubicBezTo>
                <a:cubicBezTo>
                  <a:pt x="1314381" y="10478"/>
                  <a:pt x="1310026" y="9453"/>
                  <a:pt x="1305671" y="7405"/>
                </a:cubicBezTo>
                <a:cubicBezTo>
                  <a:pt x="1296190" y="3902"/>
                  <a:pt x="1286709" y="1849"/>
                  <a:pt x="1278511" y="1849"/>
                </a:cubicBezTo>
                <a:cubicBezTo>
                  <a:pt x="1267494" y="1849"/>
                  <a:pt x="1256223" y="6208"/>
                  <a:pt x="1247767" y="13636"/>
                </a:cubicBezTo>
                <a:cubicBezTo>
                  <a:pt x="1238798" y="21573"/>
                  <a:pt x="1234189" y="32324"/>
                  <a:pt x="1234189" y="45636"/>
                </a:cubicBezTo>
                <a:cubicBezTo>
                  <a:pt x="1234189" y="66114"/>
                  <a:pt x="1245460" y="80446"/>
                  <a:pt x="1274156" y="95553"/>
                </a:cubicBezTo>
                <a:cubicBezTo>
                  <a:pt x="1292605" y="105280"/>
                  <a:pt x="1305929" y="115773"/>
                  <a:pt x="1312332" y="125504"/>
                </a:cubicBezTo>
                <a:cubicBezTo>
                  <a:pt x="1314639" y="128831"/>
                  <a:pt x="1315921" y="134206"/>
                  <a:pt x="1315921" y="140348"/>
                </a:cubicBezTo>
                <a:cubicBezTo>
                  <a:pt x="1315921" y="157499"/>
                  <a:pt x="1303110" y="169275"/>
                  <a:pt x="1284407" y="169275"/>
                </a:cubicBezTo>
                <a:cubicBezTo>
                  <a:pt x="1261602" y="169275"/>
                  <a:pt x="1245460" y="155197"/>
                  <a:pt x="1232648" y="123967"/>
                </a:cubicBezTo>
                <a:lnTo>
                  <a:pt x="1226757" y="123967"/>
                </a:lnTo>
                <a:lnTo>
                  <a:pt x="1234443" y="178243"/>
                </a:lnTo>
                <a:lnTo>
                  <a:pt x="1240080" y="178243"/>
                </a:lnTo>
                <a:cubicBezTo>
                  <a:pt x="1240335" y="173458"/>
                  <a:pt x="1243411" y="169873"/>
                  <a:pt x="1247254" y="169873"/>
                </a:cubicBezTo>
                <a:cubicBezTo>
                  <a:pt x="1250073" y="169873"/>
                  <a:pt x="1254428" y="170897"/>
                  <a:pt x="1259296" y="172692"/>
                </a:cubicBezTo>
                <a:cubicBezTo>
                  <a:pt x="1269031" y="176449"/>
                  <a:pt x="1279281" y="178497"/>
                  <a:pt x="1289528" y="178497"/>
                </a:cubicBezTo>
                <a:cubicBezTo>
                  <a:pt x="1318994" y="178497"/>
                  <a:pt x="1341799" y="158269"/>
                  <a:pt x="1341799" y="131900"/>
                </a:cubicBezTo>
                <a:cubicBezTo>
                  <a:pt x="1341799" y="110909"/>
                  <a:pt x="1327705" y="94270"/>
                  <a:pt x="1293883" y="76095"/>
                </a:cubicBezTo>
                <a:cubicBezTo>
                  <a:pt x="1266982" y="61251"/>
                  <a:pt x="1256223" y="49987"/>
                  <a:pt x="1256223" y="36163"/>
                </a:cubicBezTo>
                <a:cubicBezTo>
                  <a:pt x="1256223" y="22085"/>
                  <a:pt x="1266982" y="12354"/>
                  <a:pt x="1282866" y="12354"/>
                </a:cubicBezTo>
                <a:cubicBezTo>
                  <a:pt x="1294399" y="12354"/>
                  <a:pt x="1305158" y="17221"/>
                  <a:pt x="1314127" y="26436"/>
                </a:cubicBezTo>
                <a:cubicBezTo>
                  <a:pt x="1322067" y="34627"/>
                  <a:pt x="1325656" y="41281"/>
                  <a:pt x="1329757" y="56387"/>
                </a:cubicBezTo>
                <a:lnTo>
                  <a:pt x="1336161" y="56387"/>
                </a:lnTo>
                <a:lnTo>
                  <a:pt x="1330524" y="1767"/>
                </a:lnTo>
                <a:close/>
                <a:moveTo>
                  <a:pt x="1480153" y="139902"/>
                </a:moveTo>
                <a:lnTo>
                  <a:pt x="1476822" y="138620"/>
                </a:lnTo>
                <a:cubicBezTo>
                  <a:pt x="1467341" y="153218"/>
                  <a:pt x="1464010" y="155525"/>
                  <a:pt x="1452481" y="155525"/>
                </a:cubicBezTo>
                <a:lnTo>
                  <a:pt x="1391246" y="155525"/>
                </a:lnTo>
                <a:lnTo>
                  <a:pt x="1434290" y="110448"/>
                </a:lnTo>
                <a:cubicBezTo>
                  <a:pt x="1457094" y="86631"/>
                  <a:pt x="1467087" y="67166"/>
                  <a:pt x="1467087" y="47192"/>
                </a:cubicBezTo>
                <a:cubicBezTo>
                  <a:pt x="1467087" y="21581"/>
                  <a:pt x="1446331" y="1849"/>
                  <a:pt x="1419688" y="1849"/>
                </a:cubicBezTo>
                <a:cubicBezTo>
                  <a:pt x="1405594" y="1849"/>
                  <a:pt x="1392270" y="7487"/>
                  <a:pt x="1382790" y="17738"/>
                </a:cubicBezTo>
                <a:cubicBezTo>
                  <a:pt x="1374592" y="26444"/>
                  <a:pt x="1370748" y="34642"/>
                  <a:pt x="1366393" y="52826"/>
                </a:cubicBezTo>
                <a:lnTo>
                  <a:pt x="1371773" y="54104"/>
                </a:lnTo>
                <a:cubicBezTo>
                  <a:pt x="1382024" y="29005"/>
                  <a:pt x="1391246" y="20810"/>
                  <a:pt x="1408925" y="20810"/>
                </a:cubicBezTo>
                <a:cubicBezTo>
                  <a:pt x="1430447" y="20810"/>
                  <a:pt x="1445053" y="35409"/>
                  <a:pt x="1445053" y="56923"/>
                </a:cubicBezTo>
                <a:cubicBezTo>
                  <a:pt x="1445053" y="76900"/>
                  <a:pt x="1433266" y="100717"/>
                  <a:pt x="1411744" y="123510"/>
                </a:cubicBezTo>
                <a:lnTo>
                  <a:pt x="1366139" y="171922"/>
                </a:lnTo>
                <a:lnTo>
                  <a:pt x="1366139" y="174994"/>
                </a:lnTo>
                <a:lnTo>
                  <a:pt x="1466063" y="174994"/>
                </a:lnTo>
                <a:lnTo>
                  <a:pt x="1480153" y="1399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FF1FC-23B9-42B5-AB33-046BE90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1658"/>
            <a:ext cx="3291151" cy="2160840"/>
          </a:xfrm>
          <a:custGeom xmlns:a="http://schemas.openxmlformats.org/drawingml/2006/main">
            <a:pathLst>
              <a:path w="3291151" h="2160840">
                <a:moveTo>
                  <a:pt x="3291151" y="0"/>
                </a:moveTo>
                <a:lnTo>
                  <a:pt x="0" y="0"/>
                </a:lnTo>
                <a:lnTo>
                  <a:pt x="0" y="2160840"/>
                </a:lnTo>
                <a:lnTo>
                  <a:pt x="3291151" y="2160840"/>
                </a:lnTo>
                <a:lnTo>
                  <a:pt x="329115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BA9E3-1AB2-4B9D-BDAD-B230DD6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622320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05779-6297-46BD-85A2-C423EAEC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A145E-FDC6-401A-A20E-F29D7FF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706E1-6868-4BC9-9B58-072D9DC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94B45-A68A-4F03-800E-108A4E5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3BF22-0666-40D8-976F-D5EA1DE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3F567-5FE9-4D00-8257-4DF0B73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DF79E-E794-40EF-96B2-55AB6E4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CC5AE-310A-4031-A709-3110B49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9D435-E7DA-4D0F-85D7-F7D0E460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115B5-DFF5-41B0-A20B-45C632D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7EE41-8A99-4B18-B9F7-D2A5799E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05809-486E-44BF-826A-10DA685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3D7A7-9DE0-4450-A880-948C42F0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72170-5121-4BE7-B3D4-0ABCEA90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0753E-C14B-4F15-990E-751C731E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5CDC7-BA32-430A-AF58-19B1862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10524-889F-43A9-BC28-8D41464F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8CE3F-DC36-4696-AF8F-0F4FECD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4117F-9D9D-4D38-A830-1CC56435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A25E4-5B9E-4658-A980-5D57D22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3574C-0AC7-4CFB-B568-19485EF1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EB98C-BD86-473D-B086-F710EDE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50DB3-8358-4A9A-8E44-9BFC43D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9033D-0BF5-4083-BD1F-CAC5421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A01AB-A6F3-43AD-9426-B9F018DF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512D5-0A9B-4486-9069-9B061434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EE148-53C7-43A3-B1B6-E062FBBB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D3EA0-E547-4C2E-B082-396F105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7D5EE-6E65-4AED-B30B-E7FCB057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2978425"/>
            <a:ext cx="46812" cy="890262"/>
          </a:xfrm>
          <a:custGeom xmlns:a="http://schemas.openxmlformats.org/drawingml/2006/main">
            <a:pathLst>
              <a:path w="46812" h="890262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DA9D3-8355-4005-89BE-2530E68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2978425"/>
            <a:ext cx="46812" cy="890262"/>
          </a:xfrm>
          <a:custGeom xmlns:a="http://schemas.openxmlformats.org/drawingml/2006/main">
            <a:pathLst>
              <a:path w="46812" h="890262" fill="none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59F51-6DB8-49B4-BCA4-34685989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41B2C-91C9-4C9C-BFAC-7A88037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C4402-E00F-413E-B45D-9FCAB00B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9D8C8-BCBE-49AB-9C50-D0C326E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40BCD-2B1D-4DFB-942F-BA60F39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177FC-A241-4437-8A6B-031C925A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F64A5-F068-41C4-9412-813C5AD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BA1EB-883B-4FF2-BA55-7E0D43B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6FA72-BB40-4F99-B6A7-BE15480E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728D8-4C24-493F-9A10-05F58C5B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C418B-26F3-45ED-9191-20166D2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820F3-3286-457D-82C0-3F357645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7F4F4-9279-4B0B-834E-352014C3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62EDC-22D5-4AA6-893C-4B65AEE6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8D6D3-F9C3-4911-B668-27C74B7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D440C-E495-4062-B709-000D1C5F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FAAA7-3C92-4FA5-AD90-E54779F7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29DCA-0919-4A82-8D5B-62F5C54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87803-DA81-40EB-A3F6-6A02A3F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497F8-BE1F-4F60-9921-D73E89EE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92068-4C32-4205-B1EE-A213C18E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CD664-81A4-48B4-8660-D8444ACD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D9729-F58A-4C2E-94F3-AF695B9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9CE2D-EC22-4941-96F1-54423FDD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F6046-6AF3-4BF6-9A45-72694DCB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4F070-748C-419D-9DE2-6C8178E1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C45A4-D659-4BB5-B3CB-1CF381BD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284F4-F3A8-4ACC-B9A3-71EF9F5C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CBB86-A5A7-42FE-893F-19E399A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92164-4703-41E9-82F2-7D1A0C9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382AF-F8F6-4638-8541-01CFC42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162CE-1729-4C70-9EFD-8D02641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ED420-EF7E-446F-AAB2-4FF7146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E1217-75C6-46BD-B1E4-B57A34D0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4B1DF6-776D-49DA-A34B-29D2AED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3687E-FA72-4711-82F2-0B397F3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8CC37-2002-43CA-9622-ED66B1FE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9178D-3218-40AA-88D9-041BE00C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2148C-4418-4A20-9C5E-FC3B475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04B2F-5205-46C2-858D-238E29D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B71B0-757A-4608-A53D-B687F36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F3F58-9787-40EE-8C42-794C336B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D0EEB-5451-484D-A277-E148C782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DD0A7-13C0-4C74-AC07-136A1FF3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45802-BB0A-4DFD-9597-4534A6E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77D12-D1DA-4F77-B065-0D4F4B6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82A09-0F24-4F71-90ED-D1E6487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41EF6-6784-4557-B638-B97D748B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49F73-E451-46EA-AAA0-1CD36E1F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FA3DF-2655-475B-8684-E278D639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F1C73-3193-4F5F-8659-550FC66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0CB39-B6BC-43D7-B95C-B14CAF8A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0E51A-AF89-43C3-9709-F5BC0F4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4DEDD-245B-4EE7-977E-4283250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7C0FC-B87B-4158-8695-BBD6B8B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9B7F4-C542-4F80-A7B0-86D874B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CFC5D-5B2B-4620-A480-D746A6CA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5C6B2-85D6-4E53-9E56-A9AB9B8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3BD30-4589-4CCB-AAC7-F4C241D2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E1310-EE98-41B7-BCC9-AEA4636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720D1-CF86-458B-B5A9-F01DC4B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0E5F1-E16C-43B3-96D7-14A8A0C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51802-4A9E-4C2F-9B3F-8F149F4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C3054-A9D2-42C3-9344-B9E0526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A9CE6-5635-412A-9E39-9DA3E06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D1F20-5C21-4492-BCC3-5C8B0B8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89FFB-0B39-47A1-8F52-EDB1A60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16BB6-031D-47C4-B5E4-60C634F8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1FA59-7210-4955-858A-04EF193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4B6F3-A122-4CF3-B62E-A36FDCB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0E14B-F6C7-4C6C-A91E-3752E8E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7044C-9B2B-400F-8102-DE84AE7B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AEAFF-B1F0-4F79-90FC-C3FE1A3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037F1-E2CC-4EE2-A9A0-8245202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D2D19-E580-4583-987A-182753DC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EFEFA-EB64-4381-900A-E0D12F2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DBAB4-D7B2-4B36-AB55-711B3C6D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05986-CEBD-4AE6-A032-AA18DFF2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CD645-0DCA-44AD-9491-43A5B82F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B63BF-39D2-4E55-A831-BDCE7B0A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99DA9-51CC-44C6-87EF-8B0AD33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0D0C5-B16B-4D7E-B70D-92197D2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B017E-B2FF-41BD-B56E-0C67D6A4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9EE15-EAB6-4B23-A4BA-EE68991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6C3CD-A86A-4CFD-8E42-673046D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E370F-35FB-411B-A68E-06372D27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3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7D864-2ED6-4328-B719-924785FC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850A0-DE55-4E46-BD84-260C951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C00D2-FB1C-4B68-9BFA-817C85B1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7AB52-4008-483A-BD94-D1C1884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1A0A4-722F-41CE-BB3A-987918F2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D804E-2F75-4CB7-9FB0-BB071A3C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3E183-1C02-4DEE-A011-D5538ECF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509A6-32F8-4A20-B52B-38869B6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0B8E0-BE2D-4850-BB70-A5B559E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75B35-CBBF-4082-8681-F73D18F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D0CAD-DA7F-4FF2-876F-FB2CFA0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BFEAC-490B-4FA0-8336-2AE4B2B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8B863-1B4D-414A-8AEF-7DDE25B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216FE-E292-4BD4-934D-0BEDA1D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3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3C9BD-C6D0-4EDB-9281-717ACB3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C11E7-5285-48E3-AA7B-6A80C6F7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4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C12B6-A2CA-4E85-A4D4-44DE663D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09B63-65FF-4623-83C3-CA04DBD1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344AB-CC5A-4C12-9570-E252285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9078B-68C1-49D0-8B89-35AFC43D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02AAE-3D3A-41C7-B0F7-B1777B7C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BE0CF-36EB-433D-8E43-C573D8E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803CB-C6A8-4F13-8647-F617A3D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E94DE-2C5B-422A-9060-9C597DE9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05266-8271-4974-ACC7-08ECE4A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CA6AC-34D6-4DF8-8506-BD6D9F5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1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B0B35-7359-45FE-894F-07613AEA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839B6-B1F8-470A-9BC8-FCE73557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5C79C-07BE-4B18-9093-C9C6DD8D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8BB17-96DE-4140-902B-0525CE10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AA83E-92A1-4A83-B32B-8C0EA83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A039C-3952-4512-97A9-1155761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FFDA6-4DCA-4AAC-866F-435E6F88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FB837-01A7-4657-8312-A50ADF6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3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239D2-5D85-4F93-97AB-6B2F3213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C8AC8-DB96-4027-B67C-FB81731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1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93E46-6A78-4E01-8725-81E32423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E3200-8841-4236-9A56-60B3F97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DB57F-F809-41D6-B02A-1BC23007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8CAED-CFDA-4BD7-A40A-FE806F2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D9EFB-A512-44EF-BC99-842A2B7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D1065-FEF5-49F2-9879-AB59E44E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529C9-2DA5-4AAA-BFD0-BD7B235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A0E7A-BFAF-420C-B9A3-72EC50F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4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01CF1-665E-4289-9B21-1A6B945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00B46-5EA7-4C54-9BF3-FF2BB45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6146B-EF95-4D8D-8959-F156020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5EEC3-6849-466F-BD9C-CFBBA4DD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38434-2830-43DB-B33D-BA961E0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40B1F-9CC6-450E-BADA-5C3B4CD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E753D-82E3-4F99-8F42-643A92C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24BB4-48A9-49BC-BE6A-6119393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F15A1-0399-4DCF-BB32-7C7D60C6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6F25B-6FE0-4B06-8E4E-3BF6AFB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9572D-DC7F-47F6-9B5A-DEDACD0D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426AB-D9A3-4D07-BE01-CC47A675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FD796-71C6-43FF-9258-5EFCD5FE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1EFC4-9A53-49FC-A9B7-D804D41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0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2B08A-98B7-40E6-8D5B-40299993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3C36E-821E-452E-A925-D7F63A3A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C4718-1E15-4050-9869-52E190E6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3571933"/>
            <a:ext cx="46811" cy="296754"/>
          </a:xfrm>
          <a:custGeom xmlns:a="http://schemas.openxmlformats.org/drawingml/2006/main">
            <a:pathLst>
              <a:path w="46811" h="296754">
                <a:moveTo>
                  <a:pt x="0" y="296754"/>
                </a:moveTo>
                <a:lnTo>
                  <a:pt x="46811" y="296754"/>
                </a:lnTo>
                <a:lnTo>
                  <a:pt x="46811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590B8-DD60-4B20-90B2-A4B921C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18" y="3571933"/>
            <a:ext cx="46811" cy="296754"/>
          </a:xfrm>
          <a:custGeom xmlns:a="http://schemas.openxmlformats.org/drawingml/2006/main">
            <a:pathLst>
              <a:path w="46811" h="296754" fill="none">
                <a:moveTo>
                  <a:pt x="0" y="296754"/>
                </a:moveTo>
                <a:lnTo>
                  <a:pt x="46811" y="296754"/>
                </a:lnTo>
                <a:lnTo>
                  <a:pt x="46811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2EA3F-0C8A-4D78-BED9-99A3381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C130F-67DF-4312-890E-BE844428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30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2976A-0A01-42EF-BFF9-69F97DD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2978425"/>
            <a:ext cx="46812" cy="890262"/>
          </a:xfrm>
          <a:custGeom xmlns:a="http://schemas.openxmlformats.org/drawingml/2006/main">
            <a:pathLst>
              <a:path w="46812" h="890262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86001-F761-4CF2-98F8-A8BA6D6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42" y="2978425"/>
            <a:ext cx="46812" cy="890262"/>
          </a:xfrm>
          <a:custGeom xmlns:a="http://schemas.openxmlformats.org/drawingml/2006/main">
            <a:pathLst>
              <a:path w="46812" h="890262" fill="none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78775-E0F9-40B7-9C23-D890C066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51233-CA97-4357-98A4-C427F9C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15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2A26E-9C04-4215-8FF3-793CC5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5D360-274B-4551-983B-29399B21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65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A964F-617C-4AC4-A86D-4FF8499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3B7AE-24D2-4D8F-86EF-6DB18CA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77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64258-C950-4C7A-85D2-0F09F7F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6A3A2-49CA-471E-94C2-30F06EA0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9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26960-647C-4942-B41F-AF2493E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2978425"/>
            <a:ext cx="46812" cy="890262"/>
          </a:xfrm>
          <a:custGeom xmlns:a="http://schemas.openxmlformats.org/drawingml/2006/main">
            <a:pathLst>
              <a:path w="46812" h="890262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A3128-93DC-4EEE-BBB2-5747BEDF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01" y="2978425"/>
            <a:ext cx="46812" cy="890262"/>
          </a:xfrm>
          <a:custGeom xmlns:a="http://schemas.openxmlformats.org/drawingml/2006/main">
            <a:pathLst>
              <a:path w="46812" h="890262" fill="none">
                <a:moveTo>
                  <a:pt x="0" y="890262"/>
                </a:moveTo>
                <a:lnTo>
                  <a:pt x="46812" y="890262"/>
                </a:lnTo>
                <a:lnTo>
                  <a:pt x="46812" y="0"/>
                </a:lnTo>
                <a:lnTo>
                  <a:pt x="0" y="0"/>
                </a:lnTo>
                <a:lnTo>
                  <a:pt x="0" y="89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83889-ED2B-4A4E-B97F-521DE750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759DB-27B7-405F-B0F0-0F650B2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12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9C07A-6B32-4653-B9A6-4A989B85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3571933"/>
            <a:ext cx="46812" cy="296754"/>
          </a:xfrm>
          <a:custGeom xmlns:a="http://schemas.openxmlformats.org/drawingml/2006/main">
            <a:pathLst>
              <a:path w="46812" h="296754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4EFE0-F82C-4215-8414-92C089E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24" y="3571933"/>
            <a:ext cx="46812" cy="296754"/>
          </a:xfrm>
          <a:custGeom xmlns:a="http://schemas.openxmlformats.org/drawingml/2006/main">
            <a:pathLst>
              <a:path w="46812" h="296754" fill="none">
                <a:moveTo>
                  <a:pt x="0" y="296754"/>
                </a:moveTo>
                <a:lnTo>
                  <a:pt x="46812" y="296754"/>
                </a:lnTo>
                <a:lnTo>
                  <a:pt x="46812" y="0"/>
                </a:lnTo>
                <a:lnTo>
                  <a:pt x="0" y="0"/>
                </a:lnTo>
                <a:lnTo>
                  <a:pt x="0" y="296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B40AE-00D5-46A1-A755-4619F60C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10FAC-8360-4726-839E-4E9E74A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91502-9915-4C0A-A38A-AFDEF6F1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3275179"/>
            <a:ext cx="46811" cy="593508"/>
          </a:xfrm>
          <a:custGeom xmlns:a="http://schemas.openxmlformats.org/drawingml/2006/main">
            <a:pathLst>
              <a:path w="46811" h="593508">
                <a:moveTo>
                  <a:pt x="0" y="593508"/>
                </a:moveTo>
                <a:lnTo>
                  <a:pt x="46811" y="593508"/>
                </a:lnTo>
                <a:lnTo>
                  <a:pt x="46811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BBB74-BF04-4566-A3EB-8D67F5C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8" y="3275179"/>
            <a:ext cx="46811" cy="593508"/>
          </a:xfrm>
          <a:custGeom xmlns:a="http://schemas.openxmlformats.org/drawingml/2006/main">
            <a:pathLst>
              <a:path w="46811" h="593508" fill="none">
                <a:moveTo>
                  <a:pt x="0" y="593508"/>
                </a:moveTo>
                <a:lnTo>
                  <a:pt x="46811" y="593508"/>
                </a:lnTo>
                <a:lnTo>
                  <a:pt x="46811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0D092-E46F-4409-8290-84CFDE71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02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63985-2416-43EE-ACF9-755D110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02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5CBFA-952E-496F-8EBE-A9EEC2F1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74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3CEBC-D263-4CDA-85FD-DE2A0AAB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67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13E68-8E3B-403F-9513-684617A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68" y="3995332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C5518-A140-49F3-8900-9C174B3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58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21807-6947-46C9-915A-712BDA9A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58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EABBE-F06B-4487-B011-DFAE58C3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031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3DFE7-49AE-47AA-B642-3E2D3EC4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723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0F135-68FA-441B-B943-20425D4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566" y="3997627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DE8C1-1514-47EC-92BF-3F8137D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774" y="4238989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C69E9-8820-47AD-9EED-7896CD39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60" y="4268824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2B3C6-81AD-4535-A705-B748998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700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4DA0D-BAD1-43A3-B0D8-F86BE80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72" y="4268824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A3A50-8CAA-478A-B3E0-24E59F3A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70" y="4268824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9BB83-A5CA-4D27-B3E3-26A3745A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00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72A22-3CEE-4B91-A722-1D2D1860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227" y="4268824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DC4F1-188A-4F8A-8ECE-14E3E03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97" y="4268824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E6A9E-8150-42ED-88B7-197E924A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80" y="4271119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CEBFF-FB9B-48D5-A697-66BB6AD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386868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F89DA-61E6-4AE1-A3A8-C911BDC5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386868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C371F-BEE9-4567-AAA5-6AB0C5A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47" y="380472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902A9-62C3-4BED-8BDF-3331F535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3275179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2495D-9A33-45E2-8861-F92FF2C1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3275179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4F1A2-804B-4FE9-AA30-7354CD2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83" y="3211216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FB5C3-1A88-49ED-95CB-07401764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2681671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C1F7B-216A-433C-9154-9538B37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2" y="2681671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67702-640A-4101-8E0F-A86046CC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46" y="2620003"/>
            <a:ext cx="93742" cy="128697"/>
          </a:xfrm>
          <a:custGeom xmlns:a="http://schemas.openxmlformats.org/drawingml/2006/main">
            <a:pathLst>
              <a:path w="93742" h="128697">
                <a:moveTo>
                  <a:pt x="58081" y="15182"/>
                </a:moveTo>
                <a:lnTo>
                  <a:pt x="14123" y="83856"/>
                </a:lnTo>
                <a:lnTo>
                  <a:pt x="58081" y="83856"/>
                </a:lnTo>
                <a:lnTo>
                  <a:pt x="58081" y="15182"/>
                </a:lnTo>
                <a:close/>
                <a:moveTo>
                  <a:pt x="53491" y="0"/>
                </a:moveTo>
                <a:lnTo>
                  <a:pt x="75382" y="0"/>
                </a:lnTo>
                <a:lnTo>
                  <a:pt x="75382" y="83856"/>
                </a:lnTo>
                <a:lnTo>
                  <a:pt x="93742" y="83856"/>
                </a:lnTo>
                <a:lnTo>
                  <a:pt x="93742" y="98332"/>
                </a:lnTo>
                <a:lnTo>
                  <a:pt x="75382" y="98332"/>
                </a:lnTo>
                <a:lnTo>
                  <a:pt x="75382" y="128697"/>
                </a:lnTo>
                <a:lnTo>
                  <a:pt x="58081" y="128697"/>
                </a:lnTo>
                <a:lnTo>
                  <a:pt x="58081" y="98332"/>
                </a:lnTo>
                <a:lnTo>
                  <a:pt x="0" y="98332"/>
                </a:lnTo>
                <a:lnTo>
                  <a:pt x="0" y="81561"/>
                </a:lnTo>
                <a:lnTo>
                  <a:pt x="534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199D1-0F51-483A-8352-381DDE1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" y="3394138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5D8BF-E399-4D0C-91DD-5BC5FD1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3286273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CB294-3D30-4A55-9299-ED4417A5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3180702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31C56-B6FE-4CB7-B6AC-E085CFA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" y="3067717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3E309-04A0-4241-A516-B522513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2" y="2987745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9DEB1-9C82-415D-A121-BC4E99C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7AB7B-0D1E-4B87-AFA0-6F6B97F1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89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0E04D-27A0-4675-8F86-49A07BAE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3868687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8DBA0-1A67-44CE-BEFF-2AEFC87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41" y="262232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045BD-6D74-48B9-8523-A4792BF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11" y="2710589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E9E76-D32D-4EDB-90CF-0049F475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11" y="2710589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21484-BC62-4CFF-932D-177D4357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26" y="2786567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DF04A-E564-4B34-BED6-EF7113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0" y="2816402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AE0BA-D767-4638-AB74-E1D108B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41" y="2781095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5223C-636B-4B27-A720-45FA5B45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88" y="2816402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49B03-ACDB-4CDE-A582-7268FAC4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645" y="2781095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CC6E6-41CB-48CE-B0A8-B547615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305070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4681C-487F-4E46-8B46-B62B43BA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305070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A53A3-C215-404C-B0A1-EE22E8A1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56" y="3045584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D4935-3915-4BC6-A1E0-236505B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3309719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9E85A-390E-475A-81B2-276AF44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26" y="3309719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AFAA8-C973-48AB-A621-496A1FC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88" y="330230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Text (e)V">
            <a:extLst xmlns:a="http://schemas.openxmlformats.org/drawingml/2006/main">
              <a:ext uri="{FF2B5EF4-FFF2-40B4-BE49-F238E27FC236}">
                <a16:creationId xmlns:a16="http://schemas.microsoft.com/office/drawing/2014/main" id="{AEE322B4-19BA-46A7-B009-0F21ABA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39" y="4589279"/>
            <a:ext cx="540357" cy="218554"/>
          </a:xfrm>
          <a:custGeom xmlns:a="http://schemas.openxmlformats.org/drawingml/2006/main">
            <a:pathLst>
              <a:path w="540357" h="218554">
                <a:moveTo>
                  <a:pt x="63287" y="0"/>
                </a:moveTo>
                <a:cubicBezTo>
                  <a:pt x="44326" y="12299"/>
                  <a:pt x="36640" y="18961"/>
                  <a:pt x="27159" y="30748"/>
                </a:cubicBezTo>
                <a:cubicBezTo>
                  <a:pt x="8968" y="53037"/>
                  <a:pt x="0" y="78660"/>
                  <a:pt x="0" y="108638"/>
                </a:cubicBezTo>
                <a:cubicBezTo>
                  <a:pt x="0" y="141177"/>
                  <a:pt x="9481" y="166284"/>
                  <a:pt x="32027" y="192419"/>
                </a:cubicBezTo>
                <a:cubicBezTo>
                  <a:pt x="42532" y="204719"/>
                  <a:pt x="49194" y="210356"/>
                  <a:pt x="62517" y="218554"/>
                </a:cubicBezTo>
                <a:lnTo>
                  <a:pt x="65590" y="214453"/>
                </a:lnTo>
                <a:cubicBezTo>
                  <a:pt x="45096" y="198311"/>
                  <a:pt x="37922" y="189346"/>
                  <a:pt x="31003" y="170127"/>
                </a:cubicBezTo>
                <a:cubicBezTo>
                  <a:pt x="24853" y="152964"/>
                  <a:pt x="22034" y="133491"/>
                  <a:pt x="22034" y="107868"/>
                </a:cubicBezTo>
                <a:cubicBezTo>
                  <a:pt x="22034" y="80966"/>
                  <a:pt x="25365" y="59957"/>
                  <a:pt x="32285" y="44072"/>
                </a:cubicBezTo>
                <a:cubicBezTo>
                  <a:pt x="39459" y="28184"/>
                  <a:pt x="47145" y="18961"/>
                  <a:pt x="65590" y="4101"/>
                </a:cubicBezTo>
                <a:lnTo>
                  <a:pt x="63287" y="0"/>
                </a:lnTo>
                <a:close/>
                <a:moveTo>
                  <a:pt x="177557" y="131055"/>
                </a:moveTo>
                <a:cubicBezTo>
                  <a:pt x="165262" y="150536"/>
                  <a:pt x="154241" y="157972"/>
                  <a:pt x="137844" y="157972"/>
                </a:cubicBezTo>
                <a:cubicBezTo>
                  <a:pt x="123242" y="157972"/>
                  <a:pt x="112225" y="150536"/>
                  <a:pt x="104793" y="135927"/>
                </a:cubicBezTo>
                <a:cubicBezTo>
                  <a:pt x="100180" y="126184"/>
                  <a:pt x="98389" y="117724"/>
                  <a:pt x="97877" y="102086"/>
                </a:cubicBezTo>
                <a:lnTo>
                  <a:pt x="176791" y="102086"/>
                </a:lnTo>
                <a:cubicBezTo>
                  <a:pt x="174738" y="85462"/>
                  <a:pt x="172178" y="78058"/>
                  <a:pt x="165774" y="69887"/>
                </a:cubicBezTo>
                <a:cubicBezTo>
                  <a:pt x="158084" y="60680"/>
                  <a:pt x="146300" y="55296"/>
                  <a:pt x="132977" y="55296"/>
                </a:cubicBezTo>
                <a:cubicBezTo>
                  <a:pt x="120165" y="55296"/>
                  <a:pt x="108124" y="59910"/>
                  <a:pt x="98389" y="68608"/>
                </a:cubicBezTo>
                <a:cubicBezTo>
                  <a:pt x="86344" y="79078"/>
                  <a:pt x="79428" y="97218"/>
                  <a:pt x="79428" y="118236"/>
                </a:cubicBezTo>
                <a:cubicBezTo>
                  <a:pt x="79428" y="153613"/>
                  <a:pt x="97877" y="175647"/>
                  <a:pt x="127339" y="175647"/>
                </a:cubicBezTo>
                <a:cubicBezTo>
                  <a:pt x="151680" y="175647"/>
                  <a:pt x="170895" y="160533"/>
                  <a:pt x="181658" y="132850"/>
                </a:cubicBezTo>
                <a:lnTo>
                  <a:pt x="177557" y="131055"/>
                </a:lnTo>
                <a:moveTo>
                  <a:pt x="98389" y="93887"/>
                </a:moveTo>
                <a:cubicBezTo>
                  <a:pt x="101204" y="73972"/>
                  <a:pt x="109918" y="64523"/>
                  <a:pt x="125545" y="64523"/>
                </a:cubicBezTo>
                <a:cubicBezTo>
                  <a:pt x="141175" y="64523"/>
                  <a:pt x="147325" y="71673"/>
                  <a:pt x="150656" y="93887"/>
                </a:cubicBezTo>
                <a:lnTo>
                  <a:pt x="98389" y="93887"/>
                </a:lnTo>
                <a:close/>
                <a:moveTo>
                  <a:pt x="196518" y="218554"/>
                </a:moveTo>
                <a:cubicBezTo>
                  <a:pt x="215479" y="206255"/>
                  <a:pt x="223165" y="199593"/>
                  <a:pt x="232642" y="187806"/>
                </a:cubicBezTo>
                <a:cubicBezTo>
                  <a:pt x="250837" y="165518"/>
                  <a:pt x="259802" y="139895"/>
                  <a:pt x="259802" y="109920"/>
                </a:cubicBezTo>
                <a:cubicBezTo>
                  <a:pt x="259802" y="77123"/>
                  <a:pt x="250321" y="52270"/>
                  <a:pt x="227775" y="26135"/>
                </a:cubicBezTo>
                <a:cubicBezTo>
                  <a:pt x="217270" y="13836"/>
                  <a:pt x="210608" y="8202"/>
                  <a:pt x="197284" y="0"/>
                </a:cubicBezTo>
                <a:lnTo>
                  <a:pt x="194212" y="4101"/>
                </a:lnTo>
                <a:cubicBezTo>
                  <a:pt x="214709" y="20244"/>
                  <a:pt x="221625" y="29212"/>
                  <a:pt x="228799" y="48427"/>
                </a:cubicBezTo>
                <a:cubicBezTo>
                  <a:pt x="234949" y="65594"/>
                  <a:pt x="237768" y="85064"/>
                  <a:pt x="237768" y="110687"/>
                </a:cubicBezTo>
                <a:cubicBezTo>
                  <a:pt x="237768" y="137334"/>
                  <a:pt x="234437" y="158598"/>
                  <a:pt x="227521" y="174228"/>
                </a:cubicBezTo>
                <a:cubicBezTo>
                  <a:pt x="220347" y="190371"/>
                  <a:pt x="212661" y="199593"/>
                  <a:pt x="194212" y="214453"/>
                </a:cubicBezTo>
                <a:lnTo>
                  <a:pt x="196518" y="218554"/>
                </a:lnTo>
                <a:close/>
                <a:moveTo>
                  <a:pt x="540357" y="3503"/>
                </a:moveTo>
                <a:lnTo>
                  <a:pt x="487833" y="3503"/>
                </a:lnTo>
                <a:lnTo>
                  <a:pt x="487833" y="8374"/>
                </a:lnTo>
                <a:cubicBezTo>
                  <a:pt x="501927" y="9140"/>
                  <a:pt x="506536" y="11959"/>
                  <a:pt x="506536" y="19133"/>
                </a:cubicBezTo>
                <a:cubicBezTo>
                  <a:pt x="506536" y="23230"/>
                  <a:pt x="504746" y="30146"/>
                  <a:pt x="501669" y="37833"/>
                </a:cubicBezTo>
                <a:lnTo>
                  <a:pt x="464004" y="131841"/>
                </a:lnTo>
                <a:lnTo>
                  <a:pt x="425316" y="45261"/>
                </a:lnTo>
                <a:cubicBezTo>
                  <a:pt x="416863" y="26561"/>
                  <a:pt x="414811" y="20670"/>
                  <a:pt x="414811" y="16827"/>
                </a:cubicBezTo>
                <a:cubicBezTo>
                  <a:pt x="414811" y="11959"/>
                  <a:pt x="418400" y="9399"/>
                  <a:pt x="426598" y="8886"/>
                </a:cubicBezTo>
                <a:cubicBezTo>
                  <a:pt x="427622" y="8886"/>
                  <a:pt x="430441" y="8628"/>
                  <a:pt x="434030" y="8374"/>
                </a:cubicBezTo>
                <a:lnTo>
                  <a:pt x="434030" y="3503"/>
                </a:lnTo>
                <a:lnTo>
                  <a:pt x="365875" y="3503"/>
                </a:lnTo>
                <a:lnTo>
                  <a:pt x="365875" y="8374"/>
                </a:lnTo>
                <a:cubicBezTo>
                  <a:pt x="378429" y="8886"/>
                  <a:pt x="382018" y="12471"/>
                  <a:pt x="393035" y="35268"/>
                </a:cubicBezTo>
                <a:lnTo>
                  <a:pt x="456064" y="175898"/>
                </a:lnTo>
                <a:lnTo>
                  <a:pt x="459907" y="175898"/>
                </a:lnTo>
                <a:lnTo>
                  <a:pt x="516787" y="32195"/>
                </a:lnTo>
                <a:cubicBezTo>
                  <a:pt x="525243" y="11959"/>
                  <a:pt x="528058" y="9140"/>
                  <a:pt x="540357" y="8374"/>
                </a:cubicBezTo>
                <a:lnTo>
                  <a:pt x="540357" y="35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Text ALL-E-X">
            <a:extLst xmlns:a="http://schemas.openxmlformats.org/drawingml/2006/main">
              <a:ext uri="{FF2B5EF4-FFF2-40B4-BE49-F238E27FC236}">
                <a16:creationId xmlns:a16="http://schemas.microsoft.com/office/drawing/2014/main" id="{4D9FCDE8-72F7-4D6F-B816-698E51E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59" y="4589779"/>
            <a:ext cx="1001799" cy="172645"/>
          </a:xfrm>
          <a:custGeom xmlns:a="http://schemas.openxmlformats.org/drawingml/2006/main">
            <a:pathLst>
              <a:path w="1001799" h="172645">
                <a:moveTo>
                  <a:pt x="177043" y="167777"/>
                </a:moveTo>
                <a:cubicBezTo>
                  <a:pt x="165514" y="167011"/>
                  <a:pt x="162953" y="164450"/>
                  <a:pt x="153985" y="145505"/>
                </a:cubicBezTo>
                <a:lnTo>
                  <a:pt x="90185" y="0"/>
                </a:lnTo>
                <a:lnTo>
                  <a:pt x="85064" y="0"/>
                </a:lnTo>
                <a:lnTo>
                  <a:pt x="31769" y="125793"/>
                </a:lnTo>
                <a:cubicBezTo>
                  <a:pt x="15372" y="163172"/>
                  <a:pt x="12295" y="167265"/>
                  <a:pt x="0" y="167777"/>
                </a:cubicBezTo>
                <a:lnTo>
                  <a:pt x="0" y="172645"/>
                </a:lnTo>
                <a:lnTo>
                  <a:pt x="50730" y="172645"/>
                </a:lnTo>
                <a:lnTo>
                  <a:pt x="50730" y="167777"/>
                </a:lnTo>
                <a:cubicBezTo>
                  <a:pt x="38431" y="167777"/>
                  <a:pt x="33305" y="164450"/>
                  <a:pt x="33305" y="157284"/>
                </a:cubicBezTo>
                <a:cubicBezTo>
                  <a:pt x="33305" y="154211"/>
                  <a:pt x="34075" y="150626"/>
                  <a:pt x="35358" y="147299"/>
                </a:cubicBezTo>
                <a:lnTo>
                  <a:pt x="47141" y="117345"/>
                </a:lnTo>
                <a:lnTo>
                  <a:pt x="114272" y="117345"/>
                </a:lnTo>
                <a:lnTo>
                  <a:pt x="124777" y="141924"/>
                </a:lnTo>
                <a:cubicBezTo>
                  <a:pt x="127849" y="148836"/>
                  <a:pt x="129644" y="155490"/>
                  <a:pt x="129644" y="159075"/>
                </a:cubicBezTo>
                <a:cubicBezTo>
                  <a:pt x="129644" y="165475"/>
                  <a:pt x="125289" y="167523"/>
                  <a:pt x="111707" y="167777"/>
                </a:cubicBezTo>
                <a:lnTo>
                  <a:pt x="111707" y="172645"/>
                </a:lnTo>
                <a:lnTo>
                  <a:pt x="177043" y="172645"/>
                </a:lnTo>
                <a:lnTo>
                  <a:pt x="177043" y="167777"/>
                </a:lnTo>
                <a:moveTo>
                  <a:pt x="51496" y="106840"/>
                </a:moveTo>
                <a:lnTo>
                  <a:pt x="80962" y="36382"/>
                </a:lnTo>
                <a:lnTo>
                  <a:pt x="110683" y="106840"/>
                </a:lnTo>
                <a:lnTo>
                  <a:pt x="51496" y="106840"/>
                </a:lnTo>
                <a:close/>
                <a:moveTo>
                  <a:pt x="327955" y="128061"/>
                </a:moveTo>
                <a:cubicBezTo>
                  <a:pt x="323599" y="137795"/>
                  <a:pt x="320011" y="143691"/>
                  <a:pt x="316167" y="148046"/>
                </a:cubicBezTo>
                <a:cubicBezTo>
                  <a:pt x="307199" y="158043"/>
                  <a:pt x="293109" y="162656"/>
                  <a:pt x="271841" y="162656"/>
                </a:cubicBezTo>
                <a:lnTo>
                  <a:pt x="254674" y="162656"/>
                </a:lnTo>
                <a:cubicBezTo>
                  <a:pt x="235971" y="162656"/>
                  <a:pt x="232640" y="161116"/>
                  <a:pt x="232640" y="152147"/>
                </a:cubicBezTo>
                <a:lnTo>
                  <a:pt x="232640" y="30936"/>
                </a:lnTo>
                <a:cubicBezTo>
                  <a:pt x="232640" y="12741"/>
                  <a:pt x="236229" y="9152"/>
                  <a:pt x="256469" y="7874"/>
                </a:cubicBezTo>
                <a:lnTo>
                  <a:pt x="256469" y="3003"/>
                </a:lnTo>
                <a:lnTo>
                  <a:pt x="184217" y="3003"/>
                </a:lnTo>
                <a:lnTo>
                  <a:pt x="184217" y="7874"/>
                </a:lnTo>
                <a:cubicBezTo>
                  <a:pt x="203178" y="9410"/>
                  <a:pt x="206509" y="12999"/>
                  <a:pt x="206509" y="30936"/>
                </a:cubicBezTo>
                <a:lnTo>
                  <a:pt x="206509" y="144715"/>
                </a:lnTo>
                <a:cubicBezTo>
                  <a:pt x="206509" y="162656"/>
                  <a:pt x="202920" y="166499"/>
                  <a:pt x="184217" y="167777"/>
                </a:cubicBezTo>
                <a:lnTo>
                  <a:pt x="184217" y="172645"/>
                </a:lnTo>
                <a:lnTo>
                  <a:pt x="322059" y="172645"/>
                </a:lnTo>
                <a:lnTo>
                  <a:pt x="334358" y="128064"/>
                </a:lnTo>
                <a:lnTo>
                  <a:pt x="327955" y="128061"/>
                </a:lnTo>
                <a:close/>
                <a:moveTo>
                  <a:pt x="484502" y="128061"/>
                </a:moveTo>
                <a:cubicBezTo>
                  <a:pt x="480147" y="137795"/>
                  <a:pt x="476558" y="143691"/>
                  <a:pt x="472715" y="148046"/>
                </a:cubicBezTo>
                <a:cubicBezTo>
                  <a:pt x="463746" y="158043"/>
                  <a:pt x="449656" y="162656"/>
                  <a:pt x="428388" y="162656"/>
                </a:cubicBezTo>
                <a:lnTo>
                  <a:pt x="411222" y="162656"/>
                </a:lnTo>
                <a:cubicBezTo>
                  <a:pt x="392519" y="162656"/>
                  <a:pt x="389188" y="161116"/>
                  <a:pt x="389188" y="152147"/>
                </a:cubicBezTo>
                <a:lnTo>
                  <a:pt x="389188" y="30936"/>
                </a:lnTo>
                <a:cubicBezTo>
                  <a:pt x="389188" y="12741"/>
                  <a:pt x="392777" y="9152"/>
                  <a:pt x="413016" y="7874"/>
                </a:cubicBezTo>
                <a:lnTo>
                  <a:pt x="413016" y="3003"/>
                </a:lnTo>
                <a:lnTo>
                  <a:pt x="340764" y="3003"/>
                </a:lnTo>
                <a:lnTo>
                  <a:pt x="340764" y="7874"/>
                </a:lnTo>
                <a:cubicBezTo>
                  <a:pt x="359725" y="9410"/>
                  <a:pt x="363056" y="12999"/>
                  <a:pt x="363056" y="30936"/>
                </a:cubicBezTo>
                <a:lnTo>
                  <a:pt x="363056" y="144715"/>
                </a:lnTo>
                <a:cubicBezTo>
                  <a:pt x="363056" y="162656"/>
                  <a:pt x="359467" y="166499"/>
                  <a:pt x="340764" y="167777"/>
                </a:cubicBezTo>
                <a:lnTo>
                  <a:pt x="340764" y="172645"/>
                </a:lnTo>
                <a:lnTo>
                  <a:pt x="478606" y="172645"/>
                </a:lnTo>
                <a:lnTo>
                  <a:pt x="490906" y="128064"/>
                </a:lnTo>
                <a:lnTo>
                  <a:pt x="484502" y="128061"/>
                </a:lnTo>
                <a:close/>
                <a:moveTo>
                  <a:pt x="504227" y="106840"/>
                </a:moveTo>
                <a:lnTo>
                  <a:pt x="504227" y="122982"/>
                </a:lnTo>
                <a:lnTo>
                  <a:pt x="567257" y="122982"/>
                </a:lnTo>
                <a:lnTo>
                  <a:pt x="567257" y="106840"/>
                </a:lnTo>
                <a:lnTo>
                  <a:pt x="504227" y="106840"/>
                </a:lnTo>
                <a:close/>
                <a:moveTo>
                  <a:pt x="732518" y="129331"/>
                </a:moveTo>
                <a:lnTo>
                  <a:pt x="725344" y="129331"/>
                </a:lnTo>
                <a:cubicBezTo>
                  <a:pt x="712533" y="157014"/>
                  <a:pt x="701516" y="163168"/>
                  <a:pt x="664876" y="163168"/>
                </a:cubicBezTo>
                <a:lnTo>
                  <a:pt x="657960" y="163168"/>
                </a:lnTo>
                <a:cubicBezTo>
                  <a:pt x="645402" y="163168"/>
                  <a:pt x="634643" y="161886"/>
                  <a:pt x="632849" y="160091"/>
                </a:cubicBezTo>
                <a:cubicBezTo>
                  <a:pt x="631566" y="159321"/>
                  <a:pt x="631054" y="156502"/>
                  <a:pt x="631054" y="152143"/>
                </a:cubicBezTo>
                <a:lnTo>
                  <a:pt x="631054" y="88824"/>
                </a:lnTo>
                <a:lnTo>
                  <a:pt x="670513" y="88824"/>
                </a:lnTo>
                <a:cubicBezTo>
                  <a:pt x="691523" y="88824"/>
                  <a:pt x="695366" y="92159"/>
                  <a:pt x="698697" y="113435"/>
                </a:cubicBezTo>
                <a:lnTo>
                  <a:pt x="704589" y="113435"/>
                </a:lnTo>
                <a:lnTo>
                  <a:pt x="704589" y="53987"/>
                </a:lnTo>
                <a:lnTo>
                  <a:pt x="698697" y="53987"/>
                </a:lnTo>
                <a:cubicBezTo>
                  <a:pt x="696903" y="64488"/>
                  <a:pt x="695878" y="68331"/>
                  <a:pt x="693059" y="71916"/>
                </a:cubicBezTo>
                <a:cubicBezTo>
                  <a:pt x="689729" y="76271"/>
                  <a:pt x="682555" y="78323"/>
                  <a:pt x="670513" y="78323"/>
                </a:cubicBezTo>
                <a:lnTo>
                  <a:pt x="631054" y="78323"/>
                </a:lnTo>
                <a:lnTo>
                  <a:pt x="631054" y="21452"/>
                </a:lnTo>
                <a:cubicBezTo>
                  <a:pt x="631054" y="14278"/>
                  <a:pt x="632591" y="12741"/>
                  <a:pt x="639511" y="12741"/>
                </a:cubicBezTo>
                <a:lnTo>
                  <a:pt x="674098" y="12741"/>
                </a:lnTo>
                <a:cubicBezTo>
                  <a:pt x="703052" y="12741"/>
                  <a:pt x="708690" y="16584"/>
                  <a:pt x="713045" y="39639"/>
                </a:cubicBezTo>
                <a:lnTo>
                  <a:pt x="719449" y="39639"/>
                </a:lnTo>
                <a:lnTo>
                  <a:pt x="718682" y="3003"/>
                </a:lnTo>
                <a:lnTo>
                  <a:pt x="582631" y="3003"/>
                </a:lnTo>
                <a:lnTo>
                  <a:pt x="582631" y="7874"/>
                </a:lnTo>
                <a:cubicBezTo>
                  <a:pt x="601592" y="9410"/>
                  <a:pt x="604923" y="12995"/>
                  <a:pt x="604923" y="30936"/>
                </a:cubicBezTo>
                <a:lnTo>
                  <a:pt x="604923" y="144715"/>
                </a:lnTo>
                <a:cubicBezTo>
                  <a:pt x="604923" y="162652"/>
                  <a:pt x="601334" y="166499"/>
                  <a:pt x="582631" y="167777"/>
                </a:cubicBezTo>
                <a:lnTo>
                  <a:pt x="582631" y="172645"/>
                </a:lnTo>
                <a:lnTo>
                  <a:pt x="720985" y="172645"/>
                </a:lnTo>
                <a:lnTo>
                  <a:pt x="732518" y="129331"/>
                </a:lnTo>
                <a:close/>
                <a:moveTo>
                  <a:pt x="746094" y="106840"/>
                </a:moveTo>
                <a:lnTo>
                  <a:pt x="746094" y="122982"/>
                </a:lnTo>
                <a:lnTo>
                  <a:pt x="809124" y="122982"/>
                </a:lnTo>
                <a:lnTo>
                  <a:pt x="809124" y="106840"/>
                </a:lnTo>
                <a:lnTo>
                  <a:pt x="746094" y="106840"/>
                </a:lnTo>
                <a:close/>
                <a:moveTo>
                  <a:pt x="999750" y="3003"/>
                </a:moveTo>
                <a:lnTo>
                  <a:pt x="938769" y="3003"/>
                </a:lnTo>
                <a:lnTo>
                  <a:pt x="938769" y="7874"/>
                </a:lnTo>
                <a:cubicBezTo>
                  <a:pt x="952605" y="8386"/>
                  <a:pt x="956706" y="10176"/>
                  <a:pt x="956706" y="16072"/>
                </a:cubicBezTo>
                <a:cubicBezTo>
                  <a:pt x="956706" y="19915"/>
                  <a:pt x="953887" y="24528"/>
                  <a:pt x="946455" y="33755"/>
                </a:cubicBezTo>
                <a:lnTo>
                  <a:pt x="917505" y="69117"/>
                </a:lnTo>
                <a:lnTo>
                  <a:pt x="906742" y="53998"/>
                </a:lnTo>
                <a:cubicBezTo>
                  <a:pt x="891112" y="32218"/>
                  <a:pt x="884962" y="21197"/>
                  <a:pt x="884962" y="15560"/>
                </a:cubicBezTo>
                <a:cubicBezTo>
                  <a:pt x="884962" y="10435"/>
                  <a:pt x="888809" y="8386"/>
                  <a:pt x="897262" y="8128"/>
                </a:cubicBezTo>
                <a:lnTo>
                  <a:pt x="904436" y="7874"/>
                </a:lnTo>
                <a:lnTo>
                  <a:pt x="904436" y="3003"/>
                </a:lnTo>
                <a:lnTo>
                  <a:pt x="827058" y="3003"/>
                </a:lnTo>
                <a:lnTo>
                  <a:pt x="827058" y="7874"/>
                </a:lnTo>
                <a:cubicBezTo>
                  <a:pt x="843713" y="8640"/>
                  <a:pt x="848326" y="12483"/>
                  <a:pt x="873433" y="48103"/>
                </a:cubicBezTo>
                <a:lnTo>
                  <a:pt x="901363" y="89106"/>
                </a:lnTo>
                <a:lnTo>
                  <a:pt x="861138" y="138565"/>
                </a:lnTo>
                <a:cubicBezTo>
                  <a:pt x="838334" y="165729"/>
                  <a:pt x="837051" y="166753"/>
                  <a:pt x="823986" y="167777"/>
                </a:cubicBezTo>
                <a:lnTo>
                  <a:pt x="823986" y="172645"/>
                </a:lnTo>
                <a:lnTo>
                  <a:pt x="883684" y="172645"/>
                </a:lnTo>
                <a:lnTo>
                  <a:pt x="883684" y="167777"/>
                </a:lnTo>
                <a:cubicBezTo>
                  <a:pt x="868824" y="166753"/>
                  <a:pt x="864211" y="164705"/>
                  <a:pt x="864211" y="158809"/>
                </a:cubicBezTo>
                <a:cubicBezTo>
                  <a:pt x="864211" y="154966"/>
                  <a:pt x="868054" y="148558"/>
                  <a:pt x="877534" y="136771"/>
                </a:cubicBezTo>
                <a:lnTo>
                  <a:pt x="908025" y="98845"/>
                </a:lnTo>
                <a:lnTo>
                  <a:pt x="932365" y="134722"/>
                </a:lnTo>
                <a:cubicBezTo>
                  <a:pt x="940818" y="147276"/>
                  <a:pt x="945431" y="155990"/>
                  <a:pt x="945431" y="159833"/>
                </a:cubicBezTo>
                <a:cubicBezTo>
                  <a:pt x="945431" y="164447"/>
                  <a:pt x="941330" y="167011"/>
                  <a:pt x="932620" y="167265"/>
                </a:cubicBezTo>
                <a:cubicBezTo>
                  <a:pt x="931595" y="167265"/>
                  <a:pt x="928777" y="167523"/>
                  <a:pt x="925704" y="167777"/>
                </a:cubicBezTo>
                <a:lnTo>
                  <a:pt x="925704" y="172645"/>
                </a:lnTo>
                <a:lnTo>
                  <a:pt x="1001799" y="172645"/>
                </a:lnTo>
                <a:lnTo>
                  <a:pt x="1001799" y="167777"/>
                </a:lnTo>
                <a:cubicBezTo>
                  <a:pt x="988221" y="166241"/>
                  <a:pt x="984374" y="163680"/>
                  <a:pt x="973357" y="148816"/>
                </a:cubicBezTo>
                <a:lnTo>
                  <a:pt x="924163" y="78601"/>
                </a:lnTo>
                <a:lnTo>
                  <a:pt x="961574" y="31960"/>
                </a:lnTo>
                <a:cubicBezTo>
                  <a:pt x="978228" y="11971"/>
                  <a:pt x="983350" y="8898"/>
                  <a:pt x="999750" y="7874"/>
                </a:cubicBezTo>
                <a:lnTo>
                  <a:pt x="999750" y="3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A7CC1-16FD-4ABF-A63A-7EA3130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617" y="2431658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F973E-C6C2-47EE-BEFB-E2532BAC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622320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F78C1-14E7-4C34-A85A-E88106DB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E9FD2-837E-4B56-BBAB-8901C61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4C49E-070F-4ECF-B9AF-AE50E565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50FB0-31E0-43A2-A2C6-36633456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B5AD8-D962-4E0B-82C7-C7B8D36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26988-0607-4D25-802C-D7E2B118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05CA5-39E6-4BB6-BF49-76C2DAA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9CDFC-1513-4B60-81CA-41178359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D5514-F94D-456D-A14B-878BA64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E98B9-F1BE-4773-84FE-654483F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EC0BD-9D04-442E-BF19-D0C5A607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D83ED-7626-4B04-B52F-EBB4C21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B6292-B903-45F6-B89C-D923AB6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CC8A4-D184-450A-B54E-FA7DDA58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22EFF-06B0-4216-84B2-D958360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CC43C-7222-46D3-B579-AE83635D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87572-4F2E-4A99-9CA4-76E6B9F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CA405-BB38-4944-9093-6FD180DE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8ED6E-7759-4D69-AB01-F6EA3CF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548F6-AE7B-4531-B252-8472B26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58EA7-CD78-4C1B-8F0B-B5B7AF0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2F3CE-CEE5-4F5A-B404-FE56D673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32396-9EA6-47C7-8555-46B20C59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79AAB-B440-4039-AC16-1AB82D0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AF116-1479-478C-A894-EE0383E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20AFC-867C-4784-A749-CB0AEEB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30728-4606-44A3-B93A-C80C236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49ECD-3C13-43CC-AA23-FBE9616B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351E3-C13C-48FB-8583-A4198EA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811AC-1F72-4A67-A223-1A672FF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00C9D-5F5E-4A13-9704-8BE3A183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70A1A-8BB0-4113-A2BF-B8EDD8CC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4DF62-8EBF-468D-93C1-DA866632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99959-E96C-4763-8C4C-51BB6860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0CA60-10EC-4475-8FF2-B079ACDE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87172-954A-4C89-9243-4771943F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29E07-05FC-475C-B826-D5F53CC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67ADE-164E-47A7-903E-686F769C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AF9A2-BFF4-4C13-84E0-D80E18E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99CE1-119F-46F0-8212-552FE810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6D349-ADF6-4DAB-B596-174CF42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BC414-210B-4D13-A52B-B94F67F4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8AA6A-C336-43F9-BFE1-7216951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FEBD3-EE06-4F50-84D2-FF0FCF9D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FB7C7-B18A-439F-99C5-CC6BFA8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681FB-61D9-47B1-9876-AC1A4C93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A7FA3-E7A3-4C65-BD3C-1EF17FE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B6BA5-0B94-41D4-B152-974220A5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946B1-156C-43BD-9A5D-4C30CB79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2F75C-5785-4B67-9647-1AE2F39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1BE6D-096D-4F45-A11C-BD911384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E5745-202C-4F69-82F7-146BDFC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E0072-B03E-4584-97BA-3CC578F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EA866-8E65-4268-B7CC-58A30BB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98BDD-B3EF-4C8F-B5F3-A4DDD0C3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42580-023A-469B-85E3-E260A29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EDC82-6864-453E-926F-544A9774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B1677-9429-4AF9-8DB6-2ABE67B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259C1-A911-417A-9E2E-2CDE725B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8E6FD-9553-4BA4-8BAD-25531C38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45820-7941-499C-B8CB-CFD8FA1D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D5F5F-1A19-4FAB-B0DC-D0F43F2E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5EF80-DD1C-416B-9A21-408C084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05D67-9D8A-4DB3-BE72-38ADC6C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6D410-FD0B-49A4-ABA4-045C055A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F25A1-79EA-44DB-BD1F-711B2022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4737C-995F-4331-91A4-B2DA3EC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437CF-C41F-4AC1-ACD8-B4DD649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541CF-DE4E-4BBF-B934-14E3B83B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38794-8BC6-4268-B35C-D5C6A2C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3E2DD-32E7-4260-A4AC-C4686BBE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45C86-2C3C-49E4-9D6F-80DE83D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17CBC-EB74-4F85-B25F-45AF7B5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7A167-8EEC-473C-92EE-B3C3CFD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0519B-47B7-4584-81FA-808BA27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780E5-C8F4-4EDA-BF19-F03D8AC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7AAAE-5C78-45A8-9E49-E724DD43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9E5F1-F6E9-4F4E-A8C2-CB99F50F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E811D-BD6C-475F-ABD3-95C6395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A940E-5838-45A7-A643-E6D267D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AFADE-EE3E-4DFF-8F37-5F35FA7E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778DD-B400-462A-8B5B-885A0F91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EDA91-335F-4A19-A403-1C9DC6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CBCB5-AB8B-40E3-A826-8D00402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7C2F2-265F-46CF-8258-2B02EA6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7A335-F283-422B-A03B-A6A5BA4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5FFCB-85C4-4AB9-A781-DE875C1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87CCD-702F-4C04-8950-80719CE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EECAA-4D31-4963-AA05-E97B10D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CAC28-0224-4356-B733-1800B409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6C2EE-49E2-4103-9E4E-64FA90B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B98F7-8560-41DC-9C0B-EE31B19F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A5537-945B-4B7F-98B7-D591AE1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F9626-A6B2-42DD-A98D-48015CD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56BA5-022C-4174-8144-A336BCB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7F918-4E04-459A-BE41-A9DBBE59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A77D3-2786-48E9-970F-9ACC507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7E586-86C6-484E-8575-D8878C4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8D346-1361-4606-9A72-D95F3CE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531FF-F86F-4DFA-ABDD-E5CA93C5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12B9C-D99B-40E3-BAF1-590DAF02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EFF92-417E-4D00-AA88-E1663DFB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2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7E497-70C1-49B1-8DFD-CFB332C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86063-D390-45EB-8C3C-67EA2A7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7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6B49D-55EC-4672-A0DD-C18B91F5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ED705-5BAC-4739-A28B-F21D28D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88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AF102-9AC6-4C15-BB61-2A704ED2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43671-F6A1-411F-A4DA-EF93ADD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FAEB9-4244-44C1-82E4-28CAEC64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24AB2-D7E6-4F95-BD55-C0BAF04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2831F-B84C-4D4A-B5DC-99102C3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27A73-4353-4ABC-A679-55DBA647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31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C8B4E-7A6E-498D-81F8-1CBD2E0E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2A15A-C508-4DE4-86BE-A8310853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12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F1A22-6241-40CA-A1DE-BD45AE9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49097-7C6E-4044-A50F-056CA6F8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6CDCF-C23B-4E13-9A1F-86BCA61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0003B-0159-4317-8E9F-E5273AAF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CEF44-B2A4-4C2C-80D8-A754682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02A6F-1DD9-48EE-817F-869BA19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5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DBEC3-8A32-43CD-AF9A-2486819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8C949-C8C3-428A-8182-21174936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37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872CF-87E6-4AE3-8E37-69E3F4D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09B7C-17E3-4DA4-AA6C-3EA268F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1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B7A4B-2CD5-4171-BC84-A21B422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A1D13-A35F-446B-A9CF-ED67CF0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0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5B72F-8F21-487B-AA73-1427AEF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DC5AE-9E84-40E2-81B4-C61EA082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8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F9721-CBBF-4414-84B7-FD690882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1A7C4-9947-4A56-9680-0D16ABD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465F9-4F8B-49EE-ACAA-997A7AF4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23BC2-423F-4945-9C89-1DD2FF41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43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CAFF7-F079-4D66-A91F-35991FF5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14E25-144A-4339-987A-9B11C5A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4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CC95B-08DC-4992-8FA5-10B16A7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89249-CEF2-49EB-84FB-59FC2D17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337B6-E6E6-4B60-A493-0C13DDF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2673F-406B-43ED-ABD3-CCAA59E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29875-D887-403E-B1C1-7306B88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00D37-B565-4EC3-8988-047D0C79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8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D6DCF-49FA-4878-AAB5-51B8376D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7748F-8AF2-4294-B681-8AFE2EB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49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9DE37-2B39-4D20-AA72-96A7BFA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73263-436F-4EB0-89B4-E0F99E98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39200-DC7E-44CC-A738-5D0ECB2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4A105-B74C-46AA-9151-D561D7D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E3A0C-7BAB-4D3E-9C31-D3B5EDDD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FAE33-B94A-4FB1-97B9-715B79E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0CAA1-93EF-4482-9210-B745A47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9C6A7-3FFC-4439-9C1E-D381353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5852C-DE01-4C26-A676-52B993A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CCCB4-BE2C-4CB7-AE45-9B92F12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4632B-2A3D-46F3-92C0-9C410CA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7A858-9428-46D1-8926-998B075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3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EF5F3-926D-466A-8527-9E654DD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36385-B147-4EDD-9394-8DADD17B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39380-F3DB-499F-A940-B5B0D84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DFFBC-79A1-4078-BB71-69A2559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8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18777-D497-4A6A-8337-BFFFC85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5C472-843F-4237-B654-91766D4C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8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23ED0-B0F9-494B-B960-57A9BFC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45CE4-4F28-4970-9A86-4487EA7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91E65-D2EE-4EB7-AD2D-4A5C48E0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4906E-8217-42C7-ACAD-D9F9112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047ED-388C-4EB0-9443-B504433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48908-E87E-4105-899D-D6B21FCB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2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00BF8-6522-4E99-B52E-6F2210BF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3263D-E7D7-4592-8D76-606F55F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4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528CB-B0C0-40A1-9C1F-28B668CF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73194-1E8F-4A4C-9488-D2A494E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8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F6D2B-E82A-4513-A699-49ED6AD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51833-0EE0-4DC8-BBE9-ACAF7F0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671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C559A-32B6-49A4-AACE-9655A10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F9E80-5B60-47A0-80B3-8EE626A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483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B7FCB-6390-45FF-B4E0-3182164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6DBE6-91F3-469C-BD0A-0A9B37C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94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CA155-52A4-4830-A242-37844020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3473015"/>
            <a:ext cx="46811" cy="395672"/>
          </a:xfrm>
          <a:custGeom xmlns:a="http://schemas.openxmlformats.org/drawingml/2006/main">
            <a:pathLst>
              <a:path w="46811" h="395672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F8FC2-2B0B-48AA-B958-F33BF0FF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6" y="3473015"/>
            <a:ext cx="46811" cy="395672"/>
          </a:xfrm>
          <a:custGeom xmlns:a="http://schemas.openxmlformats.org/drawingml/2006/main">
            <a:pathLst>
              <a:path w="46811" h="395672" fill="none">
                <a:moveTo>
                  <a:pt x="0" y="395672"/>
                </a:moveTo>
                <a:lnTo>
                  <a:pt x="46811" y="395672"/>
                </a:lnTo>
                <a:lnTo>
                  <a:pt x="46811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C0D6C-8F52-454B-9BDB-F9D8363E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09478-C589-4D87-A5CD-70B6177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9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2DC37-7761-421F-8125-2B78879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94DF1-8E97-4E61-AF94-7F3C128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30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1A642-610B-47E5-873B-40E82DE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F7BE0-D2DE-4158-A9A5-DD9104DF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42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26E10-663E-49E9-8035-5403FCA8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94E3C-7F74-48C8-BD64-36918BD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353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0103E-F22C-491C-8A4F-53371572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430A4-704B-4B71-973B-9888A9A5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165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94B4E-FAA6-4BDC-BCB4-F298B099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D800C-B519-48E2-8B6A-CC1FAD96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977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E1FB0-4C76-44C4-9216-ABF7FD3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7EEFF-851E-409B-84DD-75C2F4D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9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F0B27-63D2-4AE4-A2E5-D41499A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FD155-B1F1-452D-8B99-49407BB5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1B4EC-1E4D-412F-8A22-9A37509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A6812-85B2-4817-B701-60ACD477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412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6B91C-9C12-479B-B153-B450A46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1306D-F083-4A9D-9597-C5D61F8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2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AAF5B-610A-4CDD-9BC9-66C06AE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3077343"/>
            <a:ext cx="46811" cy="791344"/>
          </a:xfrm>
          <a:custGeom xmlns:a="http://schemas.openxmlformats.org/drawingml/2006/main">
            <a:pathLst>
              <a:path w="46811" h="791344">
                <a:moveTo>
                  <a:pt x="0" y="791344"/>
                </a:moveTo>
                <a:lnTo>
                  <a:pt x="46811" y="791344"/>
                </a:lnTo>
                <a:lnTo>
                  <a:pt x="46811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64252-B516-4E44-8E71-615B430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36" y="3077343"/>
            <a:ext cx="46811" cy="791344"/>
          </a:xfrm>
          <a:custGeom xmlns:a="http://schemas.openxmlformats.org/drawingml/2006/main">
            <a:pathLst>
              <a:path w="46811" h="791344" fill="none">
                <a:moveTo>
                  <a:pt x="0" y="791344"/>
                </a:moveTo>
                <a:lnTo>
                  <a:pt x="46811" y="791344"/>
                </a:lnTo>
                <a:lnTo>
                  <a:pt x="46811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1EB69-F447-4768-9503-69A740C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63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CAFA7-5C47-4A03-8295-BFC29FB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63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CCF6A-7608-449B-A85F-63DE484A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936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B256C-0B16-4B59-8F2B-0C0B596D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29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43931-858C-4FC4-838B-0EBF8D4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530" y="3995332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FA3B1-05DA-43D7-96DF-EF352C9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932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DD059-415A-4BF0-9982-E7FE421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932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1CEB7-1476-4DC0-9851-C239A7D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04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823CB-6DDB-41E7-B303-185A58A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697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85275-D9EE-4677-A58E-E76FDFD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540" y="3997627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515A8-8DDE-4FA3-9E87-8BCA3EDF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62" y="4238989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3C59A-9232-4894-9A73-5E3E5B6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48" y="4268824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6488C-58B8-49C9-AC9E-B347C39C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088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5CB49-B780-45B4-9247-DDE8EDF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60" y="4268824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D115D-EC23-4027-BB87-A55952F6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058" y="4268824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AB2CB-ABB6-4E2C-AC38-8B6BD59E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688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4F3BA-0C3D-49F0-88F4-32B7C6C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615" y="4268824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4B69B-E54F-49E8-91C2-BDD4EB60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185" y="4268824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5242C-867A-496B-9A41-D3D7C0C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869" y="4271119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4808D-4AC8-42F8-91FF-6B565FF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386868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4B5D3-9FC9-47CA-AB24-BA00CBC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386868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E55EC-275A-447C-9AC5-4084EF6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35" y="380472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E2552-21C3-4DA6-BF2B-45142D2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3077343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9B0B4-7326-462C-867C-C49D538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440" y="3077343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42A32-7CF5-40C4-8DC2-61900AB0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271" y="3013380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10D7A-B1BC-4B10-A920-CA94A58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089" y="3394138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DC0F8-4CE8-41A4-9D55-D4C7097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3286273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AF89A-BB53-4006-B55A-444A810A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3180702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9D2EB-0AA5-4AED-8A35-8ACCC31D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19" y="3067717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79613-CEF6-44DE-8907-4F204E83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150" y="2987745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83B36-9240-42E5-99AA-48AEA3A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20CD5-3EAA-4623-8BA5-26C3A4EC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877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770DE-ECC2-4383-8911-0697E745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3868687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D8DB5-D093-4BE3-94EE-61015E8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229" y="262232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6A6F7-27E9-4C4C-8BC7-33D8E3B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99" y="2710589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C2F58-0EC6-4A4F-B0BD-2486F73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99" y="2710589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14A12-6B72-4858-B52E-E6627E6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514" y="2786567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E5B1F-9631-49FF-A4B3-EC96873C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138" y="2816402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7AE4B-E3DD-4CDC-BC25-AD46D971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830" y="2781095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547D0-C234-46F0-8709-3369775B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576" y="2816402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4CB6E-E1C0-4E58-AD44-10A5516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33" y="2781095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18A71-DA10-426D-9CEA-AF94C732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305070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9F762-A9F7-46A0-AB6F-2AB7E871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305070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EA7FD-987C-4B34-A179-6B3DD69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844" y="3045584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FD942-A153-4DB4-B370-0FB86681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3309719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2EA3A-E09F-46E8-A093-8F2955EC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114" y="3309719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64A74-F67C-4062-9241-CD63959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076" y="330230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Text (f)T">
            <a:extLst xmlns:a="http://schemas.openxmlformats.org/drawingml/2006/main">
              <a:ext uri="{FF2B5EF4-FFF2-40B4-BE49-F238E27FC236}">
                <a16:creationId xmlns:a16="http://schemas.microsoft.com/office/drawing/2014/main" id="{7FF5F9D2-2048-4FDE-AA63-DC211851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321" y="4587527"/>
            <a:ext cx="485270" cy="220306"/>
          </a:xfrm>
          <a:custGeom xmlns:a="http://schemas.openxmlformats.org/drawingml/2006/main">
            <a:pathLst>
              <a:path w="485270" h="220306">
                <a:moveTo>
                  <a:pt x="63287" y="1751"/>
                </a:moveTo>
                <a:cubicBezTo>
                  <a:pt x="44326" y="14051"/>
                  <a:pt x="36640" y="20713"/>
                  <a:pt x="27159" y="32500"/>
                </a:cubicBezTo>
                <a:cubicBezTo>
                  <a:pt x="8968" y="54788"/>
                  <a:pt x="0" y="80411"/>
                  <a:pt x="0" y="110389"/>
                </a:cubicBezTo>
                <a:cubicBezTo>
                  <a:pt x="0" y="142928"/>
                  <a:pt x="9481" y="168035"/>
                  <a:pt x="32027" y="194171"/>
                </a:cubicBezTo>
                <a:cubicBezTo>
                  <a:pt x="42532" y="206470"/>
                  <a:pt x="49194" y="212108"/>
                  <a:pt x="62517" y="220306"/>
                </a:cubicBezTo>
                <a:lnTo>
                  <a:pt x="65590" y="216205"/>
                </a:lnTo>
                <a:cubicBezTo>
                  <a:pt x="45096" y="200062"/>
                  <a:pt x="37922" y="191098"/>
                  <a:pt x="31003" y="171879"/>
                </a:cubicBezTo>
                <a:cubicBezTo>
                  <a:pt x="24853" y="154716"/>
                  <a:pt x="22034" y="135242"/>
                  <a:pt x="22034" y="109619"/>
                </a:cubicBezTo>
                <a:cubicBezTo>
                  <a:pt x="22034" y="82718"/>
                  <a:pt x="25365" y="61708"/>
                  <a:pt x="32285" y="45824"/>
                </a:cubicBezTo>
                <a:cubicBezTo>
                  <a:pt x="39459" y="29935"/>
                  <a:pt x="47145" y="20713"/>
                  <a:pt x="65590" y="5853"/>
                </a:cubicBezTo>
                <a:lnTo>
                  <a:pt x="63287" y="1751"/>
                </a:lnTo>
                <a:close/>
                <a:moveTo>
                  <a:pt x="152192" y="59550"/>
                </a:moveTo>
                <a:lnTo>
                  <a:pt x="120677" y="59550"/>
                </a:lnTo>
                <a:lnTo>
                  <a:pt x="120677" y="29916"/>
                </a:lnTo>
                <a:cubicBezTo>
                  <a:pt x="120677" y="15095"/>
                  <a:pt x="125544" y="7178"/>
                  <a:pt x="135283" y="7178"/>
                </a:cubicBezTo>
                <a:cubicBezTo>
                  <a:pt x="140663" y="7178"/>
                  <a:pt x="144251" y="9731"/>
                  <a:pt x="148861" y="17139"/>
                </a:cubicBezTo>
                <a:cubicBezTo>
                  <a:pt x="152962" y="23782"/>
                  <a:pt x="156035" y="26339"/>
                  <a:pt x="160390" y="26339"/>
                </a:cubicBezTo>
                <a:cubicBezTo>
                  <a:pt x="166286" y="26339"/>
                  <a:pt x="171153" y="21737"/>
                  <a:pt x="171153" y="15861"/>
                </a:cubicBezTo>
                <a:cubicBezTo>
                  <a:pt x="171153" y="6662"/>
                  <a:pt x="159878" y="0"/>
                  <a:pt x="144506" y="0"/>
                </a:cubicBezTo>
                <a:cubicBezTo>
                  <a:pt x="128621" y="0"/>
                  <a:pt x="115039" y="6920"/>
                  <a:pt x="108378" y="18672"/>
                </a:cubicBezTo>
                <a:cubicBezTo>
                  <a:pt x="101720" y="29916"/>
                  <a:pt x="99667" y="39111"/>
                  <a:pt x="99413" y="59550"/>
                </a:cubicBezTo>
                <a:lnTo>
                  <a:pt x="78403" y="59550"/>
                </a:lnTo>
                <a:lnTo>
                  <a:pt x="78403" y="67752"/>
                </a:lnTo>
                <a:lnTo>
                  <a:pt x="99413" y="67752"/>
                </a:lnTo>
                <a:lnTo>
                  <a:pt x="99413" y="148242"/>
                </a:lnTo>
                <a:cubicBezTo>
                  <a:pt x="99413" y="166953"/>
                  <a:pt x="96594" y="170029"/>
                  <a:pt x="78145" y="171054"/>
                </a:cubicBezTo>
                <a:lnTo>
                  <a:pt x="78145" y="174897"/>
                </a:lnTo>
                <a:lnTo>
                  <a:pt x="144764" y="174897"/>
                </a:lnTo>
                <a:lnTo>
                  <a:pt x="144764" y="171054"/>
                </a:lnTo>
                <a:cubicBezTo>
                  <a:pt x="123754" y="170287"/>
                  <a:pt x="120935" y="167469"/>
                  <a:pt x="120935" y="148242"/>
                </a:cubicBezTo>
                <a:lnTo>
                  <a:pt x="120935" y="67752"/>
                </a:lnTo>
                <a:lnTo>
                  <a:pt x="152192" y="67752"/>
                </a:lnTo>
                <a:lnTo>
                  <a:pt x="152192" y="59550"/>
                </a:lnTo>
                <a:close/>
                <a:moveTo>
                  <a:pt x="168078" y="220306"/>
                </a:moveTo>
                <a:cubicBezTo>
                  <a:pt x="187040" y="208006"/>
                  <a:pt x="194726" y="201345"/>
                  <a:pt x="204202" y="189557"/>
                </a:cubicBezTo>
                <a:cubicBezTo>
                  <a:pt x="222397" y="167269"/>
                  <a:pt x="231362" y="141646"/>
                  <a:pt x="231362" y="111672"/>
                </a:cubicBezTo>
                <a:cubicBezTo>
                  <a:pt x="231362" y="78875"/>
                  <a:pt x="221881" y="54022"/>
                  <a:pt x="199335" y="27887"/>
                </a:cubicBezTo>
                <a:cubicBezTo>
                  <a:pt x="188830" y="15587"/>
                  <a:pt x="182168" y="9954"/>
                  <a:pt x="168845" y="1751"/>
                </a:cubicBezTo>
                <a:lnTo>
                  <a:pt x="165772" y="5853"/>
                </a:lnTo>
                <a:cubicBezTo>
                  <a:pt x="186269" y="21995"/>
                  <a:pt x="193185" y="30963"/>
                  <a:pt x="200359" y="50179"/>
                </a:cubicBezTo>
                <a:cubicBezTo>
                  <a:pt x="206509" y="67346"/>
                  <a:pt x="209328" y="86815"/>
                  <a:pt x="209328" y="112438"/>
                </a:cubicBezTo>
                <a:cubicBezTo>
                  <a:pt x="209328" y="139085"/>
                  <a:pt x="205997" y="160349"/>
                  <a:pt x="199081" y="175980"/>
                </a:cubicBezTo>
                <a:cubicBezTo>
                  <a:pt x="191907" y="192122"/>
                  <a:pt x="184221" y="201345"/>
                  <a:pt x="165772" y="216205"/>
                </a:cubicBezTo>
                <a:lnTo>
                  <a:pt x="168078" y="220306"/>
                </a:lnTo>
                <a:close/>
                <a:moveTo>
                  <a:pt x="398416" y="16017"/>
                </a:moveTo>
                <a:lnTo>
                  <a:pt x="398416" y="144148"/>
                </a:lnTo>
                <a:cubicBezTo>
                  <a:pt x="398416" y="165932"/>
                  <a:pt x="395598" y="168751"/>
                  <a:pt x="374330" y="170029"/>
                </a:cubicBezTo>
                <a:lnTo>
                  <a:pt x="374330" y="174897"/>
                </a:lnTo>
                <a:lnTo>
                  <a:pt x="449146" y="174897"/>
                </a:lnTo>
                <a:lnTo>
                  <a:pt x="449146" y="170029"/>
                </a:lnTo>
                <a:cubicBezTo>
                  <a:pt x="428137" y="169005"/>
                  <a:pt x="424548" y="165674"/>
                  <a:pt x="424548" y="146967"/>
                </a:cubicBezTo>
                <a:lnTo>
                  <a:pt x="424548" y="16017"/>
                </a:lnTo>
                <a:lnTo>
                  <a:pt x="438383" y="16017"/>
                </a:lnTo>
                <a:cubicBezTo>
                  <a:pt x="467592" y="16017"/>
                  <a:pt x="473229" y="20631"/>
                  <a:pt x="479125" y="48818"/>
                </a:cubicBezTo>
                <a:lnTo>
                  <a:pt x="485270" y="48818"/>
                </a:lnTo>
                <a:lnTo>
                  <a:pt x="483734" y="5254"/>
                </a:lnTo>
                <a:lnTo>
                  <a:pt x="339230" y="5254"/>
                </a:lnTo>
                <a:lnTo>
                  <a:pt x="337694" y="48818"/>
                </a:lnTo>
                <a:lnTo>
                  <a:pt x="343839" y="48818"/>
                </a:lnTo>
                <a:cubicBezTo>
                  <a:pt x="349989" y="20885"/>
                  <a:pt x="355885" y="16017"/>
                  <a:pt x="384580" y="16017"/>
                </a:cubicBezTo>
                <a:lnTo>
                  <a:pt x="398416" y="16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Text ortoise">
            <a:extLst xmlns:a="http://schemas.openxmlformats.org/drawingml/2006/main">
              <a:ext uri="{FF2B5EF4-FFF2-40B4-BE49-F238E27FC236}">
                <a16:creationId xmlns:a16="http://schemas.microsoft.com/office/drawing/2014/main" id="{E2EB7CE2-F8AF-4801-B4D5-686FDFF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137" y="4587527"/>
            <a:ext cx="684863" cy="177399"/>
          </a:xfrm>
          <a:custGeom xmlns:a="http://schemas.openxmlformats.org/drawingml/2006/main">
            <a:pathLst>
              <a:path w="684863" h="177399">
                <a:moveTo>
                  <a:pt x="56626" y="57048"/>
                </a:moveTo>
                <a:cubicBezTo>
                  <a:pt x="23316" y="57048"/>
                  <a:pt x="0" y="81635"/>
                  <a:pt x="0" y="116969"/>
                </a:cubicBezTo>
                <a:cubicBezTo>
                  <a:pt x="0" y="151533"/>
                  <a:pt x="23829" y="177399"/>
                  <a:pt x="56110" y="177399"/>
                </a:cubicBezTo>
                <a:cubicBezTo>
                  <a:pt x="88394" y="177399"/>
                  <a:pt x="112989" y="150255"/>
                  <a:pt x="112989" y="114921"/>
                </a:cubicBezTo>
                <a:cubicBezTo>
                  <a:pt x="112989" y="81377"/>
                  <a:pt x="89419" y="57048"/>
                  <a:pt x="56626" y="57048"/>
                </a:cubicBezTo>
                <a:moveTo>
                  <a:pt x="53295" y="64226"/>
                </a:moveTo>
                <a:cubicBezTo>
                  <a:pt x="74817" y="64226"/>
                  <a:pt x="89931" y="88805"/>
                  <a:pt x="89931" y="123881"/>
                </a:cubicBezTo>
                <a:cubicBezTo>
                  <a:pt x="89931" y="152816"/>
                  <a:pt x="78402" y="170225"/>
                  <a:pt x="59186" y="170225"/>
                </a:cubicBezTo>
                <a:cubicBezTo>
                  <a:pt x="49194" y="170225"/>
                  <a:pt x="39713" y="164083"/>
                  <a:pt x="34333" y="153840"/>
                </a:cubicBezTo>
                <a:cubicBezTo>
                  <a:pt x="27159" y="140524"/>
                  <a:pt x="23058" y="122603"/>
                  <a:pt x="23058" y="104424"/>
                </a:cubicBezTo>
                <a:cubicBezTo>
                  <a:pt x="23058" y="80098"/>
                  <a:pt x="35100" y="64226"/>
                  <a:pt x="53295" y="64226"/>
                </a:cubicBezTo>
                <a:close/>
                <a:moveTo>
                  <a:pt x="122470" y="74985"/>
                </a:moveTo>
                <a:cubicBezTo>
                  <a:pt x="126059" y="74215"/>
                  <a:pt x="128365" y="73957"/>
                  <a:pt x="131438" y="73957"/>
                </a:cubicBezTo>
                <a:cubicBezTo>
                  <a:pt x="137842" y="73957"/>
                  <a:pt x="140149" y="78058"/>
                  <a:pt x="140149" y="89329"/>
                </a:cubicBezTo>
                <a:lnTo>
                  <a:pt x="140149" y="153379"/>
                </a:lnTo>
                <a:cubicBezTo>
                  <a:pt x="140149" y="166186"/>
                  <a:pt x="138354" y="167981"/>
                  <a:pt x="121958" y="171054"/>
                </a:cubicBezTo>
                <a:lnTo>
                  <a:pt x="121958" y="174897"/>
                </a:lnTo>
                <a:lnTo>
                  <a:pt x="183451" y="174897"/>
                </a:lnTo>
                <a:lnTo>
                  <a:pt x="183451" y="171054"/>
                </a:lnTo>
                <a:cubicBezTo>
                  <a:pt x="166026" y="170287"/>
                  <a:pt x="161671" y="166444"/>
                  <a:pt x="161671" y="151842"/>
                </a:cubicBezTo>
                <a:lnTo>
                  <a:pt x="161671" y="94196"/>
                </a:lnTo>
                <a:cubicBezTo>
                  <a:pt x="161671" y="85998"/>
                  <a:pt x="172688" y="73190"/>
                  <a:pt x="179608" y="73190"/>
                </a:cubicBezTo>
                <a:cubicBezTo>
                  <a:pt x="181144" y="73190"/>
                  <a:pt x="183451" y="74473"/>
                  <a:pt x="186269" y="77033"/>
                </a:cubicBezTo>
                <a:cubicBezTo>
                  <a:pt x="190367" y="80618"/>
                  <a:pt x="193185" y="82155"/>
                  <a:pt x="196516" y="82155"/>
                </a:cubicBezTo>
                <a:cubicBezTo>
                  <a:pt x="202666" y="82155"/>
                  <a:pt x="206509" y="77800"/>
                  <a:pt x="206509" y="70630"/>
                </a:cubicBezTo>
                <a:cubicBezTo>
                  <a:pt x="206509" y="62173"/>
                  <a:pt x="201130" y="57048"/>
                  <a:pt x="192419" y="57048"/>
                </a:cubicBezTo>
                <a:cubicBezTo>
                  <a:pt x="181656" y="57048"/>
                  <a:pt x="174228" y="62943"/>
                  <a:pt x="161671" y="81131"/>
                </a:cubicBezTo>
                <a:lnTo>
                  <a:pt x="161671" y="57564"/>
                </a:lnTo>
                <a:lnTo>
                  <a:pt x="160392" y="57048"/>
                </a:lnTo>
                <a:cubicBezTo>
                  <a:pt x="146811" y="62685"/>
                  <a:pt x="137588" y="66016"/>
                  <a:pt x="122470" y="70884"/>
                </a:cubicBezTo>
                <a:lnTo>
                  <a:pt x="122470" y="74985"/>
                </a:lnTo>
                <a:close/>
                <a:moveTo>
                  <a:pt x="271331" y="59550"/>
                </a:moveTo>
                <a:lnTo>
                  <a:pt x="245454" y="59550"/>
                </a:lnTo>
                <a:lnTo>
                  <a:pt x="245454" y="29830"/>
                </a:lnTo>
                <a:cubicBezTo>
                  <a:pt x="245454" y="27269"/>
                  <a:pt x="245199" y="26499"/>
                  <a:pt x="243659" y="26499"/>
                </a:cubicBezTo>
                <a:cubicBezTo>
                  <a:pt x="241868" y="28805"/>
                  <a:pt x="240328" y="31112"/>
                  <a:pt x="238538" y="33673"/>
                </a:cubicBezTo>
                <a:cubicBezTo>
                  <a:pt x="228799" y="47767"/>
                  <a:pt x="217782" y="60066"/>
                  <a:pt x="213685" y="61090"/>
                </a:cubicBezTo>
                <a:cubicBezTo>
                  <a:pt x="210866" y="62881"/>
                  <a:pt x="209326" y="64675"/>
                  <a:pt x="209326" y="65958"/>
                </a:cubicBezTo>
                <a:cubicBezTo>
                  <a:pt x="209326" y="66728"/>
                  <a:pt x="209584" y="67240"/>
                  <a:pt x="210354" y="67752"/>
                </a:cubicBezTo>
                <a:lnTo>
                  <a:pt x="223932" y="67752"/>
                </a:lnTo>
                <a:lnTo>
                  <a:pt x="223932" y="144864"/>
                </a:lnTo>
                <a:cubicBezTo>
                  <a:pt x="223932" y="166382"/>
                  <a:pt x="231618" y="177399"/>
                  <a:pt x="246736" y="177399"/>
                </a:cubicBezTo>
                <a:cubicBezTo>
                  <a:pt x="259289" y="177399"/>
                  <a:pt x="269024" y="171253"/>
                  <a:pt x="277480" y="157929"/>
                </a:cubicBezTo>
                <a:lnTo>
                  <a:pt x="274149" y="155111"/>
                </a:lnTo>
                <a:cubicBezTo>
                  <a:pt x="268770" y="161514"/>
                  <a:pt x="264415" y="164079"/>
                  <a:pt x="258777" y="164079"/>
                </a:cubicBezTo>
                <a:cubicBezTo>
                  <a:pt x="249297" y="164079"/>
                  <a:pt x="245454" y="157159"/>
                  <a:pt x="245454" y="141021"/>
                </a:cubicBezTo>
                <a:lnTo>
                  <a:pt x="245454" y="67752"/>
                </a:lnTo>
                <a:lnTo>
                  <a:pt x="271331" y="67752"/>
                </a:lnTo>
                <a:lnTo>
                  <a:pt x="271331" y="59550"/>
                </a:lnTo>
                <a:close/>
                <a:moveTo>
                  <a:pt x="341280" y="57048"/>
                </a:moveTo>
                <a:cubicBezTo>
                  <a:pt x="307971" y="57048"/>
                  <a:pt x="284655" y="81635"/>
                  <a:pt x="284655" y="116969"/>
                </a:cubicBezTo>
                <a:cubicBezTo>
                  <a:pt x="284655" y="151533"/>
                  <a:pt x="308483" y="177399"/>
                  <a:pt x="340764" y="177399"/>
                </a:cubicBezTo>
                <a:cubicBezTo>
                  <a:pt x="373049" y="177399"/>
                  <a:pt x="397644" y="150255"/>
                  <a:pt x="397644" y="114921"/>
                </a:cubicBezTo>
                <a:cubicBezTo>
                  <a:pt x="397644" y="81377"/>
                  <a:pt x="374073" y="57048"/>
                  <a:pt x="341280" y="57048"/>
                </a:cubicBezTo>
                <a:moveTo>
                  <a:pt x="337949" y="64226"/>
                </a:moveTo>
                <a:cubicBezTo>
                  <a:pt x="359471" y="64226"/>
                  <a:pt x="374586" y="88805"/>
                  <a:pt x="374586" y="123881"/>
                </a:cubicBezTo>
                <a:cubicBezTo>
                  <a:pt x="374586" y="152816"/>
                  <a:pt x="363056" y="170225"/>
                  <a:pt x="343841" y="170225"/>
                </a:cubicBezTo>
                <a:cubicBezTo>
                  <a:pt x="333848" y="170225"/>
                  <a:pt x="324368" y="164083"/>
                  <a:pt x="318988" y="153840"/>
                </a:cubicBezTo>
                <a:cubicBezTo>
                  <a:pt x="311814" y="140524"/>
                  <a:pt x="307713" y="122603"/>
                  <a:pt x="307713" y="104424"/>
                </a:cubicBezTo>
                <a:cubicBezTo>
                  <a:pt x="307713" y="80098"/>
                  <a:pt x="319754" y="64226"/>
                  <a:pt x="337949" y="64226"/>
                </a:cubicBezTo>
                <a:close/>
                <a:moveTo>
                  <a:pt x="450169" y="57048"/>
                </a:moveTo>
                <a:lnTo>
                  <a:pt x="410456" y="71060"/>
                </a:lnTo>
                <a:lnTo>
                  <a:pt x="410456" y="74907"/>
                </a:lnTo>
                <a:lnTo>
                  <a:pt x="412508" y="74649"/>
                </a:lnTo>
                <a:cubicBezTo>
                  <a:pt x="415581" y="74136"/>
                  <a:pt x="418912" y="73878"/>
                  <a:pt x="421218" y="73878"/>
                </a:cubicBezTo>
                <a:cubicBezTo>
                  <a:pt x="427368" y="73878"/>
                  <a:pt x="429671" y="77979"/>
                  <a:pt x="429671" y="89262"/>
                </a:cubicBezTo>
                <a:lnTo>
                  <a:pt x="429671" y="148750"/>
                </a:lnTo>
                <a:cubicBezTo>
                  <a:pt x="429671" y="167211"/>
                  <a:pt x="427110" y="170029"/>
                  <a:pt x="409431" y="171054"/>
                </a:cubicBezTo>
                <a:lnTo>
                  <a:pt x="409431" y="174897"/>
                </a:lnTo>
                <a:lnTo>
                  <a:pt x="470154" y="174897"/>
                </a:lnTo>
                <a:lnTo>
                  <a:pt x="470154" y="171054"/>
                </a:lnTo>
                <a:cubicBezTo>
                  <a:pt x="453245" y="169775"/>
                  <a:pt x="451193" y="167211"/>
                  <a:pt x="451193" y="148750"/>
                </a:cubicBezTo>
                <a:lnTo>
                  <a:pt x="451193" y="57818"/>
                </a:lnTo>
                <a:lnTo>
                  <a:pt x="450169" y="57048"/>
                </a:lnTo>
                <a:moveTo>
                  <a:pt x="438127" y="0"/>
                </a:moveTo>
                <a:cubicBezTo>
                  <a:pt x="431211" y="0"/>
                  <a:pt x="425316" y="5896"/>
                  <a:pt x="425316" y="13070"/>
                </a:cubicBezTo>
                <a:cubicBezTo>
                  <a:pt x="425316" y="20244"/>
                  <a:pt x="430953" y="26135"/>
                  <a:pt x="438127" y="26135"/>
                </a:cubicBezTo>
                <a:cubicBezTo>
                  <a:pt x="445559" y="26135"/>
                  <a:pt x="451451" y="20498"/>
                  <a:pt x="451451" y="13070"/>
                </a:cubicBezTo>
                <a:cubicBezTo>
                  <a:pt x="451451" y="5896"/>
                  <a:pt x="445559" y="0"/>
                  <a:pt x="438127" y="0"/>
                </a:cubicBezTo>
                <a:close/>
                <a:moveTo>
                  <a:pt x="557266" y="94396"/>
                </a:moveTo>
                <a:lnTo>
                  <a:pt x="556241" y="59550"/>
                </a:lnTo>
                <a:lnTo>
                  <a:pt x="553423" y="59550"/>
                </a:lnTo>
                <a:lnTo>
                  <a:pt x="552910" y="60066"/>
                </a:lnTo>
                <a:cubicBezTo>
                  <a:pt x="550604" y="61857"/>
                  <a:pt x="550350" y="62115"/>
                  <a:pt x="549325" y="62115"/>
                </a:cubicBezTo>
                <a:cubicBezTo>
                  <a:pt x="547789" y="62115"/>
                  <a:pt x="545224" y="61602"/>
                  <a:pt x="542406" y="60320"/>
                </a:cubicBezTo>
                <a:cubicBezTo>
                  <a:pt x="536768" y="58326"/>
                  <a:pt x="531134" y="57298"/>
                  <a:pt x="524473" y="57298"/>
                </a:cubicBezTo>
                <a:cubicBezTo>
                  <a:pt x="504229" y="57298"/>
                  <a:pt x="489627" y="70364"/>
                  <a:pt x="489627" y="88801"/>
                </a:cubicBezTo>
                <a:cubicBezTo>
                  <a:pt x="489627" y="103137"/>
                  <a:pt x="497825" y="113380"/>
                  <a:pt x="519605" y="125672"/>
                </a:cubicBezTo>
                <a:lnTo>
                  <a:pt x="534465" y="134124"/>
                </a:lnTo>
                <a:cubicBezTo>
                  <a:pt x="543430" y="139246"/>
                  <a:pt x="547789" y="145391"/>
                  <a:pt x="547789" y="153328"/>
                </a:cubicBezTo>
                <a:cubicBezTo>
                  <a:pt x="547789" y="164595"/>
                  <a:pt x="539587" y="171765"/>
                  <a:pt x="526521" y="171765"/>
                </a:cubicBezTo>
                <a:cubicBezTo>
                  <a:pt x="517811" y="171765"/>
                  <a:pt x="509867" y="168434"/>
                  <a:pt x="504999" y="162801"/>
                </a:cubicBezTo>
                <a:cubicBezTo>
                  <a:pt x="499620" y="156401"/>
                  <a:pt x="497313" y="150509"/>
                  <a:pt x="493982" y="135915"/>
                </a:cubicBezTo>
                <a:lnTo>
                  <a:pt x="489881" y="135915"/>
                </a:lnTo>
                <a:lnTo>
                  <a:pt x="489881" y="175862"/>
                </a:lnTo>
                <a:lnTo>
                  <a:pt x="493212" y="175862"/>
                </a:lnTo>
                <a:cubicBezTo>
                  <a:pt x="495006" y="173302"/>
                  <a:pt x="496031" y="172789"/>
                  <a:pt x="499107" y="172789"/>
                </a:cubicBezTo>
                <a:cubicBezTo>
                  <a:pt x="501414" y="172848"/>
                  <a:pt x="504999" y="173360"/>
                  <a:pt x="510891" y="174897"/>
                </a:cubicBezTo>
                <a:cubicBezTo>
                  <a:pt x="518065" y="176374"/>
                  <a:pt x="524985" y="177399"/>
                  <a:pt x="529594" y="177399"/>
                </a:cubicBezTo>
                <a:cubicBezTo>
                  <a:pt x="549325" y="177399"/>
                  <a:pt x="565722" y="162546"/>
                  <a:pt x="565722" y="144621"/>
                </a:cubicBezTo>
                <a:cubicBezTo>
                  <a:pt x="565722" y="131818"/>
                  <a:pt x="559572" y="123369"/>
                  <a:pt x="544200" y="114150"/>
                </a:cubicBezTo>
                <a:lnTo>
                  <a:pt x="516528" y="97762"/>
                </a:lnTo>
                <a:cubicBezTo>
                  <a:pt x="509354" y="93664"/>
                  <a:pt x="505511" y="87265"/>
                  <a:pt x="505511" y="80349"/>
                </a:cubicBezTo>
                <a:cubicBezTo>
                  <a:pt x="505511" y="70106"/>
                  <a:pt x="513455" y="62936"/>
                  <a:pt x="525239" y="62936"/>
                </a:cubicBezTo>
                <a:cubicBezTo>
                  <a:pt x="539845" y="62936"/>
                  <a:pt x="547531" y="71642"/>
                  <a:pt x="553423" y="94435"/>
                </a:cubicBezTo>
                <a:lnTo>
                  <a:pt x="557266" y="94396"/>
                </a:lnTo>
                <a:close/>
                <a:moveTo>
                  <a:pt x="680762" y="132807"/>
                </a:moveTo>
                <a:cubicBezTo>
                  <a:pt x="668466" y="152288"/>
                  <a:pt x="657445" y="159724"/>
                  <a:pt x="641049" y="159724"/>
                </a:cubicBezTo>
                <a:cubicBezTo>
                  <a:pt x="626446" y="159724"/>
                  <a:pt x="615429" y="152288"/>
                  <a:pt x="607997" y="137678"/>
                </a:cubicBezTo>
                <a:cubicBezTo>
                  <a:pt x="603384" y="127935"/>
                  <a:pt x="601594" y="119475"/>
                  <a:pt x="601081" y="103837"/>
                </a:cubicBezTo>
                <a:lnTo>
                  <a:pt x="679995" y="103837"/>
                </a:lnTo>
                <a:cubicBezTo>
                  <a:pt x="677943" y="87214"/>
                  <a:pt x="675382" y="79809"/>
                  <a:pt x="668978" y="71638"/>
                </a:cubicBezTo>
                <a:cubicBezTo>
                  <a:pt x="661288" y="62431"/>
                  <a:pt x="649505" y="57048"/>
                  <a:pt x="636181" y="57048"/>
                </a:cubicBezTo>
                <a:cubicBezTo>
                  <a:pt x="623370" y="57048"/>
                  <a:pt x="611328" y="61661"/>
                  <a:pt x="601594" y="70360"/>
                </a:cubicBezTo>
                <a:cubicBezTo>
                  <a:pt x="589548" y="80830"/>
                  <a:pt x="582632" y="98970"/>
                  <a:pt x="582632" y="119987"/>
                </a:cubicBezTo>
                <a:cubicBezTo>
                  <a:pt x="582632" y="155365"/>
                  <a:pt x="601081" y="177399"/>
                  <a:pt x="630544" y="177399"/>
                </a:cubicBezTo>
                <a:cubicBezTo>
                  <a:pt x="654884" y="177399"/>
                  <a:pt x="674100" y="162285"/>
                  <a:pt x="684863" y="134601"/>
                </a:cubicBezTo>
                <a:lnTo>
                  <a:pt x="680762" y="132807"/>
                </a:lnTo>
                <a:moveTo>
                  <a:pt x="601594" y="95639"/>
                </a:moveTo>
                <a:cubicBezTo>
                  <a:pt x="604408" y="75724"/>
                  <a:pt x="613123" y="66274"/>
                  <a:pt x="628749" y="66274"/>
                </a:cubicBezTo>
                <a:cubicBezTo>
                  <a:pt x="644379" y="66274"/>
                  <a:pt x="650529" y="73425"/>
                  <a:pt x="653860" y="95639"/>
                </a:cubicBezTo>
                <a:lnTo>
                  <a:pt x="601594" y="956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BC68D-9A96-47DF-8708-4CD554C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977" y="2431658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8D1F0-150A-47EA-A10C-A3B809F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622320"/>
            <a:ext cx="2436798" cy="1246367"/>
          </a:xfrm>
          <a:custGeom xmlns:a="http://schemas.openxmlformats.org/drawingml/2006/main">
            <a:pathLst>
              <a:path w="2436798" h="1246367">
                <a:moveTo>
                  <a:pt x="0" y="1246367"/>
                </a:moveTo>
                <a:lnTo>
                  <a:pt x="2436798" y="1246367"/>
                </a:lnTo>
                <a:lnTo>
                  <a:pt x="243679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E6D4E-5C4E-4ABF-BEC2-FE301F06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52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1ADAE-8A93-4D26-9277-51577049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52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E6A18-733F-419D-A528-0E940EFD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5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3D17D-C8C4-447B-85B3-2CE85362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5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9E0C6-6F3C-4792-92FE-1287BE9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963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DBED8-A8FE-4109-B1B4-1FFFD9E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963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4A116-6263-499F-8179-4DE6F91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26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976F5-9A22-451D-A7D6-FE699E25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26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A4806-7379-40D6-BD65-608A32C8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4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2A8F5-DB24-4844-9ABF-5100EB6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4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E92D8-D609-4FED-8381-12344A37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79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BE7F4-F1A4-4159-90C6-DE8815C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79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8C519-0868-46B8-8A21-CADC32E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185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70188-3C44-4C90-9289-8DF82A4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185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2FD10-082E-42AD-BA96-4832144B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90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A4B54-EC4B-4B6D-9FE8-7A3E5F8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90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67E3A-8C56-446A-91FA-8D83525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796" y="3631283"/>
            <a:ext cx="44306" cy="237403"/>
          </a:xfrm>
          <a:custGeom xmlns:a="http://schemas.openxmlformats.org/drawingml/2006/main">
            <a:pathLst>
              <a:path w="44306" h="237403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D7919-9A99-417A-A45D-B69F691B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796" y="3631283"/>
            <a:ext cx="44306" cy="237403"/>
          </a:xfrm>
          <a:custGeom xmlns:a="http://schemas.openxmlformats.org/drawingml/2006/main">
            <a:pathLst>
              <a:path w="44306" h="237403" fill="none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55C39-1F50-49EC-9963-60EA1BFB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1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39828-834E-4009-BF20-71122278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1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6C9C1-13DA-4CD6-8EB5-210D63C2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06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C68B0-39C7-4F68-875A-8FB7A94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06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CA3A4-BC45-461D-B1CB-90149912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712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CB76B-0758-47E1-B5DF-88CC0B3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712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1679B-C680-4173-924E-D3B7DC9F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017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362D5-8B82-44A4-B878-5FA7E75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017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C4802-5BD6-4185-8606-06BB550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32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F18D9-214E-4A74-8D41-F3B33356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32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30FCB-B30C-4A08-91ED-5A42F045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A2AC9-3A20-4665-83FA-DDC2633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94FA0-A127-4429-9F62-B99A0A4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933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E0217-6BBF-4F7B-AD84-4C1C1BD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933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56C25-3D2D-4ACB-B0BD-98235906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8F812-7669-4E58-A9D1-88A5061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F88C3-A5B8-49A0-8B23-0A7CCD0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44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97FED-C8E0-41CF-94C5-B01185A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44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14B35-D963-4823-B283-212A061E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50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CA75F-A9EF-42B9-93C2-2F00DE6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50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17687-0E2B-4139-BF32-266B3D71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15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9C2D4-34B3-43FF-90F8-1E76AD98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15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DFF9F-C054-41A1-8E9F-32F72D0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61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FD4B1-50A8-48A1-BC37-A4B9DFB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61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79A30-232A-44C2-969A-2DD6721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766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1E5BA-AE4E-4E93-A4D4-E6EA175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766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65693-E402-4540-B8FF-4540174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7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0A2EF-8D18-4E0D-AF1D-F5842F1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7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F6C30-24A4-4178-B947-9789A05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77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96929-53DC-4E92-82B1-B6095A4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77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11E19-585C-4897-BFD2-6E4FEE1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758FA-6B8E-46D1-815B-2A6EFBE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4E076-A9D0-42E4-AE6B-4B32BE8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98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B062C-9FC5-48C6-9F44-DD0AF9C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98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AB231-67B1-492B-B252-0E79B58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29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7C4AE-D3AA-4B5E-837F-041B831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29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187FB-8BEE-402D-9BCE-716113C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599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35748-9D8D-40A3-BA63-A2CA1C1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599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58A41-AB98-4BAE-B842-7D4C9731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904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CD873-189A-43B5-9BF1-9120E86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904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9B665-D8C8-4ABE-8EA1-33E07AC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210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D81F3-4C78-457C-A652-EE22F0B9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210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BBF09-82DC-4138-8387-B35A7CF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51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A70BD-7D61-4AB5-8A2A-3E2B447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51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CD47F-F48A-469D-8D44-96D78CA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20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911A0-92EC-492C-810C-49DDF6F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20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6EE68-AB8D-4679-8171-8D77751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126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A1EAB-845E-4951-88F0-01844E72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126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44F48-7C43-43A3-810D-67F2151C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31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6FDD7-E9BC-4219-A5AA-6EC7098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31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F20FE-9CAC-42DC-BBF6-DF0ED4AA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737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15DD4-8580-4E72-A2C9-A4CF9CF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737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BD614-A751-4A80-90AF-BBABB45F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04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B1D94-6F20-4252-A294-B5E98B4E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04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B4586-AFBA-4430-9EFE-8D5509FF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34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7F489-440A-4F23-AFE0-837A70F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34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E6FD3-6544-499B-8F33-135C58E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53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67882-B9AE-4417-9783-6746AC46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53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6ADA2-0E24-41FF-BC43-423914A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12F67-C6ED-4C9B-A172-4B77D67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90FD4-AF09-44A5-BEB1-B1A4A0E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264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27010-3EA3-4863-BFAF-B9C41FF0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264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48B24-CAED-40B0-B70D-FC5F10D7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569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CCFB0-BCD1-4B38-97AE-6ED36C4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569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2AC74-65E2-47E1-BCBF-0DDA2F4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7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7AA37-E3D7-4240-BCE1-5675C52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7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8DEC1-2AAA-4874-BF2B-6F4BF86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80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5D6FC-8E4E-4C35-A772-AB8C494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80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89016-65B9-4401-BA4C-26739BB9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86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BA356-EE34-42A3-BB83-EAEEA276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86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8A7D4-9E78-475C-89C6-4C10DF44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91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72D96-4A30-495A-A475-3971CF9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91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BECCD-149B-4960-9AD8-B9AF3C6C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096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3342A-D563-4719-B6FF-4A6520E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096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18574-E882-4E9F-8E9C-6E564404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40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C5838-D39A-4EBD-9557-F5FD730D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40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7F9F2-5D3E-4A63-8C1D-A74AE474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07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0A6AA-FCF5-4BBA-8052-CE62349A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07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1B9D4-398A-4759-BB02-EBB30BEC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01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B5CFC-1194-4D08-9673-6853C6EF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01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ED061-02C7-432B-9002-B7A9D53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318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2D662-102C-4073-9040-1919576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318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A7055-DDE8-4274-8C7B-4A369C3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5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056C4-3C64-49AD-BD8D-B973C66D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5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0FA47-9666-45A7-AD2C-1742C972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5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6981B-614B-437D-BA89-5C30586F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5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D454C-1C1B-4E1E-84BA-FE2EA4BA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96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967DD-1773-4337-9D30-DA63DDD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96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F2A9D-039C-4AB8-98EF-F6C99EB4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26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3A1C2-DD60-4F42-B6C2-2E693A4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26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8FAB2-4436-4727-AF28-B55FD96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4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20FCF-C4E5-40F1-BD91-1F93EB7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4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4A20A-7D12-4C03-AEA7-27F24FF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79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CDB49-E6ED-4CC7-979A-F035E065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79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CDEF4-118F-4296-8DB5-D37B8A7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18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D548C-D165-47AE-972E-86062B40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18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C651F-BDCA-439A-BBC4-5D93CBE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90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807CA-A1A5-43BC-9398-BEA438D5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90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5C64C-E1ED-45F5-B884-16B92335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796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A28A7-23A0-4D77-BAAD-62F4167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796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1134B-D5F5-4C3B-A5B3-4F7954F5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1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53995-D7D7-4673-9FEC-CA5B020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1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5236E-927A-4DE0-9B24-E9742A4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06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83D50-A652-479C-B12E-9E791A7A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06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439F9-769E-4965-98FB-D2097529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712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F371E-7D66-4DE9-8276-9383254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712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9A48D-2F00-4C2C-9917-51404602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017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B4EC6-8782-476C-B2F0-D60ADD7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017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18CD1-193C-4D58-9A63-C1537AC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32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E77FF-6653-444D-A4D9-AECA1E4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32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C986A-4AF1-4BAB-9716-4628C90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0532A-3B11-44B5-8F0B-D08053E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D5B66-5FFC-4DBE-AA1C-BEC866D7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933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236D1-595C-4A3F-AA08-3FC5A1C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933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B3D9B-7F97-4573-8552-4BE5C7B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C39D2-A391-4D51-895F-03231BF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35411-984B-4D24-9624-215F2B0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44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82A86-2617-4E9F-AB6B-9E595677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44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5883B-AF03-4B7E-9F5A-59BA2FAE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50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94D97-E263-4156-B181-C1DF588E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50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C7A9F-B3C0-49F0-BDA5-534B3FA6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15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45C9E-6735-4FB6-BB97-1382C4B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15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FDE46-8DFE-47D6-8095-11C6C8DE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61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01036-545D-462E-A861-8183D87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61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B0E8E-102D-4801-9078-2E203A86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766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CA272-5D28-4ABB-9208-2A4563AD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766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BFB84-960E-481B-94F1-600B541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7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80A19-AF9E-47FC-A31F-6393A3A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7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3A78-D186-4E0E-B9B5-BB3BAA05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77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41B8E-A202-4B5C-A222-A0D3698C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77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265CA-ECA1-482A-BD9C-717BB26E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B0A2D-27E1-4C65-AC33-FB0EF90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53F1D-3646-45FA-BE76-CB17336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988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0281D-8EC1-45CF-BDBE-2398A98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988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5E9B6-CA34-466D-AB1B-5AB70DE0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293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54EDB-F42A-4D0D-8CBF-D95D76D0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293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D90A7-8066-460C-B092-2E0258F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599" y="3631283"/>
            <a:ext cx="44306" cy="237403"/>
          </a:xfrm>
          <a:custGeom xmlns:a="http://schemas.openxmlformats.org/drawingml/2006/main">
            <a:pathLst>
              <a:path w="44306" h="237403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EC2FD-FEB4-4EDC-94B5-E4226C7E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599" y="3631283"/>
            <a:ext cx="44306" cy="237403"/>
          </a:xfrm>
          <a:custGeom xmlns:a="http://schemas.openxmlformats.org/drawingml/2006/main">
            <a:pathLst>
              <a:path w="44306" h="237403" fill="none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B914C-0402-4C6A-995D-33826A18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904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0C5EB-F636-471F-B8F7-78D8215F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904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D6F05-AB27-4F4A-9D77-AA172AF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210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80B96-B4BD-4166-B134-C486186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210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017A1-8533-429D-B4A9-9CDC14F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515" y="3393880"/>
            <a:ext cx="44305" cy="474806"/>
          </a:xfrm>
          <a:custGeom xmlns:a="http://schemas.openxmlformats.org/drawingml/2006/main">
            <a:pathLst>
              <a:path w="44305" h="474806">
                <a:moveTo>
                  <a:pt x="0" y="474806"/>
                </a:moveTo>
                <a:lnTo>
                  <a:pt x="44305" y="474806"/>
                </a:lnTo>
                <a:lnTo>
                  <a:pt x="44305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0A9C0-B817-44A2-A65E-B39000B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515" y="3393880"/>
            <a:ext cx="44305" cy="474806"/>
          </a:xfrm>
          <a:custGeom xmlns:a="http://schemas.openxmlformats.org/drawingml/2006/main">
            <a:pathLst>
              <a:path w="44305" h="474806" fill="none">
                <a:moveTo>
                  <a:pt x="0" y="474806"/>
                </a:moveTo>
                <a:lnTo>
                  <a:pt x="44305" y="474806"/>
                </a:lnTo>
                <a:lnTo>
                  <a:pt x="44305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36B4D-BCE9-4FAD-98FC-E8823BAB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20" y="3631283"/>
            <a:ext cx="44306" cy="237403"/>
          </a:xfrm>
          <a:custGeom xmlns:a="http://schemas.openxmlformats.org/drawingml/2006/main">
            <a:pathLst>
              <a:path w="44306" h="237403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574DB-71EB-43AC-BCD5-DC215B1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20" y="3631283"/>
            <a:ext cx="44306" cy="237403"/>
          </a:xfrm>
          <a:custGeom xmlns:a="http://schemas.openxmlformats.org/drawingml/2006/main">
            <a:pathLst>
              <a:path w="44306" h="237403" fill="none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0EFF2-4977-4A0C-9A56-7C5B3A7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126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47E9A-C9E2-4D8C-8062-523289F1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126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67E83-47E8-4696-9B14-AD5D302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31" y="3393880"/>
            <a:ext cx="44306" cy="474806"/>
          </a:xfrm>
          <a:custGeom xmlns:a="http://schemas.openxmlformats.org/drawingml/2006/main">
            <a:pathLst>
              <a:path w="44306" h="474806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F5D30-91E6-40BC-804A-D4B15EDA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31" y="3393880"/>
            <a:ext cx="44306" cy="474806"/>
          </a:xfrm>
          <a:custGeom xmlns:a="http://schemas.openxmlformats.org/drawingml/2006/main">
            <a:pathLst>
              <a:path w="44306" h="474806" fill="none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BEA08-6EB3-46B9-AC98-3DDAA7D9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737" y="3393880"/>
            <a:ext cx="44306" cy="474806"/>
          </a:xfrm>
          <a:custGeom xmlns:a="http://schemas.openxmlformats.org/drawingml/2006/main">
            <a:pathLst>
              <a:path w="44306" h="474806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44CA1-290E-491C-A22B-930690F8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737" y="3393880"/>
            <a:ext cx="44306" cy="474806"/>
          </a:xfrm>
          <a:custGeom xmlns:a="http://schemas.openxmlformats.org/drawingml/2006/main">
            <a:pathLst>
              <a:path w="44306" h="474806" fill="none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0468E-F987-4E48-9CD1-4C0CB85E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04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D68C6-9413-4AA6-90C2-BDFA33E3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04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7A85D-8066-463B-9F8F-A6CBE43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348" y="3156477"/>
            <a:ext cx="44305" cy="712210"/>
          </a:xfrm>
          <a:custGeom xmlns:a="http://schemas.openxmlformats.org/drawingml/2006/main">
            <a:pathLst>
              <a:path w="44305" h="712210">
                <a:moveTo>
                  <a:pt x="0" y="712210"/>
                </a:moveTo>
                <a:lnTo>
                  <a:pt x="44305" y="712210"/>
                </a:lnTo>
                <a:lnTo>
                  <a:pt x="44305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FB9AE-4E4E-42C9-B200-26D6C52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348" y="3156477"/>
            <a:ext cx="44305" cy="712210"/>
          </a:xfrm>
          <a:custGeom xmlns:a="http://schemas.openxmlformats.org/drawingml/2006/main">
            <a:pathLst>
              <a:path w="44305" h="712210" fill="none">
                <a:moveTo>
                  <a:pt x="0" y="712210"/>
                </a:moveTo>
                <a:lnTo>
                  <a:pt x="44305" y="712210"/>
                </a:lnTo>
                <a:lnTo>
                  <a:pt x="44305" y="0"/>
                </a:lnTo>
                <a:lnTo>
                  <a:pt x="0" y="0"/>
                </a:lnTo>
                <a:lnTo>
                  <a:pt x="0" y="712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82772-CA44-4A1D-A021-ED78AE7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53" y="2681671"/>
            <a:ext cx="44306" cy="1187016"/>
          </a:xfrm>
          <a:custGeom xmlns:a="http://schemas.openxmlformats.org/drawingml/2006/main">
            <a:pathLst>
              <a:path w="44306" h="1187016">
                <a:moveTo>
                  <a:pt x="0" y="1187016"/>
                </a:moveTo>
                <a:lnTo>
                  <a:pt x="44306" y="1187016"/>
                </a:lnTo>
                <a:lnTo>
                  <a:pt x="44306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1B651-C8E6-47E1-8B7F-C628015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53" y="2681671"/>
            <a:ext cx="44306" cy="1187016"/>
          </a:xfrm>
          <a:custGeom xmlns:a="http://schemas.openxmlformats.org/drawingml/2006/main">
            <a:pathLst>
              <a:path w="44306" h="1187016" fill="none">
                <a:moveTo>
                  <a:pt x="0" y="1187016"/>
                </a:moveTo>
                <a:lnTo>
                  <a:pt x="44306" y="1187016"/>
                </a:lnTo>
                <a:lnTo>
                  <a:pt x="44306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DB7B1-C4E3-40A7-9405-50D14ABB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8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4C474-77FE-4D7A-8645-7F072FF0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8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F19D6-DB2C-4710-A73A-8C9E88C7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264" y="3631283"/>
            <a:ext cx="44306" cy="237403"/>
          </a:xfrm>
          <a:custGeom xmlns:a="http://schemas.openxmlformats.org/drawingml/2006/main">
            <a:pathLst>
              <a:path w="44306" h="237403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543B9-5E50-43F8-AFD0-6E24015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264" y="3631283"/>
            <a:ext cx="44306" cy="237403"/>
          </a:xfrm>
          <a:custGeom xmlns:a="http://schemas.openxmlformats.org/drawingml/2006/main">
            <a:pathLst>
              <a:path w="44306" h="237403" fill="none">
                <a:moveTo>
                  <a:pt x="0" y="237403"/>
                </a:moveTo>
                <a:lnTo>
                  <a:pt x="44306" y="237403"/>
                </a:lnTo>
                <a:lnTo>
                  <a:pt x="44306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9BCEC-9DF1-4CDA-A4AA-79C093E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569" y="3393880"/>
            <a:ext cx="44305" cy="474806"/>
          </a:xfrm>
          <a:custGeom xmlns:a="http://schemas.openxmlformats.org/drawingml/2006/main">
            <a:pathLst>
              <a:path w="44305" h="474806">
                <a:moveTo>
                  <a:pt x="0" y="474806"/>
                </a:moveTo>
                <a:lnTo>
                  <a:pt x="44305" y="474806"/>
                </a:lnTo>
                <a:lnTo>
                  <a:pt x="44305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97518-A84C-4A73-A441-742DA4D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569" y="3393880"/>
            <a:ext cx="44305" cy="474806"/>
          </a:xfrm>
          <a:custGeom xmlns:a="http://schemas.openxmlformats.org/drawingml/2006/main">
            <a:pathLst>
              <a:path w="44305" h="474806" fill="none">
                <a:moveTo>
                  <a:pt x="0" y="474806"/>
                </a:moveTo>
                <a:lnTo>
                  <a:pt x="44305" y="474806"/>
                </a:lnTo>
                <a:lnTo>
                  <a:pt x="44305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E725B-78CC-430D-8F97-EF923A5C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75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69C0B-7748-4EE7-A9E0-179D72E6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75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64E1D-5B9B-47E7-B398-D95E4D90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80" y="3393880"/>
            <a:ext cx="44306" cy="474806"/>
          </a:xfrm>
          <a:custGeom xmlns:a="http://schemas.openxmlformats.org/drawingml/2006/main">
            <a:pathLst>
              <a:path w="44306" h="474806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182EE-EEBE-43DB-ABF6-A1275EA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80" y="3393880"/>
            <a:ext cx="44306" cy="474806"/>
          </a:xfrm>
          <a:custGeom xmlns:a="http://schemas.openxmlformats.org/drawingml/2006/main">
            <a:pathLst>
              <a:path w="44306" h="474806" fill="none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037EA-FE09-4D34-9E32-2CF4AC5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86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5E57F-7982-40D3-BCB3-162105D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86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EAB19-5ABF-4BEE-AFAF-836CBB5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91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56213-3307-4325-93BB-F2F94FA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91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CAB7A-41ED-4202-955C-E2C432A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096" y="3631283"/>
            <a:ext cx="44305" cy="237403"/>
          </a:xfrm>
          <a:custGeom xmlns:a="http://schemas.openxmlformats.org/drawingml/2006/main">
            <a:pathLst>
              <a:path w="44305" h="237403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83D0F-8582-47E4-BD11-FE0C35E6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096" y="3631283"/>
            <a:ext cx="44305" cy="237403"/>
          </a:xfrm>
          <a:custGeom xmlns:a="http://schemas.openxmlformats.org/drawingml/2006/main">
            <a:pathLst>
              <a:path w="44305" h="237403" fill="none">
                <a:moveTo>
                  <a:pt x="0" y="237403"/>
                </a:moveTo>
                <a:lnTo>
                  <a:pt x="44305" y="237403"/>
                </a:lnTo>
                <a:lnTo>
                  <a:pt x="44305" y="0"/>
                </a:lnTo>
                <a:lnTo>
                  <a:pt x="0" y="0"/>
                </a:lnTo>
                <a:lnTo>
                  <a:pt x="0" y="2374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FE27F-02B6-4DC2-9C3D-FE8AF05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402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770E8-3C53-421B-AC32-7D701AAA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402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BDC02-CF79-487A-9242-ADACB68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07" y="3868687"/>
            <a:ext cx="44306" cy="10"/>
          </a:xfrm>
          <a:custGeom xmlns:a="http://schemas.openxmlformats.org/drawingml/2006/main">
            <a:pathLst>
              <a:path w="44306" h="1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F2D7A-403A-4481-B5EC-34469885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07" y="3868687"/>
            <a:ext cx="44306" cy="10"/>
          </a:xfrm>
          <a:custGeom xmlns:a="http://schemas.openxmlformats.org/drawingml/2006/main">
            <a:pathLst>
              <a:path w="44306" h="1" fill="none">
                <a:moveTo>
                  <a:pt x="0" y="0"/>
                </a:moveTo>
                <a:lnTo>
                  <a:pt x="443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07A40-332B-44BE-A400-91C4EA59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013" y="3868687"/>
            <a:ext cx="44305" cy="10"/>
          </a:xfrm>
          <a:custGeom xmlns:a="http://schemas.openxmlformats.org/drawingml/2006/main">
            <a:pathLst>
              <a:path w="44305" h="1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76A44-4C74-42E2-9636-B5AA7A6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013" y="3868687"/>
            <a:ext cx="44305" cy="10"/>
          </a:xfrm>
          <a:custGeom xmlns:a="http://schemas.openxmlformats.org/drawingml/2006/main">
            <a:pathLst>
              <a:path w="44305" h="1" fill="none">
                <a:moveTo>
                  <a:pt x="0" y="0"/>
                </a:moveTo>
                <a:lnTo>
                  <a:pt x="4430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EBD34-3455-4E93-AA25-4E6C2C9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318" y="3393880"/>
            <a:ext cx="44306" cy="474806"/>
          </a:xfrm>
          <a:custGeom xmlns:a="http://schemas.openxmlformats.org/drawingml/2006/main">
            <a:pathLst>
              <a:path w="44306" h="474806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3BF28-8AA3-454E-ACDB-9A8155C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318" y="3393880"/>
            <a:ext cx="44306" cy="474806"/>
          </a:xfrm>
          <a:custGeom xmlns:a="http://schemas.openxmlformats.org/drawingml/2006/main">
            <a:pathLst>
              <a:path w="44306" h="474806" fill="none">
                <a:moveTo>
                  <a:pt x="0" y="474806"/>
                </a:moveTo>
                <a:lnTo>
                  <a:pt x="44306" y="474806"/>
                </a:lnTo>
                <a:lnTo>
                  <a:pt x="44306" y="0"/>
                </a:lnTo>
                <a:lnTo>
                  <a:pt x="0" y="0"/>
                </a:lnTo>
                <a:lnTo>
                  <a:pt x="0" y="474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D62FA-F962-41AE-A379-31A626F8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128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C02E4-20CF-48B2-BEBC-908C75B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128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88430-5FF1-4FB5-A2EF-E9B88FD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200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2A034-9637-4B13-9266-27ED371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893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65C71-1226-4C42-A400-07961C4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4" y="3995332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7635A-E504-4A0C-9E73-8137AC0F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96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0C167-EDCA-4E13-A95F-77247050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96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0B43E-0232-42CA-A0D3-3481BFB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968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C5A74-7E1C-440F-AE68-067F191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660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EA87F-0FA9-4CF0-A226-3584A8B6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504" y="3997627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284BC-C347-4421-B2A8-567F012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663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2E782-AF51-4DC0-A434-3D3B5E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663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B06B3-1CB3-4E27-B623-CE0169F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265" y="3995332"/>
            <a:ext cx="88270" cy="133287"/>
          </a:xfrm>
          <a:custGeom xmlns:a="http://schemas.openxmlformats.org/drawingml/2006/main">
            <a:pathLst>
              <a:path w="88270" h="133287">
                <a:moveTo>
                  <a:pt x="44135" y="69910"/>
                </a:moveTo>
                <a:cubicBezTo>
                  <a:pt x="35837" y="69910"/>
                  <a:pt x="29306" y="72205"/>
                  <a:pt x="24539" y="76618"/>
                </a:cubicBezTo>
                <a:cubicBezTo>
                  <a:pt x="19772" y="81031"/>
                  <a:pt x="17477" y="87034"/>
                  <a:pt x="17477" y="94802"/>
                </a:cubicBezTo>
                <a:cubicBezTo>
                  <a:pt x="17477" y="102569"/>
                  <a:pt x="19772" y="108748"/>
                  <a:pt x="24539" y="113162"/>
                </a:cubicBezTo>
                <a:cubicBezTo>
                  <a:pt x="29306" y="117575"/>
                  <a:pt x="35837" y="119694"/>
                  <a:pt x="44135" y="119694"/>
                </a:cubicBezTo>
                <a:cubicBezTo>
                  <a:pt x="52256" y="119694"/>
                  <a:pt x="58788" y="117575"/>
                  <a:pt x="63554" y="112985"/>
                </a:cubicBezTo>
                <a:cubicBezTo>
                  <a:pt x="68321" y="108572"/>
                  <a:pt x="70792" y="102569"/>
                  <a:pt x="70792" y="94802"/>
                </a:cubicBezTo>
                <a:cubicBezTo>
                  <a:pt x="70792" y="87034"/>
                  <a:pt x="68321" y="81031"/>
                  <a:pt x="63731" y="76618"/>
                </a:cubicBezTo>
                <a:cubicBezTo>
                  <a:pt x="58964" y="72205"/>
                  <a:pt x="52432" y="69910"/>
                  <a:pt x="44135" y="69910"/>
                </a:cubicBezTo>
                <a:close/>
                <a:moveTo>
                  <a:pt x="26657" y="62495"/>
                </a:moveTo>
                <a:cubicBezTo>
                  <a:pt x="19243" y="60729"/>
                  <a:pt x="13417" y="57199"/>
                  <a:pt x="9180" y="52079"/>
                </a:cubicBezTo>
                <a:cubicBezTo>
                  <a:pt x="4943" y="46959"/>
                  <a:pt x="3001" y="40781"/>
                  <a:pt x="3001" y="33366"/>
                </a:cubicBezTo>
                <a:cubicBezTo>
                  <a:pt x="3001" y="23127"/>
                  <a:pt x="6532" y="15006"/>
                  <a:pt x="13947" y="9003"/>
                </a:cubicBezTo>
                <a:cubicBezTo>
                  <a:pt x="21185" y="3001"/>
                  <a:pt x="31247" y="0"/>
                  <a:pt x="44135" y="0"/>
                </a:cubicBezTo>
                <a:cubicBezTo>
                  <a:pt x="56846" y="0"/>
                  <a:pt x="66908" y="3001"/>
                  <a:pt x="74323" y="9003"/>
                </a:cubicBezTo>
                <a:cubicBezTo>
                  <a:pt x="81561" y="15006"/>
                  <a:pt x="85268" y="23127"/>
                  <a:pt x="85268" y="33366"/>
                </a:cubicBezTo>
                <a:cubicBezTo>
                  <a:pt x="85268" y="40781"/>
                  <a:pt x="83150" y="46959"/>
                  <a:pt x="78913" y="52079"/>
                </a:cubicBezTo>
                <a:cubicBezTo>
                  <a:pt x="74676" y="57199"/>
                  <a:pt x="69027" y="60729"/>
                  <a:pt x="61612" y="62495"/>
                </a:cubicBezTo>
                <a:cubicBezTo>
                  <a:pt x="69910" y="64437"/>
                  <a:pt x="76441" y="68321"/>
                  <a:pt x="81208" y="73970"/>
                </a:cubicBezTo>
                <a:cubicBezTo>
                  <a:pt x="85798" y="79619"/>
                  <a:pt x="88270" y="86681"/>
                  <a:pt x="88270" y="94802"/>
                </a:cubicBezTo>
                <a:cubicBezTo>
                  <a:pt x="88270" y="107336"/>
                  <a:pt x="84386" y="116869"/>
                  <a:pt x="76795" y="123401"/>
                </a:cubicBezTo>
                <a:cubicBezTo>
                  <a:pt x="69027" y="130109"/>
                  <a:pt x="58081" y="133287"/>
                  <a:pt x="43958" y="133287"/>
                </a:cubicBezTo>
                <a:cubicBezTo>
                  <a:pt x="29835" y="133287"/>
                  <a:pt x="18890" y="130109"/>
                  <a:pt x="11299" y="123401"/>
                </a:cubicBezTo>
                <a:cubicBezTo>
                  <a:pt x="3707" y="116869"/>
                  <a:pt x="0" y="107336"/>
                  <a:pt x="0" y="94802"/>
                </a:cubicBezTo>
                <a:cubicBezTo>
                  <a:pt x="0" y="86681"/>
                  <a:pt x="2295" y="79619"/>
                  <a:pt x="7062" y="73970"/>
                </a:cubicBezTo>
                <a:cubicBezTo>
                  <a:pt x="11652" y="68321"/>
                  <a:pt x="18184" y="64437"/>
                  <a:pt x="26657" y="62495"/>
                </a:cubicBezTo>
                <a:close/>
                <a:moveTo>
                  <a:pt x="20302" y="34955"/>
                </a:moveTo>
                <a:cubicBezTo>
                  <a:pt x="20302" y="41663"/>
                  <a:pt x="22244" y="46959"/>
                  <a:pt x="26481" y="50667"/>
                </a:cubicBezTo>
                <a:cubicBezTo>
                  <a:pt x="30718" y="54374"/>
                  <a:pt x="36544" y="56139"/>
                  <a:pt x="44135" y="56139"/>
                </a:cubicBezTo>
                <a:cubicBezTo>
                  <a:pt x="51549" y="56139"/>
                  <a:pt x="57375" y="54374"/>
                  <a:pt x="61612" y="50667"/>
                </a:cubicBezTo>
                <a:cubicBezTo>
                  <a:pt x="65849" y="46959"/>
                  <a:pt x="67968" y="41663"/>
                  <a:pt x="67968" y="34955"/>
                </a:cubicBezTo>
                <a:cubicBezTo>
                  <a:pt x="67968" y="28246"/>
                  <a:pt x="65849" y="23127"/>
                  <a:pt x="61612" y="19419"/>
                </a:cubicBezTo>
                <a:cubicBezTo>
                  <a:pt x="57375" y="15712"/>
                  <a:pt x="51549" y="13770"/>
                  <a:pt x="44135" y="13770"/>
                </a:cubicBezTo>
                <a:cubicBezTo>
                  <a:pt x="36544" y="13770"/>
                  <a:pt x="30718" y="15712"/>
                  <a:pt x="26481" y="19419"/>
                </a:cubicBezTo>
                <a:cubicBezTo>
                  <a:pt x="22244" y="23127"/>
                  <a:pt x="20302" y="28246"/>
                  <a:pt x="20302" y="349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E30BC-2613-461F-928B-387198A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28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D358A-D3EB-4840-9A05-0B95B4F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330" y="3995332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EE605-D0B7-4498-9B9E-55FE859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597" y="4238989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1E55F-234F-4CD9-863B-59C1C12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183" y="4268824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600E7-3551-4ADF-8124-3C5A122D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523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1D08F-0998-4455-9C69-9846210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094" y="4268824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2148A-16FA-455E-9396-E790D5E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493" y="4268824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D8FF3-01AD-4991-A12A-DE7494B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122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C8B1C-E2B5-4681-8DC2-411C17D6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049" y="4268824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40C53-F95B-4D22-8E00-ADEF7492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620" y="4268824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6F90D-892D-4B2D-AA17-9709300C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303" y="4271119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B9BB6-F758-4BEF-95DE-5FD0F3F5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386868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406AA-8DEF-4F7F-9B54-3D2C2B2E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386868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AE8B6-259B-4789-A4C8-5A4A515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395" y="380472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8EC81-84FC-4CB4-935E-CD0AEFA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3393880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5E059-05CB-431B-A994-03080F2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3393880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F9C80-E4A4-4207-8D6D-C311142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631" y="3329918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0B1B2-54F6-4CC8-BCDD-E3DAE61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2919074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11149-A16D-4BC5-97D3-8AAF47AF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800" y="2919074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BAA9A-87AA-4198-BB6C-EFB6272E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394" y="2857407"/>
            <a:ext cx="93742" cy="128697"/>
          </a:xfrm>
          <a:custGeom xmlns:a="http://schemas.openxmlformats.org/drawingml/2006/main">
            <a:pathLst>
              <a:path w="93742" h="128697">
                <a:moveTo>
                  <a:pt x="58081" y="15182"/>
                </a:moveTo>
                <a:lnTo>
                  <a:pt x="14123" y="83856"/>
                </a:lnTo>
                <a:lnTo>
                  <a:pt x="58081" y="83856"/>
                </a:lnTo>
                <a:lnTo>
                  <a:pt x="58081" y="15182"/>
                </a:lnTo>
                <a:close/>
                <a:moveTo>
                  <a:pt x="53491" y="0"/>
                </a:moveTo>
                <a:lnTo>
                  <a:pt x="75382" y="0"/>
                </a:lnTo>
                <a:lnTo>
                  <a:pt x="75382" y="83856"/>
                </a:lnTo>
                <a:lnTo>
                  <a:pt x="93742" y="83856"/>
                </a:lnTo>
                <a:lnTo>
                  <a:pt x="93742" y="98332"/>
                </a:lnTo>
                <a:lnTo>
                  <a:pt x="75382" y="98332"/>
                </a:lnTo>
                <a:lnTo>
                  <a:pt x="75382" y="128697"/>
                </a:lnTo>
                <a:lnTo>
                  <a:pt x="58081" y="128697"/>
                </a:lnTo>
                <a:lnTo>
                  <a:pt x="58081" y="98332"/>
                </a:lnTo>
                <a:lnTo>
                  <a:pt x="0" y="98332"/>
                </a:lnTo>
                <a:lnTo>
                  <a:pt x="0" y="81561"/>
                </a:lnTo>
                <a:lnTo>
                  <a:pt x="534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31C69-8619-40BF-8441-F88C6A8F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448" y="3394138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E431C-33C7-40B1-B7A1-5F887BC5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3286273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F9B43-4529-4CDB-A9F3-F58ECAA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3180702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18F65-F52A-4B3D-8851-77D37A6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78" y="3067717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DB24F-42D4-4D21-9CD1-62B9162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510" y="2987745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A3314-1B61-4AAA-8589-959F89D0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B22F8-5105-4E4A-B570-05797DE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87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FCB57-38C6-427A-BAC0-820F5031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3868687"/>
            <a:ext cx="2436798" cy="10"/>
          </a:xfrm>
          <a:custGeom xmlns:a="http://schemas.openxmlformats.org/drawingml/2006/main">
            <a:pathLst>
              <a:path w="2436798" h="1" fill="none">
                <a:moveTo>
                  <a:pt x="0" y="0"/>
                </a:moveTo>
                <a:lnTo>
                  <a:pt x="2436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C2F5E-6B25-4DC3-A9C0-2A28B28B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89" y="2622320"/>
            <a:ext cx="2436798" cy="10"/>
          </a:xfrm>
          <a:custGeom xmlns:a="http://schemas.openxmlformats.org/drawingml/2006/main">
            <a:pathLst>
              <a:path w="2436798" h="1" fill="none">
                <a:moveTo>
                  <a:pt x="0" y="0"/>
                </a:moveTo>
                <a:lnTo>
                  <a:pt x="2436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C2023-0D56-41B7-BECE-A7481F1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58" y="2710589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1B917-609B-4743-9B6F-FAB9195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58" y="2710589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1D6EE-7338-4C2C-AE41-A44D71F7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874" y="2786567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81040-0440-48D4-8EBB-04D9C94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498" y="2816402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3FE74-7514-4F18-9286-FC70E0E2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189" y="2781095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4588A-D595-4B9D-B031-713E7B5E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936" y="2816402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5BC74-47A2-41F9-9465-E15FA9E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392" y="2781095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7FD8E-31BD-4216-9E5E-8C11C41F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305070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1568B-B4A3-4D09-A923-4700548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305070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8C26D-0ECB-4BD3-958E-1DB0CB2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203" y="3045584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CFA10-8CBF-4D6C-88FD-154F94B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3309719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368AB-62FE-4853-B147-6869A25A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4" y="3309719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1B6E0-911A-4BDD-A92F-F0BDEF4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436" y="330230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9" name="Text (g)Vits">
            <a:extLst xmlns:a="http://schemas.openxmlformats.org/drawingml/2006/main">
              <a:ext uri="{FF2B5EF4-FFF2-40B4-BE49-F238E27FC236}">
                <a16:creationId xmlns:a16="http://schemas.microsoft.com/office/drawing/2014/main" id="{D135053B-1CA4-4F3D-AC53-B89EEAE1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161" y="4587527"/>
            <a:ext cx="777356" cy="230787"/>
          </a:xfrm>
          <a:custGeom xmlns:a="http://schemas.openxmlformats.org/drawingml/2006/main">
            <a:pathLst>
              <a:path w="777356" h="230787">
                <a:moveTo>
                  <a:pt x="63287" y="1751"/>
                </a:moveTo>
                <a:cubicBezTo>
                  <a:pt x="44326" y="14051"/>
                  <a:pt x="36640" y="20713"/>
                  <a:pt x="27159" y="32500"/>
                </a:cubicBezTo>
                <a:cubicBezTo>
                  <a:pt x="8968" y="54788"/>
                  <a:pt x="0" y="80411"/>
                  <a:pt x="0" y="110389"/>
                </a:cubicBezTo>
                <a:cubicBezTo>
                  <a:pt x="0" y="142928"/>
                  <a:pt x="9481" y="168035"/>
                  <a:pt x="32027" y="194171"/>
                </a:cubicBezTo>
                <a:cubicBezTo>
                  <a:pt x="42532" y="206470"/>
                  <a:pt x="49194" y="212108"/>
                  <a:pt x="62517" y="220306"/>
                </a:cubicBezTo>
                <a:lnTo>
                  <a:pt x="65590" y="216205"/>
                </a:lnTo>
                <a:cubicBezTo>
                  <a:pt x="45096" y="200062"/>
                  <a:pt x="37922" y="191098"/>
                  <a:pt x="31003" y="171879"/>
                </a:cubicBezTo>
                <a:cubicBezTo>
                  <a:pt x="24853" y="154716"/>
                  <a:pt x="22034" y="135242"/>
                  <a:pt x="22034" y="109619"/>
                </a:cubicBezTo>
                <a:cubicBezTo>
                  <a:pt x="22034" y="82718"/>
                  <a:pt x="25365" y="61708"/>
                  <a:pt x="32285" y="45824"/>
                </a:cubicBezTo>
                <a:cubicBezTo>
                  <a:pt x="39459" y="29935"/>
                  <a:pt x="47145" y="20713"/>
                  <a:pt x="65590" y="5853"/>
                </a:cubicBezTo>
                <a:lnTo>
                  <a:pt x="63287" y="1751"/>
                </a:lnTo>
                <a:close/>
                <a:moveTo>
                  <a:pt x="193441" y="75548"/>
                </a:moveTo>
                <a:lnTo>
                  <a:pt x="193441" y="65555"/>
                </a:lnTo>
                <a:lnTo>
                  <a:pt x="173714" y="65555"/>
                </a:lnTo>
                <a:cubicBezTo>
                  <a:pt x="168588" y="65555"/>
                  <a:pt x="164745" y="64757"/>
                  <a:pt x="159624" y="62943"/>
                </a:cubicBezTo>
                <a:lnTo>
                  <a:pt x="153986" y="60895"/>
                </a:lnTo>
                <a:cubicBezTo>
                  <a:pt x="147066" y="58330"/>
                  <a:pt x="140150" y="57048"/>
                  <a:pt x="133489" y="57048"/>
                </a:cubicBezTo>
                <a:cubicBezTo>
                  <a:pt x="109660" y="57048"/>
                  <a:pt x="90699" y="75548"/>
                  <a:pt x="90699" y="98856"/>
                </a:cubicBezTo>
                <a:cubicBezTo>
                  <a:pt x="90699" y="114995"/>
                  <a:pt x="97619" y="124726"/>
                  <a:pt x="114527" y="133178"/>
                </a:cubicBezTo>
                <a:cubicBezTo>
                  <a:pt x="109660" y="137791"/>
                  <a:pt x="105051" y="142139"/>
                  <a:pt x="103510" y="143417"/>
                </a:cubicBezTo>
                <a:cubicBezTo>
                  <a:pt x="95058" y="150834"/>
                  <a:pt x="91727" y="155951"/>
                  <a:pt x="91727" y="161065"/>
                </a:cubicBezTo>
                <a:cubicBezTo>
                  <a:pt x="91727" y="166436"/>
                  <a:pt x="94800" y="169505"/>
                  <a:pt x="105305" y="174631"/>
                </a:cubicBezTo>
                <a:cubicBezTo>
                  <a:pt x="87114" y="187966"/>
                  <a:pt x="80198" y="196434"/>
                  <a:pt x="80198" y="205923"/>
                </a:cubicBezTo>
                <a:cubicBezTo>
                  <a:pt x="80198" y="219512"/>
                  <a:pt x="100179" y="230787"/>
                  <a:pt x="124520" y="230787"/>
                </a:cubicBezTo>
                <a:cubicBezTo>
                  <a:pt x="143735" y="230787"/>
                  <a:pt x="163721" y="224125"/>
                  <a:pt x="177045" y="213363"/>
                </a:cubicBezTo>
                <a:cubicBezTo>
                  <a:pt x="186783" y="205411"/>
                  <a:pt x="191138" y="197201"/>
                  <a:pt x="191138" y="187454"/>
                </a:cubicBezTo>
                <a:cubicBezTo>
                  <a:pt x="191138" y="171554"/>
                  <a:pt x="179093" y="160811"/>
                  <a:pt x="160136" y="160044"/>
                </a:cubicBezTo>
                <a:lnTo>
                  <a:pt x="127085" y="158508"/>
                </a:lnTo>
                <a:cubicBezTo>
                  <a:pt x="113503" y="157996"/>
                  <a:pt x="107099" y="155693"/>
                  <a:pt x="107099" y="151604"/>
                </a:cubicBezTo>
                <a:cubicBezTo>
                  <a:pt x="107099" y="146486"/>
                  <a:pt x="115552" y="137533"/>
                  <a:pt x="122471" y="135485"/>
                </a:cubicBezTo>
                <a:cubicBezTo>
                  <a:pt x="124778" y="135743"/>
                  <a:pt x="126573" y="135997"/>
                  <a:pt x="127339" y="135997"/>
                </a:cubicBezTo>
                <a:cubicBezTo>
                  <a:pt x="132206" y="136509"/>
                  <a:pt x="135537" y="136767"/>
                  <a:pt x="137077" y="136767"/>
                </a:cubicBezTo>
                <a:cubicBezTo>
                  <a:pt x="146554" y="136767"/>
                  <a:pt x="156805" y="132924"/>
                  <a:pt x="164745" y="126008"/>
                </a:cubicBezTo>
                <a:cubicBezTo>
                  <a:pt x="173202" y="118834"/>
                  <a:pt x="177045" y="109869"/>
                  <a:pt x="177045" y="97066"/>
                </a:cubicBezTo>
                <a:cubicBezTo>
                  <a:pt x="177045" y="89638"/>
                  <a:pt x="175762" y="83746"/>
                  <a:pt x="172177" y="75548"/>
                </a:cubicBezTo>
                <a:lnTo>
                  <a:pt x="193441" y="75548"/>
                </a:lnTo>
                <a:moveTo>
                  <a:pt x="110684" y="175397"/>
                </a:moveTo>
                <a:cubicBezTo>
                  <a:pt x="119141" y="177195"/>
                  <a:pt x="139638" y="178732"/>
                  <a:pt x="152192" y="178732"/>
                </a:cubicBezTo>
                <a:cubicBezTo>
                  <a:pt x="175508" y="178732"/>
                  <a:pt x="183964" y="182067"/>
                  <a:pt x="183964" y="191301"/>
                </a:cubicBezTo>
                <a:cubicBezTo>
                  <a:pt x="183964" y="206181"/>
                  <a:pt x="164491" y="216181"/>
                  <a:pt x="135537" y="216181"/>
                </a:cubicBezTo>
                <a:cubicBezTo>
                  <a:pt x="112991" y="216181"/>
                  <a:pt x="98131" y="208745"/>
                  <a:pt x="98131" y="197459"/>
                </a:cubicBezTo>
                <a:cubicBezTo>
                  <a:pt x="98131" y="191559"/>
                  <a:pt x="99925" y="188224"/>
                  <a:pt x="110684" y="175397"/>
                </a:cubicBezTo>
                <a:moveTo>
                  <a:pt x="111967" y="88355"/>
                </a:moveTo>
                <a:cubicBezTo>
                  <a:pt x="111967" y="73245"/>
                  <a:pt x="119141" y="64226"/>
                  <a:pt x="130928" y="64226"/>
                </a:cubicBezTo>
                <a:cubicBezTo>
                  <a:pt x="138868" y="64226"/>
                  <a:pt x="145530" y="68632"/>
                  <a:pt x="149631" y="76318"/>
                </a:cubicBezTo>
                <a:cubicBezTo>
                  <a:pt x="154240" y="85282"/>
                  <a:pt x="157317" y="97066"/>
                  <a:pt x="157317" y="107055"/>
                </a:cubicBezTo>
                <a:cubicBezTo>
                  <a:pt x="157317" y="121395"/>
                  <a:pt x="149885" y="130359"/>
                  <a:pt x="138102" y="130359"/>
                </a:cubicBezTo>
                <a:cubicBezTo>
                  <a:pt x="122730" y="130359"/>
                  <a:pt x="111967" y="113713"/>
                  <a:pt x="111967" y="89126"/>
                </a:cubicBezTo>
                <a:lnTo>
                  <a:pt x="111967" y="88355"/>
                </a:lnTo>
                <a:close/>
                <a:moveTo>
                  <a:pt x="210866" y="220306"/>
                </a:moveTo>
                <a:cubicBezTo>
                  <a:pt x="229827" y="208006"/>
                  <a:pt x="237513" y="201345"/>
                  <a:pt x="246990" y="189557"/>
                </a:cubicBezTo>
                <a:cubicBezTo>
                  <a:pt x="265185" y="167269"/>
                  <a:pt x="274149" y="141646"/>
                  <a:pt x="274149" y="111672"/>
                </a:cubicBezTo>
                <a:cubicBezTo>
                  <a:pt x="274149" y="78875"/>
                  <a:pt x="264669" y="54022"/>
                  <a:pt x="242123" y="27887"/>
                </a:cubicBezTo>
                <a:cubicBezTo>
                  <a:pt x="231618" y="15587"/>
                  <a:pt x="224956" y="9954"/>
                  <a:pt x="211632" y="1751"/>
                </a:cubicBezTo>
                <a:lnTo>
                  <a:pt x="208559" y="5853"/>
                </a:lnTo>
                <a:cubicBezTo>
                  <a:pt x="229057" y="21995"/>
                  <a:pt x="235973" y="30963"/>
                  <a:pt x="243147" y="50179"/>
                </a:cubicBezTo>
                <a:cubicBezTo>
                  <a:pt x="249297" y="67346"/>
                  <a:pt x="252115" y="86815"/>
                  <a:pt x="252115" y="112438"/>
                </a:cubicBezTo>
                <a:cubicBezTo>
                  <a:pt x="252115" y="139085"/>
                  <a:pt x="248784" y="160349"/>
                  <a:pt x="241868" y="175980"/>
                </a:cubicBezTo>
                <a:cubicBezTo>
                  <a:pt x="234695" y="192122"/>
                  <a:pt x="227008" y="201345"/>
                  <a:pt x="208559" y="216205"/>
                </a:cubicBezTo>
                <a:lnTo>
                  <a:pt x="210866" y="220306"/>
                </a:lnTo>
                <a:close/>
                <a:moveTo>
                  <a:pt x="554706" y="5254"/>
                </a:moveTo>
                <a:lnTo>
                  <a:pt x="502181" y="5254"/>
                </a:lnTo>
                <a:lnTo>
                  <a:pt x="502181" y="10126"/>
                </a:lnTo>
                <a:cubicBezTo>
                  <a:pt x="516275" y="10892"/>
                  <a:pt x="520885" y="13711"/>
                  <a:pt x="520885" y="20885"/>
                </a:cubicBezTo>
                <a:cubicBezTo>
                  <a:pt x="520885" y="24982"/>
                  <a:pt x="519094" y="31898"/>
                  <a:pt x="516017" y="39584"/>
                </a:cubicBezTo>
                <a:lnTo>
                  <a:pt x="478353" y="133593"/>
                </a:lnTo>
                <a:lnTo>
                  <a:pt x="439664" y="47012"/>
                </a:lnTo>
                <a:cubicBezTo>
                  <a:pt x="431212" y="28313"/>
                  <a:pt x="429159" y="22421"/>
                  <a:pt x="429159" y="18578"/>
                </a:cubicBezTo>
                <a:cubicBezTo>
                  <a:pt x="429159" y="13711"/>
                  <a:pt x="432748" y="11150"/>
                  <a:pt x="440946" y="10638"/>
                </a:cubicBezTo>
                <a:cubicBezTo>
                  <a:pt x="441971" y="10638"/>
                  <a:pt x="444790" y="10380"/>
                  <a:pt x="448379" y="10126"/>
                </a:cubicBezTo>
                <a:lnTo>
                  <a:pt x="448379" y="5254"/>
                </a:lnTo>
                <a:lnTo>
                  <a:pt x="380224" y="5254"/>
                </a:lnTo>
                <a:lnTo>
                  <a:pt x="380224" y="10126"/>
                </a:lnTo>
                <a:cubicBezTo>
                  <a:pt x="392777" y="10638"/>
                  <a:pt x="396366" y="14223"/>
                  <a:pt x="407383" y="37019"/>
                </a:cubicBezTo>
                <a:lnTo>
                  <a:pt x="470413" y="177649"/>
                </a:lnTo>
                <a:lnTo>
                  <a:pt x="474256" y="177649"/>
                </a:lnTo>
                <a:lnTo>
                  <a:pt x="531135" y="33946"/>
                </a:lnTo>
                <a:cubicBezTo>
                  <a:pt x="539592" y="13711"/>
                  <a:pt x="542407" y="10892"/>
                  <a:pt x="554706" y="10126"/>
                </a:cubicBezTo>
                <a:lnTo>
                  <a:pt x="554706" y="5254"/>
                </a:lnTo>
                <a:close/>
                <a:moveTo>
                  <a:pt x="590575" y="57048"/>
                </a:moveTo>
                <a:lnTo>
                  <a:pt x="550862" y="71060"/>
                </a:lnTo>
                <a:lnTo>
                  <a:pt x="550862" y="74907"/>
                </a:lnTo>
                <a:lnTo>
                  <a:pt x="552915" y="74649"/>
                </a:lnTo>
                <a:cubicBezTo>
                  <a:pt x="555988" y="74136"/>
                  <a:pt x="559319" y="73878"/>
                  <a:pt x="561625" y="73878"/>
                </a:cubicBezTo>
                <a:cubicBezTo>
                  <a:pt x="567775" y="73878"/>
                  <a:pt x="570078" y="77979"/>
                  <a:pt x="570078" y="89262"/>
                </a:cubicBezTo>
                <a:lnTo>
                  <a:pt x="570078" y="148750"/>
                </a:lnTo>
                <a:cubicBezTo>
                  <a:pt x="570078" y="167211"/>
                  <a:pt x="567517" y="170029"/>
                  <a:pt x="549838" y="171054"/>
                </a:cubicBezTo>
                <a:lnTo>
                  <a:pt x="549838" y="174897"/>
                </a:lnTo>
                <a:lnTo>
                  <a:pt x="610561" y="174897"/>
                </a:lnTo>
                <a:lnTo>
                  <a:pt x="610561" y="171054"/>
                </a:lnTo>
                <a:cubicBezTo>
                  <a:pt x="593652" y="169775"/>
                  <a:pt x="591600" y="167211"/>
                  <a:pt x="591600" y="148750"/>
                </a:cubicBezTo>
                <a:lnTo>
                  <a:pt x="591600" y="57818"/>
                </a:lnTo>
                <a:lnTo>
                  <a:pt x="590575" y="57048"/>
                </a:lnTo>
                <a:moveTo>
                  <a:pt x="578534" y="0"/>
                </a:moveTo>
                <a:cubicBezTo>
                  <a:pt x="571618" y="0"/>
                  <a:pt x="565722" y="5896"/>
                  <a:pt x="565722" y="13070"/>
                </a:cubicBezTo>
                <a:cubicBezTo>
                  <a:pt x="565722" y="20244"/>
                  <a:pt x="571360" y="26135"/>
                  <a:pt x="578534" y="26135"/>
                </a:cubicBezTo>
                <a:cubicBezTo>
                  <a:pt x="585966" y="26135"/>
                  <a:pt x="591858" y="20498"/>
                  <a:pt x="591858" y="13070"/>
                </a:cubicBezTo>
                <a:cubicBezTo>
                  <a:pt x="591858" y="5896"/>
                  <a:pt x="585966" y="0"/>
                  <a:pt x="578534" y="0"/>
                </a:cubicBezTo>
                <a:close/>
                <a:moveTo>
                  <a:pt x="682300" y="59550"/>
                </a:moveTo>
                <a:lnTo>
                  <a:pt x="656423" y="59550"/>
                </a:lnTo>
                <a:lnTo>
                  <a:pt x="656423" y="29830"/>
                </a:lnTo>
                <a:cubicBezTo>
                  <a:pt x="656423" y="27269"/>
                  <a:pt x="656169" y="26499"/>
                  <a:pt x="654629" y="26499"/>
                </a:cubicBezTo>
                <a:cubicBezTo>
                  <a:pt x="652838" y="28805"/>
                  <a:pt x="651298" y="31112"/>
                  <a:pt x="649507" y="33673"/>
                </a:cubicBezTo>
                <a:cubicBezTo>
                  <a:pt x="639769" y="47767"/>
                  <a:pt x="628752" y="60066"/>
                  <a:pt x="624654" y="61090"/>
                </a:cubicBezTo>
                <a:cubicBezTo>
                  <a:pt x="621836" y="62881"/>
                  <a:pt x="620295" y="64675"/>
                  <a:pt x="620295" y="65958"/>
                </a:cubicBezTo>
                <a:cubicBezTo>
                  <a:pt x="620295" y="66728"/>
                  <a:pt x="620553" y="67240"/>
                  <a:pt x="621324" y="67752"/>
                </a:cubicBezTo>
                <a:lnTo>
                  <a:pt x="634901" y="67752"/>
                </a:lnTo>
                <a:lnTo>
                  <a:pt x="634901" y="144864"/>
                </a:lnTo>
                <a:cubicBezTo>
                  <a:pt x="634901" y="166382"/>
                  <a:pt x="642587" y="177399"/>
                  <a:pt x="657706" y="177399"/>
                </a:cubicBezTo>
                <a:cubicBezTo>
                  <a:pt x="670259" y="177399"/>
                  <a:pt x="679994" y="171253"/>
                  <a:pt x="688450" y="157929"/>
                </a:cubicBezTo>
                <a:lnTo>
                  <a:pt x="685119" y="155111"/>
                </a:lnTo>
                <a:cubicBezTo>
                  <a:pt x="679740" y="161514"/>
                  <a:pt x="675385" y="164079"/>
                  <a:pt x="669747" y="164079"/>
                </a:cubicBezTo>
                <a:cubicBezTo>
                  <a:pt x="660266" y="164079"/>
                  <a:pt x="656423" y="157159"/>
                  <a:pt x="656423" y="141021"/>
                </a:cubicBezTo>
                <a:lnTo>
                  <a:pt x="656423" y="67752"/>
                </a:lnTo>
                <a:lnTo>
                  <a:pt x="682300" y="67752"/>
                </a:lnTo>
                <a:lnTo>
                  <a:pt x="682300" y="59550"/>
                </a:lnTo>
                <a:close/>
                <a:moveTo>
                  <a:pt x="768899" y="94396"/>
                </a:moveTo>
                <a:lnTo>
                  <a:pt x="767875" y="59550"/>
                </a:lnTo>
                <a:lnTo>
                  <a:pt x="765056" y="59550"/>
                </a:lnTo>
                <a:lnTo>
                  <a:pt x="764544" y="60066"/>
                </a:lnTo>
                <a:cubicBezTo>
                  <a:pt x="762238" y="61857"/>
                  <a:pt x="761983" y="62115"/>
                  <a:pt x="760959" y="62115"/>
                </a:cubicBezTo>
                <a:cubicBezTo>
                  <a:pt x="759423" y="62115"/>
                  <a:pt x="756858" y="61602"/>
                  <a:pt x="754039" y="60320"/>
                </a:cubicBezTo>
                <a:cubicBezTo>
                  <a:pt x="748402" y="58326"/>
                  <a:pt x="742768" y="57298"/>
                  <a:pt x="736106" y="57298"/>
                </a:cubicBezTo>
                <a:cubicBezTo>
                  <a:pt x="715863" y="57298"/>
                  <a:pt x="701261" y="70364"/>
                  <a:pt x="701261" y="88801"/>
                </a:cubicBezTo>
                <a:cubicBezTo>
                  <a:pt x="701261" y="103137"/>
                  <a:pt x="709459" y="113380"/>
                  <a:pt x="731239" y="125672"/>
                </a:cubicBezTo>
                <a:lnTo>
                  <a:pt x="746099" y="134124"/>
                </a:lnTo>
                <a:cubicBezTo>
                  <a:pt x="755064" y="139246"/>
                  <a:pt x="759423" y="145391"/>
                  <a:pt x="759423" y="153328"/>
                </a:cubicBezTo>
                <a:cubicBezTo>
                  <a:pt x="759423" y="164595"/>
                  <a:pt x="751220" y="171765"/>
                  <a:pt x="738155" y="171765"/>
                </a:cubicBezTo>
                <a:cubicBezTo>
                  <a:pt x="729444" y="171765"/>
                  <a:pt x="721500" y="168434"/>
                  <a:pt x="716633" y="162801"/>
                </a:cubicBezTo>
                <a:cubicBezTo>
                  <a:pt x="711253" y="156401"/>
                  <a:pt x="708947" y="150509"/>
                  <a:pt x="705616" y="135915"/>
                </a:cubicBezTo>
                <a:lnTo>
                  <a:pt x="701515" y="135915"/>
                </a:lnTo>
                <a:lnTo>
                  <a:pt x="701515" y="175862"/>
                </a:lnTo>
                <a:lnTo>
                  <a:pt x="704846" y="175862"/>
                </a:lnTo>
                <a:cubicBezTo>
                  <a:pt x="706640" y="173302"/>
                  <a:pt x="707664" y="172789"/>
                  <a:pt x="710741" y="172789"/>
                </a:cubicBezTo>
                <a:cubicBezTo>
                  <a:pt x="713048" y="172848"/>
                  <a:pt x="716633" y="173360"/>
                  <a:pt x="722525" y="174897"/>
                </a:cubicBezTo>
                <a:cubicBezTo>
                  <a:pt x="729698" y="176374"/>
                  <a:pt x="736618" y="177399"/>
                  <a:pt x="741228" y="177399"/>
                </a:cubicBezTo>
                <a:cubicBezTo>
                  <a:pt x="760959" y="177399"/>
                  <a:pt x="777356" y="162546"/>
                  <a:pt x="777356" y="144621"/>
                </a:cubicBezTo>
                <a:cubicBezTo>
                  <a:pt x="777356" y="131818"/>
                  <a:pt x="771206" y="123369"/>
                  <a:pt x="755834" y="114150"/>
                </a:cubicBezTo>
                <a:lnTo>
                  <a:pt x="728162" y="97762"/>
                </a:lnTo>
                <a:cubicBezTo>
                  <a:pt x="720988" y="93664"/>
                  <a:pt x="717145" y="87265"/>
                  <a:pt x="717145" y="80349"/>
                </a:cubicBezTo>
                <a:cubicBezTo>
                  <a:pt x="717145" y="70106"/>
                  <a:pt x="725089" y="62936"/>
                  <a:pt x="736872" y="62936"/>
                </a:cubicBezTo>
                <a:cubicBezTo>
                  <a:pt x="751478" y="62936"/>
                  <a:pt x="759165" y="71642"/>
                  <a:pt x="765056" y="94435"/>
                </a:cubicBezTo>
                <a:lnTo>
                  <a:pt x="768899" y="94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8064E-E2DC-4669-91D8-C4A2E951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365" y="2431658"/>
            <a:ext cx="3431922" cy="2160840"/>
          </a:xfrm>
          <a:custGeom xmlns:a="http://schemas.openxmlformats.org/drawingml/2006/main">
            <a:pathLst>
              <a:path w="3431922" h="2160840">
                <a:moveTo>
                  <a:pt x="0" y="2160840"/>
                </a:moveTo>
                <a:lnTo>
                  <a:pt x="3431922" y="2160840"/>
                </a:lnTo>
                <a:lnTo>
                  <a:pt x="3431922" y="0"/>
                </a:lnTo>
                <a:lnTo>
                  <a:pt x="0" y="0"/>
                </a:lnTo>
                <a:lnTo>
                  <a:pt x="0" y="21608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35F47-31B2-424F-A6AA-58C04668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622320"/>
            <a:ext cx="2574648" cy="1246367"/>
          </a:xfrm>
          <a:custGeom xmlns:a="http://schemas.openxmlformats.org/drawingml/2006/main">
            <a:pathLst>
              <a:path w="2574648" h="1246367">
                <a:moveTo>
                  <a:pt x="0" y="1246367"/>
                </a:moveTo>
                <a:lnTo>
                  <a:pt x="2574648" y="1246367"/>
                </a:lnTo>
                <a:lnTo>
                  <a:pt x="2574648" y="0"/>
                </a:lnTo>
                <a:lnTo>
                  <a:pt x="0" y="0"/>
                </a:lnTo>
                <a:lnTo>
                  <a:pt x="0" y="1246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061C1-1FDF-4A27-A480-BA23C26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1FDC1-CB91-45EE-9F58-DAE0915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C0A04-5CD1-44B7-8D9A-CB5A407A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ABDDD-1465-4649-8B92-7100A20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70687-0C7D-427D-ACC5-C8C7E42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74563-5782-46C0-AAA1-9776B0EC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2FAF7-AFD7-450B-A1EA-070EEFB7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E7ADD-6B32-49F8-B276-A9865BEC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4F759-A8C7-43E9-80FF-C25ABFF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4F62E-5EBE-475C-A278-3A7833D6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CDBDA-AAC0-4D70-A2ED-6D57E48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24D9F-0D90-43D8-BA98-4A5F6E8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5319A-A446-4ED6-9B10-C09A599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CB1BF-B907-4E90-8D06-3F4F22B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F46C3-8421-484D-A537-2D48A020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70F9B-938B-415F-A354-4ACA85C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2C688-ACA6-486C-BA11-6F729FF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4C711-CC39-4570-811E-A98AEF9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8ECCB-984B-49F4-85CA-39B4B350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5D947-437A-4466-9020-FB09E06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2BC8B-307E-4F71-AB25-74C9140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2681671"/>
            <a:ext cx="46812" cy="1187016"/>
          </a:xfrm>
          <a:custGeom xmlns:a="http://schemas.openxmlformats.org/drawingml/2006/main">
            <a:pathLst>
              <a:path w="46812" h="1187016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B5C77-3D94-414D-86DD-9DCC112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2681671"/>
            <a:ext cx="46812" cy="1187016"/>
          </a:xfrm>
          <a:custGeom xmlns:a="http://schemas.openxmlformats.org/drawingml/2006/main">
            <a:pathLst>
              <a:path w="46812" h="1187016" fill="none">
                <a:moveTo>
                  <a:pt x="0" y="1187016"/>
                </a:moveTo>
                <a:lnTo>
                  <a:pt x="46812" y="1187016"/>
                </a:lnTo>
                <a:lnTo>
                  <a:pt x="46812" y="0"/>
                </a:lnTo>
                <a:lnTo>
                  <a:pt x="0" y="0"/>
                </a:lnTo>
                <a:lnTo>
                  <a:pt x="0" y="1187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B24FF-60EA-4FBF-AA6B-07534309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C7405-A6D6-45B1-99AA-39E90496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5A352-B36A-4A91-A8C5-027CFEE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4CA58-F5F4-496D-BD9D-52622F6E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DB002-3494-48E1-8F16-EE60513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B77E5-1714-4550-8B72-E6B3CCD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27B20-6DF3-4389-8827-9ADA198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D3C08-5257-41B3-9DC0-9BFD089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1C4B8-840B-4D71-BAE9-65505441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B974C-82EB-4D67-BE40-9824B54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9F346-A939-4F14-A7DF-63969101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3D497-26DD-4B72-A082-6223F92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4746C-91E7-4E67-86D8-2F12596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ECC52-CCC9-4278-9F04-EFC59F8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9B6EC-656C-4DB6-9086-860D3C21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3D033-877C-46B7-92DB-ADF886B4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1E2CE-3F77-496F-910C-4F945FC4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2BFE3-5B07-4E9A-AA00-F6AE1218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24853-0D1C-4208-B244-C4B40A7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B9BF0-5B5D-4674-A3E7-07B0075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5A5FE-D36E-478B-83C5-1D9B44E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687BE-22DA-46CE-B0F1-9D2B7818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6853D-79BF-41B1-AB34-3102F20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0BC72-882E-422E-B11D-7BC7276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4E898-0646-4ECF-8078-5BAE60FF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8BCBF-669C-4A57-A620-6E016AD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B6404-0175-4059-B2A5-1EB298A7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FA529-A82A-43C9-850E-24C3598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7C5C2-1ED4-4299-B1CE-37A0FAC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3F90D-8FB3-40E4-9BE1-E8C13DA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EDDE9-3666-4429-A562-3B6A2F02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5136B-92B8-4A88-AE9C-F26E2E3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67C89-DFF7-47A2-A99C-E14947C9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B417F-7C32-4FD7-918D-FE5517B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7841B-2C05-4516-A6B6-C69B73E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BB262-CA82-4459-A3DC-97262EB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B7344-1603-47A0-BF82-579503E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716B8-FA2B-4CF8-85E4-D621D49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1A910-A815-4E3C-92E1-1EA25A9B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4D4D4-EA5C-403F-8D3A-A95F83AE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C975E-72E9-4AF8-BAD5-A6A46EC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FFE20-9462-4D80-96C6-B2B44E46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89628-0F28-48FE-87B5-616BDE8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69411-D6B2-4753-81A2-EBEF08A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7C8E3-470B-4E37-8D7F-DE35CE01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83860-7B85-4575-A291-4D6D9F10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F419B-E9B6-4BA3-93E2-086B5F4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F3A97-6B81-4A74-84A2-8BE781C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9A57B-F9F0-4C87-BC77-A3EDFB9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73BB3-F8C3-44C5-A6B3-DBA9CD5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582AC-94FC-45BC-9C4F-C7EA7049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B68CD-DD61-4283-A04A-55890EC9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AEFAD-E48B-40CB-A4B7-2F7A56E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9EFD7-5052-41FD-90F4-11BDB61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A1B71-3401-4E2A-AAB7-D3F125EE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0D0A8-BC03-44F6-A322-F6E17D5D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4A6B4-786C-4516-82A6-4D2512B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3144C-1FE1-47D6-83B5-73527B7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288F5-E924-4DC1-8732-30F97619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1D2B3-7135-492F-B905-A2E29B9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F024D-BD50-4845-9594-60AC143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996F2-F751-413D-8D9F-C66F824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34FD9-DB5B-4C03-B846-1E9DCBA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D75E6-9ED3-44F7-80A3-8C3DF86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637AB-5B83-4013-BC67-F7F9B4B2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8D2E3-0881-49FF-9607-BC5D6FFE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5CB6B-9B34-4086-8080-7B7ED80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DB0AA-07A8-4BE1-9B76-D7BD08D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F5A56-8067-4A0C-9917-94D91D5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F7DE5-25B3-41AE-A564-B358E83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1BC2D-A0A3-46A3-B743-8C11C4F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8D30F-43D5-4C78-B288-2206941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519F2-5134-41FD-AE6E-35C0A601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2C828-D2FF-4A80-BA6F-47FB468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957ED-9B3E-4AA0-A04F-B3EA0F6B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25975-772F-4C9A-BE93-423AB5F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6AE41-FA5B-484F-A60D-B04B1205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DDE91-9839-425E-9310-C80F1CD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223E8-0121-4337-9E8C-1A79F5E5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184B3-5543-49E8-A92E-2EEAF4F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0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16FEB-7A84-4698-AC27-C67A1C3C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00B25-2830-48FC-94CC-3C881B60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8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DC06A-9321-46F2-95A6-1A18C41C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8F0F5-EAE2-4262-AAA0-E749177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6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56B84-9D31-4733-8114-D9D299A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9EF53-0A75-46DA-8E58-E842342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44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DCE17-B385-4FAD-9483-FDE6DA8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37DE7-7218-44AD-85D3-C5A7570F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5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FC3B9-299E-4705-993C-CC0AAE60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B0C44-3653-45C2-9F2C-FD4390B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0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99537-DEB8-4A2C-8E9F-4D6EBF9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419C4-84A4-4416-8F1B-9D5EBCFF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F39EB-356F-4805-962D-546F0D7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C9035-E14D-48C6-811E-81F34767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6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95ADE-D5F9-49B6-AC7F-2E08FF5A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C54A4-F768-4903-ACBE-41AB671E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50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BB764-CEA5-49C7-BB46-318F4D59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8AB0A-DBD4-4DA9-8FA9-B313B094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BBCF6-89FA-4919-AC36-336AFDA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0BEFA-BF46-44CD-8149-ED9831D1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ABA42-EDD1-4BEF-8741-A7F4F31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3AB96-14C5-4D83-B538-8F872C61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9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962C8-31EE-4976-B727-C72343E9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DD325-C46B-4FDC-AEFB-13C78401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BDEC5-1162-4268-9D02-1E09C28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901BE-816D-4885-8CBB-CE34DF1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5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BCD31-CB6A-4993-8F3F-053EB06C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D8217-5023-4B22-8EB8-99D7B86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3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B5915-6271-477F-9543-30682785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1CC71-519B-43D3-B506-12FA970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1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2FBE7-5F3D-434A-93B0-6634877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452FA-B942-43FD-ADFF-C0137914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9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B3121-3D74-4417-8A7A-313F88FE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90FC1-3DE3-491C-8373-C012A11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80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E5784-2719-48D9-8ACC-456AE50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5E8FB-61A6-425B-8C3B-B0A3F137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1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B35C6-71C8-46E6-AB8E-9283DF5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1C387-F417-465F-B029-726DF6F3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4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EA8F6-E79F-4A20-A1E7-844F59D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19DF9-8E5C-40FC-827E-6CD543DD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24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C0649-5473-4D60-83AC-BF28D163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F03FC-B76C-4B19-89BD-0991A50D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05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29516-A446-4E66-BC6D-23C5AADA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C0101-1847-4149-AD36-A78144E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8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B6603-B579-4B1C-AC25-84176D9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29722-4ED8-4972-BB66-0B51B7C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67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AF37C-16AB-4430-80B3-4BB1AA8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C7AE0-893B-4955-AD37-5365EE89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4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E9937-CA51-4D10-A16F-2C8565D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1117D-11BE-4F4F-83E6-083EBC3A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30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5ECCA-8072-421E-B89F-17424A8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E30C0-8BB2-450A-A321-13568A9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112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7C631-EEC6-4554-AA20-D5F34824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92F0E-318B-402D-B79E-F5C3847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924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DC717-0B61-4FCE-AB26-0269FA2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E0E20-8612-4C4F-A2BE-DF46D11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736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AE77E-B994-4CF8-B40F-B21C6E47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C28E6-4480-4752-9648-F936A78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548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EBC18-C755-4812-8952-34955CC3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2A488-BED2-4586-9FD6-BEF21A85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35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221EE-38F0-4ED6-8B39-DBE935A9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D4AEA-FC76-4211-8088-7163DE9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1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F3519-17A8-4685-AB5D-E1B63BC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01E7B-CBA3-4810-9FE4-8BE3F5A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8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998C3-1B1E-48F2-A6F7-B8B7B1D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C2F85-065A-4B5A-81E7-D387788D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9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5F9DE-BB2C-46B0-8426-EC9654B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9CE89-0A53-4983-9DD6-3A977637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607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4F1AE-469C-4B50-8221-7A17710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EB550-3717-4F65-8A4C-226CCC5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41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1817F-DD0A-4C36-B01E-DDFF3A70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9ED59-61DB-438C-A6D3-34D5B0A7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30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C1BC0-4F8C-4C6A-99EC-7978547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6C442-1208-4E5A-A2F7-4B39852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042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529CA-AADD-42D0-8875-0AF35205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3868687"/>
            <a:ext cx="46811" cy="10"/>
          </a:xfrm>
          <a:custGeom xmlns:a="http://schemas.openxmlformats.org/drawingml/2006/main">
            <a:pathLst>
              <a:path w="46811" h="1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971EE-7BD0-4E25-97D3-0F9F875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54" y="3868687"/>
            <a:ext cx="46811" cy="10"/>
          </a:xfrm>
          <a:custGeom xmlns:a="http://schemas.openxmlformats.org/drawingml/2006/main">
            <a:pathLst>
              <a:path w="46811" h="1" fill="none">
                <a:moveTo>
                  <a:pt x="0" y="0"/>
                </a:moveTo>
                <a:lnTo>
                  <a:pt x="468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5A416-E212-4C7C-A368-BF4FB19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BDB8F-CB7E-4ACE-B3A4-E456965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65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ED5A8-7B9F-470A-8FD7-F86E0EC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A41B1-A50E-4DF8-96B4-A28DDDF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477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DCD3C-D36E-4BC4-87B6-ECFEA0EF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BE885-BD4F-457E-B0BD-42C5F681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289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791E9-E0BB-4F6B-A681-91557822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E8501-D519-4FF2-B72A-A5BFFEB3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01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4D4DA-9BD5-4192-B31D-9396ED65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3868687"/>
            <a:ext cx="46812" cy="10"/>
          </a:xfrm>
          <a:custGeom xmlns:a="http://schemas.openxmlformats.org/drawingml/2006/main">
            <a:pathLst>
              <a:path w="46812" h="1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77DD9-A3B1-4966-8195-F7CED5C5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913" y="3868687"/>
            <a:ext cx="46812" cy="10"/>
          </a:xfrm>
          <a:custGeom xmlns:a="http://schemas.openxmlformats.org/drawingml/2006/main">
            <a:pathLst>
              <a:path w="46812" h="1" fill="none">
                <a:moveTo>
                  <a:pt x="0" y="0"/>
                </a:moveTo>
                <a:lnTo>
                  <a:pt x="4681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F12F9-8277-437D-BBEF-820B3AB5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0EC18-97F8-4C4B-A16C-B63BB7A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725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1CA0D-D853-49C2-B604-CC34869B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3275179"/>
            <a:ext cx="46812" cy="593508"/>
          </a:xfrm>
          <a:custGeom xmlns:a="http://schemas.openxmlformats.org/drawingml/2006/main">
            <a:pathLst>
              <a:path w="46812" h="593508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27D40-9A58-4E16-9CD2-CCA54054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536" y="3275179"/>
            <a:ext cx="46812" cy="593508"/>
          </a:xfrm>
          <a:custGeom xmlns:a="http://schemas.openxmlformats.org/drawingml/2006/main">
            <a:pathLst>
              <a:path w="46812" h="593508" fill="none">
                <a:moveTo>
                  <a:pt x="0" y="593508"/>
                </a:moveTo>
                <a:lnTo>
                  <a:pt x="46812" y="593508"/>
                </a:lnTo>
                <a:lnTo>
                  <a:pt x="46812" y="0"/>
                </a:lnTo>
                <a:lnTo>
                  <a:pt x="0" y="0"/>
                </a:lnTo>
                <a:lnTo>
                  <a:pt x="0" y="593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87510-34F9-454E-B8C0-1A563D82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3670851"/>
            <a:ext cx="46812" cy="197836"/>
          </a:xfrm>
          <a:custGeom xmlns:a="http://schemas.openxmlformats.org/drawingml/2006/main">
            <a:pathLst>
              <a:path w="46812" h="197836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8FC3A-0915-407C-888E-D111052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348" y="3670851"/>
            <a:ext cx="46812" cy="197836"/>
          </a:xfrm>
          <a:custGeom xmlns:a="http://schemas.openxmlformats.org/drawingml/2006/main">
            <a:pathLst>
              <a:path w="46812" h="197836" fill="none">
                <a:moveTo>
                  <a:pt x="0" y="197836"/>
                </a:moveTo>
                <a:lnTo>
                  <a:pt x="46812" y="197836"/>
                </a:lnTo>
                <a:lnTo>
                  <a:pt x="46812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A3FE5-92F6-4F0D-A95C-67A55A4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3077343"/>
            <a:ext cx="46812" cy="791344"/>
          </a:xfrm>
          <a:custGeom xmlns:a="http://schemas.openxmlformats.org/drawingml/2006/main">
            <a:pathLst>
              <a:path w="46812" h="791344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5CC2F-DB5C-4190-978B-0B5F702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7160" y="3077343"/>
            <a:ext cx="46812" cy="791344"/>
          </a:xfrm>
          <a:custGeom xmlns:a="http://schemas.openxmlformats.org/drawingml/2006/main">
            <a:pathLst>
              <a:path w="46812" h="791344" fill="none">
                <a:moveTo>
                  <a:pt x="0" y="791344"/>
                </a:moveTo>
                <a:lnTo>
                  <a:pt x="46812" y="791344"/>
                </a:lnTo>
                <a:lnTo>
                  <a:pt x="46812" y="0"/>
                </a:lnTo>
                <a:lnTo>
                  <a:pt x="0" y="0"/>
                </a:lnTo>
                <a:lnTo>
                  <a:pt x="0" y="791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AD3C6-B46E-4FAD-9C94-E086EAD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3473015"/>
            <a:ext cx="46812" cy="395672"/>
          </a:xfrm>
          <a:custGeom xmlns:a="http://schemas.openxmlformats.org/drawingml/2006/main">
            <a:pathLst>
              <a:path w="46812" h="395672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E2F84-33C6-4D21-92D3-7FF5F38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972" y="3473015"/>
            <a:ext cx="46812" cy="395672"/>
          </a:xfrm>
          <a:custGeom xmlns:a="http://schemas.openxmlformats.org/drawingml/2006/main">
            <a:pathLst>
              <a:path w="46812" h="395672" fill="none">
                <a:moveTo>
                  <a:pt x="0" y="395672"/>
                </a:moveTo>
                <a:lnTo>
                  <a:pt x="46812" y="395672"/>
                </a:lnTo>
                <a:lnTo>
                  <a:pt x="46812" y="0"/>
                </a:lnTo>
                <a:lnTo>
                  <a:pt x="0" y="0"/>
                </a:lnTo>
                <a:lnTo>
                  <a:pt x="0" y="395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0FFC7-D1EA-47F1-9734-967443D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3670851"/>
            <a:ext cx="46811" cy="197836"/>
          </a:xfrm>
          <a:custGeom xmlns:a="http://schemas.openxmlformats.org/drawingml/2006/main">
            <a:pathLst>
              <a:path w="46811" h="197836">
                <a:moveTo>
                  <a:pt x="0" y="197836"/>
                </a:moveTo>
                <a:lnTo>
                  <a:pt x="46811" y="197836"/>
                </a:lnTo>
                <a:lnTo>
                  <a:pt x="46811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4D2B2-C025-4954-98D6-FED5D03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783" y="3670851"/>
            <a:ext cx="46811" cy="197836"/>
          </a:xfrm>
          <a:custGeom xmlns:a="http://schemas.openxmlformats.org/drawingml/2006/main">
            <a:pathLst>
              <a:path w="46811" h="197836" fill="none">
                <a:moveTo>
                  <a:pt x="0" y="197836"/>
                </a:moveTo>
                <a:lnTo>
                  <a:pt x="46811" y="197836"/>
                </a:lnTo>
                <a:lnTo>
                  <a:pt x="46811" y="0"/>
                </a:lnTo>
                <a:lnTo>
                  <a:pt x="0" y="0"/>
                </a:lnTo>
                <a:lnTo>
                  <a:pt x="0" y="1978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36" cap="flat">
            <a:solidFill>
              <a:srgbClr val="000000"/>
            </a:solidFill>
            <a:miter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432AB-E1D7-48A6-86C8-83DC864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998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C24C8-CBD1-448A-8D78-752684EB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998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9F697-4222-4657-9120-1CC62542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071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D2660-CF57-405B-9990-70E4E02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762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7F12A-4D3B-4E9A-89AF-3464D68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665" y="3995332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08573-7800-4B61-AC1C-F1943C0D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128" y="3868687"/>
            <a:ext cx="10" cy="61789"/>
          </a:xfrm>
          <a:custGeom xmlns:a="http://schemas.openxmlformats.org/drawingml/2006/main">
            <a:pathLst>
              <a:path w="1" h="61789">
                <a:moveTo>
                  <a:pt x="0" y="0"/>
                </a:moveTo>
                <a:lnTo>
                  <a:pt x="0" y="617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1B40B-CA69-475F-AA5D-E1936386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128" y="3868687"/>
            <a:ext cx="10" cy="61789"/>
          </a:xfrm>
          <a:custGeom xmlns:a="http://schemas.openxmlformats.org/drawingml/2006/main">
            <a:pathLst>
              <a:path w="1" h="61789" fill="none">
                <a:moveTo>
                  <a:pt x="0" y="0"/>
                </a:moveTo>
                <a:lnTo>
                  <a:pt x="0" y="61789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30E38-1C64-4340-86DA-63DDF4B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0200" y="3997627"/>
            <a:ext cx="82797" cy="128697"/>
          </a:xfrm>
          <a:custGeom xmlns:a="http://schemas.openxmlformats.org/drawingml/2006/main">
            <a:pathLst>
              <a:path w="82797" h="128697">
                <a:moveTo>
                  <a:pt x="0" y="0"/>
                </a:moveTo>
                <a:lnTo>
                  <a:pt x="82797" y="0"/>
                </a:lnTo>
                <a:lnTo>
                  <a:pt x="82797" y="7415"/>
                </a:lnTo>
                <a:lnTo>
                  <a:pt x="36014" y="128697"/>
                </a:lnTo>
                <a:lnTo>
                  <a:pt x="17830" y="128697"/>
                </a:lnTo>
                <a:lnTo>
                  <a:pt x="61789" y="14653"/>
                </a:lnTo>
                <a:lnTo>
                  <a:pt x="0" y="14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CD97B-B408-4ECB-BDF9-757709F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893" y="4104433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54EE3-8044-4BBE-9788-CDCDB0AF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736" y="3997627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94058-B5E7-4E90-873C-F1DD0EB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910" y="4238989"/>
            <a:ext cx="73970" cy="128697"/>
          </a:xfrm>
          <a:custGeom xmlns:a="http://schemas.openxmlformats.org/drawingml/2006/main">
            <a:pathLst>
              <a:path w="73970" h="128697">
                <a:moveTo>
                  <a:pt x="0" y="0"/>
                </a:moveTo>
                <a:lnTo>
                  <a:pt x="73970" y="0"/>
                </a:lnTo>
                <a:lnTo>
                  <a:pt x="73970" y="14653"/>
                </a:lnTo>
                <a:lnTo>
                  <a:pt x="17477" y="14653"/>
                </a:lnTo>
                <a:lnTo>
                  <a:pt x="17477" y="52609"/>
                </a:lnTo>
                <a:lnTo>
                  <a:pt x="68497" y="52609"/>
                </a:lnTo>
                <a:lnTo>
                  <a:pt x="68497" y="67261"/>
                </a:lnTo>
                <a:lnTo>
                  <a:pt x="17477" y="67261"/>
                </a:lnTo>
                <a:lnTo>
                  <a:pt x="17477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E1755-4519-4903-98DA-FC2058F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496" y="4268824"/>
            <a:ext cx="56493" cy="98862"/>
          </a:xfrm>
          <a:custGeom xmlns:a="http://schemas.openxmlformats.org/drawingml/2006/main">
            <a:pathLst>
              <a:path w="56493" h="98862">
                <a:moveTo>
                  <a:pt x="56493" y="17124"/>
                </a:moveTo>
                <a:cubicBezTo>
                  <a:pt x="54727" y="16065"/>
                  <a:pt x="52785" y="15359"/>
                  <a:pt x="50667" y="14829"/>
                </a:cubicBezTo>
                <a:cubicBezTo>
                  <a:pt x="48548" y="14476"/>
                  <a:pt x="46253" y="14123"/>
                  <a:pt x="43782" y="14123"/>
                </a:cubicBezTo>
                <a:cubicBezTo>
                  <a:pt x="34778" y="14123"/>
                  <a:pt x="27893" y="17124"/>
                  <a:pt x="23127" y="22950"/>
                </a:cubicBezTo>
                <a:cubicBezTo>
                  <a:pt x="18184" y="28776"/>
                  <a:pt x="15889" y="37073"/>
                  <a:pt x="15889" y="48019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066" y="11475"/>
                  <a:pt x="23480" y="7062"/>
                  <a:pt x="28776" y="4237"/>
                </a:cubicBezTo>
                <a:cubicBezTo>
                  <a:pt x="34072" y="1412"/>
                  <a:pt x="40604" y="0"/>
                  <a:pt x="48372" y="0"/>
                </a:cubicBezTo>
                <a:cubicBezTo>
                  <a:pt x="49431" y="0"/>
                  <a:pt x="50667" y="177"/>
                  <a:pt x="52079" y="177"/>
                </a:cubicBezTo>
                <a:cubicBezTo>
                  <a:pt x="53315" y="353"/>
                  <a:pt x="54727" y="530"/>
                  <a:pt x="56493" y="883"/>
                </a:cubicBezTo>
                <a:lnTo>
                  <a:pt x="56493" y="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D98DF-6852-4793-8380-13CAA08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836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40635-651D-47D9-B788-289272F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7407" y="4268824"/>
            <a:ext cx="86328" cy="135406"/>
          </a:xfrm>
          <a:custGeom xmlns:a="http://schemas.openxmlformats.org/drawingml/2006/main">
            <a:pathLst>
              <a:path w="86328" h="135406">
                <a:moveTo>
                  <a:pt x="16418" y="50667"/>
                </a:moveTo>
                <a:cubicBezTo>
                  <a:pt x="16418" y="62318"/>
                  <a:pt x="18713" y="71498"/>
                  <a:pt x="23480" y="78207"/>
                </a:cubicBezTo>
                <a:cubicBezTo>
                  <a:pt x="28246" y="84915"/>
                  <a:pt x="34778" y="88093"/>
                  <a:pt x="43252" y="88093"/>
                </a:cubicBezTo>
                <a:cubicBezTo>
                  <a:pt x="51726" y="88093"/>
                  <a:pt x="58258" y="84915"/>
                  <a:pt x="63201" y="78207"/>
                </a:cubicBezTo>
                <a:cubicBezTo>
                  <a:pt x="67968" y="71498"/>
                  <a:pt x="70439" y="62318"/>
                  <a:pt x="70439" y="50667"/>
                </a:cubicBezTo>
                <a:cubicBezTo>
                  <a:pt x="70439" y="39015"/>
                  <a:pt x="67968" y="30012"/>
                  <a:pt x="63201" y="23303"/>
                </a:cubicBezTo>
                <a:cubicBezTo>
                  <a:pt x="58258" y="16595"/>
                  <a:pt x="51726" y="13240"/>
                  <a:pt x="43252" y="13240"/>
                </a:cubicBezTo>
                <a:cubicBezTo>
                  <a:pt x="34778" y="13240"/>
                  <a:pt x="28246" y="16595"/>
                  <a:pt x="23480" y="23303"/>
                </a:cubicBezTo>
                <a:cubicBezTo>
                  <a:pt x="18713" y="30012"/>
                  <a:pt x="16418" y="39015"/>
                  <a:pt x="16418" y="50667"/>
                </a:cubicBezTo>
                <a:close/>
                <a:moveTo>
                  <a:pt x="70439" y="84386"/>
                </a:moveTo>
                <a:cubicBezTo>
                  <a:pt x="67085" y="90212"/>
                  <a:pt x="62848" y="94448"/>
                  <a:pt x="57728" y="97097"/>
                </a:cubicBezTo>
                <a:cubicBezTo>
                  <a:pt x="52609" y="99745"/>
                  <a:pt x="46606" y="101157"/>
                  <a:pt x="39545" y="101157"/>
                </a:cubicBezTo>
                <a:cubicBezTo>
                  <a:pt x="27893" y="101157"/>
                  <a:pt x="18360" y="96567"/>
                  <a:pt x="10945" y="87387"/>
                </a:cubicBezTo>
                <a:cubicBezTo>
                  <a:pt x="3531" y="78207"/>
                  <a:pt x="0" y="65849"/>
                  <a:pt x="0" y="50667"/>
                </a:cubicBezTo>
                <a:cubicBezTo>
                  <a:pt x="0" y="35484"/>
                  <a:pt x="3531" y="23303"/>
                  <a:pt x="10945" y="13947"/>
                </a:cubicBezTo>
                <a:cubicBezTo>
                  <a:pt x="18360" y="4767"/>
                  <a:pt x="27893" y="0"/>
                  <a:pt x="39545" y="0"/>
                </a:cubicBezTo>
                <a:cubicBezTo>
                  <a:pt x="46606" y="0"/>
                  <a:pt x="52609" y="1412"/>
                  <a:pt x="57728" y="4237"/>
                </a:cubicBezTo>
                <a:cubicBezTo>
                  <a:pt x="62848" y="7062"/>
                  <a:pt x="67085" y="11299"/>
                  <a:pt x="70439" y="16948"/>
                </a:cubicBezTo>
                <a:lnTo>
                  <a:pt x="70439" y="2295"/>
                </a:lnTo>
                <a:lnTo>
                  <a:pt x="86328" y="2295"/>
                </a:lnTo>
                <a:lnTo>
                  <a:pt x="86328" y="135406"/>
                </a:lnTo>
                <a:lnTo>
                  <a:pt x="70439" y="135406"/>
                </a:lnTo>
                <a:lnTo>
                  <a:pt x="70439" y="84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F3856-169D-4E06-9D74-AABBC9D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806" y="4268824"/>
            <a:ext cx="80855" cy="101157"/>
          </a:xfrm>
          <a:custGeom xmlns:a="http://schemas.openxmlformats.org/drawingml/2006/main">
            <a:pathLst>
              <a:path w="80855" h="101157">
                <a:moveTo>
                  <a:pt x="0" y="60729"/>
                </a:moveTo>
                <a:lnTo>
                  <a:pt x="0" y="2295"/>
                </a:lnTo>
                <a:lnTo>
                  <a:pt x="15889" y="2295"/>
                </a:lnTo>
                <a:lnTo>
                  <a:pt x="15889" y="60200"/>
                </a:lnTo>
                <a:cubicBezTo>
                  <a:pt x="15889" y="69380"/>
                  <a:pt x="17654" y="76088"/>
                  <a:pt x="21185" y="80678"/>
                </a:cubicBezTo>
                <a:cubicBezTo>
                  <a:pt x="24715" y="85268"/>
                  <a:pt x="30012" y="87563"/>
                  <a:pt x="37250" y="87563"/>
                </a:cubicBezTo>
                <a:cubicBezTo>
                  <a:pt x="45724" y="87563"/>
                  <a:pt x="52609" y="84915"/>
                  <a:pt x="57552" y="79443"/>
                </a:cubicBezTo>
                <a:cubicBezTo>
                  <a:pt x="62495" y="73970"/>
                  <a:pt x="64966" y="66555"/>
                  <a:pt x="64966" y="57022"/>
                </a:cubicBezTo>
                <a:lnTo>
                  <a:pt x="64966" y="2295"/>
                </a:lnTo>
                <a:lnTo>
                  <a:pt x="80855" y="2295"/>
                </a:lnTo>
                <a:lnTo>
                  <a:pt x="80855" y="98862"/>
                </a:lnTo>
                <a:lnTo>
                  <a:pt x="64966" y="98862"/>
                </a:lnTo>
                <a:lnTo>
                  <a:pt x="64966" y="84033"/>
                </a:lnTo>
                <a:cubicBezTo>
                  <a:pt x="61083" y="90035"/>
                  <a:pt x="56493" y="94272"/>
                  <a:pt x="51549" y="97097"/>
                </a:cubicBezTo>
                <a:cubicBezTo>
                  <a:pt x="46430" y="99745"/>
                  <a:pt x="40604" y="101157"/>
                  <a:pt x="33896" y="101157"/>
                </a:cubicBezTo>
                <a:cubicBezTo>
                  <a:pt x="22774" y="101157"/>
                  <a:pt x="14300" y="97803"/>
                  <a:pt x="8650" y="90918"/>
                </a:cubicBezTo>
                <a:cubicBezTo>
                  <a:pt x="2825" y="84209"/>
                  <a:pt x="0" y="74146"/>
                  <a:pt x="0" y="60729"/>
                </a:cubicBezTo>
                <a:close/>
                <a:moveTo>
                  <a:pt x="39898" y="0"/>
                </a:moveTo>
                <a:lnTo>
                  <a:pt x="398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607ED-0740-4DA5-ACCB-52E975D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435" y="4268824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6FD0D-B4A5-4847-9806-D126CF4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363" y="4268824"/>
            <a:ext cx="80855" cy="98862"/>
          </a:xfrm>
          <a:custGeom xmlns:a="http://schemas.openxmlformats.org/drawingml/2006/main">
            <a:pathLst>
              <a:path w="80855" h="98862">
                <a:moveTo>
                  <a:pt x="80855" y="40604"/>
                </a:moveTo>
                <a:lnTo>
                  <a:pt x="80855" y="98862"/>
                </a:lnTo>
                <a:lnTo>
                  <a:pt x="64966" y="98862"/>
                </a:lnTo>
                <a:lnTo>
                  <a:pt x="64966" y="41134"/>
                </a:lnTo>
                <a:cubicBezTo>
                  <a:pt x="64966" y="31954"/>
                  <a:pt x="63024" y="25245"/>
                  <a:pt x="59494" y="20655"/>
                </a:cubicBezTo>
                <a:cubicBezTo>
                  <a:pt x="55963" y="16065"/>
                  <a:pt x="50667" y="13770"/>
                  <a:pt x="43605" y="13770"/>
                </a:cubicBezTo>
                <a:cubicBezTo>
                  <a:pt x="34955" y="13770"/>
                  <a:pt x="28246" y="16595"/>
                  <a:pt x="23303" y="22067"/>
                </a:cubicBezTo>
                <a:cubicBezTo>
                  <a:pt x="18360" y="27540"/>
                  <a:pt x="15889" y="34955"/>
                  <a:pt x="15889" y="44311"/>
                </a:cubicBezTo>
                <a:lnTo>
                  <a:pt x="15889" y="98862"/>
                </a:lnTo>
                <a:lnTo>
                  <a:pt x="0" y="98862"/>
                </a:lnTo>
                <a:lnTo>
                  <a:pt x="0" y="2295"/>
                </a:lnTo>
                <a:lnTo>
                  <a:pt x="15889" y="2295"/>
                </a:lnTo>
                <a:lnTo>
                  <a:pt x="15889" y="17301"/>
                </a:lnTo>
                <a:cubicBezTo>
                  <a:pt x="19596" y="11652"/>
                  <a:pt x="24009" y="7238"/>
                  <a:pt x="29306" y="4413"/>
                </a:cubicBezTo>
                <a:cubicBezTo>
                  <a:pt x="34425" y="1589"/>
                  <a:pt x="40427" y="0"/>
                  <a:pt x="47136" y="0"/>
                </a:cubicBezTo>
                <a:cubicBezTo>
                  <a:pt x="58081" y="0"/>
                  <a:pt x="66555" y="3531"/>
                  <a:pt x="72205" y="10416"/>
                </a:cubicBezTo>
                <a:cubicBezTo>
                  <a:pt x="77854" y="17301"/>
                  <a:pt x="80855" y="27364"/>
                  <a:pt x="80855" y="40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763E0-B7F3-4885-BE73-D2787E1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934" y="4268824"/>
            <a:ext cx="76441" cy="101157"/>
          </a:xfrm>
          <a:custGeom xmlns:a="http://schemas.openxmlformats.org/drawingml/2006/main">
            <a:pathLst>
              <a:path w="76441" h="101157">
                <a:moveTo>
                  <a:pt x="76441" y="6002"/>
                </a:moveTo>
                <a:lnTo>
                  <a:pt x="76441" y="20832"/>
                </a:lnTo>
                <a:cubicBezTo>
                  <a:pt x="71851" y="18360"/>
                  <a:pt x="67438" y="16595"/>
                  <a:pt x="62848" y="15359"/>
                </a:cubicBezTo>
                <a:cubicBezTo>
                  <a:pt x="58258" y="14123"/>
                  <a:pt x="53844" y="13417"/>
                  <a:pt x="49254" y="13417"/>
                </a:cubicBezTo>
                <a:cubicBezTo>
                  <a:pt x="39015" y="13417"/>
                  <a:pt x="30894" y="16771"/>
                  <a:pt x="25245" y="23303"/>
                </a:cubicBezTo>
                <a:cubicBezTo>
                  <a:pt x="19596" y="29835"/>
                  <a:pt x="16771" y="39015"/>
                  <a:pt x="16771" y="50667"/>
                </a:cubicBezTo>
                <a:cubicBezTo>
                  <a:pt x="16771" y="62495"/>
                  <a:pt x="19596" y="71675"/>
                  <a:pt x="25245" y="78207"/>
                </a:cubicBezTo>
                <a:cubicBezTo>
                  <a:pt x="30894" y="84739"/>
                  <a:pt x="39015" y="87917"/>
                  <a:pt x="49254" y="87917"/>
                </a:cubicBezTo>
                <a:cubicBezTo>
                  <a:pt x="53844" y="87917"/>
                  <a:pt x="58258" y="87387"/>
                  <a:pt x="62848" y="86151"/>
                </a:cubicBezTo>
                <a:cubicBezTo>
                  <a:pt x="67438" y="84915"/>
                  <a:pt x="71851" y="82973"/>
                  <a:pt x="76441" y="80502"/>
                </a:cubicBezTo>
                <a:lnTo>
                  <a:pt x="76441" y="95155"/>
                </a:lnTo>
                <a:cubicBezTo>
                  <a:pt x="71851" y="97273"/>
                  <a:pt x="67261" y="98862"/>
                  <a:pt x="62671" y="99745"/>
                </a:cubicBezTo>
                <a:cubicBezTo>
                  <a:pt x="57905" y="100627"/>
                  <a:pt x="52785" y="101157"/>
                  <a:pt x="47489" y="101157"/>
                </a:cubicBezTo>
                <a:cubicBezTo>
                  <a:pt x="33013" y="101157"/>
                  <a:pt x="21361" y="96743"/>
                  <a:pt x="12887" y="87563"/>
                </a:cubicBezTo>
                <a:cubicBezTo>
                  <a:pt x="4237" y="78560"/>
                  <a:pt x="0" y="66202"/>
                  <a:pt x="0" y="50667"/>
                </a:cubicBezTo>
                <a:cubicBezTo>
                  <a:pt x="0" y="34955"/>
                  <a:pt x="4237" y="22597"/>
                  <a:pt x="12887" y="13594"/>
                </a:cubicBezTo>
                <a:cubicBezTo>
                  <a:pt x="21538" y="4590"/>
                  <a:pt x="33366" y="0"/>
                  <a:pt x="48548" y="0"/>
                </a:cubicBezTo>
                <a:cubicBezTo>
                  <a:pt x="53491" y="0"/>
                  <a:pt x="58258" y="530"/>
                  <a:pt x="62848" y="1589"/>
                </a:cubicBezTo>
                <a:cubicBezTo>
                  <a:pt x="67438" y="2648"/>
                  <a:pt x="72028" y="4060"/>
                  <a:pt x="76441" y="6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64404-DBA7-4F51-9EFF-61C3FA5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616" y="4271119"/>
            <a:ext cx="93919" cy="133111"/>
          </a:xfrm>
          <a:custGeom xmlns:a="http://schemas.openxmlformats.org/drawingml/2006/main">
            <a:pathLst>
              <a:path w="93919" h="133111">
                <a:moveTo>
                  <a:pt x="51549" y="105394"/>
                </a:moveTo>
                <a:cubicBezTo>
                  <a:pt x="46959" y="116692"/>
                  <a:pt x="42546" y="124284"/>
                  <a:pt x="38309" y="127814"/>
                </a:cubicBezTo>
                <a:cubicBezTo>
                  <a:pt x="34072" y="131345"/>
                  <a:pt x="28423" y="133111"/>
                  <a:pt x="21361" y="133111"/>
                </a:cubicBezTo>
                <a:lnTo>
                  <a:pt x="8650" y="133111"/>
                </a:lnTo>
                <a:lnTo>
                  <a:pt x="8650" y="119870"/>
                </a:lnTo>
                <a:lnTo>
                  <a:pt x="18007" y="119870"/>
                </a:lnTo>
                <a:cubicBezTo>
                  <a:pt x="22244" y="119870"/>
                  <a:pt x="25598" y="118811"/>
                  <a:pt x="28070" y="116692"/>
                </a:cubicBezTo>
                <a:cubicBezTo>
                  <a:pt x="30541" y="114574"/>
                  <a:pt x="33189" y="109807"/>
                  <a:pt x="36191" y="102040"/>
                </a:cubicBezTo>
                <a:lnTo>
                  <a:pt x="39015" y="94978"/>
                </a:lnTo>
                <a:lnTo>
                  <a:pt x="0" y="0"/>
                </a:lnTo>
                <a:lnTo>
                  <a:pt x="16771" y="0"/>
                </a:lnTo>
                <a:lnTo>
                  <a:pt x="46959" y="75559"/>
                </a:lnTo>
                <a:lnTo>
                  <a:pt x="77148" y="0"/>
                </a:lnTo>
                <a:lnTo>
                  <a:pt x="93919" y="0"/>
                </a:lnTo>
                <a:lnTo>
                  <a:pt x="51549" y="105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C12BA-B548-40F4-9FF7-FC88157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386868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DC81D-40EB-4C3B-B004-750042D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386868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2FF1A-BF9E-400A-981E-6F14EEF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43" y="380472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2D55A-47EB-4C66-A542-0B8B676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3913825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F55CC-89DC-422B-864A-CF5C1FD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662" y="380472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62698-D7E1-4A3B-9B85-47B28AE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337409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11AD9-520D-4012-A40F-B993174D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337409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9275C-46FD-43FD-A2EC-548709F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479" y="3310134"/>
            <a:ext cx="81738" cy="130992"/>
          </a:xfrm>
          <a:custGeom xmlns:a="http://schemas.openxmlformats.org/drawingml/2006/main">
            <a:pathLst>
              <a:path w="81738" h="130992">
                <a:moveTo>
                  <a:pt x="21008" y="116339"/>
                </a:moveTo>
                <a:lnTo>
                  <a:pt x="81738" y="116339"/>
                </a:lnTo>
                <a:lnTo>
                  <a:pt x="81738" y="130992"/>
                </a:lnTo>
                <a:lnTo>
                  <a:pt x="0" y="130992"/>
                </a:lnTo>
                <a:lnTo>
                  <a:pt x="0" y="116339"/>
                </a:lnTo>
                <a:cubicBezTo>
                  <a:pt x="6532" y="109631"/>
                  <a:pt x="15535" y="100451"/>
                  <a:pt x="27010" y="88799"/>
                </a:cubicBezTo>
                <a:cubicBezTo>
                  <a:pt x="38309" y="77324"/>
                  <a:pt x="45547" y="69910"/>
                  <a:pt x="48548" y="66555"/>
                </a:cubicBezTo>
                <a:cubicBezTo>
                  <a:pt x="54198" y="60376"/>
                  <a:pt x="58081" y="55080"/>
                  <a:pt x="60200" y="50667"/>
                </a:cubicBezTo>
                <a:cubicBezTo>
                  <a:pt x="62318" y="46430"/>
                  <a:pt x="63554" y="42016"/>
                  <a:pt x="63554" y="37779"/>
                </a:cubicBezTo>
                <a:cubicBezTo>
                  <a:pt x="63554" y="31071"/>
                  <a:pt x="61083" y="25422"/>
                  <a:pt x="56316" y="21185"/>
                </a:cubicBezTo>
                <a:cubicBezTo>
                  <a:pt x="51549" y="16948"/>
                  <a:pt x="45371" y="14653"/>
                  <a:pt x="37603" y="14653"/>
                </a:cubicBezTo>
                <a:cubicBezTo>
                  <a:pt x="32130" y="14653"/>
                  <a:pt x="26304" y="15712"/>
                  <a:pt x="20302" y="17477"/>
                </a:cubicBezTo>
                <a:cubicBezTo>
                  <a:pt x="14300" y="19419"/>
                  <a:pt x="7768" y="22244"/>
                  <a:pt x="883" y="26128"/>
                </a:cubicBezTo>
                <a:lnTo>
                  <a:pt x="883" y="8474"/>
                </a:lnTo>
                <a:cubicBezTo>
                  <a:pt x="7944" y="5649"/>
                  <a:pt x="14476" y="3531"/>
                  <a:pt x="20479" y="2118"/>
                </a:cubicBezTo>
                <a:cubicBezTo>
                  <a:pt x="26481" y="706"/>
                  <a:pt x="32130" y="0"/>
                  <a:pt x="37250" y="0"/>
                </a:cubicBezTo>
                <a:cubicBezTo>
                  <a:pt x="50490" y="0"/>
                  <a:pt x="61083" y="3354"/>
                  <a:pt x="69027" y="10063"/>
                </a:cubicBezTo>
                <a:cubicBezTo>
                  <a:pt x="76971" y="16771"/>
                  <a:pt x="81031" y="25598"/>
                  <a:pt x="81031" y="36720"/>
                </a:cubicBezTo>
                <a:cubicBezTo>
                  <a:pt x="81031" y="42016"/>
                  <a:pt x="79972" y="47136"/>
                  <a:pt x="78030" y="51726"/>
                </a:cubicBezTo>
                <a:cubicBezTo>
                  <a:pt x="76088" y="56493"/>
                  <a:pt x="72558" y="62142"/>
                  <a:pt x="67261" y="68497"/>
                </a:cubicBezTo>
                <a:cubicBezTo>
                  <a:pt x="65849" y="70263"/>
                  <a:pt x="61259" y="75029"/>
                  <a:pt x="53491" y="82973"/>
                </a:cubicBezTo>
                <a:cubicBezTo>
                  <a:pt x="45724" y="90918"/>
                  <a:pt x="34955" y="102040"/>
                  <a:pt x="21008" y="116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1A93B-89FE-458E-B8F7-12CCB2A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3419235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66F58-051A-483C-9CC8-C8A4FAB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604" y="3312429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DEE78-34EE-4A0C-A405-F89A8CD5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2879507"/>
            <a:ext cx="61789" cy="10"/>
          </a:xfrm>
          <a:custGeom xmlns:a="http://schemas.openxmlformats.org/drawingml/2006/main">
            <a:pathLst>
              <a:path w="61789" h="1">
                <a:moveTo>
                  <a:pt x="6178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4C227-A7A6-47E6-8F45-E72DA40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88" y="2879507"/>
            <a:ext cx="61789" cy="10"/>
          </a:xfrm>
          <a:custGeom xmlns:a="http://schemas.openxmlformats.org/drawingml/2006/main">
            <a:pathLst>
              <a:path w="61789" h="1" fill="none">
                <a:moveTo>
                  <a:pt x="61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flat">
            <a:solidFill>
              <a:srgbClr val="000000"/>
            </a:solidFill>
            <a:round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6541A-A62A-485E-AF30-E9C789F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185" y="2817839"/>
            <a:ext cx="83327" cy="130992"/>
          </a:xfrm>
          <a:custGeom xmlns:a="http://schemas.openxmlformats.org/drawingml/2006/main">
            <a:pathLst>
              <a:path w="83327" h="130992">
                <a:moveTo>
                  <a:pt x="5473" y="0"/>
                </a:moveTo>
                <a:lnTo>
                  <a:pt x="73793" y="0"/>
                </a:lnTo>
                <a:lnTo>
                  <a:pt x="73793" y="14653"/>
                </a:lnTo>
                <a:lnTo>
                  <a:pt x="21361" y="14653"/>
                </a:lnTo>
                <a:lnTo>
                  <a:pt x="21361" y="46253"/>
                </a:lnTo>
                <a:cubicBezTo>
                  <a:pt x="23833" y="45371"/>
                  <a:pt x="26481" y="44664"/>
                  <a:pt x="28952" y="44311"/>
                </a:cubicBezTo>
                <a:cubicBezTo>
                  <a:pt x="31424" y="43958"/>
                  <a:pt x="34072" y="43605"/>
                  <a:pt x="36544" y="43605"/>
                </a:cubicBezTo>
                <a:cubicBezTo>
                  <a:pt x="50843" y="43605"/>
                  <a:pt x="62142" y="47666"/>
                  <a:pt x="70616" y="55433"/>
                </a:cubicBezTo>
                <a:cubicBezTo>
                  <a:pt x="79090" y="63378"/>
                  <a:pt x="83327" y="73970"/>
                  <a:pt x="83327" y="87387"/>
                </a:cubicBezTo>
                <a:cubicBezTo>
                  <a:pt x="83327" y="101334"/>
                  <a:pt x="78913" y="112102"/>
                  <a:pt x="70263" y="119694"/>
                </a:cubicBezTo>
                <a:cubicBezTo>
                  <a:pt x="61612" y="127285"/>
                  <a:pt x="49431" y="130992"/>
                  <a:pt x="33896" y="130992"/>
                </a:cubicBezTo>
                <a:cubicBezTo>
                  <a:pt x="28423" y="130992"/>
                  <a:pt x="22950" y="130462"/>
                  <a:pt x="17301" y="129756"/>
                </a:cubicBezTo>
                <a:cubicBezTo>
                  <a:pt x="11652" y="128874"/>
                  <a:pt x="6002" y="127638"/>
                  <a:pt x="0" y="125696"/>
                </a:cubicBezTo>
                <a:lnTo>
                  <a:pt x="0" y="108219"/>
                </a:lnTo>
                <a:cubicBezTo>
                  <a:pt x="5120" y="111043"/>
                  <a:pt x="10416" y="113162"/>
                  <a:pt x="16065" y="114574"/>
                </a:cubicBezTo>
                <a:cubicBezTo>
                  <a:pt x="21538" y="115986"/>
                  <a:pt x="27364" y="116516"/>
                  <a:pt x="33542" y="116516"/>
                </a:cubicBezTo>
                <a:cubicBezTo>
                  <a:pt x="43429" y="116516"/>
                  <a:pt x="51373" y="114044"/>
                  <a:pt x="57199" y="108748"/>
                </a:cubicBezTo>
                <a:cubicBezTo>
                  <a:pt x="62848" y="103452"/>
                  <a:pt x="65849" y="96390"/>
                  <a:pt x="65849" y="87387"/>
                </a:cubicBezTo>
                <a:cubicBezTo>
                  <a:pt x="65849" y="78560"/>
                  <a:pt x="62848" y="71498"/>
                  <a:pt x="57199" y="66202"/>
                </a:cubicBezTo>
                <a:cubicBezTo>
                  <a:pt x="51373" y="60906"/>
                  <a:pt x="43429" y="58258"/>
                  <a:pt x="33542" y="58258"/>
                </a:cubicBezTo>
                <a:cubicBezTo>
                  <a:pt x="28952" y="58258"/>
                  <a:pt x="24186" y="58788"/>
                  <a:pt x="19596" y="59847"/>
                </a:cubicBezTo>
                <a:cubicBezTo>
                  <a:pt x="15006" y="60906"/>
                  <a:pt x="10239" y="62495"/>
                  <a:pt x="5473" y="64613"/>
                </a:cubicBezTo>
                <a:lnTo>
                  <a:pt x="5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3061D-5A93-47A4-A200-783778E0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759" y="2924645"/>
            <a:ext cx="18184" cy="21891"/>
          </a:xfrm>
          <a:custGeom xmlns:a="http://schemas.openxmlformats.org/drawingml/2006/main">
            <a:pathLst>
              <a:path w="18184" h="21891">
                <a:moveTo>
                  <a:pt x="0" y="0"/>
                </a:moveTo>
                <a:lnTo>
                  <a:pt x="18184" y="0"/>
                </a:lnTo>
                <a:lnTo>
                  <a:pt x="18184" y="21891"/>
                </a:lnTo>
                <a:lnTo>
                  <a:pt x="0" y="2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6108B-D8CD-4DF3-8474-A0D99C26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662" y="2815544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0549E-6013-47A3-8FED-FCA2395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296" y="3394138"/>
            <a:ext cx="133287" cy="103805"/>
          </a:xfrm>
          <a:custGeom xmlns:a="http://schemas.openxmlformats.org/drawingml/2006/main">
            <a:pathLst>
              <a:path w="133287" h="103805">
                <a:moveTo>
                  <a:pt x="12181" y="0"/>
                </a:moveTo>
                <a:lnTo>
                  <a:pt x="30541" y="0"/>
                </a:lnTo>
                <a:cubicBezTo>
                  <a:pt x="25245" y="6002"/>
                  <a:pt x="21185" y="12181"/>
                  <a:pt x="18360" y="18890"/>
                </a:cubicBezTo>
                <a:cubicBezTo>
                  <a:pt x="15712" y="25598"/>
                  <a:pt x="14300" y="32483"/>
                  <a:pt x="14300" y="39898"/>
                </a:cubicBezTo>
                <a:cubicBezTo>
                  <a:pt x="14300" y="54727"/>
                  <a:pt x="18890" y="66026"/>
                  <a:pt x="27893" y="73793"/>
                </a:cubicBezTo>
                <a:cubicBezTo>
                  <a:pt x="36897" y="81561"/>
                  <a:pt x="49784" y="85445"/>
                  <a:pt x="66732" y="85445"/>
                </a:cubicBezTo>
                <a:cubicBezTo>
                  <a:pt x="83680" y="85445"/>
                  <a:pt x="96743" y="81561"/>
                  <a:pt x="105747" y="73793"/>
                </a:cubicBezTo>
                <a:cubicBezTo>
                  <a:pt x="114750" y="66026"/>
                  <a:pt x="119164" y="54727"/>
                  <a:pt x="119164" y="39898"/>
                </a:cubicBezTo>
                <a:cubicBezTo>
                  <a:pt x="119164" y="32483"/>
                  <a:pt x="117928" y="25598"/>
                  <a:pt x="115104" y="18890"/>
                </a:cubicBezTo>
                <a:cubicBezTo>
                  <a:pt x="112455" y="12181"/>
                  <a:pt x="108395" y="6002"/>
                  <a:pt x="102922" y="0"/>
                </a:cubicBezTo>
                <a:lnTo>
                  <a:pt x="121106" y="0"/>
                </a:lnTo>
                <a:cubicBezTo>
                  <a:pt x="125343" y="6179"/>
                  <a:pt x="128344" y="12711"/>
                  <a:pt x="130286" y="19419"/>
                </a:cubicBezTo>
                <a:cubicBezTo>
                  <a:pt x="132228" y="26128"/>
                  <a:pt x="133287" y="33366"/>
                  <a:pt x="133287" y="40957"/>
                </a:cubicBezTo>
                <a:cubicBezTo>
                  <a:pt x="133287" y="60376"/>
                  <a:pt x="127461" y="75735"/>
                  <a:pt x="115633" y="87034"/>
                </a:cubicBezTo>
                <a:cubicBezTo>
                  <a:pt x="103805" y="98332"/>
                  <a:pt x="87563" y="103805"/>
                  <a:pt x="66732" y="103805"/>
                </a:cubicBezTo>
                <a:cubicBezTo>
                  <a:pt x="46077" y="103805"/>
                  <a:pt x="29835" y="98332"/>
                  <a:pt x="17830" y="87034"/>
                </a:cubicBezTo>
                <a:cubicBezTo>
                  <a:pt x="6002" y="75735"/>
                  <a:pt x="0" y="60376"/>
                  <a:pt x="0" y="40957"/>
                </a:cubicBezTo>
                <a:cubicBezTo>
                  <a:pt x="0" y="33189"/>
                  <a:pt x="1059" y="25951"/>
                  <a:pt x="3001" y="19243"/>
                </a:cubicBezTo>
                <a:cubicBezTo>
                  <a:pt x="5120" y="12534"/>
                  <a:pt x="8121" y="6002"/>
                  <a:pt x="121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F4D1B-2A99-410E-89BD-D2E08E8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3286273"/>
            <a:ext cx="101157" cy="88623"/>
          </a:xfrm>
          <a:custGeom xmlns:a="http://schemas.openxmlformats.org/drawingml/2006/main">
            <a:pathLst>
              <a:path w="101157" h="88623">
                <a:moveTo>
                  <a:pt x="13417" y="44311"/>
                </a:moveTo>
                <a:cubicBezTo>
                  <a:pt x="13417" y="52785"/>
                  <a:pt x="16771" y="59494"/>
                  <a:pt x="23480" y="64437"/>
                </a:cubicBezTo>
                <a:cubicBezTo>
                  <a:pt x="30188" y="69380"/>
                  <a:pt x="39192" y="71851"/>
                  <a:pt x="50667" y="71851"/>
                </a:cubicBezTo>
                <a:cubicBezTo>
                  <a:pt x="62318" y="71851"/>
                  <a:pt x="71322" y="69556"/>
                  <a:pt x="78030" y="64613"/>
                </a:cubicBezTo>
                <a:cubicBezTo>
                  <a:pt x="84739" y="59670"/>
                  <a:pt x="87917" y="52962"/>
                  <a:pt x="87917" y="44311"/>
                </a:cubicBezTo>
                <a:cubicBezTo>
                  <a:pt x="87917" y="35837"/>
                  <a:pt x="84739" y="29129"/>
                  <a:pt x="78030" y="24186"/>
                </a:cubicBezTo>
                <a:cubicBezTo>
                  <a:pt x="71322" y="19243"/>
                  <a:pt x="62318" y="16771"/>
                  <a:pt x="50667" y="16771"/>
                </a:cubicBezTo>
                <a:cubicBezTo>
                  <a:pt x="39368" y="16771"/>
                  <a:pt x="30188" y="19243"/>
                  <a:pt x="23480" y="24186"/>
                </a:cubicBezTo>
                <a:cubicBezTo>
                  <a:pt x="16771" y="29129"/>
                  <a:pt x="13417" y="35837"/>
                  <a:pt x="13417" y="44311"/>
                </a:cubicBezTo>
                <a:close/>
                <a:moveTo>
                  <a:pt x="0" y="44311"/>
                </a:moveTo>
                <a:cubicBezTo>
                  <a:pt x="0" y="30541"/>
                  <a:pt x="4590" y="19772"/>
                  <a:pt x="13417" y="11828"/>
                </a:cubicBezTo>
                <a:cubicBezTo>
                  <a:pt x="22420" y="4060"/>
                  <a:pt x="34778" y="0"/>
                  <a:pt x="50667" y="0"/>
                </a:cubicBezTo>
                <a:cubicBezTo>
                  <a:pt x="66555" y="0"/>
                  <a:pt x="78913" y="4060"/>
                  <a:pt x="87740" y="11828"/>
                </a:cubicBezTo>
                <a:cubicBezTo>
                  <a:pt x="96743" y="19772"/>
                  <a:pt x="101157" y="30541"/>
                  <a:pt x="101157" y="44311"/>
                </a:cubicBezTo>
                <a:cubicBezTo>
                  <a:pt x="101157" y="58258"/>
                  <a:pt x="96743" y="69203"/>
                  <a:pt x="87740" y="76971"/>
                </a:cubicBezTo>
                <a:cubicBezTo>
                  <a:pt x="78913" y="84739"/>
                  <a:pt x="66555" y="88623"/>
                  <a:pt x="50667" y="88623"/>
                </a:cubicBezTo>
                <a:cubicBezTo>
                  <a:pt x="34778" y="88623"/>
                  <a:pt x="22420" y="84739"/>
                  <a:pt x="13417" y="76971"/>
                </a:cubicBezTo>
                <a:cubicBezTo>
                  <a:pt x="4590" y="69203"/>
                  <a:pt x="0" y="58258"/>
                  <a:pt x="0" y="44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A3992-715B-46FF-8502-0E8FD01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3180702"/>
            <a:ext cx="101157" cy="80855"/>
          </a:xfrm>
          <a:custGeom xmlns:a="http://schemas.openxmlformats.org/drawingml/2006/main">
            <a:pathLst>
              <a:path w="101157" h="80855">
                <a:moveTo>
                  <a:pt x="60729" y="80855"/>
                </a:moveTo>
                <a:lnTo>
                  <a:pt x="2295" y="80855"/>
                </a:lnTo>
                <a:lnTo>
                  <a:pt x="2295" y="64966"/>
                </a:lnTo>
                <a:lnTo>
                  <a:pt x="60200" y="64966"/>
                </a:lnTo>
                <a:cubicBezTo>
                  <a:pt x="69380" y="64966"/>
                  <a:pt x="76088" y="63201"/>
                  <a:pt x="80678" y="59670"/>
                </a:cubicBezTo>
                <a:cubicBezTo>
                  <a:pt x="85268" y="56139"/>
                  <a:pt x="87563" y="50843"/>
                  <a:pt x="87563" y="43605"/>
                </a:cubicBezTo>
                <a:cubicBezTo>
                  <a:pt x="87563" y="35131"/>
                  <a:pt x="84915" y="28246"/>
                  <a:pt x="79443" y="23303"/>
                </a:cubicBezTo>
                <a:cubicBezTo>
                  <a:pt x="73970" y="18360"/>
                  <a:pt x="66555" y="15889"/>
                  <a:pt x="57022" y="15889"/>
                </a:cubicBezTo>
                <a:lnTo>
                  <a:pt x="2295" y="15889"/>
                </a:lnTo>
                <a:lnTo>
                  <a:pt x="2295" y="0"/>
                </a:lnTo>
                <a:lnTo>
                  <a:pt x="98862" y="0"/>
                </a:lnTo>
                <a:lnTo>
                  <a:pt x="98862" y="15889"/>
                </a:lnTo>
                <a:lnTo>
                  <a:pt x="84033" y="15889"/>
                </a:lnTo>
                <a:cubicBezTo>
                  <a:pt x="90035" y="19772"/>
                  <a:pt x="94272" y="24362"/>
                  <a:pt x="97097" y="29306"/>
                </a:cubicBezTo>
                <a:cubicBezTo>
                  <a:pt x="99745" y="34425"/>
                  <a:pt x="101157" y="40251"/>
                  <a:pt x="101157" y="46959"/>
                </a:cubicBezTo>
                <a:cubicBezTo>
                  <a:pt x="101157" y="58081"/>
                  <a:pt x="97803" y="66555"/>
                  <a:pt x="90918" y="72205"/>
                </a:cubicBezTo>
                <a:cubicBezTo>
                  <a:pt x="84209" y="78030"/>
                  <a:pt x="74146" y="80855"/>
                  <a:pt x="60729" y="80855"/>
                </a:cubicBezTo>
                <a:close/>
                <a:moveTo>
                  <a:pt x="0" y="40957"/>
                </a:moveTo>
                <a:lnTo>
                  <a:pt x="0" y="40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1C753-B39B-4FEA-9B7B-B549632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426" y="3067717"/>
            <a:ext cx="98862" cy="80855"/>
          </a:xfrm>
          <a:custGeom xmlns:a="http://schemas.openxmlformats.org/drawingml/2006/main">
            <a:pathLst>
              <a:path w="98862" h="80855">
                <a:moveTo>
                  <a:pt x="40604" y="0"/>
                </a:moveTo>
                <a:lnTo>
                  <a:pt x="98862" y="0"/>
                </a:lnTo>
                <a:lnTo>
                  <a:pt x="98862" y="15889"/>
                </a:lnTo>
                <a:lnTo>
                  <a:pt x="41134" y="15889"/>
                </a:lnTo>
                <a:cubicBezTo>
                  <a:pt x="31954" y="15889"/>
                  <a:pt x="25245" y="17830"/>
                  <a:pt x="20655" y="21361"/>
                </a:cubicBezTo>
                <a:cubicBezTo>
                  <a:pt x="16065" y="24892"/>
                  <a:pt x="13770" y="30188"/>
                  <a:pt x="13770" y="37250"/>
                </a:cubicBezTo>
                <a:cubicBezTo>
                  <a:pt x="13770" y="45900"/>
                  <a:pt x="16595" y="52609"/>
                  <a:pt x="22067" y="57552"/>
                </a:cubicBezTo>
                <a:cubicBezTo>
                  <a:pt x="27540" y="62495"/>
                  <a:pt x="34955" y="64966"/>
                  <a:pt x="44311" y="64966"/>
                </a:cubicBezTo>
                <a:lnTo>
                  <a:pt x="98862" y="64966"/>
                </a:lnTo>
                <a:lnTo>
                  <a:pt x="98862" y="80855"/>
                </a:lnTo>
                <a:lnTo>
                  <a:pt x="2295" y="80855"/>
                </a:lnTo>
                <a:lnTo>
                  <a:pt x="2295" y="64966"/>
                </a:lnTo>
                <a:lnTo>
                  <a:pt x="17301" y="64966"/>
                </a:lnTo>
                <a:cubicBezTo>
                  <a:pt x="11652" y="61259"/>
                  <a:pt x="7238" y="56846"/>
                  <a:pt x="4413" y="51549"/>
                </a:cubicBezTo>
                <a:cubicBezTo>
                  <a:pt x="1589" y="46430"/>
                  <a:pt x="0" y="40427"/>
                  <a:pt x="0" y="33719"/>
                </a:cubicBezTo>
                <a:cubicBezTo>
                  <a:pt x="0" y="22774"/>
                  <a:pt x="3531" y="14300"/>
                  <a:pt x="10416" y="8650"/>
                </a:cubicBezTo>
                <a:cubicBezTo>
                  <a:pt x="17301" y="3001"/>
                  <a:pt x="27364" y="0"/>
                  <a:pt x="4060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5A120-10CB-4D40-BD2D-D46ED84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357" y="2987745"/>
            <a:ext cx="123931" cy="60200"/>
          </a:xfrm>
          <a:custGeom xmlns:a="http://schemas.openxmlformats.org/drawingml/2006/main">
            <a:pathLst>
              <a:path w="123931" h="60200">
                <a:moveTo>
                  <a:pt x="0" y="32660"/>
                </a:moveTo>
                <a:lnTo>
                  <a:pt x="27364" y="32660"/>
                </a:lnTo>
                <a:lnTo>
                  <a:pt x="27364" y="0"/>
                </a:lnTo>
                <a:lnTo>
                  <a:pt x="39721" y="0"/>
                </a:lnTo>
                <a:lnTo>
                  <a:pt x="39721" y="32660"/>
                </a:lnTo>
                <a:lnTo>
                  <a:pt x="92153" y="32660"/>
                </a:lnTo>
                <a:cubicBezTo>
                  <a:pt x="100098" y="32660"/>
                  <a:pt x="105217" y="31601"/>
                  <a:pt x="107336" y="29482"/>
                </a:cubicBezTo>
                <a:cubicBezTo>
                  <a:pt x="109631" y="27364"/>
                  <a:pt x="110690" y="22950"/>
                  <a:pt x="110690" y="16242"/>
                </a:cubicBezTo>
                <a:lnTo>
                  <a:pt x="110690" y="0"/>
                </a:lnTo>
                <a:lnTo>
                  <a:pt x="123931" y="0"/>
                </a:lnTo>
                <a:lnTo>
                  <a:pt x="123931" y="16242"/>
                </a:lnTo>
                <a:cubicBezTo>
                  <a:pt x="123931" y="28599"/>
                  <a:pt x="121636" y="37073"/>
                  <a:pt x="117045" y="41663"/>
                </a:cubicBezTo>
                <a:cubicBezTo>
                  <a:pt x="112455" y="46253"/>
                  <a:pt x="104158" y="48548"/>
                  <a:pt x="92153" y="48548"/>
                </a:cubicBezTo>
                <a:lnTo>
                  <a:pt x="39721" y="48548"/>
                </a:lnTo>
                <a:lnTo>
                  <a:pt x="39721" y="60200"/>
                </a:lnTo>
                <a:lnTo>
                  <a:pt x="27364" y="60200"/>
                </a:lnTo>
                <a:lnTo>
                  <a:pt x="27364" y="48548"/>
                </a:lnTo>
                <a:lnTo>
                  <a:pt x="0" y="48548"/>
                </a:lnTo>
                <a:lnTo>
                  <a:pt x="0" y="3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9F770-7E02-414E-9190-3524570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E5B80-421D-4C36-A92C-C74E39F4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625" y="2622320"/>
            <a:ext cx="10" cy="1246367"/>
          </a:xfrm>
          <a:custGeom xmlns:a="http://schemas.openxmlformats.org/drawingml/2006/main">
            <a:pathLst>
              <a:path w="1" h="1246367" fill="none">
                <a:moveTo>
                  <a:pt x="0" y="124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B9F65-C35E-4D6D-9455-10C4134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3868687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D89E0-8089-4BE4-80BD-82ECF0CD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977" y="2622320"/>
            <a:ext cx="2574648" cy="10"/>
          </a:xfrm>
          <a:custGeom xmlns:a="http://schemas.openxmlformats.org/drawingml/2006/main">
            <a:pathLst>
              <a:path w="2574648" h="1" fill="none">
                <a:moveTo>
                  <a:pt x="0" y="0"/>
                </a:moveTo>
                <a:lnTo>
                  <a:pt x="2574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23" cap="sq">
            <a:solidFill>
              <a:srgbClr val="000000"/>
            </a:solidFill>
            <a:miter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D9962-983E-4006-B243-3A4D2F0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246" y="2710589"/>
            <a:ext cx="747809" cy="830010"/>
          </a:xfrm>
          <a:custGeom xmlns:a="http://schemas.openxmlformats.org/drawingml/2006/main">
            <a:pathLst>
              <a:path w="747809" h="830010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38768-4431-4F10-BF64-0820E7D2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246" y="2710589"/>
            <a:ext cx="747809" cy="830010"/>
          </a:xfrm>
          <a:custGeom xmlns:a="http://schemas.openxmlformats.org/drawingml/2006/main">
            <a:pathLst>
              <a:path w="747809" h="830010" fill="none">
                <a:moveTo>
                  <a:pt x="35308" y="830010"/>
                </a:moveTo>
                <a:lnTo>
                  <a:pt x="712501" y="830010"/>
                </a:lnTo>
                <a:cubicBezTo>
                  <a:pt x="736040" y="830010"/>
                  <a:pt x="747809" y="818241"/>
                  <a:pt x="747809" y="794702"/>
                </a:cubicBezTo>
                <a:lnTo>
                  <a:pt x="747809" y="35308"/>
                </a:lnTo>
                <a:cubicBezTo>
                  <a:pt x="747809" y="11769"/>
                  <a:pt x="736040" y="0"/>
                  <a:pt x="712501" y="0"/>
                </a:cubicBezTo>
                <a:lnTo>
                  <a:pt x="35308" y="0"/>
                </a:lnTo>
                <a:cubicBezTo>
                  <a:pt x="11769" y="0"/>
                  <a:pt x="0" y="11769"/>
                  <a:pt x="0" y="35308"/>
                </a:cubicBezTo>
                <a:lnTo>
                  <a:pt x="0" y="794702"/>
                </a:lnTo>
                <a:cubicBezTo>
                  <a:pt x="0" y="818241"/>
                  <a:pt x="11769" y="830010"/>
                  <a:pt x="35308" y="830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E3B9A-2977-4161-9C2B-78D9353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261" y="2786567"/>
            <a:ext cx="80149" cy="128697"/>
          </a:xfrm>
          <a:custGeom xmlns:a="http://schemas.openxmlformats.org/drawingml/2006/main">
            <a:pathLst>
              <a:path w="80149" h="128697">
                <a:moveTo>
                  <a:pt x="0" y="0"/>
                </a:moveTo>
                <a:lnTo>
                  <a:pt x="17477" y="0"/>
                </a:lnTo>
                <a:lnTo>
                  <a:pt x="17477" y="114044"/>
                </a:lnTo>
                <a:lnTo>
                  <a:pt x="80149" y="114044"/>
                </a:lnTo>
                <a:lnTo>
                  <a:pt x="80149" y="128697"/>
                </a:lnTo>
                <a:lnTo>
                  <a:pt x="0" y="12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0151B-7441-423C-BEAB-10F7672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885" y="2816402"/>
            <a:ext cx="81561" cy="101157"/>
          </a:xfrm>
          <a:custGeom xmlns:a="http://schemas.openxmlformats.org/drawingml/2006/main">
            <a:pathLst>
              <a:path w="81561" h="101157">
                <a:moveTo>
                  <a:pt x="49961" y="50314"/>
                </a:moveTo>
                <a:cubicBezTo>
                  <a:pt x="37073" y="50314"/>
                  <a:pt x="28246" y="51903"/>
                  <a:pt x="23303" y="54727"/>
                </a:cubicBezTo>
                <a:cubicBezTo>
                  <a:pt x="18360" y="57728"/>
                  <a:pt x="15889" y="62671"/>
                  <a:pt x="15889" y="69733"/>
                </a:cubicBezTo>
                <a:cubicBezTo>
                  <a:pt x="15889" y="75382"/>
                  <a:pt x="17654" y="79972"/>
                  <a:pt x="21361" y="83150"/>
                </a:cubicBezTo>
                <a:cubicBezTo>
                  <a:pt x="25069" y="86504"/>
                  <a:pt x="30188" y="88093"/>
                  <a:pt x="36544" y="88093"/>
                </a:cubicBezTo>
                <a:cubicBezTo>
                  <a:pt x="45371" y="88093"/>
                  <a:pt x="52432" y="85092"/>
                  <a:pt x="57728" y="78736"/>
                </a:cubicBezTo>
                <a:cubicBezTo>
                  <a:pt x="63024" y="72558"/>
                  <a:pt x="65673" y="64260"/>
                  <a:pt x="65673" y="53844"/>
                </a:cubicBezTo>
                <a:lnTo>
                  <a:pt x="65673" y="50314"/>
                </a:lnTo>
                <a:lnTo>
                  <a:pt x="49961" y="50314"/>
                </a:lnTo>
                <a:close/>
                <a:moveTo>
                  <a:pt x="81561" y="43782"/>
                </a:moveTo>
                <a:lnTo>
                  <a:pt x="81561" y="98862"/>
                </a:lnTo>
                <a:lnTo>
                  <a:pt x="65673" y="98862"/>
                </a:lnTo>
                <a:lnTo>
                  <a:pt x="65673" y="84209"/>
                </a:lnTo>
                <a:cubicBezTo>
                  <a:pt x="61965" y="90212"/>
                  <a:pt x="57375" y="94448"/>
                  <a:pt x="52079" y="97097"/>
                </a:cubicBezTo>
                <a:cubicBezTo>
                  <a:pt x="46783" y="99745"/>
                  <a:pt x="40074" y="101157"/>
                  <a:pt x="32307" y="101157"/>
                </a:cubicBezTo>
                <a:cubicBezTo>
                  <a:pt x="22420" y="101157"/>
                  <a:pt x="14476" y="98509"/>
                  <a:pt x="8650" y="93036"/>
                </a:cubicBezTo>
                <a:cubicBezTo>
                  <a:pt x="2825" y="87563"/>
                  <a:pt x="0" y="80149"/>
                  <a:pt x="0" y="70792"/>
                </a:cubicBezTo>
                <a:cubicBezTo>
                  <a:pt x="0" y="60023"/>
                  <a:pt x="3531" y="51903"/>
                  <a:pt x="10945" y="46253"/>
                </a:cubicBezTo>
                <a:cubicBezTo>
                  <a:pt x="18184" y="40781"/>
                  <a:pt x="28952" y="37956"/>
                  <a:pt x="43429" y="37956"/>
                </a:cubicBezTo>
                <a:lnTo>
                  <a:pt x="65673" y="37956"/>
                </a:lnTo>
                <a:lnTo>
                  <a:pt x="65673" y="36367"/>
                </a:lnTo>
                <a:cubicBezTo>
                  <a:pt x="65673" y="29129"/>
                  <a:pt x="63201" y="23480"/>
                  <a:pt x="58434" y="19419"/>
                </a:cubicBezTo>
                <a:cubicBezTo>
                  <a:pt x="53668" y="15535"/>
                  <a:pt x="46959" y="13417"/>
                  <a:pt x="38309" y="13417"/>
                </a:cubicBezTo>
                <a:cubicBezTo>
                  <a:pt x="32660" y="13417"/>
                  <a:pt x="27364" y="14123"/>
                  <a:pt x="22067" y="15535"/>
                </a:cubicBezTo>
                <a:cubicBezTo>
                  <a:pt x="16771" y="16948"/>
                  <a:pt x="11828" y="18890"/>
                  <a:pt x="7062" y="21361"/>
                </a:cubicBezTo>
                <a:lnTo>
                  <a:pt x="7062" y="6708"/>
                </a:lnTo>
                <a:cubicBezTo>
                  <a:pt x="12711" y="4590"/>
                  <a:pt x="18360" y="2825"/>
                  <a:pt x="23833" y="1765"/>
                </a:cubicBezTo>
                <a:cubicBezTo>
                  <a:pt x="29306" y="706"/>
                  <a:pt x="34602" y="0"/>
                  <a:pt x="39898" y="0"/>
                </a:cubicBezTo>
                <a:cubicBezTo>
                  <a:pt x="53844" y="0"/>
                  <a:pt x="64260" y="3707"/>
                  <a:pt x="71145" y="10945"/>
                </a:cubicBezTo>
                <a:cubicBezTo>
                  <a:pt x="78030" y="18184"/>
                  <a:pt x="81561" y="29129"/>
                  <a:pt x="81561" y="43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39C7E-172C-4552-8F77-A674FF3B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576" y="2781095"/>
            <a:ext cx="86328" cy="136465"/>
          </a:xfrm>
          <a:custGeom xmlns:a="http://schemas.openxmlformats.org/drawingml/2006/main">
            <a:pathLst>
              <a:path w="86328" h="136465">
                <a:moveTo>
                  <a:pt x="69910" y="85975"/>
                </a:moveTo>
                <a:cubicBezTo>
                  <a:pt x="69910" y="74323"/>
                  <a:pt x="67438" y="65320"/>
                  <a:pt x="62671" y="58611"/>
                </a:cubicBezTo>
                <a:cubicBezTo>
                  <a:pt x="57728" y="51903"/>
                  <a:pt x="51196" y="48548"/>
                  <a:pt x="42899" y="48548"/>
                </a:cubicBezTo>
                <a:cubicBezTo>
                  <a:pt x="34425" y="48548"/>
                  <a:pt x="27893" y="51903"/>
                  <a:pt x="23127" y="58611"/>
                </a:cubicBezTo>
                <a:cubicBezTo>
                  <a:pt x="18184" y="65320"/>
                  <a:pt x="15889" y="74323"/>
                  <a:pt x="15889" y="85975"/>
                </a:cubicBezTo>
                <a:cubicBezTo>
                  <a:pt x="15889" y="97626"/>
                  <a:pt x="18184" y="106806"/>
                  <a:pt x="23127" y="113515"/>
                </a:cubicBezTo>
                <a:cubicBezTo>
                  <a:pt x="27893" y="120223"/>
                  <a:pt x="34425" y="123401"/>
                  <a:pt x="42899" y="123401"/>
                </a:cubicBezTo>
                <a:cubicBezTo>
                  <a:pt x="51196" y="123401"/>
                  <a:pt x="57728" y="120223"/>
                  <a:pt x="62671" y="113515"/>
                </a:cubicBezTo>
                <a:cubicBezTo>
                  <a:pt x="67438" y="106806"/>
                  <a:pt x="69910" y="97626"/>
                  <a:pt x="69910" y="85975"/>
                </a:cubicBezTo>
                <a:close/>
                <a:moveTo>
                  <a:pt x="15889" y="52256"/>
                </a:moveTo>
                <a:cubicBezTo>
                  <a:pt x="19066" y="46606"/>
                  <a:pt x="23303" y="42369"/>
                  <a:pt x="28423" y="39545"/>
                </a:cubicBezTo>
                <a:cubicBezTo>
                  <a:pt x="33542" y="36720"/>
                  <a:pt x="39721" y="35308"/>
                  <a:pt x="46783" y="35308"/>
                </a:cubicBezTo>
                <a:cubicBezTo>
                  <a:pt x="58434" y="35308"/>
                  <a:pt x="67968" y="40074"/>
                  <a:pt x="75382" y="49254"/>
                </a:cubicBezTo>
                <a:cubicBezTo>
                  <a:pt x="82620" y="58611"/>
                  <a:pt x="86328" y="70792"/>
                  <a:pt x="86328" y="85975"/>
                </a:cubicBezTo>
                <a:cubicBezTo>
                  <a:pt x="86328" y="101157"/>
                  <a:pt x="82620" y="113515"/>
                  <a:pt x="75382" y="122695"/>
                </a:cubicBezTo>
                <a:cubicBezTo>
                  <a:pt x="67968" y="131875"/>
                  <a:pt x="58434" y="136465"/>
                  <a:pt x="46783" y="136465"/>
                </a:cubicBezTo>
                <a:cubicBezTo>
                  <a:pt x="39721" y="136465"/>
                  <a:pt x="33542" y="135052"/>
                  <a:pt x="28423" y="132404"/>
                </a:cubicBezTo>
                <a:cubicBezTo>
                  <a:pt x="23303" y="129756"/>
                  <a:pt x="19066" y="125519"/>
                  <a:pt x="15889" y="119694"/>
                </a:cubicBez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lnTo>
                  <a:pt x="15889" y="0"/>
                </a:lnTo>
                <a:lnTo>
                  <a:pt x="15889" y="52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B8D82-D86F-40E9-BE3F-63C847C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323" y="2816402"/>
            <a:ext cx="89505" cy="101157"/>
          </a:xfrm>
          <a:custGeom xmlns:a="http://schemas.openxmlformats.org/drawingml/2006/main">
            <a:pathLst>
              <a:path w="89505" h="101157">
                <a:moveTo>
                  <a:pt x="89505" y="46606"/>
                </a:moveTo>
                <a:lnTo>
                  <a:pt x="89505" y="54374"/>
                </a:lnTo>
                <a:lnTo>
                  <a:pt x="16595" y="54374"/>
                </a:lnTo>
                <a:cubicBezTo>
                  <a:pt x="17301" y="65320"/>
                  <a:pt x="20479" y="73793"/>
                  <a:pt x="26481" y="79443"/>
                </a:cubicBezTo>
                <a:cubicBezTo>
                  <a:pt x="32307" y="85092"/>
                  <a:pt x="40427" y="87917"/>
                  <a:pt x="51020" y="87917"/>
                </a:cubicBezTo>
                <a:cubicBezTo>
                  <a:pt x="57022" y="87917"/>
                  <a:pt x="63024" y="87210"/>
                  <a:pt x="68674" y="85798"/>
                </a:cubicBezTo>
                <a:cubicBezTo>
                  <a:pt x="74323" y="84386"/>
                  <a:pt x="80149" y="82091"/>
                  <a:pt x="85798" y="78913"/>
                </a:cubicBezTo>
                <a:lnTo>
                  <a:pt x="85798" y="93919"/>
                </a:lnTo>
                <a:cubicBezTo>
                  <a:pt x="80149" y="96390"/>
                  <a:pt x="74323" y="98332"/>
                  <a:pt x="68321" y="99392"/>
                </a:cubicBezTo>
                <a:cubicBezTo>
                  <a:pt x="62318" y="100451"/>
                  <a:pt x="56139" y="101157"/>
                  <a:pt x="50137" y="101157"/>
                </a:cubicBezTo>
                <a:cubicBezTo>
                  <a:pt x="34602" y="101157"/>
                  <a:pt x="22420" y="96743"/>
                  <a:pt x="13417" y="87917"/>
                </a:cubicBezTo>
                <a:cubicBezTo>
                  <a:pt x="4413" y="79090"/>
                  <a:pt x="0" y="66908"/>
                  <a:pt x="0" y="51549"/>
                </a:cubicBezTo>
                <a:cubicBezTo>
                  <a:pt x="0" y="35837"/>
                  <a:pt x="4237" y="23303"/>
                  <a:pt x="12711" y="13947"/>
                </a:cubicBezTo>
                <a:cubicBezTo>
                  <a:pt x="21185" y="4767"/>
                  <a:pt x="32836" y="0"/>
                  <a:pt x="47313" y="0"/>
                </a:cubicBezTo>
                <a:cubicBezTo>
                  <a:pt x="60376" y="0"/>
                  <a:pt x="70616" y="4237"/>
                  <a:pt x="78207" y="12534"/>
                </a:cubicBezTo>
                <a:cubicBezTo>
                  <a:pt x="85622" y="21008"/>
                  <a:pt x="89505" y="32307"/>
                  <a:pt x="89505" y="46606"/>
                </a:cubicBezTo>
                <a:close/>
                <a:moveTo>
                  <a:pt x="73617" y="42016"/>
                </a:moveTo>
                <a:cubicBezTo>
                  <a:pt x="73440" y="33366"/>
                  <a:pt x="70969" y="26481"/>
                  <a:pt x="66379" y="21185"/>
                </a:cubicBezTo>
                <a:cubicBezTo>
                  <a:pt x="61612" y="16065"/>
                  <a:pt x="55257" y="13417"/>
                  <a:pt x="47489" y="13417"/>
                </a:cubicBezTo>
                <a:cubicBezTo>
                  <a:pt x="38662" y="13417"/>
                  <a:pt x="31601" y="16065"/>
                  <a:pt x="26304" y="21008"/>
                </a:cubicBezTo>
                <a:cubicBezTo>
                  <a:pt x="21008" y="25951"/>
                  <a:pt x="17830" y="33013"/>
                  <a:pt x="17124" y="42016"/>
                </a:cubicBezTo>
                <a:lnTo>
                  <a:pt x="73617" y="42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41F15-B074-4E2E-AD01-CFE4819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779" y="2781095"/>
            <a:ext cx="15889" cy="134170"/>
          </a:xfrm>
          <a:custGeom xmlns:a="http://schemas.openxmlformats.org/drawingml/2006/main">
            <a:pathLst>
              <a:path w="15889" h="134170">
                <a:moveTo>
                  <a:pt x="0" y="0"/>
                </a:moveTo>
                <a:lnTo>
                  <a:pt x="15889" y="0"/>
                </a:lnTo>
                <a:lnTo>
                  <a:pt x="15889" y="134170"/>
                </a:lnTo>
                <a:lnTo>
                  <a:pt x="0" y="1341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1734D-1579-4953-ABF9-FAECE65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3050703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97C56-595F-4810-8ADC-F89A055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3050703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ED5CD-CAA7-4E73-96D0-EF44361B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591" y="3045584"/>
            <a:ext cx="76618" cy="128697"/>
          </a:xfrm>
          <a:custGeom xmlns:a="http://schemas.openxmlformats.org/drawingml/2006/main">
            <a:pathLst>
              <a:path w="76618" h="128697">
                <a:moveTo>
                  <a:pt x="2472" y="114044"/>
                </a:moveTo>
                <a:lnTo>
                  <a:pt x="30894" y="114044"/>
                </a:lnTo>
                <a:lnTo>
                  <a:pt x="30894" y="15889"/>
                </a:lnTo>
                <a:lnTo>
                  <a:pt x="0" y="22067"/>
                </a:lnTo>
                <a:lnTo>
                  <a:pt x="0" y="6179"/>
                </a:lnTo>
                <a:lnTo>
                  <a:pt x="30718" y="0"/>
                </a:lnTo>
                <a:lnTo>
                  <a:pt x="48195" y="0"/>
                </a:lnTo>
                <a:lnTo>
                  <a:pt x="48195" y="114044"/>
                </a:lnTo>
                <a:lnTo>
                  <a:pt x="76618" y="114044"/>
                </a:lnTo>
                <a:lnTo>
                  <a:pt x="76618" y="128697"/>
                </a:lnTo>
                <a:lnTo>
                  <a:pt x="2472" y="128697"/>
                </a:lnTo>
                <a:lnTo>
                  <a:pt x="2472" y="114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7D53A-7330-4944-A6A0-9CA343CB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3309719"/>
            <a:ext cx="353078" cy="123577"/>
          </a:xfrm>
          <a:custGeom xmlns:a="http://schemas.openxmlformats.org/drawingml/2006/main">
            <a:pathLst>
              <a:path w="353078" h="123577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solidFill xmlns:a="http://schemas.openxmlformats.org/drawingml/2006/main">
            <a:srgbClr val="FF7F0E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E27B8-56BF-46FC-B578-B06B14B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2" y="3309719"/>
            <a:ext cx="353078" cy="123577"/>
          </a:xfrm>
          <a:custGeom xmlns:a="http://schemas.openxmlformats.org/drawingml/2006/main">
            <a:pathLst>
              <a:path w="353078" h="123577" fill="none">
                <a:moveTo>
                  <a:pt x="0" y="123577"/>
                </a:moveTo>
                <a:lnTo>
                  <a:pt x="353078" y="123577"/>
                </a:lnTo>
                <a:lnTo>
                  <a:pt x="353078" y="0"/>
                </a:lnTo>
                <a:lnTo>
                  <a:pt x="0" y="0"/>
                </a:lnTo>
                <a:lnTo>
                  <a:pt x="0" y="12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654" cap="flat">
            <a:solidFill>
              <a:srgbClr val="000000"/>
            </a:solidFill>
            <a:miter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C7659-C7A5-417D-97F2-24C7253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823" y="3302305"/>
            <a:ext cx="88976" cy="133287"/>
          </a:xfrm>
          <a:custGeom xmlns:a="http://schemas.openxmlformats.org/drawingml/2006/main">
            <a:pathLst>
              <a:path w="88976" h="133287">
                <a:moveTo>
                  <a:pt x="44488" y="13770"/>
                </a:moveTo>
                <a:cubicBezTo>
                  <a:pt x="35484" y="13770"/>
                  <a:pt x="28776" y="18184"/>
                  <a:pt x="24186" y="27010"/>
                </a:cubicBezTo>
                <a:cubicBezTo>
                  <a:pt x="19596" y="35837"/>
                  <a:pt x="17477" y="49078"/>
                  <a:pt x="17477" y="66732"/>
                </a:cubicBezTo>
                <a:cubicBezTo>
                  <a:pt x="17477" y="84386"/>
                  <a:pt x="19596" y="97626"/>
                  <a:pt x="24186" y="106453"/>
                </a:cubicBezTo>
                <a:cubicBezTo>
                  <a:pt x="28776" y="115280"/>
                  <a:pt x="35484" y="119694"/>
                  <a:pt x="44488" y="119694"/>
                </a:cubicBezTo>
                <a:cubicBezTo>
                  <a:pt x="53491" y="119694"/>
                  <a:pt x="60200" y="115280"/>
                  <a:pt x="64790" y="106453"/>
                </a:cubicBezTo>
                <a:cubicBezTo>
                  <a:pt x="69203" y="97626"/>
                  <a:pt x="71498" y="84386"/>
                  <a:pt x="71498" y="66732"/>
                </a:cubicBezTo>
                <a:cubicBezTo>
                  <a:pt x="71498" y="49078"/>
                  <a:pt x="69203" y="35837"/>
                  <a:pt x="64790" y="27010"/>
                </a:cubicBezTo>
                <a:cubicBezTo>
                  <a:pt x="60200" y="18184"/>
                  <a:pt x="53491" y="13770"/>
                  <a:pt x="44488" y="13770"/>
                </a:cubicBezTo>
                <a:close/>
                <a:moveTo>
                  <a:pt x="44488" y="0"/>
                </a:moveTo>
                <a:cubicBezTo>
                  <a:pt x="58788" y="0"/>
                  <a:pt x="69733" y="5826"/>
                  <a:pt x="77501" y="17124"/>
                </a:cubicBezTo>
                <a:cubicBezTo>
                  <a:pt x="85092" y="28599"/>
                  <a:pt x="88976" y="45194"/>
                  <a:pt x="88976" y="66732"/>
                </a:cubicBezTo>
                <a:cubicBezTo>
                  <a:pt x="88976" y="88446"/>
                  <a:pt x="85092" y="105041"/>
                  <a:pt x="77501" y="116339"/>
                </a:cubicBezTo>
                <a:cubicBezTo>
                  <a:pt x="69733" y="127638"/>
                  <a:pt x="58788" y="133287"/>
                  <a:pt x="44311" y="133287"/>
                </a:cubicBezTo>
                <a:cubicBezTo>
                  <a:pt x="29835" y="133287"/>
                  <a:pt x="18890" y="127638"/>
                  <a:pt x="11299" y="116339"/>
                </a:cubicBezTo>
                <a:cubicBezTo>
                  <a:pt x="3707" y="105041"/>
                  <a:pt x="0" y="88446"/>
                  <a:pt x="0" y="66732"/>
                </a:cubicBezTo>
                <a:cubicBezTo>
                  <a:pt x="0" y="45194"/>
                  <a:pt x="3707" y="28599"/>
                  <a:pt x="11299" y="17124"/>
                </a:cubicBezTo>
                <a:cubicBezTo>
                  <a:pt x="18890" y="5826"/>
                  <a:pt x="30012" y="0"/>
                  <a:pt x="44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8" name="Text (h)XTTS">
            <a:extLst xmlns:a="http://schemas.openxmlformats.org/drawingml/2006/main">
              <a:ext uri="{FF2B5EF4-FFF2-40B4-BE49-F238E27FC236}">
                <a16:creationId xmlns:a16="http://schemas.microsoft.com/office/drawing/2014/main" id="{12435ED2-73DF-470E-BF38-F219C08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134" y="4587441"/>
            <a:ext cx="1000010" cy="220392"/>
          </a:xfrm>
          <a:custGeom xmlns:a="http://schemas.openxmlformats.org/drawingml/2006/main">
            <a:pathLst>
              <a:path w="1000010" h="220392">
                <a:moveTo>
                  <a:pt x="63287" y="1837"/>
                </a:moveTo>
                <a:cubicBezTo>
                  <a:pt x="44326" y="14137"/>
                  <a:pt x="36640" y="20799"/>
                  <a:pt x="27159" y="32586"/>
                </a:cubicBezTo>
                <a:cubicBezTo>
                  <a:pt x="8968" y="54874"/>
                  <a:pt x="0" y="80497"/>
                  <a:pt x="0" y="110475"/>
                </a:cubicBezTo>
                <a:cubicBezTo>
                  <a:pt x="0" y="143014"/>
                  <a:pt x="9481" y="168121"/>
                  <a:pt x="32027" y="194257"/>
                </a:cubicBezTo>
                <a:cubicBezTo>
                  <a:pt x="42532" y="206556"/>
                  <a:pt x="49194" y="212194"/>
                  <a:pt x="62517" y="220392"/>
                </a:cubicBezTo>
                <a:lnTo>
                  <a:pt x="65590" y="216291"/>
                </a:lnTo>
                <a:cubicBezTo>
                  <a:pt x="45096" y="200148"/>
                  <a:pt x="37922" y="191184"/>
                  <a:pt x="31003" y="171965"/>
                </a:cubicBezTo>
                <a:cubicBezTo>
                  <a:pt x="24853" y="154802"/>
                  <a:pt x="22034" y="135328"/>
                  <a:pt x="22034" y="109705"/>
                </a:cubicBezTo>
                <a:cubicBezTo>
                  <a:pt x="22034" y="82804"/>
                  <a:pt x="25365" y="61794"/>
                  <a:pt x="32285" y="45910"/>
                </a:cubicBezTo>
                <a:cubicBezTo>
                  <a:pt x="39459" y="30021"/>
                  <a:pt x="47145" y="20799"/>
                  <a:pt x="65590" y="5939"/>
                </a:cubicBezTo>
                <a:lnTo>
                  <a:pt x="63287" y="1837"/>
                </a:lnTo>
                <a:close/>
                <a:moveTo>
                  <a:pt x="113249" y="87112"/>
                </a:moveTo>
                <a:cubicBezTo>
                  <a:pt x="124008" y="75329"/>
                  <a:pt x="131694" y="70970"/>
                  <a:pt x="141687" y="70970"/>
                </a:cubicBezTo>
                <a:cubicBezTo>
                  <a:pt x="154498" y="70970"/>
                  <a:pt x="160902" y="80196"/>
                  <a:pt x="160902" y="98129"/>
                </a:cubicBezTo>
                <a:lnTo>
                  <a:pt x="160902" y="148851"/>
                </a:lnTo>
                <a:cubicBezTo>
                  <a:pt x="160902" y="166272"/>
                  <a:pt x="158341" y="169603"/>
                  <a:pt x="143481" y="171140"/>
                </a:cubicBezTo>
                <a:lnTo>
                  <a:pt x="143481" y="174983"/>
                </a:lnTo>
                <a:lnTo>
                  <a:pt x="197800" y="174983"/>
                </a:lnTo>
                <a:lnTo>
                  <a:pt x="197800" y="171140"/>
                </a:lnTo>
                <a:cubicBezTo>
                  <a:pt x="183964" y="168579"/>
                  <a:pt x="182424" y="166530"/>
                  <a:pt x="182424" y="148851"/>
                </a:cubicBezTo>
                <a:lnTo>
                  <a:pt x="182424" y="97871"/>
                </a:lnTo>
                <a:cubicBezTo>
                  <a:pt x="182424" y="70970"/>
                  <a:pt x="171665" y="57134"/>
                  <a:pt x="150909" y="57134"/>
                </a:cubicBezTo>
                <a:cubicBezTo>
                  <a:pt x="135795" y="57134"/>
                  <a:pt x="125032" y="63284"/>
                  <a:pt x="113249" y="78656"/>
                </a:cubicBezTo>
                <a:lnTo>
                  <a:pt x="113249" y="770"/>
                </a:lnTo>
                <a:lnTo>
                  <a:pt x="111967" y="0"/>
                </a:lnTo>
                <a:cubicBezTo>
                  <a:pt x="103256" y="3073"/>
                  <a:pt x="96848" y="5125"/>
                  <a:pt x="82500" y="9223"/>
                </a:cubicBezTo>
                <a:lnTo>
                  <a:pt x="75585" y="11275"/>
                </a:lnTo>
                <a:lnTo>
                  <a:pt x="75585" y="15372"/>
                </a:lnTo>
                <a:cubicBezTo>
                  <a:pt x="76609" y="15118"/>
                  <a:pt x="77379" y="15118"/>
                  <a:pt x="78657" y="15118"/>
                </a:cubicBezTo>
                <a:cubicBezTo>
                  <a:pt x="89674" y="15118"/>
                  <a:pt x="91727" y="17167"/>
                  <a:pt x="91727" y="28184"/>
                </a:cubicBezTo>
                <a:lnTo>
                  <a:pt x="91727" y="148851"/>
                </a:lnTo>
                <a:cubicBezTo>
                  <a:pt x="91727" y="166784"/>
                  <a:pt x="90187" y="169091"/>
                  <a:pt x="75326" y="171140"/>
                </a:cubicBezTo>
                <a:lnTo>
                  <a:pt x="75326" y="174983"/>
                </a:lnTo>
                <a:lnTo>
                  <a:pt x="130670" y="174983"/>
                </a:lnTo>
                <a:lnTo>
                  <a:pt x="130670" y="171140"/>
                </a:lnTo>
                <a:cubicBezTo>
                  <a:pt x="115810" y="169603"/>
                  <a:pt x="113249" y="166530"/>
                  <a:pt x="113249" y="148851"/>
                </a:cubicBezTo>
                <a:lnTo>
                  <a:pt x="113249" y="87112"/>
                </a:lnTo>
                <a:close/>
                <a:moveTo>
                  <a:pt x="210867" y="220392"/>
                </a:moveTo>
                <a:cubicBezTo>
                  <a:pt x="229828" y="208092"/>
                  <a:pt x="237514" y="201431"/>
                  <a:pt x="246991" y="189643"/>
                </a:cubicBezTo>
                <a:cubicBezTo>
                  <a:pt x="265186" y="167355"/>
                  <a:pt x="274151" y="141732"/>
                  <a:pt x="274151" y="111758"/>
                </a:cubicBezTo>
                <a:cubicBezTo>
                  <a:pt x="274151" y="78961"/>
                  <a:pt x="264670" y="54108"/>
                  <a:pt x="242124" y="27973"/>
                </a:cubicBezTo>
                <a:cubicBezTo>
                  <a:pt x="231619" y="15673"/>
                  <a:pt x="224957" y="10040"/>
                  <a:pt x="211633" y="1837"/>
                </a:cubicBezTo>
                <a:lnTo>
                  <a:pt x="208560" y="5939"/>
                </a:lnTo>
                <a:cubicBezTo>
                  <a:pt x="229058" y="22081"/>
                  <a:pt x="235974" y="31049"/>
                  <a:pt x="243148" y="50265"/>
                </a:cubicBezTo>
                <a:cubicBezTo>
                  <a:pt x="249298" y="67432"/>
                  <a:pt x="252117" y="86901"/>
                  <a:pt x="252117" y="112524"/>
                </a:cubicBezTo>
                <a:cubicBezTo>
                  <a:pt x="252117" y="139171"/>
                  <a:pt x="248786" y="160435"/>
                  <a:pt x="241870" y="176066"/>
                </a:cubicBezTo>
                <a:cubicBezTo>
                  <a:pt x="234696" y="192208"/>
                  <a:pt x="227010" y="201431"/>
                  <a:pt x="208560" y="216291"/>
                </a:cubicBezTo>
                <a:lnTo>
                  <a:pt x="210867" y="220392"/>
                </a:lnTo>
                <a:close/>
                <a:moveTo>
                  <a:pt x="554452" y="5340"/>
                </a:moveTo>
                <a:lnTo>
                  <a:pt x="493472" y="5340"/>
                </a:lnTo>
                <a:lnTo>
                  <a:pt x="493472" y="10212"/>
                </a:lnTo>
                <a:cubicBezTo>
                  <a:pt x="507307" y="10724"/>
                  <a:pt x="511409" y="12514"/>
                  <a:pt x="511409" y="18410"/>
                </a:cubicBezTo>
                <a:cubicBezTo>
                  <a:pt x="511409" y="22253"/>
                  <a:pt x="508590" y="26866"/>
                  <a:pt x="501158" y="36093"/>
                </a:cubicBezTo>
                <a:lnTo>
                  <a:pt x="472208" y="71454"/>
                </a:lnTo>
                <a:lnTo>
                  <a:pt x="461445" y="56336"/>
                </a:lnTo>
                <a:cubicBezTo>
                  <a:pt x="445814" y="34556"/>
                  <a:pt x="439665" y="23535"/>
                  <a:pt x="439665" y="17898"/>
                </a:cubicBezTo>
                <a:cubicBezTo>
                  <a:pt x="439665" y="12772"/>
                  <a:pt x="443512" y="10724"/>
                  <a:pt x="451964" y="10466"/>
                </a:cubicBezTo>
                <a:lnTo>
                  <a:pt x="459138" y="10212"/>
                </a:lnTo>
                <a:lnTo>
                  <a:pt x="459138" y="5340"/>
                </a:lnTo>
                <a:lnTo>
                  <a:pt x="381761" y="5340"/>
                </a:lnTo>
                <a:lnTo>
                  <a:pt x="381761" y="10212"/>
                </a:lnTo>
                <a:cubicBezTo>
                  <a:pt x="398415" y="10978"/>
                  <a:pt x="403029" y="14821"/>
                  <a:pt x="428136" y="50441"/>
                </a:cubicBezTo>
                <a:lnTo>
                  <a:pt x="456065" y="91444"/>
                </a:lnTo>
                <a:lnTo>
                  <a:pt x="415840" y="140903"/>
                </a:lnTo>
                <a:cubicBezTo>
                  <a:pt x="393036" y="168067"/>
                  <a:pt x="391753" y="169091"/>
                  <a:pt x="378688" y="170115"/>
                </a:cubicBezTo>
                <a:lnTo>
                  <a:pt x="378688" y="174983"/>
                </a:lnTo>
                <a:lnTo>
                  <a:pt x="438386" y="174983"/>
                </a:lnTo>
                <a:lnTo>
                  <a:pt x="438386" y="170115"/>
                </a:lnTo>
                <a:cubicBezTo>
                  <a:pt x="423526" y="169091"/>
                  <a:pt x="418913" y="167042"/>
                  <a:pt x="418913" y="161147"/>
                </a:cubicBezTo>
                <a:cubicBezTo>
                  <a:pt x="418913" y="157304"/>
                  <a:pt x="422756" y="150896"/>
                  <a:pt x="432237" y="139109"/>
                </a:cubicBezTo>
                <a:lnTo>
                  <a:pt x="462727" y="101183"/>
                </a:lnTo>
                <a:lnTo>
                  <a:pt x="487068" y="137060"/>
                </a:lnTo>
                <a:cubicBezTo>
                  <a:pt x="495520" y="149614"/>
                  <a:pt x="500133" y="158328"/>
                  <a:pt x="500133" y="162171"/>
                </a:cubicBezTo>
                <a:cubicBezTo>
                  <a:pt x="500133" y="166784"/>
                  <a:pt x="496032" y="169349"/>
                  <a:pt x="487322" y="169603"/>
                </a:cubicBezTo>
                <a:cubicBezTo>
                  <a:pt x="486298" y="169603"/>
                  <a:pt x="483479" y="169861"/>
                  <a:pt x="480406" y="170115"/>
                </a:cubicBezTo>
                <a:lnTo>
                  <a:pt x="480406" y="174983"/>
                </a:lnTo>
                <a:lnTo>
                  <a:pt x="556501" y="174983"/>
                </a:lnTo>
                <a:lnTo>
                  <a:pt x="556501" y="170115"/>
                </a:lnTo>
                <a:cubicBezTo>
                  <a:pt x="542923" y="168579"/>
                  <a:pt x="539076" y="166018"/>
                  <a:pt x="528059" y="151154"/>
                </a:cubicBezTo>
                <a:lnTo>
                  <a:pt x="478866" y="80939"/>
                </a:lnTo>
                <a:lnTo>
                  <a:pt x="516276" y="34298"/>
                </a:lnTo>
                <a:cubicBezTo>
                  <a:pt x="532930" y="14309"/>
                  <a:pt x="538052" y="11236"/>
                  <a:pt x="554452" y="10212"/>
                </a:cubicBezTo>
                <a:lnTo>
                  <a:pt x="554452" y="5340"/>
                </a:lnTo>
                <a:close/>
                <a:moveTo>
                  <a:pt x="626193" y="16103"/>
                </a:moveTo>
                <a:lnTo>
                  <a:pt x="626193" y="144234"/>
                </a:lnTo>
                <a:cubicBezTo>
                  <a:pt x="626193" y="166018"/>
                  <a:pt x="623374" y="168837"/>
                  <a:pt x="602106" y="170115"/>
                </a:cubicBezTo>
                <a:lnTo>
                  <a:pt x="602106" y="174983"/>
                </a:lnTo>
                <a:lnTo>
                  <a:pt x="676923" y="174983"/>
                </a:lnTo>
                <a:lnTo>
                  <a:pt x="676923" y="170115"/>
                </a:lnTo>
                <a:cubicBezTo>
                  <a:pt x="655913" y="169091"/>
                  <a:pt x="652324" y="165760"/>
                  <a:pt x="652324" y="147053"/>
                </a:cubicBezTo>
                <a:lnTo>
                  <a:pt x="652324" y="16103"/>
                </a:lnTo>
                <a:lnTo>
                  <a:pt x="666160" y="16103"/>
                </a:lnTo>
                <a:cubicBezTo>
                  <a:pt x="695368" y="16103"/>
                  <a:pt x="701006" y="20717"/>
                  <a:pt x="706901" y="48904"/>
                </a:cubicBezTo>
                <a:lnTo>
                  <a:pt x="713047" y="48904"/>
                </a:lnTo>
                <a:lnTo>
                  <a:pt x="711510" y="5340"/>
                </a:lnTo>
                <a:lnTo>
                  <a:pt x="567006" y="5340"/>
                </a:lnTo>
                <a:lnTo>
                  <a:pt x="565470" y="48904"/>
                </a:lnTo>
                <a:lnTo>
                  <a:pt x="571616" y="48904"/>
                </a:lnTo>
                <a:cubicBezTo>
                  <a:pt x="577765" y="20971"/>
                  <a:pt x="583661" y="16103"/>
                  <a:pt x="612357" y="16103"/>
                </a:cubicBezTo>
                <a:lnTo>
                  <a:pt x="626193" y="16103"/>
                </a:lnTo>
                <a:close/>
                <a:moveTo>
                  <a:pt x="782740" y="16103"/>
                </a:moveTo>
                <a:lnTo>
                  <a:pt x="782740" y="144234"/>
                </a:lnTo>
                <a:cubicBezTo>
                  <a:pt x="782740" y="166018"/>
                  <a:pt x="779922" y="168837"/>
                  <a:pt x="758654" y="170115"/>
                </a:cubicBezTo>
                <a:lnTo>
                  <a:pt x="758654" y="174983"/>
                </a:lnTo>
                <a:lnTo>
                  <a:pt x="833470" y="174983"/>
                </a:lnTo>
                <a:lnTo>
                  <a:pt x="833470" y="170115"/>
                </a:lnTo>
                <a:cubicBezTo>
                  <a:pt x="812461" y="169091"/>
                  <a:pt x="808872" y="165760"/>
                  <a:pt x="808872" y="147053"/>
                </a:cubicBezTo>
                <a:lnTo>
                  <a:pt x="808872" y="16103"/>
                </a:lnTo>
                <a:lnTo>
                  <a:pt x="822707" y="16103"/>
                </a:lnTo>
                <a:cubicBezTo>
                  <a:pt x="851916" y="16103"/>
                  <a:pt x="857553" y="20717"/>
                  <a:pt x="863449" y="48904"/>
                </a:cubicBezTo>
                <a:lnTo>
                  <a:pt x="869594" y="48904"/>
                </a:lnTo>
                <a:lnTo>
                  <a:pt x="868058" y="5340"/>
                </a:lnTo>
                <a:lnTo>
                  <a:pt x="723554" y="5340"/>
                </a:lnTo>
                <a:lnTo>
                  <a:pt x="722018" y="48904"/>
                </a:lnTo>
                <a:lnTo>
                  <a:pt x="728163" y="48904"/>
                </a:lnTo>
                <a:cubicBezTo>
                  <a:pt x="734313" y="20971"/>
                  <a:pt x="740209" y="16103"/>
                  <a:pt x="768905" y="16103"/>
                </a:cubicBezTo>
                <a:lnTo>
                  <a:pt x="782740" y="16103"/>
                </a:lnTo>
                <a:close/>
                <a:moveTo>
                  <a:pt x="988735" y="1755"/>
                </a:moveTo>
                <a:lnTo>
                  <a:pt x="983356" y="1755"/>
                </a:lnTo>
                <a:cubicBezTo>
                  <a:pt x="982332" y="7647"/>
                  <a:pt x="979513" y="10466"/>
                  <a:pt x="975158" y="10466"/>
                </a:cubicBezTo>
                <a:cubicBezTo>
                  <a:pt x="972593" y="10466"/>
                  <a:pt x="968238" y="9442"/>
                  <a:pt x="963882" y="7393"/>
                </a:cubicBezTo>
                <a:cubicBezTo>
                  <a:pt x="954402" y="3890"/>
                  <a:pt x="944921" y="1837"/>
                  <a:pt x="936723" y="1837"/>
                </a:cubicBezTo>
                <a:cubicBezTo>
                  <a:pt x="925706" y="1837"/>
                  <a:pt x="914435" y="6197"/>
                  <a:pt x="905978" y="13625"/>
                </a:cubicBezTo>
                <a:cubicBezTo>
                  <a:pt x="897010" y="21561"/>
                  <a:pt x="892401" y="32312"/>
                  <a:pt x="892401" y="45624"/>
                </a:cubicBezTo>
                <a:cubicBezTo>
                  <a:pt x="892401" y="66102"/>
                  <a:pt x="903672" y="80435"/>
                  <a:pt x="932368" y="95541"/>
                </a:cubicBezTo>
                <a:cubicBezTo>
                  <a:pt x="950817" y="105268"/>
                  <a:pt x="964141" y="115761"/>
                  <a:pt x="970544" y="125492"/>
                </a:cubicBezTo>
                <a:cubicBezTo>
                  <a:pt x="972851" y="128819"/>
                  <a:pt x="974133" y="134195"/>
                  <a:pt x="974133" y="140336"/>
                </a:cubicBezTo>
                <a:cubicBezTo>
                  <a:pt x="974133" y="157488"/>
                  <a:pt x="961322" y="169263"/>
                  <a:pt x="942619" y="169263"/>
                </a:cubicBezTo>
                <a:cubicBezTo>
                  <a:pt x="919814" y="169263"/>
                  <a:pt x="903672" y="155185"/>
                  <a:pt x="890860" y="123956"/>
                </a:cubicBezTo>
                <a:lnTo>
                  <a:pt x="884969" y="123956"/>
                </a:lnTo>
                <a:lnTo>
                  <a:pt x="892655" y="178232"/>
                </a:lnTo>
                <a:lnTo>
                  <a:pt x="898292" y="178232"/>
                </a:lnTo>
                <a:cubicBezTo>
                  <a:pt x="898546" y="173446"/>
                  <a:pt x="901623" y="169861"/>
                  <a:pt x="905466" y="169861"/>
                </a:cubicBezTo>
                <a:cubicBezTo>
                  <a:pt x="908285" y="169861"/>
                  <a:pt x="912640" y="170886"/>
                  <a:pt x="917508" y="172680"/>
                </a:cubicBezTo>
                <a:cubicBezTo>
                  <a:pt x="927242" y="176437"/>
                  <a:pt x="937493" y="178486"/>
                  <a:pt x="947740" y="178486"/>
                </a:cubicBezTo>
                <a:cubicBezTo>
                  <a:pt x="977206" y="178486"/>
                  <a:pt x="1000010" y="158258"/>
                  <a:pt x="1000010" y="131888"/>
                </a:cubicBezTo>
                <a:cubicBezTo>
                  <a:pt x="1000010" y="110898"/>
                  <a:pt x="985917" y="94259"/>
                  <a:pt x="952095" y="76083"/>
                </a:cubicBezTo>
                <a:cubicBezTo>
                  <a:pt x="925194" y="61239"/>
                  <a:pt x="914435" y="49976"/>
                  <a:pt x="914435" y="36151"/>
                </a:cubicBezTo>
                <a:cubicBezTo>
                  <a:pt x="914435" y="22073"/>
                  <a:pt x="925194" y="12342"/>
                  <a:pt x="941078" y="12342"/>
                </a:cubicBezTo>
                <a:cubicBezTo>
                  <a:pt x="952611" y="12342"/>
                  <a:pt x="963370" y="17210"/>
                  <a:pt x="972339" y="26425"/>
                </a:cubicBezTo>
                <a:cubicBezTo>
                  <a:pt x="980279" y="34615"/>
                  <a:pt x="983868" y="41269"/>
                  <a:pt x="987969" y="56375"/>
                </a:cubicBezTo>
                <a:lnTo>
                  <a:pt x="994373" y="56375"/>
                </a:lnTo>
                <a:lnTo>
                  <a:pt x="988735" y="1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88139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2026-09-05T09:17:22.4960000Z</dcterms:created>
  <dcterms:modified xsi:type="dcterms:W3CDTF">2026-09-05T09:17:22.4960000Z</dcterms:modified>
</coreProperties>
</file>